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523848" y="914400"/>
            <a:ext cx="9144000" cy="5029200"/>
            <a:chOff x="1523848" y="914400"/>
            <a:chExt cx="9144000" cy="5029200"/>
          </a:xfrm>
        </p:grpSpPr>
        <p:sp>
          <p:nvSpPr>
            <p:cNvPr id="3" name="rc3"/>
            <p:cNvSpPr/>
            <p:nvPr/>
          </p:nvSpPr>
          <p:spPr>
            <a:xfrm>
              <a:off x="1523847" y="914400"/>
              <a:ext cx="9144000" cy="502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523847" y="914400"/>
              <a:ext cx="9144000" cy="502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26236" y="983989"/>
              <a:ext cx="5852018" cy="44893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426236" y="4435143"/>
              <a:ext cx="5852018" cy="644406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426236" y="3719136"/>
              <a:ext cx="5852018" cy="644406"/>
            </a:xfrm>
            <a:prstGeom prst="rect">
              <a:avLst/>
            </a:prstGeom>
            <a:solidFill>
              <a:srgbClr val="F5F5F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426236" y="3003129"/>
              <a:ext cx="5852018" cy="644406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426236" y="2287121"/>
              <a:ext cx="5852018" cy="644406"/>
            </a:xfrm>
            <a:prstGeom prst="rect">
              <a:avLst/>
            </a:prstGeom>
            <a:solidFill>
              <a:srgbClr val="F5F5F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426236" y="1571114"/>
              <a:ext cx="5852018" cy="644406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2237" y="983989"/>
              <a:ext cx="0" cy="4489364"/>
            </a:xfrm>
            <a:custGeom>
              <a:avLst/>
              <a:pathLst>
                <a:path w="0" h="4489364">
                  <a:moveTo>
                    <a:pt x="0" y="448936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33333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766608" y="1519978"/>
              <a:ext cx="458519" cy="770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Aptos"/>
                  <a:cs typeface="Aptos"/>
                </a:rPr>
                <a:t>No effect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8988099" y="2004299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86685" y="2050839"/>
              <a:ext cx="2101413" cy="0"/>
            </a:xfrm>
            <a:custGeom>
              <a:avLst/>
              <a:pathLst>
                <a:path w="2101413" h="0">
                  <a:moveTo>
                    <a:pt x="2101413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886685" y="2004299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24176" y="184677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478658" y="1893318"/>
              <a:ext cx="945517" cy="0"/>
            </a:xfrm>
            <a:custGeom>
              <a:avLst/>
              <a:pathLst>
                <a:path w="945517" h="0">
                  <a:moveTo>
                    <a:pt x="945517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478658" y="184677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367879" y="1689256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652726" y="1735796"/>
              <a:ext cx="715152" cy="0"/>
            </a:xfrm>
            <a:custGeom>
              <a:avLst/>
              <a:pathLst>
                <a:path w="715152" h="0">
                  <a:moveTo>
                    <a:pt x="715152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652726" y="1689256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583537" y="2720306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287831" y="2766846"/>
              <a:ext cx="1295705" cy="0"/>
            </a:xfrm>
            <a:custGeom>
              <a:avLst/>
              <a:pathLst>
                <a:path w="1295705" h="0">
                  <a:moveTo>
                    <a:pt x="1295705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287831" y="2720306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492370" y="2562784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473601" y="2609325"/>
              <a:ext cx="1018769" cy="0"/>
            </a:xfrm>
            <a:custGeom>
              <a:avLst/>
              <a:pathLst>
                <a:path w="1018769" h="0">
                  <a:moveTo>
                    <a:pt x="1018769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473601" y="2562784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233973" y="2405263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570561" y="2451803"/>
              <a:ext cx="663412" cy="0"/>
            </a:xfrm>
            <a:custGeom>
              <a:avLst/>
              <a:pathLst>
                <a:path w="663412" h="0">
                  <a:moveTo>
                    <a:pt x="663412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570561" y="2405263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699712" y="3436313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359939" y="3482853"/>
              <a:ext cx="1339773" cy="0"/>
            </a:xfrm>
            <a:custGeom>
              <a:avLst/>
              <a:pathLst>
                <a:path w="1339773" h="0">
                  <a:moveTo>
                    <a:pt x="1339773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359939" y="3436313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634336" y="3278791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628394" y="3325332"/>
              <a:ext cx="1005941" cy="0"/>
            </a:xfrm>
            <a:custGeom>
              <a:avLst/>
              <a:pathLst>
                <a:path w="1005941" h="0">
                  <a:moveTo>
                    <a:pt x="1005941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628394" y="3278791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2248" y="3121270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680179" y="3167810"/>
              <a:ext cx="702069" cy="0"/>
            </a:xfrm>
            <a:custGeom>
              <a:avLst/>
              <a:pathLst>
                <a:path w="702069" h="0">
                  <a:moveTo>
                    <a:pt x="702069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80179" y="3121270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012253" y="4152320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910445" y="4198860"/>
              <a:ext cx="2101808" cy="0"/>
            </a:xfrm>
            <a:custGeom>
              <a:avLst/>
              <a:pathLst>
                <a:path w="2101808" h="0">
                  <a:moveTo>
                    <a:pt x="2101808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910445" y="4152320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379904" y="3994798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382044" y="4041339"/>
              <a:ext cx="997859" cy="0"/>
            </a:xfrm>
            <a:custGeom>
              <a:avLst/>
              <a:pathLst>
                <a:path w="997859" h="0">
                  <a:moveTo>
                    <a:pt x="997859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382044" y="3994798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217804" y="383727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371835" y="3883817"/>
              <a:ext cx="845968" cy="0"/>
            </a:xfrm>
            <a:custGeom>
              <a:avLst/>
              <a:pathLst>
                <a:path w="845968" h="0">
                  <a:moveTo>
                    <a:pt x="845968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371835" y="383727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583537" y="486832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287831" y="4914868"/>
              <a:ext cx="1295705" cy="0"/>
            </a:xfrm>
            <a:custGeom>
              <a:avLst/>
              <a:pathLst>
                <a:path w="1295705" h="0">
                  <a:moveTo>
                    <a:pt x="1295705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287831" y="4868327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424176" y="4710805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478658" y="4757346"/>
              <a:ext cx="945517" cy="0"/>
            </a:xfrm>
            <a:custGeom>
              <a:avLst/>
              <a:pathLst>
                <a:path w="945517" h="0">
                  <a:moveTo>
                    <a:pt x="945517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478658" y="4710805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33973" y="4553284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570561" y="4599824"/>
              <a:ext cx="663412" cy="0"/>
            </a:xfrm>
            <a:custGeom>
              <a:avLst/>
              <a:pathLst>
                <a:path w="663412" h="0">
                  <a:moveTo>
                    <a:pt x="663412" y="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570561" y="4553284"/>
              <a:ext cx="0" cy="93080"/>
            </a:xfrm>
            <a:custGeom>
              <a:avLst/>
              <a:pathLst>
                <a:path w="0" h="93080">
                  <a:moveTo>
                    <a:pt x="0" y="93080"/>
                  </a:moveTo>
                  <a:lnTo>
                    <a:pt x="0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947393" y="2012872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7908724" y="1855350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964570" y="1697829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7951598" y="2728879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979364" y="2571357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876868" y="2413836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8017293" y="3444886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113989" y="3287364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996077" y="3129843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938933" y="4160893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826981" y="4003371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769552" y="3845850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951598" y="4876900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908724" y="4719378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876868" y="4561857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426236" y="983989"/>
              <a:ext cx="0" cy="4489364"/>
            </a:xfrm>
            <a:custGeom>
              <a:avLst/>
              <a:pathLst>
                <a:path w="0" h="4489364">
                  <a:moveTo>
                    <a:pt x="0" y="448936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996534" y="4692978"/>
              <a:ext cx="130317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Main Model (+ All Three)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1719962" y="3976289"/>
              <a:ext cx="1579748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+ Mean Airway Pressure Only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214505" y="3260281"/>
              <a:ext cx="1085205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+ Tidal Volume Only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020470" y="2544274"/>
              <a:ext cx="1279239" cy="1067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+ Respiratory Rate Only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115286" y="1828949"/>
              <a:ext cx="1184423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Model B (Base Model)</a:t>
              </a:r>
            </a:p>
          </p:txBody>
        </p:sp>
        <p:sp>
          <p:nvSpPr>
            <p:cNvPr id="79" name="pl79"/>
            <p:cNvSpPr/>
            <p:nvPr/>
          </p:nvSpPr>
          <p:spPr>
            <a:xfrm>
              <a:off x="3350320" y="475734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350320" y="404133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350320" y="332533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350320" y="26093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350320" y="18933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426236" y="5473353"/>
              <a:ext cx="5852018" cy="0"/>
            </a:xfrm>
            <a:custGeom>
              <a:avLst/>
              <a:pathLst>
                <a:path w="5852018" h="0">
                  <a:moveTo>
                    <a:pt x="0" y="0"/>
                  </a:moveTo>
                  <a:lnTo>
                    <a:pt x="5852018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692237" y="547335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179661" y="547335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6667085" y="547335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154509" y="547335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3658316" y="5574884"/>
              <a:ext cx="67840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5145740" y="5576806"/>
              <a:ext cx="67840" cy="81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633164" y="5576062"/>
              <a:ext cx="67840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120589" y="5574884"/>
              <a:ext cx="67840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868057" y="5713051"/>
              <a:ext cx="93268" cy="1048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Δ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961326" y="5715062"/>
              <a:ext cx="565398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Tissue O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5526724" y="57744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5583711" y="5689761"/>
              <a:ext cx="1529432" cy="1281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saturation (pp),  ET-CO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113143" y="57744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170129" y="5689687"/>
              <a:ext cx="666303" cy="1282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 +5 mmHg</a:t>
              </a:r>
            </a:p>
          </p:txBody>
        </p:sp>
        <p:sp>
          <p:nvSpPr>
            <p:cNvPr id="99" name="rc99"/>
            <p:cNvSpPr/>
            <p:nvPr/>
          </p:nvSpPr>
          <p:spPr>
            <a:xfrm>
              <a:off x="9404780" y="2899704"/>
              <a:ext cx="1193478" cy="6579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9468043" y="2962967"/>
              <a:ext cx="177135" cy="17713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9485756" y="3051535"/>
              <a:ext cx="141708" cy="0"/>
            </a:xfrm>
            <a:custGeom>
              <a:avLst/>
              <a:pathLst>
                <a:path w="141708" h="0">
                  <a:moveTo>
                    <a:pt x="0" y="0"/>
                  </a:moveTo>
                  <a:lnTo>
                    <a:pt x="141708" y="0"/>
                  </a:lnTo>
                </a:path>
              </a:pathLst>
            </a:custGeom>
            <a:ln w="17615" cap="flat">
              <a:solidFill>
                <a:srgbClr val="1F77B4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9518643" y="3013568"/>
              <a:ext cx="75934" cy="75934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9468043" y="3140103"/>
              <a:ext cx="177135" cy="17713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9485756" y="3228671"/>
              <a:ext cx="141708" cy="0"/>
            </a:xfrm>
            <a:custGeom>
              <a:avLst/>
              <a:pathLst>
                <a:path w="141708" h="0">
                  <a:moveTo>
                    <a:pt x="0" y="0"/>
                  </a:moveTo>
                  <a:lnTo>
                    <a:pt x="141708" y="0"/>
                  </a:lnTo>
                </a:path>
              </a:pathLst>
            </a:custGeom>
            <a:ln w="17615" cap="flat">
              <a:solidFill>
                <a:srgbClr val="2CA02C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9518643" y="3190703"/>
              <a:ext cx="75934" cy="75934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9468043" y="3317239"/>
              <a:ext cx="177135" cy="17713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9485756" y="3405807"/>
              <a:ext cx="141708" cy="0"/>
            </a:xfrm>
            <a:custGeom>
              <a:avLst/>
              <a:pathLst>
                <a:path w="141708" h="0">
                  <a:moveTo>
                    <a:pt x="0" y="0"/>
                  </a:moveTo>
                  <a:lnTo>
                    <a:pt x="141708" y="0"/>
                  </a:lnTo>
                </a:path>
              </a:pathLst>
            </a:custGeom>
            <a:ln w="17615" cap="flat">
              <a:solidFill>
                <a:srgbClr val="D62728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9518643" y="3367839"/>
              <a:ext cx="75934" cy="75934"/>
            </a:xfrm>
            <a:prstGeom prst="ellipse">
              <a:avLst/>
            </a:prstGeom>
            <a:solidFill>
              <a:srgbClr val="D6272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tx109"/>
            <p:cNvSpPr/>
            <p:nvPr/>
          </p:nvSpPr>
          <p:spPr>
            <a:xfrm>
              <a:off x="9708441" y="2981028"/>
              <a:ext cx="756356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 SctO₂ (%)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708441" y="3158163"/>
              <a:ext cx="826554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 SctO₂ (%)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9708441" y="3335299"/>
              <a:ext cx="492497" cy="1122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SftO₂ 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2026-05-19T18:10:50Z</dcterms:modified>
  <cp:category/>
</cp:coreProperties>
</file>