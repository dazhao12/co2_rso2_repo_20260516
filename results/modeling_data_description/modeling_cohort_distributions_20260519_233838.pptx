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12188952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Left SctO₂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848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6991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899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062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5820"/>
              <a:ext cx="107252" cy="30194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201651"/>
              <a:ext cx="107252" cy="31611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5912"/>
              <a:ext cx="107252" cy="49185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2822"/>
              <a:ext cx="107252" cy="71494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6145"/>
              <a:ext cx="107252" cy="98162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52245"/>
              <a:ext cx="107252" cy="12655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19879"/>
              <a:ext cx="107252" cy="159788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79504"/>
              <a:ext cx="107252" cy="183826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47937"/>
              <a:ext cx="107252" cy="166982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6900"/>
              <a:ext cx="107252" cy="137086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19270"/>
              <a:ext cx="107252" cy="109849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3344"/>
              <a:ext cx="107252" cy="8244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4351"/>
              <a:ext cx="107252" cy="58341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5199"/>
              <a:ext cx="107252" cy="41256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5284"/>
              <a:ext cx="107252" cy="29248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4536"/>
              <a:ext cx="107252" cy="21323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3635"/>
              <a:ext cx="107252" cy="15413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7040"/>
              <a:ext cx="107252" cy="1107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8406"/>
              <a:ext cx="107252" cy="7935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60084"/>
              <a:ext cx="107252" cy="5768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826"/>
              <a:ext cx="107252" cy="4194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6114"/>
              <a:ext cx="107252" cy="3165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606"/>
              <a:ext cx="107252" cy="2315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902"/>
              <a:ext cx="107252" cy="178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3202"/>
              <a:ext cx="107252" cy="1456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7062"/>
              <a:ext cx="107252" cy="1070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478"/>
              <a:ext cx="107252" cy="828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6991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611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368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2754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848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6991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899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062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7036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2296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57556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6813990" y="3517621"/>
              <a:ext cx="45965" cy="14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6859956" y="3517660"/>
              <a:ext cx="45965" cy="106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6905921" y="3517704"/>
              <a:ext cx="45965" cy="6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6951887" y="3517686"/>
              <a:ext cx="45965" cy="8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6997852" y="3517595"/>
              <a:ext cx="45965" cy="17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7043818" y="3517602"/>
              <a:ext cx="45965" cy="16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089783" y="3517609"/>
              <a:ext cx="45965" cy="156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7135749" y="3517543"/>
              <a:ext cx="45965" cy="22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7181714" y="3517552"/>
              <a:ext cx="45965" cy="21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7227679" y="3517208"/>
              <a:ext cx="45965" cy="55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7273645" y="3516568"/>
              <a:ext cx="45965" cy="119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7319610" y="3516385"/>
              <a:ext cx="45965" cy="138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7365576" y="3516570"/>
              <a:ext cx="45965" cy="1196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7411541" y="3516625"/>
              <a:ext cx="45965" cy="114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7457507" y="3516653"/>
              <a:ext cx="45965" cy="111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7503472" y="3515784"/>
              <a:ext cx="45965" cy="198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7549438" y="3515399"/>
              <a:ext cx="45965" cy="2366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7595403" y="3514774"/>
              <a:ext cx="45965" cy="299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7641368" y="3514177"/>
              <a:ext cx="45965" cy="358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7687334" y="3513438"/>
              <a:ext cx="45965" cy="432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7733299" y="3512788"/>
              <a:ext cx="45965" cy="497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7779265" y="3509289"/>
              <a:ext cx="45965" cy="847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7825230" y="3507017"/>
              <a:ext cx="45965" cy="1074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871196" y="3501382"/>
              <a:ext cx="45965" cy="1638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917161" y="3497139"/>
              <a:ext cx="45965" cy="2062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963127" y="3493823"/>
              <a:ext cx="45965" cy="2394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8009092" y="3484384"/>
              <a:ext cx="45965" cy="3338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8055057" y="3468657"/>
              <a:ext cx="45965" cy="4910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8101023" y="3456446"/>
              <a:ext cx="45965" cy="6132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8146988" y="3432211"/>
              <a:ext cx="45965" cy="8555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8192954" y="3395977"/>
              <a:ext cx="45965" cy="12178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8238919" y="3345281"/>
              <a:ext cx="45965" cy="17248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8284885" y="3290411"/>
              <a:ext cx="45965" cy="22735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8330850" y="3221788"/>
              <a:ext cx="45965" cy="29597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8376816" y="3127744"/>
              <a:ext cx="45965" cy="39002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8422781" y="3027520"/>
              <a:ext cx="45965" cy="49024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8468746" y="2891634"/>
              <a:ext cx="45965" cy="62613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8514712" y="2759025"/>
              <a:ext cx="45965" cy="75874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8560677" y="2603053"/>
              <a:ext cx="45965" cy="91471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606643" y="2434648"/>
              <a:ext cx="45965" cy="108311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652608" y="2266698"/>
              <a:ext cx="45965" cy="12510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698574" y="2133394"/>
              <a:ext cx="45965" cy="138437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744539" y="1999737"/>
              <a:ext cx="45965" cy="151802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790505" y="1792753"/>
              <a:ext cx="45965" cy="172501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836470" y="1698576"/>
              <a:ext cx="45965" cy="181919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882436" y="1652103"/>
              <a:ext cx="45965" cy="186566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928401" y="1692349"/>
              <a:ext cx="45965" cy="182541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974366" y="1796075"/>
              <a:ext cx="45965" cy="172169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9020332" y="1958598"/>
              <a:ext cx="45965" cy="15591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9066297" y="2191521"/>
              <a:ext cx="45965" cy="1326245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9112263" y="2445729"/>
              <a:ext cx="45965" cy="107203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9158228" y="2616115"/>
              <a:ext cx="45965" cy="90165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9204194" y="2778667"/>
              <a:ext cx="45965" cy="739099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9250159" y="2991763"/>
              <a:ext cx="45965" cy="52600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296125" y="3130785"/>
              <a:ext cx="45965" cy="38698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342090" y="3232402"/>
              <a:ext cx="45965" cy="28536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388055" y="3325499"/>
              <a:ext cx="45965" cy="1922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434021" y="3388556"/>
              <a:ext cx="45965" cy="12921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479986" y="3431873"/>
              <a:ext cx="45965" cy="8589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525952" y="3459402"/>
              <a:ext cx="45965" cy="5836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571917" y="3483475"/>
              <a:ext cx="45965" cy="3429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617883" y="3483735"/>
              <a:ext cx="45965" cy="3403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663848" y="3497912"/>
              <a:ext cx="45965" cy="1985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709814" y="3503824"/>
              <a:ext cx="45965" cy="1394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755779" y="3505019"/>
              <a:ext cx="45965" cy="1274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801744" y="3508792"/>
              <a:ext cx="45965" cy="897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847710" y="3512148"/>
              <a:ext cx="45965" cy="5618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93675" y="3514161"/>
              <a:ext cx="45965" cy="360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3180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16989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52249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7036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2296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57556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250662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771031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16997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862962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908928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954893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0"/>
            <p:cNvSpPr/>
            <p:nvPr/>
          </p:nvSpPr>
          <p:spPr>
            <a:xfrm>
              <a:off x="6729951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7189605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7649260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8108914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568569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9028223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9487878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8021620" y="3711047"/>
              <a:ext cx="75635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 SctO₂ (%)</a:t>
              </a:r>
            </a:p>
          </p:txBody>
        </p:sp>
        <p:sp>
          <p:nvSpPr>
            <p:cNvPr id="170" name="tx169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71" name="rc170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5675921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2745797" y="529317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2745797" y="491043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2745797" y="452769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2745797" y="414495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2745797" y="6043557"/>
              <a:ext cx="114913" cy="15107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2860710" y="6000031"/>
              <a:ext cx="229827" cy="5863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3090538" y="5780731"/>
              <a:ext cx="229827" cy="27793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3320365" y="5682865"/>
              <a:ext cx="229827" cy="37579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3550192" y="5279169"/>
              <a:ext cx="229827" cy="77949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009847" y="4589522"/>
              <a:ext cx="229827" cy="146914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4239674" y="5147982"/>
              <a:ext cx="229827" cy="91068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4469501" y="5571738"/>
              <a:ext cx="229827" cy="48692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4699328" y="5804114"/>
              <a:ext cx="229827" cy="25455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89"/>
            <p:cNvSpPr/>
            <p:nvPr/>
          </p:nvSpPr>
          <p:spPr>
            <a:xfrm>
              <a:off x="4929155" y="5905809"/>
              <a:ext cx="229827" cy="15285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0"/>
            <p:cNvSpPr/>
            <p:nvPr/>
          </p:nvSpPr>
          <p:spPr>
            <a:xfrm>
              <a:off x="5158983" y="5912804"/>
              <a:ext cx="229827" cy="14586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5388810" y="5549613"/>
              <a:ext cx="229827" cy="509051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2"/>
            <p:cNvSpPr/>
            <p:nvPr/>
          </p:nvSpPr>
          <p:spPr>
            <a:xfrm>
              <a:off x="5618637" y="5697200"/>
              <a:ext cx="229827" cy="36146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tx194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5622845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7" name="tx196"/>
            <p:cNvSpPr/>
            <p:nvPr/>
          </p:nvSpPr>
          <p:spPr>
            <a:xfrm>
              <a:off x="2312859" y="524010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8" name="tx197"/>
            <p:cNvSpPr/>
            <p:nvPr/>
          </p:nvSpPr>
          <p:spPr>
            <a:xfrm>
              <a:off x="2312859" y="485736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9" name="tx198"/>
            <p:cNvSpPr/>
            <p:nvPr/>
          </p:nvSpPr>
          <p:spPr>
            <a:xfrm>
              <a:off x="2312859" y="447461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200" name="tx199"/>
            <p:cNvSpPr/>
            <p:nvPr/>
          </p:nvSpPr>
          <p:spPr>
            <a:xfrm>
              <a:off x="2312859" y="4091874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201" name="pl200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5675921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682534" y="529317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682534" y="491043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2682534" y="452769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2682534" y="414495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5" name="tx224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6" name="rc225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6791008" y="560924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6791008" y="515982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6791008" y="471040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6791008" y="426098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6791008" y="5614206"/>
              <a:ext cx="45965" cy="44445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6836973" y="5927662"/>
              <a:ext cx="91930" cy="1310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6928904" y="5868497"/>
              <a:ext cx="91930" cy="1901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020835" y="5851093"/>
              <a:ext cx="91930" cy="20757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112766" y="5756619"/>
              <a:ext cx="91930" cy="30204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204697" y="5691336"/>
              <a:ext cx="91930" cy="36732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296628" y="5666151"/>
              <a:ext cx="91930" cy="3925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388559" y="5566581"/>
              <a:ext cx="91930" cy="49208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480489" y="5502862"/>
              <a:ext cx="91930" cy="5558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572420" y="5382943"/>
              <a:ext cx="91930" cy="67572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7664351" y="5255397"/>
              <a:ext cx="91930" cy="8032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7756282" y="5225069"/>
              <a:ext cx="91930" cy="83359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7848213" y="5135506"/>
              <a:ext cx="91930" cy="92315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7940144" y="5069346"/>
              <a:ext cx="91930" cy="9893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032075" y="4986928"/>
              <a:ext cx="91930" cy="10717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215937" y="5014624"/>
              <a:ext cx="91930" cy="104404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307867" y="5058304"/>
              <a:ext cx="91930" cy="100036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399798" y="5094602"/>
              <a:ext cx="91930" cy="96406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491729" y="5198449"/>
              <a:ext cx="91930" cy="8602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583660" y="5318596"/>
              <a:ext cx="91930" cy="74006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8675591" y="5385891"/>
              <a:ext cx="91930" cy="67277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8767522" y="5475629"/>
              <a:ext cx="91930" cy="5830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8859453" y="5543935"/>
              <a:ext cx="91930" cy="51472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8951384" y="5637082"/>
              <a:ext cx="91930" cy="42158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043315" y="5738350"/>
              <a:ext cx="91930" cy="3203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135245" y="5826510"/>
              <a:ext cx="91930" cy="2321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227176" y="5919669"/>
              <a:ext cx="91930" cy="1389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319107" y="5954741"/>
              <a:ext cx="91930" cy="10392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411038" y="5990549"/>
              <a:ext cx="91930" cy="681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502969" y="6018561"/>
              <a:ext cx="91930" cy="4010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2"/>
            <p:cNvSpPr/>
            <p:nvPr/>
          </p:nvSpPr>
          <p:spPr>
            <a:xfrm>
              <a:off x="9594900" y="6037326"/>
              <a:ext cx="91930" cy="2133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3"/>
            <p:cNvSpPr/>
            <p:nvPr/>
          </p:nvSpPr>
          <p:spPr>
            <a:xfrm>
              <a:off x="9686831" y="6045012"/>
              <a:ext cx="91930" cy="1365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4"/>
            <p:cNvSpPr/>
            <p:nvPr/>
          </p:nvSpPr>
          <p:spPr>
            <a:xfrm>
              <a:off x="9778762" y="6052380"/>
              <a:ext cx="91930" cy="628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5"/>
            <p:cNvSpPr/>
            <p:nvPr/>
          </p:nvSpPr>
          <p:spPr>
            <a:xfrm>
              <a:off x="9870693" y="6053556"/>
              <a:ext cx="91930" cy="510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7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9" name="tx268"/>
            <p:cNvSpPr/>
            <p:nvPr/>
          </p:nvSpPr>
          <p:spPr>
            <a:xfrm>
              <a:off x="6405341" y="5570680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70" name="tx269"/>
            <p:cNvSpPr/>
            <p:nvPr/>
          </p:nvSpPr>
          <p:spPr>
            <a:xfrm>
              <a:off x="6358070" y="510675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71" name="tx270"/>
            <p:cNvSpPr/>
            <p:nvPr/>
          </p:nvSpPr>
          <p:spPr>
            <a:xfrm>
              <a:off x="6358070" y="465733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72" name="tx271"/>
            <p:cNvSpPr/>
            <p:nvPr/>
          </p:nvSpPr>
          <p:spPr>
            <a:xfrm>
              <a:off x="6358070" y="4207911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73" name="pl272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27745" y="560924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27745" y="515982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6727745" y="471040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727745" y="426098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6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92" name="tx291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4" name="tx293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5" name="tx294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6" name="tx295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7" name="tx296"/>
            <p:cNvSpPr/>
            <p:nvPr/>
          </p:nvSpPr>
          <p:spPr>
            <a:xfrm>
              <a:off x="3291225" y="1129463"/>
              <a:ext cx="5597357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Left SctO₂ (N_pts=20,021,703, N_subj=1792)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Right SctO₂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987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701981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9408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61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6319"/>
              <a:ext cx="107252" cy="30144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200199"/>
              <a:ext cx="107252" cy="31756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3050"/>
              <a:ext cx="107252" cy="49471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2060"/>
              <a:ext cx="107252" cy="71570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6040"/>
              <a:ext cx="107252" cy="98172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53080"/>
              <a:ext cx="107252" cy="126468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20284"/>
              <a:ext cx="107252" cy="159748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80601"/>
              <a:ext cx="107252" cy="183716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53271"/>
              <a:ext cx="107252" cy="166449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8029"/>
              <a:ext cx="107252" cy="136973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21310"/>
              <a:ext cx="107252" cy="109645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6863"/>
              <a:ext cx="107252" cy="82090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4379"/>
              <a:ext cx="107252" cy="58338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4338"/>
              <a:ext cx="107252" cy="41342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5544"/>
              <a:ext cx="107252" cy="2922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5449"/>
              <a:ext cx="107252" cy="21231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4889"/>
              <a:ext cx="107252" cy="15287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7641"/>
              <a:ext cx="107252" cy="1101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8895"/>
              <a:ext cx="107252" cy="7887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59858"/>
              <a:ext cx="107252" cy="5790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493"/>
              <a:ext cx="107252" cy="4227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6171"/>
              <a:ext cx="107252" cy="3159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683"/>
              <a:ext cx="107252" cy="2308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962"/>
              <a:ext cx="107252" cy="1780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3074"/>
              <a:ext cx="107252" cy="1469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7045"/>
              <a:ext cx="107252" cy="107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440"/>
              <a:ext cx="107252" cy="832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71308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8905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4101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3311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987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701981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9408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61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9700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7624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65549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6813990" y="3517626"/>
              <a:ext cx="45965" cy="14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6859956" y="3517703"/>
              <a:ext cx="45965" cy="6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6905921" y="3517731"/>
              <a:ext cx="45965" cy="3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6951887" y="3517677"/>
              <a:ext cx="45965" cy="8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6997852" y="3517657"/>
              <a:ext cx="45965" cy="10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7043818" y="3517677"/>
              <a:ext cx="45965" cy="8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089783" y="3517641"/>
              <a:ext cx="45965" cy="12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7135749" y="3517644"/>
              <a:ext cx="45965" cy="12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7181714" y="3517551"/>
              <a:ext cx="45965" cy="21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7227679" y="3517565"/>
              <a:ext cx="45965" cy="20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7273645" y="3517498"/>
              <a:ext cx="45965" cy="26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7319610" y="3517442"/>
              <a:ext cx="45965" cy="32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7365576" y="3517354"/>
              <a:ext cx="45965" cy="41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7411541" y="3516959"/>
              <a:ext cx="45965" cy="80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7457507" y="3515940"/>
              <a:ext cx="45965" cy="182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7503472" y="3515038"/>
              <a:ext cx="45965" cy="272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7549438" y="3514488"/>
              <a:ext cx="45965" cy="327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7595403" y="3514733"/>
              <a:ext cx="45965" cy="303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7641368" y="3514592"/>
              <a:ext cx="45965" cy="317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7687334" y="3513294"/>
              <a:ext cx="45965" cy="447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7733299" y="3512615"/>
              <a:ext cx="45965" cy="515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7779265" y="3511357"/>
              <a:ext cx="45965" cy="640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7825230" y="3510851"/>
              <a:ext cx="45965" cy="691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871196" y="3509777"/>
              <a:ext cx="45965" cy="798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917161" y="3508966"/>
              <a:ext cx="45965" cy="879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963127" y="3504816"/>
              <a:ext cx="45965" cy="1295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8009092" y="3497622"/>
              <a:ext cx="45965" cy="2014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8055057" y="3490162"/>
              <a:ext cx="45965" cy="2760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8101023" y="3476555"/>
              <a:ext cx="45965" cy="4121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8146988" y="3457500"/>
              <a:ext cx="45965" cy="6026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8192954" y="3431312"/>
              <a:ext cx="45965" cy="8645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8238919" y="3399648"/>
              <a:ext cx="45965" cy="1181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8284885" y="3350236"/>
              <a:ext cx="45965" cy="16753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8330850" y="3296273"/>
              <a:ext cx="45965" cy="22149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8376816" y="3219781"/>
              <a:ext cx="45965" cy="29798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8422781" y="3114927"/>
              <a:ext cx="45965" cy="402838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8468746" y="2991036"/>
              <a:ext cx="45965" cy="52672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8514712" y="2861042"/>
              <a:ext cx="45965" cy="65672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8560677" y="2658286"/>
              <a:ext cx="45965" cy="85948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606643" y="2513541"/>
              <a:ext cx="45965" cy="100422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652608" y="2358617"/>
              <a:ext cx="45965" cy="1159149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698574" y="2180248"/>
              <a:ext cx="45965" cy="13375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744539" y="1995805"/>
              <a:ext cx="45965" cy="152196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790505" y="1785555"/>
              <a:ext cx="45965" cy="173221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836470" y="1693145"/>
              <a:ext cx="45965" cy="182462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882436" y="1652103"/>
              <a:ext cx="45965" cy="186566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928401" y="1706475"/>
              <a:ext cx="45965" cy="181129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974366" y="1724329"/>
              <a:ext cx="45965" cy="179343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9020332" y="1928302"/>
              <a:ext cx="45965" cy="158946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9066297" y="2199484"/>
              <a:ext cx="45965" cy="131828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9112263" y="2448149"/>
              <a:ext cx="45965" cy="106961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9158228" y="2646912"/>
              <a:ext cx="45965" cy="870853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9204194" y="2820034"/>
              <a:ext cx="45965" cy="697731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9250159" y="2981052"/>
              <a:ext cx="45965" cy="53671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296125" y="3131632"/>
              <a:ext cx="45965" cy="38613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342090" y="3246661"/>
              <a:ext cx="45965" cy="27110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388055" y="3325878"/>
              <a:ext cx="45965" cy="19188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434021" y="3390724"/>
              <a:ext cx="45965" cy="12704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479986" y="3433842"/>
              <a:ext cx="45965" cy="8392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525952" y="3458451"/>
              <a:ext cx="45965" cy="5931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571917" y="3481470"/>
              <a:ext cx="45965" cy="3629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617883" y="3491823"/>
              <a:ext cx="45965" cy="2594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663848" y="3498751"/>
              <a:ext cx="45965" cy="19015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709814" y="3505880"/>
              <a:ext cx="45965" cy="1188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755779" y="3510194"/>
              <a:ext cx="45965" cy="7572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801744" y="3509546"/>
              <a:ext cx="45965" cy="8220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847710" y="3514299"/>
              <a:ext cx="45965" cy="3467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93675" y="3514412"/>
              <a:ext cx="45965" cy="3354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5844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22317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602414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9700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7624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65549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250662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771031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16997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862962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908928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954893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0"/>
            <p:cNvSpPr/>
            <p:nvPr/>
          </p:nvSpPr>
          <p:spPr>
            <a:xfrm>
              <a:off x="6729951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7189605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7649260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8108914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568569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9028223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9487878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7986521" y="3711047"/>
              <a:ext cx="826554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 SctO₂ (%)</a:t>
              </a:r>
            </a:p>
          </p:txBody>
        </p:sp>
        <p:sp>
          <p:nvSpPr>
            <p:cNvPr id="170" name="tx169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71" name="rc170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56767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2745797" y="52948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2745797" y="49129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2745797" y="45310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2745797" y="4149163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2745797" y="6043488"/>
              <a:ext cx="114913" cy="1517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2860710" y="6000006"/>
              <a:ext cx="229827" cy="5865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3090538" y="5778575"/>
              <a:ext cx="229827" cy="28008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3320365" y="5682066"/>
              <a:ext cx="229827" cy="37659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3550192" y="5277397"/>
              <a:ext cx="229827" cy="781267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009847" y="4587479"/>
              <a:ext cx="229827" cy="147118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4239674" y="5147734"/>
              <a:ext cx="229827" cy="91093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4469501" y="5574674"/>
              <a:ext cx="229827" cy="48398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4699328" y="5806009"/>
              <a:ext cx="229827" cy="25265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89"/>
            <p:cNvSpPr/>
            <p:nvPr/>
          </p:nvSpPr>
          <p:spPr>
            <a:xfrm>
              <a:off x="4929155" y="5907214"/>
              <a:ext cx="229827" cy="151450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0"/>
            <p:cNvSpPr/>
            <p:nvPr/>
          </p:nvSpPr>
          <p:spPr>
            <a:xfrm>
              <a:off x="5158983" y="5913310"/>
              <a:ext cx="229827" cy="145354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5388810" y="5547385"/>
              <a:ext cx="229827" cy="511279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2"/>
            <p:cNvSpPr/>
            <p:nvPr/>
          </p:nvSpPr>
          <p:spPr>
            <a:xfrm>
              <a:off x="5618637" y="5696085"/>
              <a:ext cx="229827" cy="36257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tx194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562368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7" name="tx196"/>
            <p:cNvSpPr/>
            <p:nvPr/>
          </p:nvSpPr>
          <p:spPr>
            <a:xfrm>
              <a:off x="2312859" y="524178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8" name="tx197"/>
            <p:cNvSpPr/>
            <p:nvPr/>
          </p:nvSpPr>
          <p:spPr>
            <a:xfrm>
              <a:off x="2312859" y="48598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9" name="tx198"/>
            <p:cNvSpPr/>
            <p:nvPr/>
          </p:nvSpPr>
          <p:spPr>
            <a:xfrm>
              <a:off x="2312859" y="44779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200" name="tx199"/>
            <p:cNvSpPr/>
            <p:nvPr/>
          </p:nvSpPr>
          <p:spPr>
            <a:xfrm>
              <a:off x="2312859" y="4096087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201" name="pl200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56767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682534" y="52948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682534" y="49129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2682534" y="45310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2682534" y="4149163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5" name="tx224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6" name="rc225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6791008" y="560795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6791008" y="515723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6791008" y="470652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6791008" y="425580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6791008" y="5607599"/>
              <a:ext cx="45965" cy="45106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6836973" y="5923400"/>
              <a:ext cx="91930" cy="1352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6928904" y="5869346"/>
              <a:ext cx="91930" cy="1893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020835" y="5849011"/>
              <a:ext cx="91930" cy="2096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112766" y="5754766"/>
              <a:ext cx="91930" cy="30389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204697" y="5691312"/>
              <a:ext cx="91930" cy="36735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296628" y="5660379"/>
              <a:ext cx="91930" cy="39828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388559" y="5562877"/>
              <a:ext cx="91930" cy="49578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480489" y="5504469"/>
              <a:ext cx="91930" cy="5541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572420" y="5381232"/>
              <a:ext cx="91930" cy="67743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7664351" y="5249089"/>
              <a:ext cx="91930" cy="80957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7756282" y="5216386"/>
              <a:ext cx="91930" cy="84227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7848213" y="5141855"/>
              <a:ext cx="91930" cy="91680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7940144" y="5055305"/>
              <a:ext cx="91930" cy="100335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032075" y="4975571"/>
              <a:ext cx="91930" cy="108309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215937" y="5005775"/>
              <a:ext cx="91930" cy="105288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307867" y="5050311"/>
              <a:ext cx="91930" cy="100835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399798" y="5082751"/>
              <a:ext cx="91930" cy="9759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491729" y="5184419"/>
              <a:ext cx="91930" cy="8742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583660" y="5313633"/>
              <a:ext cx="91930" cy="74503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8675591" y="5385146"/>
              <a:ext cx="91930" cy="67351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8767522" y="5471030"/>
              <a:ext cx="91930" cy="58763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8859453" y="5543455"/>
              <a:ext cx="91930" cy="51520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8951384" y="5637659"/>
              <a:ext cx="91930" cy="42100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043315" y="5745078"/>
              <a:ext cx="91930" cy="31358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135245" y="5828547"/>
              <a:ext cx="91930" cy="2301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227176" y="5919198"/>
              <a:ext cx="91930" cy="13946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319107" y="5954371"/>
              <a:ext cx="91930" cy="10429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411038" y="5990807"/>
              <a:ext cx="91930" cy="6785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502969" y="6018993"/>
              <a:ext cx="91930" cy="3967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2"/>
            <p:cNvSpPr/>
            <p:nvPr/>
          </p:nvSpPr>
          <p:spPr>
            <a:xfrm>
              <a:off x="9594900" y="6037867"/>
              <a:ext cx="91930" cy="2079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3"/>
            <p:cNvSpPr/>
            <p:nvPr/>
          </p:nvSpPr>
          <p:spPr>
            <a:xfrm>
              <a:off x="9686831" y="6045704"/>
              <a:ext cx="91930" cy="1295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4"/>
            <p:cNvSpPr/>
            <p:nvPr/>
          </p:nvSpPr>
          <p:spPr>
            <a:xfrm>
              <a:off x="9778762" y="6052656"/>
              <a:ext cx="91930" cy="600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5"/>
            <p:cNvSpPr/>
            <p:nvPr/>
          </p:nvSpPr>
          <p:spPr>
            <a:xfrm>
              <a:off x="9870693" y="6053541"/>
              <a:ext cx="91930" cy="512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7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9" name="tx268"/>
            <p:cNvSpPr/>
            <p:nvPr/>
          </p:nvSpPr>
          <p:spPr>
            <a:xfrm>
              <a:off x="6405341" y="556938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70" name="tx269"/>
            <p:cNvSpPr/>
            <p:nvPr/>
          </p:nvSpPr>
          <p:spPr>
            <a:xfrm>
              <a:off x="6358070" y="5104160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71" name="tx270"/>
            <p:cNvSpPr/>
            <p:nvPr/>
          </p:nvSpPr>
          <p:spPr>
            <a:xfrm>
              <a:off x="6358070" y="4653446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72" name="tx271"/>
            <p:cNvSpPr/>
            <p:nvPr/>
          </p:nvSpPr>
          <p:spPr>
            <a:xfrm>
              <a:off x="6358070" y="4202732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73" name="pl272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27745" y="560795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27745" y="515723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6727745" y="470652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727745" y="425580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6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92" name="tx291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4" name="tx293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5" name="tx294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6" name="tx295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7" name="tx296"/>
            <p:cNvSpPr/>
            <p:nvPr/>
          </p:nvSpPr>
          <p:spPr>
            <a:xfrm>
              <a:off x="3242573" y="1129463"/>
              <a:ext cx="5694660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Right SctO₂ (N_pts=20,075,597, N_subj=1792)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Modeling Cohort Variable Distributions - SftO₂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975104" y="1097280"/>
            <a:ext cx="8229600" cy="5486400"/>
            <a:chOff x="1975104" y="1097280"/>
            <a:chExt cx="8229600" cy="5486400"/>
          </a:xfrm>
        </p:grpSpPr>
        <p:sp>
          <p:nvSpPr>
            <p:cNvPr id="4" name="rc3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975104" y="109728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044693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89904" y="1432294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745797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745797" y="310849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745797" y="2699225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745797" y="22899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45797" y="188068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799423" y="3214031"/>
              <a:ext cx="107252" cy="30373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906676" y="3199500"/>
              <a:ext cx="107252" cy="31826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013929" y="3023140"/>
              <a:ext cx="107252" cy="49462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121181" y="2800420"/>
              <a:ext cx="107252" cy="71734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228434" y="2530081"/>
              <a:ext cx="107252" cy="98768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335687" y="2246937"/>
              <a:ext cx="107252" cy="127082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442939" y="1912933"/>
              <a:ext cx="107252" cy="160483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550192" y="1673622"/>
              <a:ext cx="107252" cy="184414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657445" y="1652103"/>
              <a:ext cx="107252" cy="1865663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764697" y="1850245"/>
              <a:ext cx="107252" cy="166752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871950" y="2145714"/>
              <a:ext cx="107252" cy="137205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79203" y="2420146"/>
              <a:ext cx="107252" cy="109762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4086456" y="2697003"/>
              <a:ext cx="107252" cy="82076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4193708" y="2932605"/>
              <a:ext cx="107252" cy="58516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4300961" y="3103930"/>
              <a:ext cx="107252" cy="413835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408214" y="3224047"/>
              <a:ext cx="107252" cy="29371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515466" y="3304115"/>
              <a:ext cx="107252" cy="21365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622719" y="3362647"/>
              <a:ext cx="107252" cy="155119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729972" y="3405766"/>
              <a:ext cx="107252" cy="11200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4837225" y="3437738"/>
              <a:ext cx="107252" cy="80027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4944477" y="3459708"/>
              <a:ext cx="107252" cy="58058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051730" y="3475216"/>
              <a:ext cx="107252" cy="4255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5158983" y="3485814"/>
              <a:ext cx="107252" cy="3195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266235" y="3494429"/>
              <a:ext cx="107252" cy="23336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5373488" y="3499753"/>
              <a:ext cx="107252" cy="18012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5480741" y="3502765"/>
              <a:ext cx="107252" cy="15001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5587993" y="3506726"/>
              <a:ext cx="107252" cy="11040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695246" y="3509212"/>
              <a:ext cx="107252" cy="8554"/>
            </a:xfrm>
            <a:prstGeom prst="rect">
              <a:avLst/>
            </a:prstGeom>
            <a:solidFill>
              <a:srgbClr val="D9E2F3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745797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93642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360130" y="3069930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312859" y="2646149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12859" y="22368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312859" y="182760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48" name="pl47"/>
            <p:cNvSpPr/>
            <p:nvPr/>
          </p:nvSpPr>
          <p:spPr>
            <a:xfrm>
              <a:off x="2682534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682534" y="310849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682534" y="2699225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682534" y="22899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682534" y="188068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745797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74579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206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81832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35458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89085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42711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596337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2684740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21004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757267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9353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829794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366058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5902321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736610" y="3711047"/>
              <a:ext cx="1235955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 CO₂ (mmHg)</a:t>
              </a:r>
            </a:p>
          </p:txBody>
        </p:sp>
        <p:sp>
          <p:nvSpPr>
            <p:cNvPr id="69" name="tx68"/>
            <p:cNvSpPr/>
            <p:nvPr/>
          </p:nvSpPr>
          <p:spPr>
            <a:xfrm rot="-5400000">
              <a:off x="1915358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70" name="rc69"/>
            <p:cNvSpPr/>
            <p:nvPr/>
          </p:nvSpPr>
          <p:spPr>
            <a:xfrm>
              <a:off x="6791008" y="1558820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791008" y="2896810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791008" y="22758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791008" y="1654898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6813990" y="3517678"/>
              <a:ext cx="45965" cy="8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6859956" y="3517739"/>
              <a:ext cx="45965" cy="2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6905921" y="3517682"/>
              <a:ext cx="45965" cy="8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6951887" y="3517726"/>
              <a:ext cx="45965" cy="3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6997852" y="3517744"/>
              <a:ext cx="45965" cy="2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7043818" y="3517736"/>
              <a:ext cx="45965" cy="2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089783" y="3517718"/>
              <a:ext cx="45965" cy="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7135749" y="3517705"/>
              <a:ext cx="45965" cy="6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7181714" y="3517718"/>
              <a:ext cx="45965" cy="4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7227679" y="3517700"/>
              <a:ext cx="45965" cy="65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7273645" y="3517708"/>
              <a:ext cx="45965" cy="5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7319610" y="3517738"/>
              <a:ext cx="45965" cy="2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7365576" y="3517709"/>
              <a:ext cx="45965" cy="5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7411541" y="3517699"/>
              <a:ext cx="45965" cy="6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7457507" y="3517699"/>
              <a:ext cx="45965" cy="6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7503472" y="3517678"/>
              <a:ext cx="45965" cy="8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7549438" y="3517540"/>
              <a:ext cx="45965" cy="22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7595403" y="3517447"/>
              <a:ext cx="45965" cy="31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7641368" y="3517439"/>
              <a:ext cx="45965" cy="32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7687334" y="3517285"/>
              <a:ext cx="45965" cy="48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7733299" y="3517413"/>
              <a:ext cx="45965" cy="35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7779265" y="3517117"/>
              <a:ext cx="45965" cy="64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7825230" y="3516852"/>
              <a:ext cx="45965" cy="9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7871196" y="3516210"/>
              <a:ext cx="45965" cy="155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7917161" y="3515506"/>
              <a:ext cx="45965" cy="226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7963127" y="3511276"/>
              <a:ext cx="45965" cy="649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8009092" y="3508642"/>
              <a:ext cx="45965" cy="912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8055057" y="3506600"/>
              <a:ext cx="45965" cy="1116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2"/>
            <p:cNvSpPr/>
            <p:nvPr/>
          </p:nvSpPr>
          <p:spPr>
            <a:xfrm>
              <a:off x="8101023" y="3501916"/>
              <a:ext cx="45965" cy="1585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8146988" y="3497379"/>
              <a:ext cx="45965" cy="2038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4"/>
            <p:cNvSpPr/>
            <p:nvPr/>
          </p:nvSpPr>
          <p:spPr>
            <a:xfrm>
              <a:off x="8192954" y="3487134"/>
              <a:ext cx="45965" cy="3063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8238919" y="3470653"/>
              <a:ext cx="45965" cy="4711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8284885" y="3434885"/>
              <a:ext cx="45965" cy="8288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7"/>
            <p:cNvSpPr/>
            <p:nvPr/>
          </p:nvSpPr>
          <p:spPr>
            <a:xfrm>
              <a:off x="8330850" y="3414281"/>
              <a:ext cx="45965" cy="10348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8376816" y="3408530"/>
              <a:ext cx="45965" cy="10923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8422781" y="3367761"/>
              <a:ext cx="45965" cy="150005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8468746" y="3322366"/>
              <a:ext cx="45965" cy="195399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8514712" y="3276019"/>
              <a:ext cx="45965" cy="24174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8560677" y="3227495"/>
              <a:ext cx="45965" cy="29027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8606643" y="3160035"/>
              <a:ext cx="45965" cy="35773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4"/>
            <p:cNvSpPr/>
            <p:nvPr/>
          </p:nvSpPr>
          <p:spPr>
            <a:xfrm>
              <a:off x="8652608" y="3068169"/>
              <a:ext cx="45965" cy="44959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8698574" y="2947226"/>
              <a:ext cx="45965" cy="57054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8744539" y="2770334"/>
              <a:ext cx="45965" cy="74743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8790505" y="2554657"/>
              <a:ext cx="45965" cy="963108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8"/>
            <p:cNvSpPr/>
            <p:nvPr/>
          </p:nvSpPr>
          <p:spPr>
            <a:xfrm>
              <a:off x="8836470" y="2360242"/>
              <a:ext cx="45965" cy="115752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8882436" y="2147883"/>
              <a:ext cx="45965" cy="136988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0"/>
            <p:cNvSpPr/>
            <p:nvPr/>
          </p:nvSpPr>
          <p:spPr>
            <a:xfrm>
              <a:off x="8928401" y="1936683"/>
              <a:ext cx="45965" cy="158108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1"/>
            <p:cNvSpPr/>
            <p:nvPr/>
          </p:nvSpPr>
          <p:spPr>
            <a:xfrm>
              <a:off x="8974366" y="1765256"/>
              <a:ext cx="45965" cy="175251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9020332" y="1680951"/>
              <a:ext cx="45965" cy="18368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3"/>
            <p:cNvSpPr/>
            <p:nvPr/>
          </p:nvSpPr>
          <p:spPr>
            <a:xfrm>
              <a:off x="9066297" y="1652103"/>
              <a:ext cx="45965" cy="186566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4"/>
            <p:cNvSpPr/>
            <p:nvPr/>
          </p:nvSpPr>
          <p:spPr>
            <a:xfrm>
              <a:off x="9112263" y="1736781"/>
              <a:ext cx="45965" cy="178098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9158228" y="1848439"/>
              <a:ext cx="45965" cy="166932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6"/>
            <p:cNvSpPr/>
            <p:nvPr/>
          </p:nvSpPr>
          <p:spPr>
            <a:xfrm>
              <a:off x="9204194" y="1993249"/>
              <a:ext cx="45965" cy="152451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7"/>
            <p:cNvSpPr/>
            <p:nvPr/>
          </p:nvSpPr>
          <p:spPr>
            <a:xfrm>
              <a:off x="9250159" y="2179616"/>
              <a:ext cx="45965" cy="133815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9296125" y="2419814"/>
              <a:ext cx="45965" cy="1097951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29"/>
            <p:cNvSpPr/>
            <p:nvPr/>
          </p:nvSpPr>
          <p:spPr>
            <a:xfrm>
              <a:off x="9342090" y="2613749"/>
              <a:ext cx="45965" cy="90401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0"/>
            <p:cNvSpPr/>
            <p:nvPr/>
          </p:nvSpPr>
          <p:spPr>
            <a:xfrm>
              <a:off x="9388055" y="2819844"/>
              <a:ext cx="45965" cy="697922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9434021" y="2979676"/>
              <a:ext cx="45965" cy="538090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9479986" y="3109683"/>
              <a:ext cx="45965" cy="40808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9525952" y="3207409"/>
              <a:ext cx="45965" cy="31035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9571917" y="3281879"/>
              <a:ext cx="45965" cy="23588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9617883" y="3351231"/>
              <a:ext cx="45965" cy="166535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9663848" y="3406152"/>
              <a:ext cx="45965" cy="11161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9709814" y="3448149"/>
              <a:ext cx="45965" cy="6961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9755779" y="3474669"/>
              <a:ext cx="45965" cy="4309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39"/>
            <p:cNvSpPr/>
            <p:nvPr/>
          </p:nvSpPr>
          <p:spPr>
            <a:xfrm>
              <a:off x="9801744" y="3490958"/>
              <a:ext cx="45965" cy="2680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9847710" y="3499598"/>
              <a:ext cx="45965" cy="18167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1"/>
            <p:cNvSpPr/>
            <p:nvPr/>
          </p:nvSpPr>
          <p:spPr>
            <a:xfrm>
              <a:off x="9893675" y="3508910"/>
              <a:ext cx="45965" cy="8856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6791008" y="1558820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6638853" y="3480485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405341" y="2858245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58070" y="22227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58070" y="160182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148" name="pl147"/>
            <p:cNvSpPr/>
            <p:nvPr/>
          </p:nvSpPr>
          <p:spPr>
            <a:xfrm>
              <a:off x="6727745" y="3517766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727745" y="2896810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6727745" y="22758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6727745" y="1654898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791008" y="3517766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791008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250662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7710317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8169971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8629626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9089280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9548934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10008589" y="3517766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0"/>
            <p:cNvSpPr/>
            <p:nvPr/>
          </p:nvSpPr>
          <p:spPr>
            <a:xfrm>
              <a:off x="6729951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7189605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7649260" y="3609702"/>
              <a:ext cx="122113" cy="742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8108914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55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568569" y="3609199"/>
              <a:ext cx="122113" cy="74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65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9028223" y="3610148"/>
              <a:ext cx="122113" cy="73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75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9487878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85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9947532" y="3609144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95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8153550" y="3711047"/>
              <a:ext cx="492497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SftO₂ (%)</a:t>
              </a:r>
            </a:p>
          </p:txBody>
        </p:sp>
        <p:sp>
          <p:nvSpPr>
            <p:cNvPr id="170" name="tx169"/>
            <p:cNvSpPr/>
            <p:nvPr/>
          </p:nvSpPr>
          <p:spPr>
            <a:xfrm rot="-5400000">
              <a:off x="5960569" y="2484932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171" name="rc170"/>
            <p:cNvSpPr/>
            <p:nvPr/>
          </p:nvSpPr>
          <p:spPr>
            <a:xfrm>
              <a:off x="2044693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6089904" y="3973192"/>
              <a:ext cx="4045210" cy="25408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2745797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2745797" y="567697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2745797" y="529529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2745797" y="49136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2745797" y="453192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2745797" y="415023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2745797" y="6043501"/>
              <a:ext cx="114913" cy="151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0"/>
            <p:cNvSpPr/>
            <p:nvPr/>
          </p:nvSpPr>
          <p:spPr>
            <a:xfrm>
              <a:off x="2860710" y="6000161"/>
              <a:ext cx="229827" cy="5850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1"/>
            <p:cNvSpPr/>
            <p:nvPr/>
          </p:nvSpPr>
          <p:spPr>
            <a:xfrm>
              <a:off x="3090538" y="5778813"/>
              <a:ext cx="229827" cy="279851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3320365" y="5682202"/>
              <a:ext cx="229827" cy="376462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3"/>
            <p:cNvSpPr/>
            <p:nvPr/>
          </p:nvSpPr>
          <p:spPr>
            <a:xfrm>
              <a:off x="3550192" y="5283309"/>
              <a:ext cx="229827" cy="77535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4"/>
            <p:cNvSpPr/>
            <p:nvPr/>
          </p:nvSpPr>
          <p:spPr>
            <a:xfrm>
              <a:off x="3780019" y="4193001"/>
              <a:ext cx="229827" cy="18656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4009847" y="4591310"/>
              <a:ext cx="229827" cy="146735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6"/>
            <p:cNvSpPr/>
            <p:nvPr/>
          </p:nvSpPr>
          <p:spPr>
            <a:xfrm>
              <a:off x="4239674" y="5150828"/>
              <a:ext cx="229827" cy="90783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7"/>
            <p:cNvSpPr/>
            <p:nvPr/>
          </p:nvSpPr>
          <p:spPr>
            <a:xfrm>
              <a:off x="4469501" y="5575201"/>
              <a:ext cx="229827" cy="483463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4699328" y="5807436"/>
              <a:ext cx="229827" cy="25122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89"/>
            <p:cNvSpPr/>
            <p:nvPr/>
          </p:nvSpPr>
          <p:spPr>
            <a:xfrm>
              <a:off x="4929155" y="5906479"/>
              <a:ext cx="229827" cy="152185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0"/>
            <p:cNvSpPr/>
            <p:nvPr/>
          </p:nvSpPr>
          <p:spPr>
            <a:xfrm>
              <a:off x="5158983" y="5910008"/>
              <a:ext cx="229827" cy="14865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5388810" y="5544156"/>
              <a:ext cx="229827" cy="514508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2"/>
            <p:cNvSpPr/>
            <p:nvPr/>
          </p:nvSpPr>
          <p:spPr>
            <a:xfrm>
              <a:off x="5618637" y="5694947"/>
              <a:ext cx="229827" cy="363716"/>
            </a:xfrm>
            <a:prstGeom prst="rect">
              <a:avLst/>
            </a:prstGeom>
            <a:solidFill>
              <a:srgbClr val="E1D5E7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745797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tx194"/>
            <p:cNvSpPr/>
            <p:nvPr/>
          </p:nvSpPr>
          <p:spPr>
            <a:xfrm>
              <a:off x="2593642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2312859" y="562390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197" name="tx196"/>
            <p:cNvSpPr/>
            <p:nvPr/>
          </p:nvSpPr>
          <p:spPr>
            <a:xfrm>
              <a:off x="2312859" y="524221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198" name="tx197"/>
            <p:cNvSpPr/>
            <p:nvPr/>
          </p:nvSpPr>
          <p:spPr>
            <a:xfrm>
              <a:off x="2312859" y="48605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3,000K</a:t>
              </a:r>
            </a:p>
          </p:txBody>
        </p:sp>
        <p:sp>
          <p:nvSpPr>
            <p:cNvPr id="199" name="tx198"/>
            <p:cNvSpPr/>
            <p:nvPr/>
          </p:nvSpPr>
          <p:spPr>
            <a:xfrm>
              <a:off x="2312859" y="447884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4,000K</a:t>
              </a:r>
            </a:p>
          </p:txBody>
        </p:sp>
        <p:sp>
          <p:nvSpPr>
            <p:cNvPr id="200" name="tx199"/>
            <p:cNvSpPr/>
            <p:nvPr/>
          </p:nvSpPr>
          <p:spPr>
            <a:xfrm>
              <a:off x="2312859" y="409716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5,000K</a:t>
              </a:r>
            </a:p>
          </p:txBody>
        </p:sp>
        <p:sp>
          <p:nvSpPr>
            <p:cNvPr id="201" name="pl200"/>
            <p:cNvSpPr/>
            <p:nvPr/>
          </p:nvSpPr>
          <p:spPr>
            <a:xfrm>
              <a:off x="2682534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682534" y="567697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2682534" y="529529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2682534" y="49136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2682534" y="453192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2682534" y="415023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745797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74579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320545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366510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412476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4584415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504406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550372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596337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2684740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3144394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3604049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4063703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4523358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4983012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5442667" y="6150042"/>
              <a:ext cx="122113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5871793" y="6150042"/>
              <a:ext cx="183170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3443449" y="6251945"/>
              <a:ext cx="182227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Inspired Oxygen Fraction FiO₂ (%)</a:t>
              </a:r>
            </a:p>
          </p:txBody>
        </p:sp>
        <p:sp>
          <p:nvSpPr>
            <p:cNvPr id="225" name="tx224"/>
            <p:cNvSpPr/>
            <p:nvPr/>
          </p:nvSpPr>
          <p:spPr>
            <a:xfrm rot="-5400000">
              <a:off x="1915358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26" name="rc225"/>
            <p:cNvSpPr/>
            <p:nvPr/>
          </p:nvSpPr>
          <p:spPr>
            <a:xfrm>
              <a:off x="6791008" y="4099718"/>
              <a:ext cx="3217581" cy="19589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6791008" y="5604387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6791008" y="5150109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6791008" y="4695832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6791008" y="424155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  <a:lnTo>
                    <a:pt x="3217581" y="0"/>
                  </a:lnTo>
                </a:path>
              </a:pathLst>
            </a:custGeom>
            <a:ln w="8130" cap="flat">
              <a:solidFill>
                <a:srgbClr val="E0E0E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2" name="rc231"/>
            <p:cNvSpPr/>
            <p:nvPr/>
          </p:nvSpPr>
          <p:spPr>
            <a:xfrm>
              <a:off x="6791008" y="5602739"/>
              <a:ext cx="45965" cy="45592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6836973" y="5922050"/>
              <a:ext cx="91930" cy="13661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6928904" y="5861747"/>
              <a:ext cx="91930" cy="19691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4"/>
            <p:cNvSpPr/>
            <p:nvPr/>
          </p:nvSpPr>
          <p:spPr>
            <a:xfrm>
              <a:off x="7020835" y="5845545"/>
              <a:ext cx="91930" cy="213118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5"/>
            <p:cNvSpPr/>
            <p:nvPr/>
          </p:nvSpPr>
          <p:spPr>
            <a:xfrm>
              <a:off x="7112766" y="5748679"/>
              <a:ext cx="91930" cy="30998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7204697" y="5687457"/>
              <a:ext cx="91930" cy="37120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7296628" y="5659304"/>
              <a:ext cx="91930" cy="39935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8"/>
            <p:cNvSpPr/>
            <p:nvPr/>
          </p:nvSpPr>
          <p:spPr>
            <a:xfrm>
              <a:off x="7388559" y="5562607"/>
              <a:ext cx="91930" cy="49605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39"/>
            <p:cNvSpPr/>
            <p:nvPr/>
          </p:nvSpPr>
          <p:spPr>
            <a:xfrm>
              <a:off x="7480489" y="5496845"/>
              <a:ext cx="91930" cy="56181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0"/>
            <p:cNvSpPr/>
            <p:nvPr/>
          </p:nvSpPr>
          <p:spPr>
            <a:xfrm>
              <a:off x="7572420" y="5381218"/>
              <a:ext cx="91930" cy="6774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1"/>
            <p:cNvSpPr/>
            <p:nvPr/>
          </p:nvSpPr>
          <p:spPr>
            <a:xfrm>
              <a:off x="7664351" y="5248648"/>
              <a:ext cx="91930" cy="81001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2"/>
            <p:cNvSpPr/>
            <p:nvPr/>
          </p:nvSpPr>
          <p:spPr>
            <a:xfrm>
              <a:off x="7756282" y="5206863"/>
              <a:ext cx="91930" cy="85180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3"/>
            <p:cNvSpPr/>
            <p:nvPr/>
          </p:nvSpPr>
          <p:spPr>
            <a:xfrm>
              <a:off x="7848213" y="5132703"/>
              <a:ext cx="91930" cy="92596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4"/>
            <p:cNvSpPr/>
            <p:nvPr/>
          </p:nvSpPr>
          <p:spPr>
            <a:xfrm>
              <a:off x="7940144" y="5053914"/>
              <a:ext cx="91930" cy="100475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5"/>
            <p:cNvSpPr/>
            <p:nvPr/>
          </p:nvSpPr>
          <p:spPr>
            <a:xfrm>
              <a:off x="8032075" y="4969595"/>
              <a:ext cx="91930" cy="1089069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6"/>
            <p:cNvSpPr/>
            <p:nvPr/>
          </p:nvSpPr>
          <p:spPr>
            <a:xfrm>
              <a:off x="8124006" y="4193001"/>
              <a:ext cx="91930" cy="18656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7"/>
            <p:cNvSpPr/>
            <p:nvPr/>
          </p:nvSpPr>
          <p:spPr>
            <a:xfrm>
              <a:off x="8215937" y="4998668"/>
              <a:ext cx="91930" cy="105999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8"/>
            <p:cNvSpPr/>
            <p:nvPr/>
          </p:nvSpPr>
          <p:spPr>
            <a:xfrm>
              <a:off x="8307867" y="5035262"/>
              <a:ext cx="91930" cy="102340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49"/>
            <p:cNvSpPr/>
            <p:nvPr/>
          </p:nvSpPr>
          <p:spPr>
            <a:xfrm>
              <a:off x="8399798" y="5082018"/>
              <a:ext cx="91930" cy="97664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0"/>
            <p:cNvSpPr/>
            <p:nvPr/>
          </p:nvSpPr>
          <p:spPr>
            <a:xfrm>
              <a:off x="8491729" y="5181287"/>
              <a:ext cx="91930" cy="877377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1"/>
            <p:cNvSpPr/>
            <p:nvPr/>
          </p:nvSpPr>
          <p:spPr>
            <a:xfrm>
              <a:off x="8583660" y="5302339"/>
              <a:ext cx="91930" cy="75632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2"/>
            <p:cNvSpPr/>
            <p:nvPr/>
          </p:nvSpPr>
          <p:spPr>
            <a:xfrm>
              <a:off x="8675591" y="5376988"/>
              <a:ext cx="91930" cy="681676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3"/>
            <p:cNvSpPr/>
            <p:nvPr/>
          </p:nvSpPr>
          <p:spPr>
            <a:xfrm>
              <a:off x="8767522" y="5462733"/>
              <a:ext cx="91930" cy="59593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4"/>
            <p:cNvSpPr/>
            <p:nvPr/>
          </p:nvSpPr>
          <p:spPr>
            <a:xfrm>
              <a:off x="8859453" y="5539350"/>
              <a:ext cx="91930" cy="5193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5"/>
            <p:cNvSpPr/>
            <p:nvPr/>
          </p:nvSpPr>
          <p:spPr>
            <a:xfrm>
              <a:off x="8951384" y="5634669"/>
              <a:ext cx="91930" cy="42399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6"/>
            <p:cNvSpPr/>
            <p:nvPr/>
          </p:nvSpPr>
          <p:spPr>
            <a:xfrm>
              <a:off x="9043315" y="5733229"/>
              <a:ext cx="91930" cy="325435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9135245" y="5824939"/>
              <a:ext cx="91930" cy="23372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8"/>
            <p:cNvSpPr/>
            <p:nvPr/>
          </p:nvSpPr>
          <p:spPr>
            <a:xfrm>
              <a:off x="9227176" y="5918910"/>
              <a:ext cx="91930" cy="13975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59"/>
            <p:cNvSpPr/>
            <p:nvPr/>
          </p:nvSpPr>
          <p:spPr>
            <a:xfrm>
              <a:off x="9319107" y="5954519"/>
              <a:ext cx="91930" cy="10414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9411038" y="5992170"/>
              <a:ext cx="91930" cy="6649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9502969" y="6019762"/>
              <a:ext cx="91930" cy="38902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2"/>
            <p:cNvSpPr/>
            <p:nvPr/>
          </p:nvSpPr>
          <p:spPr>
            <a:xfrm>
              <a:off x="9594900" y="6037723"/>
              <a:ext cx="91930" cy="20941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3"/>
            <p:cNvSpPr/>
            <p:nvPr/>
          </p:nvSpPr>
          <p:spPr>
            <a:xfrm>
              <a:off x="9686831" y="6045844"/>
              <a:ext cx="91930" cy="12820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4"/>
            <p:cNvSpPr/>
            <p:nvPr/>
          </p:nvSpPr>
          <p:spPr>
            <a:xfrm>
              <a:off x="9778762" y="6052850"/>
              <a:ext cx="91930" cy="5814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5"/>
            <p:cNvSpPr/>
            <p:nvPr/>
          </p:nvSpPr>
          <p:spPr>
            <a:xfrm>
              <a:off x="9870693" y="6053501"/>
              <a:ext cx="91930" cy="5163"/>
            </a:xfrm>
            <a:prstGeom prst="rect">
              <a:avLst/>
            </a:prstGeom>
            <a:solidFill>
              <a:srgbClr val="F8CECC">
                <a:alpha val="100000"/>
              </a:srgbClr>
            </a:solidFill>
            <a:ln w="8130" cap="flat">
              <a:solidFill>
                <a:srgbClr val="616161">
                  <a:alpha val="2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6791008" y="4099718"/>
              <a:ext cx="0" cy="1958946"/>
            </a:xfrm>
            <a:custGeom>
              <a:avLst/>
              <a:pathLst>
                <a:path w="0" h="1958946">
                  <a:moveTo>
                    <a:pt x="0" y="1958946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7"/>
            <p:cNvSpPr/>
            <p:nvPr/>
          </p:nvSpPr>
          <p:spPr>
            <a:xfrm>
              <a:off x="6638853" y="6021383"/>
              <a:ext cx="61056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269" name="tx268"/>
            <p:cNvSpPr/>
            <p:nvPr/>
          </p:nvSpPr>
          <p:spPr>
            <a:xfrm>
              <a:off x="6405341" y="5565822"/>
              <a:ext cx="294568" cy="76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 500K</a:t>
              </a:r>
            </a:p>
          </p:txBody>
        </p:sp>
        <p:sp>
          <p:nvSpPr>
            <p:cNvPr id="270" name="tx269"/>
            <p:cNvSpPr/>
            <p:nvPr/>
          </p:nvSpPr>
          <p:spPr>
            <a:xfrm>
              <a:off x="6358070" y="5097033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1,000K</a:t>
              </a:r>
            </a:p>
          </p:txBody>
        </p:sp>
        <p:sp>
          <p:nvSpPr>
            <p:cNvPr id="271" name="tx270"/>
            <p:cNvSpPr/>
            <p:nvPr/>
          </p:nvSpPr>
          <p:spPr>
            <a:xfrm>
              <a:off x="6358070" y="4642756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1,500K</a:t>
              </a:r>
            </a:p>
          </p:txBody>
        </p:sp>
        <p:sp>
          <p:nvSpPr>
            <p:cNvPr id="272" name="tx271"/>
            <p:cNvSpPr/>
            <p:nvPr/>
          </p:nvSpPr>
          <p:spPr>
            <a:xfrm>
              <a:off x="6358070" y="4188478"/>
              <a:ext cx="341839" cy="90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2,000K</a:t>
              </a:r>
            </a:p>
          </p:txBody>
        </p:sp>
        <p:sp>
          <p:nvSpPr>
            <p:cNvPr id="273" name="pl272"/>
            <p:cNvSpPr/>
            <p:nvPr/>
          </p:nvSpPr>
          <p:spPr>
            <a:xfrm>
              <a:off x="6727745" y="605866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727745" y="5604387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727745" y="5150109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6727745" y="4695832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727745" y="4241554"/>
              <a:ext cx="63262" cy="0"/>
            </a:xfrm>
            <a:custGeom>
              <a:avLst/>
              <a:pathLst>
                <a:path w="63262" h="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791008" y="6058664"/>
              <a:ext cx="3217581" cy="0"/>
            </a:xfrm>
            <a:custGeom>
              <a:avLst/>
              <a:pathLst>
                <a:path w="3217581" h="0">
                  <a:moveTo>
                    <a:pt x="0" y="0"/>
                  </a:moveTo>
                  <a:lnTo>
                    <a:pt x="3217581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791008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7250662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7710317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8169971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8629626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9089280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9548934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10008589" y="6058664"/>
              <a:ext cx="0" cy="63262"/>
            </a:xfrm>
            <a:custGeom>
              <a:avLst/>
              <a:pathLst>
                <a:path w="0" h="63262">
                  <a:moveTo>
                    <a:pt x="0" y="63262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6"/>
            <p:cNvSpPr/>
            <p:nvPr/>
          </p:nvSpPr>
          <p:spPr>
            <a:xfrm>
              <a:off x="6683098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88" name="tx287"/>
            <p:cNvSpPr/>
            <p:nvPr/>
          </p:nvSpPr>
          <p:spPr>
            <a:xfrm>
              <a:off x="7142752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89" name="tx288"/>
            <p:cNvSpPr/>
            <p:nvPr/>
          </p:nvSpPr>
          <p:spPr>
            <a:xfrm>
              <a:off x="7602407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90" name="tx289"/>
            <p:cNvSpPr/>
            <p:nvPr/>
          </p:nvSpPr>
          <p:spPr>
            <a:xfrm>
              <a:off x="8062061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91" name="tx290"/>
            <p:cNvSpPr/>
            <p:nvPr/>
          </p:nvSpPr>
          <p:spPr>
            <a:xfrm>
              <a:off x="8521716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92" name="tx291"/>
            <p:cNvSpPr/>
            <p:nvPr/>
          </p:nvSpPr>
          <p:spPr>
            <a:xfrm>
              <a:off x="8981370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9441025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94" name="tx293"/>
            <p:cNvSpPr/>
            <p:nvPr/>
          </p:nvSpPr>
          <p:spPr>
            <a:xfrm>
              <a:off x="9900679" y="6150042"/>
              <a:ext cx="215819" cy="74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95" name="tx294"/>
            <p:cNvSpPr/>
            <p:nvPr/>
          </p:nvSpPr>
          <p:spPr>
            <a:xfrm>
              <a:off x="7468630" y="6256224"/>
              <a:ext cx="1862335" cy="1079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Nasopharyngeal Temperature (°C)</a:t>
              </a:r>
            </a:p>
          </p:txBody>
        </p:sp>
        <p:sp>
          <p:nvSpPr>
            <p:cNvPr id="296" name="tx295"/>
            <p:cNvSpPr/>
            <p:nvPr/>
          </p:nvSpPr>
          <p:spPr>
            <a:xfrm rot="-5400000">
              <a:off x="5960569" y="5025830"/>
              <a:ext cx="571934" cy="1067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Counts (n)</a:t>
              </a:r>
            </a:p>
          </p:txBody>
        </p:sp>
        <p:sp>
          <p:nvSpPr>
            <p:cNvPr id="297" name="tx296"/>
            <p:cNvSpPr/>
            <p:nvPr/>
          </p:nvSpPr>
          <p:spPr>
            <a:xfrm>
              <a:off x="3470795" y="1129463"/>
              <a:ext cx="5238216" cy="145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Modeling Cohort Distributions: SftO₂ (N_pts=20,068,759, N_subj=1789)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11274552" cy="731520"/>
          </a:xfrm>
        </p:spPr>
        <p:txBody>
          <a:bodyPr/>
          <a:lstStyle/>
          <a:p>
            <a:r>
              <a:rPr/>
              <a:t>Summary Statistics of the Three Modeling Cohorts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/>
          </p:nvPr>
        </p:nvGraphicFramePr>
        <p:xfrm rot="-0">
          <a:off x="914400" y="1371600"/>
          <a:ext cx="10360152" cy="4754880"/>
        </p:xfrm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1480021"/>
                <a:gridCol w="1480021"/>
                <a:gridCol w="1480021"/>
                <a:gridCol w="1480021"/>
                <a:gridCol w="1480021"/>
                <a:gridCol w="1480021"/>
                <a:gridCol w="1480021"/>
              </a:tblGrid>
              <a:tr h="396240">
                <a:tc>
                  <a:txBody>
                    <a:bodyPr/>
                    <a:lstStyle/>
                    <a:p>
                      <a:pPr algn="r"/>
                      <a:r>
                        <a:t>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N_Patients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N_Points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Mean_SD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Median_IQR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Range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30.15 ± 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71.11 ± 6.04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71.00 (67.00 - 75.00)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65.39 ± 14.09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Left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20,021,703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30.14 ± 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71.46 ± 5.75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72.00 (68.00 - 75.00)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65.38 ± 14.10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Right SctO₂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20,075,597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ET_CO2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30.14 ± 4.07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30.00 (28.00 - 32.00)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[21.00, 49.00]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Tissue_Oxygen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75.50 ± 5.89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76.00 (72.00 - 79.00)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[26.00, 94.00]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FiO2_new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65.42 ± 14.12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62.00 (57.00 - 70.00)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[30.00, 100.00]</a:t>
                      </a:r>
                    </a:p>
                  </a:txBody>
                </a:tc>
              </a:tr>
              <a:tr h="396240">
                <a:tc>
                  <a:txBody>
                    <a:bodyPr/>
                    <a:lstStyle/>
                    <a:p>
                      <a:pPr algn="r"/>
                      <a:r>
                        <a:t>SftO₂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TEMP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1,789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20,068,759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35.50 ± 0.63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35.52 (35.10 - 35.93)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[34.01, 37.49]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2026-05-19T23:40:18Z</dcterms:modified>
  <cp:category/>
</cp:coreProperties>
</file>