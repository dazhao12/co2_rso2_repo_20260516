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12188952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Left SctO₂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848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6991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899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062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5820"/>
              <a:ext cx="107252" cy="30194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201651"/>
              <a:ext cx="107252" cy="31611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5912"/>
              <a:ext cx="107252" cy="49185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2822"/>
              <a:ext cx="107252" cy="71494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6145"/>
              <a:ext cx="107252" cy="98162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52245"/>
              <a:ext cx="107252" cy="12655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19879"/>
              <a:ext cx="107252" cy="159788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79504"/>
              <a:ext cx="107252" cy="183826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47937"/>
              <a:ext cx="107252" cy="166982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6900"/>
              <a:ext cx="107252" cy="137086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19270"/>
              <a:ext cx="107252" cy="109849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3344"/>
              <a:ext cx="107252" cy="8244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4351"/>
              <a:ext cx="107252" cy="58341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5199"/>
              <a:ext cx="107252" cy="41256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5284"/>
              <a:ext cx="107252" cy="29248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4536"/>
              <a:ext cx="107252" cy="21323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3635"/>
              <a:ext cx="107252" cy="15413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7040"/>
              <a:ext cx="107252" cy="1107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8406"/>
              <a:ext cx="107252" cy="7935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60084"/>
              <a:ext cx="107252" cy="5768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826"/>
              <a:ext cx="107252" cy="4194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6114"/>
              <a:ext cx="107252" cy="3165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606"/>
              <a:ext cx="107252" cy="2315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902"/>
              <a:ext cx="107252" cy="178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3202"/>
              <a:ext cx="107252" cy="1456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7062"/>
              <a:ext cx="107252" cy="1070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478"/>
              <a:ext cx="107252" cy="828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6991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611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368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2754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848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6991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899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062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7036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2296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57556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6791008" y="3513438"/>
              <a:ext cx="32175" cy="432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6823184" y="3512788"/>
              <a:ext cx="64351" cy="497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887535" y="3509289"/>
              <a:ext cx="64351" cy="847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951887" y="3507017"/>
              <a:ext cx="64351" cy="1074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016238" y="3501382"/>
              <a:ext cx="64351" cy="1638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080590" y="3497139"/>
              <a:ext cx="64351" cy="2062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144942" y="3493823"/>
              <a:ext cx="64351" cy="2394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7209293" y="3484384"/>
              <a:ext cx="64351" cy="3338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7273645" y="3468657"/>
              <a:ext cx="64351" cy="4910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7337997" y="3456446"/>
              <a:ext cx="64351" cy="6132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7402348" y="3432211"/>
              <a:ext cx="64351" cy="8555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7466700" y="3395977"/>
              <a:ext cx="64351" cy="12178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7531051" y="3345281"/>
              <a:ext cx="64351" cy="17248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7595403" y="3290411"/>
              <a:ext cx="64351" cy="22735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7659755" y="3221788"/>
              <a:ext cx="64351" cy="29597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7724106" y="3127744"/>
              <a:ext cx="64351" cy="39002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7788458" y="3027520"/>
              <a:ext cx="64351" cy="49024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7852810" y="2891634"/>
              <a:ext cx="64351" cy="62613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7917161" y="2759025"/>
              <a:ext cx="64351" cy="75874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7981513" y="2603053"/>
              <a:ext cx="64351" cy="91471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045864" y="2434648"/>
              <a:ext cx="64351" cy="108311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110216" y="2266698"/>
              <a:ext cx="64351" cy="12510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174568" y="2133394"/>
              <a:ext cx="64351" cy="138437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238919" y="1999737"/>
              <a:ext cx="64351" cy="151802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303271" y="1792753"/>
              <a:ext cx="64351" cy="172501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367623" y="1698576"/>
              <a:ext cx="64351" cy="181919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431974" y="1652103"/>
              <a:ext cx="64351" cy="186566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496326" y="1692349"/>
              <a:ext cx="64351" cy="182541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560677" y="1796075"/>
              <a:ext cx="64351" cy="172169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8625029" y="1958598"/>
              <a:ext cx="64351" cy="15591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8689381" y="2191521"/>
              <a:ext cx="64351" cy="132624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8753732" y="2445729"/>
              <a:ext cx="64351" cy="107203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8818084" y="2616115"/>
              <a:ext cx="64351" cy="90165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8882436" y="2778667"/>
              <a:ext cx="64351" cy="73909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8946787" y="2991763"/>
              <a:ext cx="64351" cy="52600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011139" y="3130785"/>
              <a:ext cx="64351" cy="38698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075490" y="3232402"/>
              <a:ext cx="64351" cy="28536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139842" y="3325499"/>
              <a:ext cx="64351" cy="1922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204194" y="3388556"/>
              <a:ext cx="64351" cy="12921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268545" y="3431873"/>
              <a:ext cx="64351" cy="8589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332897" y="3459402"/>
              <a:ext cx="64351" cy="5836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397249" y="3483475"/>
              <a:ext cx="64351" cy="3429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461600" y="3483735"/>
              <a:ext cx="64351" cy="3403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525952" y="3497912"/>
              <a:ext cx="64351" cy="1985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590303" y="3503824"/>
              <a:ext cx="64351" cy="1394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654655" y="3505019"/>
              <a:ext cx="64351" cy="1274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719007" y="3508792"/>
              <a:ext cx="64351" cy="897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783358" y="3512148"/>
              <a:ext cx="64351" cy="561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47710" y="3514161"/>
              <a:ext cx="64351" cy="360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3180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16989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52249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7036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2296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57556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4345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807804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72155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9365073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6729951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7373467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8016983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8660500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9304016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021620" y="3711047"/>
              <a:ext cx="75635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 SctO₂ (%)</a:t>
              </a:r>
            </a:p>
          </p:txBody>
        </p:sp>
        <p:sp>
          <p:nvSpPr>
            <p:cNvPr id="166" name="tx165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67" name="rc166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2745797" y="5675921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2745797" y="529317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2745797" y="491043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452769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414495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rc175"/>
            <p:cNvSpPr/>
            <p:nvPr/>
          </p:nvSpPr>
          <p:spPr>
            <a:xfrm>
              <a:off x="2745797" y="6043557"/>
              <a:ext cx="114913" cy="15107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6"/>
            <p:cNvSpPr/>
            <p:nvPr/>
          </p:nvSpPr>
          <p:spPr>
            <a:xfrm>
              <a:off x="2860710" y="6000031"/>
              <a:ext cx="229827" cy="5863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7"/>
            <p:cNvSpPr/>
            <p:nvPr/>
          </p:nvSpPr>
          <p:spPr>
            <a:xfrm>
              <a:off x="3090538" y="5780731"/>
              <a:ext cx="229827" cy="27793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8"/>
            <p:cNvSpPr/>
            <p:nvPr/>
          </p:nvSpPr>
          <p:spPr>
            <a:xfrm>
              <a:off x="3320365" y="5682865"/>
              <a:ext cx="229827" cy="37579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3550192" y="5279169"/>
              <a:ext cx="229827" cy="77949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4009847" y="4589522"/>
              <a:ext cx="229827" cy="146914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4239674" y="5147982"/>
              <a:ext cx="229827" cy="91068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4469501" y="5571738"/>
              <a:ext cx="229827" cy="48692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4699328" y="5804114"/>
              <a:ext cx="229827" cy="25455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929155" y="5905809"/>
              <a:ext cx="229827" cy="15285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5158983" y="5912804"/>
              <a:ext cx="229827" cy="14586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5388810" y="5549613"/>
              <a:ext cx="229827" cy="509051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5618637" y="5697200"/>
              <a:ext cx="229827" cy="36146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0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2312859" y="5622845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2312859" y="524010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2312859" y="485736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2312859" y="447461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4091874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197" name="pl196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682534" y="5675921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682534" y="529317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2682534" y="491043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2682534" y="452769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414495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3" name="tx212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4" name="tx213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5" name="tx214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16" name="tx215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1" name="tx220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2" name="rc221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6791008" y="560924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6791008" y="515982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6791008" y="471040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426098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rc227"/>
            <p:cNvSpPr/>
            <p:nvPr/>
          </p:nvSpPr>
          <p:spPr>
            <a:xfrm>
              <a:off x="6791008" y="5614206"/>
              <a:ext cx="45965" cy="44445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8"/>
            <p:cNvSpPr/>
            <p:nvPr/>
          </p:nvSpPr>
          <p:spPr>
            <a:xfrm>
              <a:off x="6836973" y="5927662"/>
              <a:ext cx="91930" cy="1310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29"/>
            <p:cNvSpPr/>
            <p:nvPr/>
          </p:nvSpPr>
          <p:spPr>
            <a:xfrm>
              <a:off x="6928904" y="5868497"/>
              <a:ext cx="91930" cy="1901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0"/>
            <p:cNvSpPr/>
            <p:nvPr/>
          </p:nvSpPr>
          <p:spPr>
            <a:xfrm>
              <a:off x="7020835" y="5851093"/>
              <a:ext cx="91930" cy="20757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7112766" y="5756619"/>
              <a:ext cx="91930" cy="30204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7204697" y="5691336"/>
              <a:ext cx="91930" cy="36732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7296628" y="5666151"/>
              <a:ext cx="91930" cy="3925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388559" y="5566581"/>
              <a:ext cx="91930" cy="49208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480489" y="5502862"/>
              <a:ext cx="91930" cy="5558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572420" y="5382943"/>
              <a:ext cx="91930" cy="67572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664351" y="5255397"/>
              <a:ext cx="91930" cy="8032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756282" y="5225069"/>
              <a:ext cx="91930" cy="83359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848213" y="5135506"/>
              <a:ext cx="91930" cy="92315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940144" y="5069346"/>
              <a:ext cx="91930" cy="9893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8032075" y="4986928"/>
              <a:ext cx="91930" cy="10717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8215937" y="5014624"/>
              <a:ext cx="91930" cy="104404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8307867" y="5058304"/>
              <a:ext cx="91930" cy="100036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399798" y="5094602"/>
              <a:ext cx="91930" cy="96406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491729" y="5198449"/>
              <a:ext cx="91930" cy="8602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583660" y="5318596"/>
              <a:ext cx="91930" cy="7400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675591" y="5385891"/>
              <a:ext cx="91930" cy="67277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767522" y="5475629"/>
              <a:ext cx="91930" cy="5830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859453" y="5543935"/>
              <a:ext cx="91930" cy="51472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951384" y="5637082"/>
              <a:ext cx="91930" cy="42158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9043315" y="5738350"/>
              <a:ext cx="91930" cy="3203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9135245" y="5826510"/>
              <a:ext cx="91930" cy="2321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9227176" y="5919669"/>
              <a:ext cx="91930" cy="1389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9319107" y="5954741"/>
              <a:ext cx="91930" cy="10392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411038" y="5990549"/>
              <a:ext cx="91930" cy="681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502969" y="6018561"/>
              <a:ext cx="91930" cy="4010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594900" y="6037326"/>
              <a:ext cx="91930" cy="2133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686831" y="6045012"/>
              <a:ext cx="91930" cy="1365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778762" y="6052380"/>
              <a:ext cx="91930" cy="628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870693" y="6053556"/>
              <a:ext cx="91930" cy="510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263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5" name="tx264"/>
            <p:cNvSpPr/>
            <p:nvPr/>
          </p:nvSpPr>
          <p:spPr>
            <a:xfrm>
              <a:off x="6405341" y="5570680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66" name="tx265"/>
            <p:cNvSpPr/>
            <p:nvPr/>
          </p:nvSpPr>
          <p:spPr>
            <a:xfrm>
              <a:off x="6358070" y="510675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67" name="tx266"/>
            <p:cNvSpPr/>
            <p:nvPr/>
          </p:nvSpPr>
          <p:spPr>
            <a:xfrm>
              <a:off x="6358070" y="465733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68" name="tx267"/>
            <p:cNvSpPr/>
            <p:nvPr/>
          </p:nvSpPr>
          <p:spPr>
            <a:xfrm>
              <a:off x="6358070" y="4207911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69" name="pl268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6727745" y="560924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6727745" y="515982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6727745" y="471040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6727745" y="426098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2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4" name="tx283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5" name="tx284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86" name="tx285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87" name="tx286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2" name="tx291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3291225" y="1129463"/>
              <a:ext cx="5597357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Left SctO₂ (N_pts=20,021,703, N_subj=1792)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Right SctO₂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987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701981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9408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61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6319"/>
              <a:ext cx="107252" cy="30144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200199"/>
              <a:ext cx="107252" cy="31756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3050"/>
              <a:ext cx="107252" cy="49471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2060"/>
              <a:ext cx="107252" cy="71570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6040"/>
              <a:ext cx="107252" cy="98172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53080"/>
              <a:ext cx="107252" cy="126468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20284"/>
              <a:ext cx="107252" cy="159748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80601"/>
              <a:ext cx="107252" cy="183716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53271"/>
              <a:ext cx="107252" cy="166449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8029"/>
              <a:ext cx="107252" cy="136973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21310"/>
              <a:ext cx="107252" cy="109645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6863"/>
              <a:ext cx="107252" cy="82090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4379"/>
              <a:ext cx="107252" cy="58338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4338"/>
              <a:ext cx="107252" cy="41342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5544"/>
              <a:ext cx="107252" cy="2922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5449"/>
              <a:ext cx="107252" cy="21231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4889"/>
              <a:ext cx="107252" cy="15287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7641"/>
              <a:ext cx="107252" cy="1101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8895"/>
              <a:ext cx="107252" cy="7887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59858"/>
              <a:ext cx="107252" cy="5790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493"/>
              <a:ext cx="107252" cy="4227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6171"/>
              <a:ext cx="107252" cy="3159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683"/>
              <a:ext cx="107252" cy="2308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962"/>
              <a:ext cx="107252" cy="1780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3074"/>
              <a:ext cx="107252" cy="1469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7045"/>
              <a:ext cx="107252" cy="107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440"/>
              <a:ext cx="107252" cy="83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71308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8905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4101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3311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987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701981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9408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61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9700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7624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65549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6791008" y="3513294"/>
              <a:ext cx="32175" cy="447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6823184" y="3512615"/>
              <a:ext cx="64351" cy="515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887535" y="3511357"/>
              <a:ext cx="64351" cy="640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951887" y="3510851"/>
              <a:ext cx="64351" cy="691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016238" y="3509777"/>
              <a:ext cx="64351" cy="798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080590" y="3508966"/>
              <a:ext cx="64351" cy="879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144942" y="3504816"/>
              <a:ext cx="64351" cy="1295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7209293" y="3497622"/>
              <a:ext cx="64351" cy="2014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7273645" y="3490162"/>
              <a:ext cx="64351" cy="2760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7337997" y="3476555"/>
              <a:ext cx="64351" cy="4121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7402348" y="3457500"/>
              <a:ext cx="64351" cy="6026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7466700" y="3431312"/>
              <a:ext cx="64351" cy="8645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7531051" y="3399648"/>
              <a:ext cx="64351" cy="1181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7595403" y="3350236"/>
              <a:ext cx="64351" cy="16753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7659755" y="3296273"/>
              <a:ext cx="64351" cy="22149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7724106" y="3219781"/>
              <a:ext cx="64351" cy="29798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7788458" y="3114927"/>
              <a:ext cx="64351" cy="40283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7852810" y="2991036"/>
              <a:ext cx="64351" cy="52672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7917161" y="2861042"/>
              <a:ext cx="64351" cy="65672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7981513" y="2658286"/>
              <a:ext cx="64351" cy="85948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045864" y="2513541"/>
              <a:ext cx="64351" cy="100422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110216" y="2358617"/>
              <a:ext cx="64351" cy="115914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174568" y="2180248"/>
              <a:ext cx="64351" cy="13375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238919" y="1995805"/>
              <a:ext cx="64351" cy="152196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303271" y="1785555"/>
              <a:ext cx="64351" cy="173221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367623" y="1693145"/>
              <a:ext cx="64351" cy="182462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431974" y="1652103"/>
              <a:ext cx="64351" cy="186566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496326" y="1706475"/>
              <a:ext cx="64351" cy="181129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560677" y="1724329"/>
              <a:ext cx="64351" cy="179343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8625029" y="1928302"/>
              <a:ext cx="64351" cy="158946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8689381" y="2199484"/>
              <a:ext cx="64351" cy="131828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8753732" y="2448149"/>
              <a:ext cx="64351" cy="10696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8818084" y="2646912"/>
              <a:ext cx="64351" cy="87085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8882436" y="2820034"/>
              <a:ext cx="64351" cy="69773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8946787" y="2981052"/>
              <a:ext cx="64351" cy="53671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011139" y="3131632"/>
              <a:ext cx="64351" cy="38613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075490" y="3246661"/>
              <a:ext cx="64351" cy="27110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139842" y="3325878"/>
              <a:ext cx="64351" cy="19188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204194" y="3390724"/>
              <a:ext cx="64351" cy="12704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268545" y="3433842"/>
              <a:ext cx="64351" cy="8392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332897" y="3458451"/>
              <a:ext cx="64351" cy="5931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397249" y="3481470"/>
              <a:ext cx="64351" cy="3629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461600" y="3491823"/>
              <a:ext cx="64351" cy="2594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525952" y="3498751"/>
              <a:ext cx="64351" cy="1901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590303" y="3505880"/>
              <a:ext cx="64351" cy="1188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654655" y="3510194"/>
              <a:ext cx="64351" cy="757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719007" y="3509546"/>
              <a:ext cx="64351" cy="822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783358" y="3514299"/>
              <a:ext cx="64351" cy="346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47710" y="3514412"/>
              <a:ext cx="64351" cy="335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5844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22317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602414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9700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7624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65549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4345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807804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72155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9365073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6729951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7373467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8016983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8660500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9304016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7986521" y="3711047"/>
              <a:ext cx="826554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 SctO₂ (%)</a:t>
              </a:r>
            </a:p>
          </p:txBody>
        </p:sp>
        <p:sp>
          <p:nvSpPr>
            <p:cNvPr id="166" name="tx165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67" name="rc166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2745797" y="56767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2745797" y="52948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2745797" y="49129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45310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41491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rc175"/>
            <p:cNvSpPr/>
            <p:nvPr/>
          </p:nvSpPr>
          <p:spPr>
            <a:xfrm>
              <a:off x="2745797" y="6043488"/>
              <a:ext cx="114913" cy="1517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6"/>
            <p:cNvSpPr/>
            <p:nvPr/>
          </p:nvSpPr>
          <p:spPr>
            <a:xfrm>
              <a:off x="2860710" y="6000006"/>
              <a:ext cx="229827" cy="5865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7"/>
            <p:cNvSpPr/>
            <p:nvPr/>
          </p:nvSpPr>
          <p:spPr>
            <a:xfrm>
              <a:off x="3090538" y="5778575"/>
              <a:ext cx="229827" cy="28008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8"/>
            <p:cNvSpPr/>
            <p:nvPr/>
          </p:nvSpPr>
          <p:spPr>
            <a:xfrm>
              <a:off x="3320365" y="5682066"/>
              <a:ext cx="229827" cy="37659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3550192" y="5277397"/>
              <a:ext cx="229827" cy="781267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4009847" y="4587479"/>
              <a:ext cx="229827" cy="147118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4239674" y="5147734"/>
              <a:ext cx="229827" cy="91093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4469501" y="5574674"/>
              <a:ext cx="229827" cy="48398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4699328" y="5806009"/>
              <a:ext cx="229827" cy="25265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929155" y="5907214"/>
              <a:ext cx="229827" cy="15145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5158983" y="5913310"/>
              <a:ext cx="229827" cy="14535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5388810" y="5547385"/>
              <a:ext cx="229827" cy="51127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5618637" y="5696085"/>
              <a:ext cx="229827" cy="36257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0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2312859" y="562368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2312859" y="524178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2312859" y="48598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2312859" y="44779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40960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197" name="pl196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682534" y="56767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682534" y="52948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2682534" y="49129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2682534" y="45310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41491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3" name="tx212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4" name="tx213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5" name="tx214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16" name="tx215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1" name="tx220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2" name="rc221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6791008" y="560795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6791008" y="515723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6791008" y="470652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425580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rc227"/>
            <p:cNvSpPr/>
            <p:nvPr/>
          </p:nvSpPr>
          <p:spPr>
            <a:xfrm>
              <a:off x="6791008" y="5607599"/>
              <a:ext cx="45965" cy="45106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8"/>
            <p:cNvSpPr/>
            <p:nvPr/>
          </p:nvSpPr>
          <p:spPr>
            <a:xfrm>
              <a:off x="6836973" y="5923400"/>
              <a:ext cx="91930" cy="1352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29"/>
            <p:cNvSpPr/>
            <p:nvPr/>
          </p:nvSpPr>
          <p:spPr>
            <a:xfrm>
              <a:off x="6928904" y="5869346"/>
              <a:ext cx="91930" cy="1893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0"/>
            <p:cNvSpPr/>
            <p:nvPr/>
          </p:nvSpPr>
          <p:spPr>
            <a:xfrm>
              <a:off x="7020835" y="5849011"/>
              <a:ext cx="91930" cy="2096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7112766" y="5754766"/>
              <a:ext cx="91930" cy="30389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7204697" y="5691312"/>
              <a:ext cx="91930" cy="36735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7296628" y="5660379"/>
              <a:ext cx="91930" cy="39828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388559" y="5562877"/>
              <a:ext cx="91930" cy="49578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480489" y="5504469"/>
              <a:ext cx="91930" cy="5541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572420" y="5381232"/>
              <a:ext cx="91930" cy="67743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664351" y="5249089"/>
              <a:ext cx="91930" cy="80957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756282" y="5216386"/>
              <a:ext cx="91930" cy="84227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848213" y="5141855"/>
              <a:ext cx="91930" cy="91680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940144" y="5055305"/>
              <a:ext cx="91930" cy="100335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8032075" y="4975571"/>
              <a:ext cx="91930" cy="108309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8215937" y="5005775"/>
              <a:ext cx="91930" cy="105288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8307867" y="5050311"/>
              <a:ext cx="91930" cy="100835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399798" y="5082751"/>
              <a:ext cx="91930" cy="9759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491729" y="5184419"/>
              <a:ext cx="91930" cy="8742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583660" y="5313633"/>
              <a:ext cx="91930" cy="74503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675591" y="5385146"/>
              <a:ext cx="91930" cy="67351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767522" y="5471030"/>
              <a:ext cx="91930" cy="58763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859453" y="5543455"/>
              <a:ext cx="91930" cy="51520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951384" y="5637659"/>
              <a:ext cx="91930" cy="42100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9043315" y="5745078"/>
              <a:ext cx="91930" cy="31358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9135245" y="5828547"/>
              <a:ext cx="91930" cy="2301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9227176" y="5919198"/>
              <a:ext cx="91930" cy="13946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9319107" y="5954371"/>
              <a:ext cx="91930" cy="10429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411038" y="5990807"/>
              <a:ext cx="91930" cy="6785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502969" y="6018993"/>
              <a:ext cx="91930" cy="3967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594900" y="6037867"/>
              <a:ext cx="91930" cy="2079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686831" y="6045704"/>
              <a:ext cx="91930" cy="1295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778762" y="6052656"/>
              <a:ext cx="91930" cy="600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870693" y="6053541"/>
              <a:ext cx="91930" cy="512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263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5" name="tx264"/>
            <p:cNvSpPr/>
            <p:nvPr/>
          </p:nvSpPr>
          <p:spPr>
            <a:xfrm>
              <a:off x="6405341" y="556938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66" name="tx265"/>
            <p:cNvSpPr/>
            <p:nvPr/>
          </p:nvSpPr>
          <p:spPr>
            <a:xfrm>
              <a:off x="6358070" y="510416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67" name="tx266"/>
            <p:cNvSpPr/>
            <p:nvPr/>
          </p:nvSpPr>
          <p:spPr>
            <a:xfrm>
              <a:off x="6358070" y="4653446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68" name="tx267"/>
            <p:cNvSpPr/>
            <p:nvPr/>
          </p:nvSpPr>
          <p:spPr>
            <a:xfrm>
              <a:off x="6358070" y="420273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69" name="pl268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6727745" y="560795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6727745" y="515723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6727745" y="470652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6727745" y="425580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2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4" name="tx283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5" name="tx284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86" name="tx285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87" name="tx286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2" name="tx291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3242573" y="1129463"/>
              <a:ext cx="5694660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Right SctO₂ (N_pts=20,075,597, N_subj=1792)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SftO₂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84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69922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899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068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4031"/>
              <a:ext cx="107252" cy="30373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199500"/>
              <a:ext cx="107252" cy="31826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3140"/>
              <a:ext cx="107252" cy="49462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0420"/>
              <a:ext cx="107252" cy="71734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0081"/>
              <a:ext cx="107252" cy="98768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46937"/>
              <a:ext cx="107252" cy="127082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12933"/>
              <a:ext cx="107252" cy="160483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73622"/>
              <a:ext cx="107252" cy="184414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50245"/>
              <a:ext cx="107252" cy="16675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5714"/>
              <a:ext cx="107252" cy="137205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20146"/>
              <a:ext cx="107252" cy="109762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7003"/>
              <a:ext cx="107252" cy="82076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2605"/>
              <a:ext cx="107252" cy="58516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3930"/>
              <a:ext cx="107252" cy="41383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4047"/>
              <a:ext cx="107252" cy="29371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4115"/>
              <a:ext cx="107252" cy="21365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2647"/>
              <a:ext cx="107252" cy="15511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5766"/>
              <a:ext cx="107252" cy="11200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7738"/>
              <a:ext cx="107252" cy="8002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59708"/>
              <a:ext cx="107252" cy="5805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216"/>
              <a:ext cx="107252" cy="4255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5814"/>
              <a:ext cx="107252" cy="3195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429"/>
              <a:ext cx="107252" cy="2333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753"/>
              <a:ext cx="107252" cy="1801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2765"/>
              <a:ext cx="107252" cy="1500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6726"/>
              <a:ext cx="107252" cy="1104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212"/>
              <a:ext cx="107252" cy="855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69930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614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368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2760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84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69922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899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068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9681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758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65489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6791008" y="3517285"/>
              <a:ext cx="32175" cy="48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6823184" y="3517413"/>
              <a:ext cx="64351" cy="35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887535" y="3517117"/>
              <a:ext cx="64351" cy="64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951887" y="3516852"/>
              <a:ext cx="64351" cy="9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016238" y="3516210"/>
              <a:ext cx="64351" cy="155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080590" y="3515506"/>
              <a:ext cx="64351" cy="226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144942" y="3511276"/>
              <a:ext cx="64351" cy="649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7209293" y="3508642"/>
              <a:ext cx="64351" cy="912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7273645" y="3506600"/>
              <a:ext cx="64351" cy="1116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7337997" y="3501916"/>
              <a:ext cx="64351" cy="1585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7402348" y="3497379"/>
              <a:ext cx="64351" cy="2038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7466700" y="3487134"/>
              <a:ext cx="64351" cy="3063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7531051" y="3470653"/>
              <a:ext cx="64351" cy="4711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7595403" y="3434885"/>
              <a:ext cx="64351" cy="8288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7659755" y="3414281"/>
              <a:ext cx="64351" cy="10348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7724106" y="3408530"/>
              <a:ext cx="64351" cy="10923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7788458" y="3367761"/>
              <a:ext cx="64351" cy="150005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7852810" y="3322366"/>
              <a:ext cx="64351" cy="19539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7917161" y="3276019"/>
              <a:ext cx="64351" cy="24174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7981513" y="3227495"/>
              <a:ext cx="64351" cy="29027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045864" y="3160035"/>
              <a:ext cx="64351" cy="35773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110216" y="3068169"/>
              <a:ext cx="64351" cy="44959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174568" y="2947226"/>
              <a:ext cx="64351" cy="57054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238919" y="2770334"/>
              <a:ext cx="64351" cy="74743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303271" y="2554657"/>
              <a:ext cx="64351" cy="96310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367623" y="2360242"/>
              <a:ext cx="64351" cy="115752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431974" y="2147883"/>
              <a:ext cx="64351" cy="136988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496326" y="1936683"/>
              <a:ext cx="64351" cy="158108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560677" y="1765256"/>
              <a:ext cx="64351" cy="175251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8625029" y="1680951"/>
              <a:ext cx="64351" cy="18368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8689381" y="1652103"/>
              <a:ext cx="64351" cy="186566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8753732" y="1736781"/>
              <a:ext cx="64351" cy="178098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8818084" y="1848439"/>
              <a:ext cx="64351" cy="166932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8882436" y="1993249"/>
              <a:ext cx="64351" cy="152451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8946787" y="2179616"/>
              <a:ext cx="64351" cy="133815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011139" y="2419814"/>
              <a:ext cx="64351" cy="109795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075490" y="2613749"/>
              <a:ext cx="64351" cy="90401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139842" y="2819844"/>
              <a:ext cx="64351" cy="69792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204194" y="2979676"/>
              <a:ext cx="64351" cy="53809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268545" y="3109683"/>
              <a:ext cx="64351" cy="40808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332897" y="3207409"/>
              <a:ext cx="64351" cy="31035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397249" y="3281879"/>
              <a:ext cx="64351" cy="23588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461600" y="3351231"/>
              <a:ext cx="64351" cy="166535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525952" y="3406152"/>
              <a:ext cx="64351" cy="1116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590303" y="3448149"/>
              <a:ext cx="64351" cy="6961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654655" y="3474669"/>
              <a:ext cx="64351" cy="4309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719007" y="3490958"/>
              <a:ext cx="64351" cy="2680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783358" y="3499598"/>
              <a:ext cx="64351" cy="1816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47710" y="3508910"/>
              <a:ext cx="64351" cy="885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5824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2227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60182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9681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758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65489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4345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807804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72155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9365073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6729951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7373467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8016983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8660500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9304016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153550" y="3711047"/>
              <a:ext cx="492497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SftO₂ (%)</a:t>
              </a:r>
            </a:p>
          </p:txBody>
        </p:sp>
        <p:sp>
          <p:nvSpPr>
            <p:cNvPr id="166" name="tx165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67" name="rc166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2745797" y="567697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2745797" y="529529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2745797" y="49136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453192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415023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rc175"/>
            <p:cNvSpPr/>
            <p:nvPr/>
          </p:nvSpPr>
          <p:spPr>
            <a:xfrm>
              <a:off x="2745797" y="6043501"/>
              <a:ext cx="114913" cy="151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6"/>
            <p:cNvSpPr/>
            <p:nvPr/>
          </p:nvSpPr>
          <p:spPr>
            <a:xfrm>
              <a:off x="2860710" y="6000161"/>
              <a:ext cx="229827" cy="5850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7"/>
            <p:cNvSpPr/>
            <p:nvPr/>
          </p:nvSpPr>
          <p:spPr>
            <a:xfrm>
              <a:off x="3090538" y="5778813"/>
              <a:ext cx="229827" cy="279851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8"/>
            <p:cNvSpPr/>
            <p:nvPr/>
          </p:nvSpPr>
          <p:spPr>
            <a:xfrm>
              <a:off x="3320365" y="5682202"/>
              <a:ext cx="229827" cy="37646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3550192" y="5283309"/>
              <a:ext cx="229827" cy="77535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4009847" y="4591310"/>
              <a:ext cx="229827" cy="146735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4239674" y="5150828"/>
              <a:ext cx="229827" cy="90783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4469501" y="5575201"/>
              <a:ext cx="229827" cy="4834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4699328" y="5807436"/>
              <a:ext cx="229827" cy="25122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929155" y="5906479"/>
              <a:ext cx="229827" cy="15218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5158983" y="5910008"/>
              <a:ext cx="229827" cy="14865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5388810" y="5544156"/>
              <a:ext cx="229827" cy="51450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5618637" y="5694947"/>
              <a:ext cx="229827" cy="36371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0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2312859" y="562390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2312859" y="524221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2312859" y="48605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2312859" y="447884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409716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197" name="pl196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682534" y="567697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682534" y="529529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2682534" y="49136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2682534" y="453192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415023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3" name="tx212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4" name="tx213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5" name="tx214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16" name="tx215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1" name="tx220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2" name="rc221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6791008" y="560438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6791008" y="51501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6791008" y="469583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42415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rc227"/>
            <p:cNvSpPr/>
            <p:nvPr/>
          </p:nvSpPr>
          <p:spPr>
            <a:xfrm>
              <a:off x="6791008" y="5602739"/>
              <a:ext cx="45965" cy="45592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8"/>
            <p:cNvSpPr/>
            <p:nvPr/>
          </p:nvSpPr>
          <p:spPr>
            <a:xfrm>
              <a:off x="6836973" y="5922050"/>
              <a:ext cx="91930" cy="1366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29"/>
            <p:cNvSpPr/>
            <p:nvPr/>
          </p:nvSpPr>
          <p:spPr>
            <a:xfrm>
              <a:off x="6928904" y="5861747"/>
              <a:ext cx="91930" cy="1969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0"/>
            <p:cNvSpPr/>
            <p:nvPr/>
          </p:nvSpPr>
          <p:spPr>
            <a:xfrm>
              <a:off x="7020835" y="5845545"/>
              <a:ext cx="91930" cy="21311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7112766" y="5748679"/>
              <a:ext cx="91930" cy="30998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7204697" y="5687457"/>
              <a:ext cx="91930" cy="37120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7296628" y="5659304"/>
              <a:ext cx="91930" cy="39935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388559" y="5562607"/>
              <a:ext cx="91930" cy="49605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480489" y="5496845"/>
              <a:ext cx="91930" cy="56181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572420" y="5381218"/>
              <a:ext cx="91930" cy="6774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664351" y="5248648"/>
              <a:ext cx="91930" cy="81001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756282" y="5206863"/>
              <a:ext cx="91930" cy="85180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848213" y="5132703"/>
              <a:ext cx="91930" cy="92596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940144" y="5053914"/>
              <a:ext cx="91930" cy="100475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8032075" y="4969595"/>
              <a:ext cx="91930" cy="108906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8215937" y="4998668"/>
              <a:ext cx="91930" cy="105999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8307867" y="5035262"/>
              <a:ext cx="91930" cy="102340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399798" y="5082018"/>
              <a:ext cx="91930" cy="9766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491729" y="5181287"/>
              <a:ext cx="91930" cy="87737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583660" y="5302339"/>
              <a:ext cx="91930" cy="75632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675591" y="5376988"/>
              <a:ext cx="91930" cy="68167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767522" y="5462733"/>
              <a:ext cx="91930" cy="59593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859453" y="5539350"/>
              <a:ext cx="91930" cy="5193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951384" y="5634669"/>
              <a:ext cx="91930" cy="4239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9043315" y="5733229"/>
              <a:ext cx="91930" cy="3254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9135245" y="5824939"/>
              <a:ext cx="91930" cy="23372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9227176" y="5918910"/>
              <a:ext cx="91930" cy="1397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9319107" y="5954519"/>
              <a:ext cx="91930" cy="10414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411038" y="5992170"/>
              <a:ext cx="91930" cy="6649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502969" y="6019762"/>
              <a:ext cx="91930" cy="389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594900" y="6037723"/>
              <a:ext cx="91930" cy="2094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686831" y="6045844"/>
              <a:ext cx="91930" cy="1282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778762" y="6052850"/>
              <a:ext cx="91930" cy="58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870693" y="6053501"/>
              <a:ext cx="91930" cy="51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263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5" name="tx264"/>
            <p:cNvSpPr/>
            <p:nvPr/>
          </p:nvSpPr>
          <p:spPr>
            <a:xfrm>
              <a:off x="6405341" y="556582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66" name="tx265"/>
            <p:cNvSpPr/>
            <p:nvPr/>
          </p:nvSpPr>
          <p:spPr>
            <a:xfrm>
              <a:off x="6358070" y="50970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67" name="tx266"/>
            <p:cNvSpPr/>
            <p:nvPr/>
          </p:nvSpPr>
          <p:spPr>
            <a:xfrm>
              <a:off x="6358070" y="4642756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68" name="tx267"/>
            <p:cNvSpPr/>
            <p:nvPr/>
          </p:nvSpPr>
          <p:spPr>
            <a:xfrm>
              <a:off x="6358070" y="41884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69" name="pl268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6727745" y="560438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6727745" y="51501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6727745" y="469583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6727745" y="42415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2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4" name="tx283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5" name="tx284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86" name="tx285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87" name="tx286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2" name="tx291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3470795" y="1129463"/>
              <a:ext cx="5238216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SftO₂ (N_pts=20,068,759, N_subj=1789)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Summary Statistics of the Three Modeling Cohorts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914400" y="1371600"/>
          <a:ext cx="10360152" cy="475488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1480021"/>
                <a:gridCol w="1480021"/>
                <a:gridCol w="1480021"/>
                <a:gridCol w="1480021"/>
                <a:gridCol w="1480021"/>
                <a:gridCol w="1480021"/>
                <a:gridCol w="1480021"/>
              </a:tblGrid>
              <a:tr h="396240">
                <a:tc>
                  <a:txBody>
                    <a:bodyPr/>
                    <a:lstStyle/>
                    <a:p>
                      <a:pPr algn="r"/>
                      <a:r>
                        <a:t>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N_Patients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N_Points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Mean_SD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Median_IQR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Range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30.15 ± 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71.11 ± 6.04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71.00 (67.00 - 75.00)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65.39 ± 14.09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30.14 ± 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71.46 ± 5.75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72.00 (68.00 - 75.00)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65.38 ± 14.10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30.14 ± 4.07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75.50 ± 5.89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76.00 (72.00 - 79.00)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65.42 ± 14.12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2026-05-19T23:46:37Z</dcterms:modified>
  <cp:category/>
</cp:coreProperties>
</file>