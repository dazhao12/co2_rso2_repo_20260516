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894150" y="3084673"/>
              <a:ext cx="97813" cy="1423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991964" y="3084719"/>
              <a:ext cx="97813" cy="141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89777" y="3074181"/>
              <a:ext cx="97813" cy="247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2187590" y="3060188"/>
              <a:ext cx="97813" cy="387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285403" y="2965272"/>
              <a:ext cx="97813" cy="1336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383216" y="2999451"/>
              <a:ext cx="97813" cy="99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481029" y="2972089"/>
              <a:ext cx="97813" cy="1268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578842" y="2952807"/>
              <a:ext cx="97813" cy="1460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76656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2774469" y="2989053"/>
              <a:ext cx="97813" cy="109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2872282" y="3011959"/>
              <a:ext cx="97813" cy="869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2970095" y="3033821"/>
              <a:ext cx="97813" cy="650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3067908" y="3020195"/>
              <a:ext cx="97813" cy="787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165721" y="3075922"/>
              <a:ext cx="97813" cy="22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263534" y="3081963"/>
              <a:ext cx="97813" cy="1694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61348" y="3086643"/>
              <a:ext cx="97813" cy="122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59161" y="3084507"/>
              <a:ext cx="97813" cy="143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556974" y="3094331"/>
              <a:ext cx="97813" cy="45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654787" y="3095658"/>
              <a:ext cx="97813" cy="32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3752600" y="3096451"/>
              <a:ext cx="97813" cy="2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850413" y="3095616"/>
              <a:ext cx="97813" cy="32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3948227" y="3097755"/>
              <a:ext cx="97813" cy="11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4046040" y="3098085"/>
              <a:ext cx="97813" cy="8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4143853" y="3097713"/>
              <a:ext cx="97813" cy="1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5498" y="2942669"/>
              <a:ext cx="19184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65498" y="2786435"/>
              <a:ext cx="22371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65498" y="2630200"/>
              <a:ext cx="24762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65498" y="2473966"/>
              <a:ext cx="27115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5498" y="2317732"/>
              <a:ext cx="30613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65498" y="2161498"/>
              <a:ext cx="3234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65498" y="2005263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65498" y="1849029"/>
              <a:ext cx="32516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65498" y="1692795"/>
              <a:ext cx="312043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65498" y="1536560"/>
              <a:ext cx="2845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65498" y="1380326"/>
              <a:ext cx="24643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65498" y="1224092"/>
              <a:ext cx="201720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65498" y="1067857"/>
              <a:ext cx="17063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65498" y="911623"/>
              <a:ext cx="13903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1972401" y="821225"/>
              <a:ext cx="2191014" cy="2232499"/>
            </a:xfrm>
            <a:custGeom>
              <a:avLst/>
              <a:gdLst/>
              <a:ahLst/>
              <a:cxnLst/>
              <a:rect l="0" t="0" r="0" b="0"/>
              <a:pathLst>
                <a:path w="2191014" h="2232499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  <a:lnTo>
                    <a:pt x="2191014" y="609635"/>
                  </a:lnTo>
                  <a:lnTo>
                    <a:pt x="2178774" y="598192"/>
                  </a:lnTo>
                  <a:lnTo>
                    <a:pt x="2166533" y="588360"/>
                  </a:lnTo>
                  <a:lnTo>
                    <a:pt x="2154293" y="578623"/>
                  </a:lnTo>
                  <a:lnTo>
                    <a:pt x="2142053" y="568997"/>
                  </a:lnTo>
                  <a:lnTo>
                    <a:pt x="2129813" y="560182"/>
                  </a:lnTo>
                  <a:lnTo>
                    <a:pt x="2117572" y="554893"/>
                  </a:lnTo>
                  <a:lnTo>
                    <a:pt x="2105332" y="551369"/>
                  </a:lnTo>
                  <a:lnTo>
                    <a:pt x="2093092" y="548989"/>
                  </a:lnTo>
                  <a:lnTo>
                    <a:pt x="2080851" y="547329"/>
                  </a:lnTo>
                  <a:lnTo>
                    <a:pt x="2068611" y="544289"/>
                  </a:lnTo>
                  <a:lnTo>
                    <a:pt x="2056371" y="530903"/>
                  </a:lnTo>
                  <a:lnTo>
                    <a:pt x="2044130" y="526694"/>
                  </a:lnTo>
                  <a:lnTo>
                    <a:pt x="2031890" y="522714"/>
                  </a:lnTo>
                  <a:lnTo>
                    <a:pt x="2019650" y="518976"/>
                  </a:lnTo>
                  <a:lnTo>
                    <a:pt x="2007409" y="513591"/>
                  </a:lnTo>
                  <a:lnTo>
                    <a:pt x="1995169" y="505408"/>
                  </a:lnTo>
                  <a:lnTo>
                    <a:pt x="1982929" y="504304"/>
                  </a:lnTo>
                  <a:lnTo>
                    <a:pt x="1970689" y="506726"/>
                  </a:lnTo>
                  <a:lnTo>
                    <a:pt x="1958448" y="504408"/>
                  </a:lnTo>
                  <a:lnTo>
                    <a:pt x="1946208" y="502416"/>
                  </a:lnTo>
                  <a:lnTo>
                    <a:pt x="1933968" y="500763"/>
                  </a:lnTo>
                  <a:lnTo>
                    <a:pt x="1921727" y="503292"/>
                  </a:lnTo>
                  <a:lnTo>
                    <a:pt x="1909487" y="499849"/>
                  </a:lnTo>
                  <a:lnTo>
                    <a:pt x="1897247" y="502187"/>
                  </a:lnTo>
                  <a:lnTo>
                    <a:pt x="1885006" y="505290"/>
                  </a:lnTo>
                  <a:lnTo>
                    <a:pt x="1872766" y="509883"/>
                  </a:lnTo>
                  <a:lnTo>
                    <a:pt x="1860526" y="514374"/>
                  </a:lnTo>
                  <a:lnTo>
                    <a:pt x="1848286" y="518779"/>
                  </a:lnTo>
                  <a:lnTo>
                    <a:pt x="1836045" y="526112"/>
                  </a:lnTo>
                  <a:lnTo>
                    <a:pt x="1823805" y="527382"/>
                  </a:lnTo>
                  <a:lnTo>
                    <a:pt x="1811565" y="531609"/>
                  </a:lnTo>
                  <a:lnTo>
                    <a:pt x="1799324" y="535805"/>
                  </a:lnTo>
                  <a:lnTo>
                    <a:pt x="1787084" y="542463"/>
                  </a:lnTo>
                  <a:lnTo>
                    <a:pt x="1774844" y="548919"/>
                  </a:lnTo>
                  <a:lnTo>
                    <a:pt x="1762603" y="548347"/>
                  </a:lnTo>
                  <a:lnTo>
                    <a:pt x="1750363" y="552560"/>
                  </a:lnTo>
                  <a:lnTo>
                    <a:pt x="1738123" y="556812"/>
                  </a:lnTo>
                  <a:lnTo>
                    <a:pt x="1725882" y="561117"/>
                  </a:lnTo>
                  <a:lnTo>
                    <a:pt x="1713642" y="565491"/>
                  </a:lnTo>
                  <a:lnTo>
                    <a:pt x="1701402" y="569945"/>
                  </a:lnTo>
                  <a:lnTo>
                    <a:pt x="1689162" y="576335"/>
                  </a:lnTo>
                  <a:lnTo>
                    <a:pt x="1676921" y="583036"/>
                  </a:lnTo>
                  <a:lnTo>
                    <a:pt x="1664681" y="589426"/>
                  </a:lnTo>
                  <a:lnTo>
                    <a:pt x="1652441" y="597101"/>
                  </a:lnTo>
                  <a:lnTo>
                    <a:pt x="1640200" y="604900"/>
                  </a:lnTo>
                  <a:lnTo>
                    <a:pt x="1627960" y="612824"/>
                  </a:lnTo>
                  <a:lnTo>
                    <a:pt x="1615720" y="619645"/>
                  </a:lnTo>
                  <a:lnTo>
                    <a:pt x="1603479" y="629040"/>
                  </a:lnTo>
                  <a:lnTo>
                    <a:pt x="1591239" y="637332"/>
                  </a:lnTo>
                  <a:lnTo>
                    <a:pt x="1578999" y="645744"/>
                  </a:lnTo>
                  <a:lnTo>
                    <a:pt x="1566759" y="654276"/>
                  </a:lnTo>
                  <a:lnTo>
                    <a:pt x="1554518" y="663801"/>
                  </a:lnTo>
                  <a:lnTo>
                    <a:pt x="1542278" y="673836"/>
                  </a:lnTo>
                  <a:lnTo>
                    <a:pt x="1530038" y="683960"/>
                  </a:lnTo>
                  <a:lnTo>
                    <a:pt x="1517797" y="694176"/>
                  </a:lnTo>
                  <a:lnTo>
                    <a:pt x="1505557" y="704485"/>
                  </a:lnTo>
                  <a:lnTo>
                    <a:pt x="1493317" y="714889"/>
                  </a:lnTo>
                  <a:lnTo>
                    <a:pt x="1481076" y="725392"/>
                  </a:lnTo>
                  <a:lnTo>
                    <a:pt x="1468836" y="735995"/>
                  </a:lnTo>
                  <a:lnTo>
                    <a:pt x="1456596" y="746137"/>
                  </a:lnTo>
                  <a:lnTo>
                    <a:pt x="1444355" y="756341"/>
                  </a:lnTo>
                  <a:lnTo>
                    <a:pt x="1432115" y="766694"/>
                  </a:lnTo>
                  <a:lnTo>
                    <a:pt x="1419875" y="777197"/>
                  </a:lnTo>
                  <a:lnTo>
                    <a:pt x="1407635" y="787854"/>
                  </a:lnTo>
                  <a:lnTo>
                    <a:pt x="1395394" y="798667"/>
                  </a:lnTo>
                  <a:lnTo>
                    <a:pt x="1383154" y="812804"/>
                  </a:lnTo>
                  <a:lnTo>
                    <a:pt x="1370914" y="824672"/>
                  </a:lnTo>
                  <a:lnTo>
                    <a:pt x="1358673" y="837648"/>
                  </a:lnTo>
                  <a:lnTo>
                    <a:pt x="1346433" y="851567"/>
                  </a:lnTo>
                  <a:lnTo>
                    <a:pt x="1334193" y="865433"/>
                  </a:lnTo>
                  <a:lnTo>
                    <a:pt x="1321952" y="879233"/>
                  </a:lnTo>
                  <a:lnTo>
                    <a:pt x="1309712" y="892952"/>
                  </a:lnTo>
                  <a:lnTo>
                    <a:pt x="1297472" y="907739"/>
                  </a:lnTo>
                  <a:lnTo>
                    <a:pt x="1285231" y="922670"/>
                  </a:lnTo>
                  <a:lnTo>
                    <a:pt x="1272991" y="933919"/>
                  </a:lnTo>
                  <a:lnTo>
                    <a:pt x="1260751" y="946734"/>
                  </a:lnTo>
                  <a:lnTo>
                    <a:pt x="1248511" y="960282"/>
                  </a:lnTo>
                  <a:lnTo>
                    <a:pt x="1236270" y="976147"/>
                  </a:lnTo>
                  <a:lnTo>
                    <a:pt x="1224030" y="991968"/>
                  </a:lnTo>
                  <a:lnTo>
                    <a:pt x="1211790" y="1005550"/>
                  </a:lnTo>
                  <a:lnTo>
                    <a:pt x="1199549" y="1018249"/>
                  </a:lnTo>
                  <a:lnTo>
                    <a:pt x="1187309" y="1033501"/>
                  </a:lnTo>
                  <a:lnTo>
                    <a:pt x="1175069" y="1050395"/>
                  </a:lnTo>
                  <a:lnTo>
                    <a:pt x="1162828" y="1064728"/>
                  </a:lnTo>
                  <a:lnTo>
                    <a:pt x="1150588" y="1078195"/>
                  </a:lnTo>
                  <a:lnTo>
                    <a:pt x="1138348" y="1093869"/>
                  </a:lnTo>
                  <a:lnTo>
                    <a:pt x="1126108" y="1107922"/>
                  </a:lnTo>
                  <a:lnTo>
                    <a:pt x="1113867" y="1120883"/>
                  </a:lnTo>
                  <a:lnTo>
                    <a:pt x="1101627" y="1133774"/>
                  </a:lnTo>
                  <a:lnTo>
                    <a:pt x="1089387" y="1146603"/>
                  </a:lnTo>
                  <a:lnTo>
                    <a:pt x="1077146" y="1160225"/>
                  </a:lnTo>
                  <a:lnTo>
                    <a:pt x="1064906" y="1174660"/>
                  </a:lnTo>
                  <a:lnTo>
                    <a:pt x="1052666" y="1189068"/>
                  </a:lnTo>
                  <a:lnTo>
                    <a:pt x="1040425" y="1203447"/>
                  </a:lnTo>
                  <a:lnTo>
                    <a:pt x="1028185" y="1217797"/>
                  </a:lnTo>
                  <a:lnTo>
                    <a:pt x="1015945" y="1232117"/>
                  </a:lnTo>
                  <a:lnTo>
                    <a:pt x="1003704" y="1246405"/>
                  </a:lnTo>
                  <a:lnTo>
                    <a:pt x="991464" y="1260838"/>
                  </a:lnTo>
                  <a:lnTo>
                    <a:pt x="979224" y="1276200"/>
                  </a:lnTo>
                  <a:lnTo>
                    <a:pt x="966984" y="1291057"/>
                  </a:lnTo>
                  <a:lnTo>
                    <a:pt x="954743" y="1305945"/>
                  </a:lnTo>
                  <a:lnTo>
                    <a:pt x="942503" y="1320280"/>
                  </a:lnTo>
                  <a:lnTo>
                    <a:pt x="930263" y="1334227"/>
                  </a:lnTo>
                  <a:lnTo>
                    <a:pt x="918022" y="1348445"/>
                  </a:lnTo>
                  <a:lnTo>
                    <a:pt x="905782" y="1362743"/>
                  </a:lnTo>
                  <a:lnTo>
                    <a:pt x="893542" y="1376789"/>
                  </a:lnTo>
                  <a:lnTo>
                    <a:pt x="881301" y="1390599"/>
                  </a:lnTo>
                  <a:lnTo>
                    <a:pt x="869061" y="1404187"/>
                  </a:lnTo>
                  <a:lnTo>
                    <a:pt x="856821" y="1417568"/>
                  </a:lnTo>
                  <a:lnTo>
                    <a:pt x="844581" y="1431057"/>
                  </a:lnTo>
                  <a:lnTo>
                    <a:pt x="832340" y="1445015"/>
                  </a:lnTo>
                  <a:lnTo>
                    <a:pt x="820100" y="1458877"/>
                  </a:lnTo>
                  <a:lnTo>
                    <a:pt x="807860" y="1472391"/>
                  </a:lnTo>
                  <a:lnTo>
                    <a:pt x="795619" y="1483033"/>
                  </a:lnTo>
                  <a:lnTo>
                    <a:pt x="783379" y="1496246"/>
                  </a:lnTo>
                  <a:lnTo>
                    <a:pt x="771139" y="1509313"/>
                  </a:lnTo>
                  <a:lnTo>
                    <a:pt x="758898" y="1522195"/>
                  </a:lnTo>
                  <a:lnTo>
                    <a:pt x="746658" y="1534305"/>
                  </a:lnTo>
                  <a:lnTo>
                    <a:pt x="734418" y="1546061"/>
                  </a:lnTo>
                  <a:lnTo>
                    <a:pt x="722177" y="1558411"/>
                  </a:lnTo>
                  <a:lnTo>
                    <a:pt x="709937" y="1570591"/>
                  </a:lnTo>
                  <a:lnTo>
                    <a:pt x="697697" y="1582592"/>
                  </a:lnTo>
                  <a:lnTo>
                    <a:pt x="685457" y="1594408"/>
                  </a:lnTo>
                  <a:lnTo>
                    <a:pt x="673216" y="1606029"/>
                  </a:lnTo>
                  <a:lnTo>
                    <a:pt x="660976" y="1617039"/>
                  </a:lnTo>
                  <a:lnTo>
                    <a:pt x="648736" y="1627721"/>
                  </a:lnTo>
                  <a:lnTo>
                    <a:pt x="636495" y="1639655"/>
                  </a:lnTo>
                  <a:lnTo>
                    <a:pt x="624255" y="1650425"/>
                  </a:lnTo>
                  <a:lnTo>
                    <a:pt x="612015" y="1661775"/>
                  </a:lnTo>
                  <a:lnTo>
                    <a:pt x="599774" y="1673842"/>
                  </a:lnTo>
                  <a:lnTo>
                    <a:pt x="587534" y="1685863"/>
                  </a:lnTo>
                  <a:lnTo>
                    <a:pt x="575294" y="1697832"/>
                  </a:lnTo>
                  <a:lnTo>
                    <a:pt x="563054" y="1709740"/>
                  </a:lnTo>
                  <a:lnTo>
                    <a:pt x="550813" y="1721926"/>
                  </a:lnTo>
                  <a:lnTo>
                    <a:pt x="538573" y="1733768"/>
                  </a:lnTo>
                  <a:lnTo>
                    <a:pt x="526333" y="1745547"/>
                  </a:lnTo>
                  <a:lnTo>
                    <a:pt x="514092" y="1757257"/>
                  </a:lnTo>
                  <a:lnTo>
                    <a:pt x="501852" y="1768888"/>
                  </a:lnTo>
                  <a:lnTo>
                    <a:pt x="489612" y="1780434"/>
                  </a:lnTo>
                  <a:lnTo>
                    <a:pt x="477371" y="1791885"/>
                  </a:lnTo>
                  <a:lnTo>
                    <a:pt x="465131" y="1803234"/>
                  </a:lnTo>
                  <a:lnTo>
                    <a:pt x="452891" y="1814472"/>
                  </a:lnTo>
                  <a:lnTo>
                    <a:pt x="440650" y="1825592"/>
                  </a:lnTo>
                  <a:lnTo>
                    <a:pt x="428410" y="1836585"/>
                  </a:lnTo>
                  <a:lnTo>
                    <a:pt x="416170" y="1847443"/>
                  </a:lnTo>
                  <a:lnTo>
                    <a:pt x="403930" y="1858159"/>
                  </a:lnTo>
                  <a:lnTo>
                    <a:pt x="391689" y="1868723"/>
                  </a:lnTo>
                  <a:lnTo>
                    <a:pt x="379449" y="1880112"/>
                  </a:lnTo>
                  <a:lnTo>
                    <a:pt x="367209" y="1891926"/>
                  </a:lnTo>
                  <a:lnTo>
                    <a:pt x="354968" y="1900857"/>
                  </a:lnTo>
                  <a:lnTo>
                    <a:pt x="342728" y="1910920"/>
                  </a:lnTo>
                  <a:lnTo>
                    <a:pt x="330488" y="1923475"/>
                  </a:lnTo>
                  <a:lnTo>
                    <a:pt x="318247" y="1936074"/>
                  </a:lnTo>
                  <a:lnTo>
                    <a:pt x="306007" y="1946097"/>
                  </a:lnTo>
                  <a:lnTo>
                    <a:pt x="293767" y="1956545"/>
                  </a:lnTo>
                  <a:lnTo>
                    <a:pt x="281527" y="1968488"/>
                  </a:lnTo>
                  <a:lnTo>
                    <a:pt x="269286" y="1980342"/>
                  </a:lnTo>
                  <a:lnTo>
                    <a:pt x="257046" y="1991407"/>
                  </a:lnTo>
                  <a:lnTo>
                    <a:pt x="244806" y="1998958"/>
                  </a:lnTo>
                  <a:lnTo>
                    <a:pt x="232565" y="2006217"/>
                  </a:lnTo>
                  <a:lnTo>
                    <a:pt x="220325" y="2013176"/>
                  </a:lnTo>
                  <a:lnTo>
                    <a:pt x="208085" y="2019824"/>
                  </a:lnTo>
                  <a:lnTo>
                    <a:pt x="195844" y="2029217"/>
                  </a:lnTo>
                  <a:lnTo>
                    <a:pt x="183604" y="2041599"/>
                  </a:lnTo>
                  <a:lnTo>
                    <a:pt x="171364" y="2054007"/>
                  </a:lnTo>
                  <a:lnTo>
                    <a:pt x="159123" y="2066776"/>
                  </a:lnTo>
                  <a:lnTo>
                    <a:pt x="146883" y="2081071"/>
                  </a:lnTo>
                  <a:lnTo>
                    <a:pt x="134643" y="2097976"/>
                  </a:lnTo>
                  <a:lnTo>
                    <a:pt x="122403" y="2112866"/>
                  </a:lnTo>
                  <a:lnTo>
                    <a:pt x="110162" y="2124004"/>
                  </a:lnTo>
                  <a:lnTo>
                    <a:pt x="97922" y="2138278"/>
                  </a:lnTo>
                  <a:lnTo>
                    <a:pt x="85682" y="2152507"/>
                  </a:lnTo>
                  <a:lnTo>
                    <a:pt x="73441" y="2163219"/>
                  </a:lnTo>
                  <a:lnTo>
                    <a:pt x="61201" y="2170826"/>
                  </a:lnTo>
                  <a:lnTo>
                    <a:pt x="48961" y="2181020"/>
                  </a:lnTo>
                  <a:lnTo>
                    <a:pt x="36720" y="2192962"/>
                  </a:lnTo>
                  <a:lnTo>
                    <a:pt x="24480" y="2206321"/>
                  </a:lnTo>
                  <a:lnTo>
                    <a:pt x="12240" y="2219363"/>
                  </a:lnTo>
                  <a:lnTo>
                    <a:pt x="0" y="223249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972401" y="821225"/>
              <a:ext cx="2191014" cy="1963194"/>
            </a:xfrm>
            <a:custGeom>
              <a:avLst/>
              <a:gdLst/>
              <a:ahLst/>
              <a:cxnLst/>
              <a:rect l="0" t="0" r="0" b="0"/>
              <a:pathLst>
                <a:path w="2191014" h="1963194">
                  <a:moveTo>
                    <a:pt x="0" y="1963194"/>
                  </a:moveTo>
                  <a:lnTo>
                    <a:pt x="12240" y="1962918"/>
                  </a:lnTo>
                  <a:lnTo>
                    <a:pt x="24480" y="1960891"/>
                  </a:lnTo>
                  <a:lnTo>
                    <a:pt x="36720" y="1958589"/>
                  </a:lnTo>
                  <a:lnTo>
                    <a:pt x="48961" y="1956014"/>
                  </a:lnTo>
                  <a:lnTo>
                    <a:pt x="61201" y="1950922"/>
                  </a:lnTo>
                  <a:lnTo>
                    <a:pt x="73441" y="1944954"/>
                  </a:lnTo>
                  <a:lnTo>
                    <a:pt x="85682" y="1942592"/>
                  </a:lnTo>
                  <a:lnTo>
                    <a:pt x="97922" y="1939988"/>
                  </a:lnTo>
                  <a:lnTo>
                    <a:pt x="110162" y="1936334"/>
                  </a:lnTo>
                  <a:lnTo>
                    <a:pt x="122403" y="1927862"/>
                  </a:lnTo>
                  <a:lnTo>
                    <a:pt x="134643" y="1917909"/>
                  </a:lnTo>
                  <a:lnTo>
                    <a:pt x="146883" y="1911131"/>
                  </a:lnTo>
                  <a:lnTo>
                    <a:pt x="159123" y="1903131"/>
                  </a:lnTo>
                  <a:lnTo>
                    <a:pt x="171364" y="1898833"/>
                  </a:lnTo>
                  <a:lnTo>
                    <a:pt x="183604" y="1889857"/>
                  </a:lnTo>
                  <a:lnTo>
                    <a:pt x="195844" y="1879402"/>
                  </a:lnTo>
                  <a:lnTo>
                    <a:pt x="208085" y="1869014"/>
                  </a:lnTo>
                  <a:lnTo>
                    <a:pt x="220325" y="1860914"/>
                  </a:lnTo>
                  <a:lnTo>
                    <a:pt x="232565" y="1851496"/>
                  </a:lnTo>
                  <a:lnTo>
                    <a:pt x="244806" y="1841518"/>
                  </a:lnTo>
                  <a:lnTo>
                    <a:pt x="257046" y="1833614"/>
                  </a:lnTo>
                  <a:lnTo>
                    <a:pt x="269286" y="1826370"/>
                  </a:lnTo>
                  <a:lnTo>
                    <a:pt x="281527" y="1818452"/>
                  </a:lnTo>
                  <a:lnTo>
                    <a:pt x="293767" y="1809789"/>
                  </a:lnTo>
                  <a:lnTo>
                    <a:pt x="306007" y="1798976"/>
                  </a:lnTo>
                  <a:lnTo>
                    <a:pt x="318247" y="1788328"/>
                  </a:lnTo>
                  <a:lnTo>
                    <a:pt x="330488" y="1777850"/>
                  </a:lnTo>
                  <a:lnTo>
                    <a:pt x="342728" y="1767528"/>
                  </a:lnTo>
                  <a:lnTo>
                    <a:pt x="354968" y="1757348"/>
                  </a:lnTo>
                  <a:lnTo>
                    <a:pt x="367209" y="1747295"/>
                  </a:lnTo>
                  <a:lnTo>
                    <a:pt x="379449" y="1737355"/>
                  </a:lnTo>
                  <a:lnTo>
                    <a:pt x="391689" y="1727513"/>
                  </a:lnTo>
                  <a:lnTo>
                    <a:pt x="403930" y="1718227"/>
                  </a:lnTo>
                  <a:lnTo>
                    <a:pt x="416170" y="1709572"/>
                  </a:lnTo>
                  <a:lnTo>
                    <a:pt x="428410" y="1701087"/>
                  </a:lnTo>
                  <a:lnTo>
                    <a:pt x="440650" y="1692620"/>
                  </a:lnTo>
                  <a:lnTo>
                    <a:pt x="452891" y="1682834"/>
                  </a:lnTo>
                  <a:lnTo>
                    <a:pt x="465131" y="1670371"/>
                  </a:lnTo>
                  <a:lnTo>
                    <a:pt x="477371" y="1660336"/>
                  </a:lnTo>
                  <a:lnTo>
                    <a:pt x="489612" y="1650708"/>
                  </a:lnTo>
                  <a:lnTo>
                    <a:pt x="501852" y="1641003"/>
                  </a:lnTo>
                  <a:lnTo>
                    <a:pt x="514092" y="1631327"/>
                  </a:lnTo>
                  <a:lnTo>
                    <a:pt x="526333" y="1621613"/>
                  </a:lnTo>
                  <a:lnTo>
                    <a:pt x="538573" y="1611824"/>
                  </a:lnTo>
                  <a:lnTo>
                    <a:pt x="550813" y="1601945"/>
                  </a:lnTo>
                  <a:lnTo>
                    <a:pt x="563054" y="1591962"/>
                  </a:lnTo>
                  <a:lnTo>
                    <a:pt x="575294" y="1580827"/>
                  </a:lnTo>
                  <a:lnTo>
                    <a:pt x="587534" y="1569312"/>
                  </a:lnTo>
                  <a:lnTo>
                    <a:pt x="599774" y="1558407"/>
                  </a:lnTo>
                  <a:lnTo>
                    <a:pt x="612015" y="1547201"/>
                  </a:lnTo>
                  <a:lnTo>
                    <a:pt x="624255" y="1536152"/>
                  </a:lnTo>
                  <a:lnTo>
                    <a:pt x="636495" y="1525267"/>
                  </a:lnTo>
                  <a:lnTo>
                    <a:pt x="648736" y="1514836"/>
                  </a:lnTo>
                  <a:lnTo>
                    <a:pt x="660976" y="1503944"/>
                  </a:lnTo>
                  <a:lnTo>
                    <a:pt x="673216" y="1493154"/>
                  </a:lnTo>
                  <a:lnTo>
                    <a:pt x="685457" y="1480760"/>
                  </a:lnTo>
                  <a:lnTo>
                    <a:pt x="697697" y="1467926"/>
                  </a:lnTo>
                  <a:lnTo>
                    <a:pt x="709937" y="1455723"/>
                  </a:lnTo>
                  <a:lnTo>
                    <a:pt x="722177" y="1443293"/>
                  </a:lnTo>
                  <a:lnTo>
                    <a:pt x="734418" y="1430484"/>
                  </a:lnTo>
                  <a:lnTo>
                    <a:pt x="746658" y="1417546"/>
                  </a:lnTo>
                  <a:lnTo>
                    <a:pt x="758898" y="1404482"/>
                  </a:lnTo>
                  <a:lnTo>
                    <a:pt x="771139" y="1391298"/>
                  </a:lnTo>
                  <a:lnTo>
                    <a:pt x="783379" y="1377996"/>
                  </a:lnTo>
                  <a:lnTo>
                    <a:pt x="795619" y="1365069"/>
                  </a:lnTo>
                  <a:lnTo>
                    <a:pt x="807860" y="1352569"/>
                  </a:lnTo>
                  <a:lnTo>
                    <a:pt x="820100" y="1339399"/>
                  </a:lnTo>
                  <a:lnTo>
                    <a:pt x="832340" y="1325828"/>
                  </a:lnTo>
                  <a:lnTo>
                    <a:pt x="844581" y="1312145"/>
                  </a:lnTo>
                  <a:lnTo>
                    <a:pt x="856821" y="1298351"/>
                  </a:lnTo>
                  <a:lnTo>
                    <a:pt x="869061" y="1284453"/>
                  </a:lnTo>
                  <a:lnTo>
                    <a:pt x="881301" y="1270453"/>
                  </a:lnTo>
                  <a:lnTo>
                    <a:pt x="893542" y="1256752"/>
                  </a:lnTo>
                  <a:lnTo>
                    <a:pt x="905782" y="1243223"/>
                  </a:lnTo>
                  <a:lnTo>
                    <a:pt x="918022" y="1229578"/>
                  </a:lnTo>
                  <a:lnTo>
                    <a:pt x="930263" y="1215816"/>
                  </a:lnTo>
                  <a:lnTo>
                    <a:pt x="942503" y="1201932"/>
                  </a:lnTo>
                  <a:lnTo>
                    <a:pt x="954743" y="1187927"/>
                  </a:lnTo>
                  <a:lnTo>
                    <a:pt x="966984" y="1173811"/>
                  </a:lnTo>
                  <a:lnTo>
                    <a:pt x="979224" y="1158601"/>
                  </a:lnTo>
                  <a:lnTo>
                    <a:pt x="991464" y="1143433"/>
                  </a:lnTo>
                  <a:lnTo>
                    <a:pt x="1003704" y="1130011"/>
                  </a:lnTo>
                  <a:lnTo>
                    <a:pt x="1015945" y="1114098"/>
                  </a:lnTo>
                  <a:lnTo>
                    <a:pt x="1028185" y="1097230"/>
                  </a:lnTo>
                  <a:lnTo>
                    <a:pt x="1040425" y="1080892"/>
                  </a:lnTo>
                  <a:lnTo>
                    <a:pt x="1052666" y="1065804"/>
                  </a:lnTo>
                  <a:lnTo>
                    <a:pt x="1064906" y="1050652"/>
                  </a:lnTo>
                  <a:lnTo>
                    <a:pt x="1077146" y="1035435"/>
                  </a:lnTo>
                  <a:lnTo>
                    <a:pt x="1089387" y="1019505"/>
                  </a:lnTo>
                  <a:lnTo>
                    <a:pt x="1101627" y="1003616"/>
                  </a:lnTo>
                  <a:lnTo>
                    <a:pt x="1113867" y="987838"/>
                  </a:lnTo>
                  <a:lnTo>
                    <a:pt x="1126108" y="972999"/>
                  </a:lnTo>
                  <a:lnTo>
                    <a:pt x="1138348" y="958095"/>
                  </a:lnTo>
                  <a:lnTo>
                    <a:pt x="1150588" y="942861"/>
                  </a:lnTo>
                  <a:lnTo>
                    <a:pt x="1162828" y="927231"/>
                  </a:lnTo>
                  <a:lnTo>
                    <a:pt x="1175069" y="911547"/>
                  </a:lnTo>
                  <a:lnTo>
                    <a:pt x="1187309" y="895811"/>
                  </a:lnTo>
                  <a:lnTo>
                    <a:pt x="1199549" y="880023"/>
                  </a:lnTo>
                  <a:lnTo>
                    <a:pt x="1211790" y="864185"/>
                  </a:lnTo>
                  <a:lnTo>
                    <a:pt x="1224030" y="848109"/>
                  </a:lnTo>
                  <a:lnTo>
                    <a:pt x="1236270" y="832364"/>
                  </a:lnTo>
                  <a:lnTo>
                    <a:pt x="1248511" y="816383"/>
                  </a:lnTo>
                  <a:lnTo>
                    <a:pt x="1260751" y="800858"/>
                  </a:lnTo>
                  <a:lnTo>
                    <a:pt x="1272991" y="785706"/>
                  </a:lnTo>
                  <a:lnTo>
                    <a:pt x="1285231" y="769801"/>
                  </a:lnTo>
                  <a:lnTo>
                    <a:pt x="1297472" y="754913"/>
                  </a:lnTo>
                  <a:lnTo>
                    <a:pt x="1309712" y="740631"/>
                  </a:lnTo>
                  <a:lnTo>
                    <a:pt x="1321952" y="724627"/>
                  </a:lnTo>
                  <a:lnTo>
                    <a:pt x="1334193" y="708503"/>
                  </a:lnTo>
                  <a:lnTo>
                    <a:pt x="1346433" y="694583"/>
                  </a:lnTo>
                  <a:lnTo>
                    <a:pt x="1358673" y="682594"/>
                  </a:lnTo>
                  <a:lnTo>
                    <a:pt x="1370914" y="670916"/>
                  </a:lnTo>
                  <a:lnTo>
                    <a:pt x="1383154" y="656235"/>
                  </a:lnTo>
                  <a:lnTo>
                    <a:pt x="1395394" y="642207"/>
                  </a:lnTo>
                  <a:lnTo>
                    <a:pt x="1407635" y="630808"/>
                  </a:lnTo>
                  <a:lnTo>
                    <a:pt x="1419875" y="614498"/>
                  </a:lnTo>
                  <a:lnTo>
                    <a:pt x="1432115" y="597981"/>
                  </a:lnTo>
                  <a:lnTo>
                    <a:pt x="1444355" y="581663"/>
                  </a:lnTo>
                  <a:lnTo>
                    <a:pt x="1456596" y="565565"/>
                  </a:lnTo>
                  <a:lnTo>
                    <a:pt x="1468836" y="549708"/>
                  </a:lnTo>
                  <a:lnTo>
                    <a:pt x="1481076" y="534111"/>
                  </a:lnTo>
                  <a:lnTo>
                    <a:pt x="1493317" y="518795"/>
                  </a:lnTo>
                  <a:lnTo>
                    <a:pt x="1505557" y="504275"/>
                  </a:lnTo>
                  <a:lnTo>
                    <a:pt x="1517797" y="492433"/>
                  </a:lnTo>
                  <a:lnTo>
                    <a:pt x="1530038" y="480850"/>
                  </a:lnTo>
                  <a:lnTo>
                    <a:pt x="1542278" y="469534"/>
                  </a:lnTo>
                  <a:lnTo>
                    <a:pt x="1554518" y="458495"/>
                  </a:lnTo>
                  <a:lnTo>
                    <a:pt x="1566759" y="447741"/>
                  </a:lnTo>
                  <a:lnTo>
                    <a:pt x="1578999" y="437279"/>
                  </a:lnTo>
                  <a:lnTo>
                    <a:pt x="1591239" y="427071"/>
                  </a:lnTo>
                  <a:lnTo>
                    <a:pt x="1603479" y="415415"/>
                  </a:lnTo>
                  <a:lnTo>
                    <a:pt x="1615720" y="404072"/>
                  </a:lnTo>
                  <a:lnTo>
                    <a:pt x="1627960" y="393028"/>
                  </a:lnTo>
                  <a:lnTo>
                    <a:pt x="1640200" y="382269"/>
                  </a:lnTo>
                  <a:lnTo>
                    <a:pt x="1652441" y="371779"/>
                  </a:lnTo>
                  <a:lnTo>
                    <a:pt x="1664681" y="361544"/>
                  </a:lnTo>
                  <a:lnTo>
                    <a:pt x="1676921" y="351549"/>
                  </a:lnTo>
                  <a:lnTo>
                    <a:pt x="1689162" y="341779"/>
                  </a:lnTo>
                  <a:lnTo>
                    <a:pt x="1701402" y="332221"/>
                  </a:lnTo>
                  <a:lnTo>
                    <a:pt x="1713642" y="322858"/>
                  </a:lnTo>
                  <a:lnTo>
                    <a:pt x="1725882" y="320888"/>
                  </a:lnTo>
                  <a:lnTo>
                    <a:pt x="1738123" y="317776"/>
                  </a:lnTo>
                  <a:lnTo>
                    <a:pt x="1750363" y="306934"/>
                  </a:lnTo>
                  <a:lnTo>
                    <a:pt x="1762603" y="296354"/>
                  </a:lnTo>
                  <a:lnTo>
                    <a:pt x="1774844" y="286038"/>
                  </a:lnTo>
                  <a:lnTo>
                    <a:pt x="1787084" y="275753"/>
                  </a:lnTo>
                  <a:lnTo>
                    <a:pt x="1799324" y="263702"/>
                  </a:lnTo>
                  <a:lnTo>
                    <a:pt x="1811565" y="253246"/>
                  </a:lnTo>
                  <a:lnTo>
                    <a:pt x="1823805" y="244986"/>
                  </a:lnTo>
                  <a:lnTo>
                    <a:pt x="1836045" y="236774"/>
                  </a:lnTo>
                  <a:lnTo>
                    <a:pt x="1848286" y="228597"/>
                  </a:lnTo>
                  <a:lnTo>
                    <a:pt x="1860526" y="220440"/>
                  </a:lnTo>
                  <a:lnTo>
                    <a:pt x="1872766" y="213191"/>
                  </a:lnTo>
                  <a:lnTo>
                    <a:pt x="1885006" y="205317"/>
                  </a:lnTo>
                  <a:lnTo>
                    <a:pt x="1897247" y="197715"/>
                  </a:lnTo>
                  <a:lnTo>
                    <a:pt x="1909487" y="190376"/>
                  </a:lnTo>
                  <a:lnTo>
                    <a:pt x="1921727" y="183291"/>
                  </a:lnTo>
                  <a:lnTo>
                    <a:pt x="1933968" y="176449"/>
                  </a:lnTo>
                  <a:lnTo>
                    <a:pt x="1946208" y="168735"/>
                  </a:lnTo>
                  <a:lnTo>
                    <a:pt x="1958448" y="155088"/>
                  </a:lnTo>
                  <a:lnTo>
                    <a:pt x="1970689" y="147211"/>
                  </a:lnTo>
                  <a:lnTo>
                    <a:pt x="1982929" y="145981"/>
                  </a:lnTo>
                  <a:lnTo>
                    <a:pt x="1995169" y="145111"/>
                  </a:lnTo>
                  <a:lnTo>
                    <a:pt x="2007409" y="138487"/>
                  </a:lnTo>
                  <a:lnTo>
                    <a:pt x="2019650" y="127724"/>
                  </a:lnTo>
                  <a:lnTo>
                    <a:pt x="2031890" y="116998"/>
                  </a:lnTo>
                  <a:lnTo>
                    <a:pt x="2044130" y="106306"/>
                  </a:lnTo>
                  <a:lnTo>
                    <a:pt x="2056371" y="95647"/>
                  </a:lnTo>
                  <a:lnTo>
                    <a:pt x="2068611" y="87595"/>
                  </a:lnTo>
                  <a:lnTo>
                    <a:pt x="2080851" y="82660"/>
                  </a:lnTo>
                  <a:lnTo>
                    <a:pt x="2093092" y="77303"/>
                  </a:lnTo>
                  <a:lnTo>
                    <a:pt x="2105332" y="73742"/>
                  </a:lnTo>
                  <a:lnTo>
                    <a:pt x="2117572" y="64808"/>
                  </a:lnTo>
                  <a:lnTo>
                    <a:pt x="2129813" y="53991"/>
                  </a:lnTo>
                  <a:lnTo>
                    <a:pt x="2142053" y="43183"/>
                  </a:lnTo>
                  <a:lnTo>
                    <a:pt x="2154293" y="32382"/>
                  </a:lnTo>
                  <a:lnTo>
                    <a:pt x="2166533" y="21586"/>
                  </a:lnTo>
                  <a:lnTo>
                    <a:pt x="2178774" y="10793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972401" y="1321074"/>
              <a:ext cx="2191014" cy="1732650"/>
            </a:xfrm>
            <a:custGeom>
              <a:avLst/>
              <a:gdLst/>
              <a:ahLst/>
              <a:cxnLst/>
              <a:rect l="0" t="0" r="0" b="0"/>
              <a:pathLst>
                <a:path w="2191014" h="1732650">
                  <a:moveTo>
                    <a:pt x="2191014" y="109786"/>
                  </a:moveTo>
                  <a:lnTo>
                    <a:pt x="2178774" y="98343"/>
                  </a:lnTo>
                  <a:lnTo>
                    <a:pt x="2166533" y="88511"/>
                  </a:lnTo>
                  <a:lnTo>
                    <a:pt x="2154293" y="78773"/>
                  </a:lnTo>
                  <a:lnTo>
                    <a:pt x="2142053" y="69148"/>
                  </a:lnTo>
                  <a:lnTo>
                    <a:pt x="2129813" y="60333"/>
                  </a:lnTo>
                  <a:lnTo>
                    <a:pt x="2117572" y="55043"/>
                  </a:lnTo>
                  <a:lnTo>
                    <a:pt x="2105332" y="51520"/>
                  </a:lnTo>
                  <a:lnTo>
                    <a:pt x="2093092" y="49140"/>
                  </a:lnTo>
                  <a:lnTo>
                    <a:pt x="2080851" y="47480"/>
                  </a:lnTo>
                  <a:lnTo>
                    <a:pt x="2068611" y="44439"/>
                  </a:lnTo>
                  <a:lnTo>
                    <a:pt x="2056371" y="31054"/>
                  </a:lnTo>
                  <a:lnTo>
                    <a:pt x="2044130" y="26845"/>
                  </a:lnTo>
                  <a:lnTo>
                    <a:pt x="2031890" y="22865"/>
                  </a:lnTo>
                  <a:lnTo>
                    <a:pt x="2019650" y="19127"/>
                  </a:lnTo>
                  <a:lnTo>
                    <a:pt x="2007409" y="13742"/>
                  </a:lnTo>
                  <a:lnTo>
                    <a:pt x="1995169" y="5559"/>
                  </a:lnTo>
                  <a:lnTo>
                    <a:pt x="1982929" y="4455"/>
                  </a:lnTo>
                  <a:lnTo>
                    <a:pt x="1970689" y="6876"/>
                  </a:lnTo>
                  <a:lnTo>
                    <a:pt x="1958448" y="4559"/>
                  </a:lnTo>
                  <a:lnTo>
                    <a:pt x="1946208" y="2566"/>
                  </a:lnTo>
                  <a:lnTo>
                    <a:pt x="1933968" y="914"/>
                  </a:lnTo>
                  <a:lnTo>
                    <a:pt x="1921727" y="3443"/>
                  </a:lnTo>
                  <a:lnTo>
                    <a:pt x="1909487" y="0"/>
                  </a:lnTo>
                  <a:lnTo>
                    <a:pt x="1897247" y="2338"/>
                  </a:lnTo>
                  <a:lnTo>
                    <a:pt x="1885006" y="5441"/>
                  </a:lnTo>
                  <a:lnTo>
                    <a:pt x="1872766" y="10033"/>
                  </a:lnTo>
                  <a:lnTo>
                    <a:pt x="1860526" y="14525"/>
                  </a:lnTo>
                  <a:lnTo>
                    <a:pt x="1848286" y="18930"/>
                  </a:lnTo>
                  <a:lnTo>
                    <a:pt x="1836045" y="26263"/>
                  </a:lnTo>
                  <a:lnTo>
                    <a:pt x="1823805" y="27533"/>
                  </a:lnTo>
                  <a:lnTo>
                    <a:pt x="1811565" y="31760"/>
                  </a:lnTo>
                  <a:lnTo>
                    <a:pt x="1799324" y="35955"/>
                  </a:lnTo>
                  <a:lnTo>
                    <a:pt x="1787084" y="42614"/>
                  </a:lnTo>
                  <a:lnTo>
                    <a:pt x="1774844" y="49070"/>
                  </a:lnTo>
                  <a:lnTo>
                    <a:pt x="1762603" y="48498"/>
                  </a:lnTo>
                  <a:lnTo>
                    <a:pt x="1750363" y="52710"/>
                  </a:lnTo>
                  <a:lnTo>
                    <a:pt x="1738123" y="56963"/>
                  </a:lnTo>
                  <a:lnTo>
                    <a:pt x="1725882" y="61268"/>
                  </a:lnTo>
                  <a:lnTo>
                    <a:pt x="1713642" y="65641"/>
                  </a:lnTo>
                  <a:lnTo>
                    <a:pt x="1701402" y="70096"/>
                  </a:lnTo>
                  <a:lnTo>
                    <a:pt x="1689162" y="76486"/>
                  </a:lnTo>
                  <a:lnTo>
                    <a:pt x="1676921" y="83187"/>
                  </a:lnTo>
                  <a:lnTo>
                    <a:pt x="1664681" y="89577"/>
                  </a:lnTo>
                  <a:lnTo>
                    <a:pt x="1652441" y="97252"/>
                  </a:lnTo>
                  <a:lnTo>
                    <a:pt x="1640200" y="105051"/>
                  </a:lnTo>
                  <a:lnTo>
                    <a:pt x="1627960" y="112975"/>
                  </a:lnTo>
                  <a:lnTo>
                    <a:pt x="1615720" y="119796"/>
                  </a:lnTo>
                  <a:lnTo>
                    <a:pt x="1603479" y="129191"/>
                  </a:lnTo>
                  <a:lnTo>
                    <a:pt x="1591239" y="137482"/>
                  </a:lnTo>
                  <a:lnTo>
                    <a:pt x="1578999" y="145894"/>
                  </a:lnTo>
                  <a:lnTo>
                    <a:pt x="1566759" y="154427"/>
                  </a:lnTo>
                  <a:lnTo>
                    <a:pt x="1554518" y="163952"/>
                  </a:lnTo>
                  <a:lnTo>
                    <a:pt x="1542278" y="173987"/>
                  </a:lnTo>
                  <a:lnTo>
                    <a:pt x="1530038" y="184111"/>
                  </a:lnTo>
                  <a:lnTo>
                    <a:pt x="1517797" y="194326"/>
                  </a:lnTo>
                  <a:lnTo>
                    <a:pt x="1505557" y="204635"/>
                  </a:lnTo>
                  <a:lnTo>
                    <a:pt x="1493317" y="215040"/>
                  </a:lnTo>
                  <a:lnTo>
                    <a:pt x="1481076" y="225543"/>
                  </a:lnTo>
                  <a:lnTo>
                    <a:pt x="1468836" y="236146"/>
                  </a:lnTo>
                  <a:lnTo>
                    <a:pt x="1456596" y="246287"/>
                  </a:lnTo>
                  <a:lnTo>
                    <a:pt x="1444355" y="256492"/>
                  </a:lnTo>
                  <a:lnTo>
                    <a:pt x="1432115" y="266844"/>
                  </a:lnTo>
                  <a:lnTo>
                    <a:pt x="1419875" y="277348"/>
                  </a:lnTo>
                  <a:lnTo>
                    <a:pt x="1407635" y="288005"/>
                  </a:lnTo>
                  <a:lnTo>
                    <a:pt x="1395394" y="298818"/>
                  </a:lnTo>
                  <a:lnTo>
                    <a:pt x="1383154" y="312955"/>
                  </a:lnTo>
                  <a:lnTo>
                    <a:pt x="1370914" y="324822"/>
                  </a:lnTo>
                  <a:lnTo>
                    <a:pt x="1358673" y="337799"/>
                  </a:lnTo>
                  <a:lnTo>
                    <a:pt x="1346433" y="351718"/>
                  </a:lnTo>
                  <a:lnTo>
                    <a:pt x="1334193" y="365584"/>
                  </a:lnTo>
                  <a:lnTo>
                    <a:pt x="1321952" y="379384"/>
                  </a:lnTo>
                  <a:lnTo>
                    <a:pt x="1309712" y="393103"/>
                  </a:lnTo>
                  <a:lnTo>
                    <a:pt x="1297472" y="407889"/>
                  </a:lnTo>
                  <a:lnTo>
                    <a:pt x="1285231" y="422821"/>
                  </a:lnTo>
                  <a:lnTo>
                    <a:pt x="1272991" y="434070"/>
                  </a:lnTo>
                  <a:lnTo>
                    <a:pt x="1260751" y="446884"/>
                  </a:lnTo>
                  <a:lnTo>
                    <a:pt x="1248511" y="460432"/>
                  </a:lnTo>
                  <a:lnTo>
                    <a:pt x="1236270" y="476298"/>
                  </a:lnTo>
                  <a:lnTo>
                    <a:pt x="1224030" y="492119"/>
                  </a:lnTo>
                  <a:lnTo>
                    <a:pt x="1211790" y="505701"/>
                  </a:lnTo>
                  <a:lnTo>
                    <a:pt x="1199549" y="518400"/>
                  </a:lnTo>
                  <a:lnTo>
                    <a:pt x="1187309" y="533651"/>
                  </a:lnTo>
                  <a:lnTo>
                    <a:pt x="1175069" y="550545"/>
                  </a:lnTo>
                  <a:lnTo>
                    <a:pt x="1162828" y="564879"/>
                  </a:lnTo>
                  <a:lnTo>
                    <a:pt x="1150588" y="578346"/>
                  </a:lnTo>
                  <a:lnTo>
                    <a:pt x="1138348" y="594020"/>
                  </a:lnTo>
                  <a:lnTo>
                    <a:pt x="1126108" y="608073"/>
                  </a:lnTo>
                  <a:lnTo>
                    <a:pt x="1113867" y="621033"/>
                  </a:lnTo>
                  <a:lnTo>
                    <a:pt x="1101627" y="633925"/>
                  </a:lnTo>
                  <a:lnTo>
                    <a:pt x="1089387" y="646754"/>
                  </a:lnTo>
                  <a:lnTo>
                    <a:pt x="1077146" y="660376"/>
                  </a:lnTo>
                  <a:lnTo>
                    <a:pt x="1064906" y="674811"/>
                  </a:lnTo>
                  <a:lnTo>
                    <a:pt x="1052666" y="689219"/>
                  </a:lnTo>
                  <a:lnTo>
                    <a:pt x="1040425" y="703598"/>
                  </a:lnTo>
                  <a:lnTo>
                    <a:pt x="1028185" y="717948"/>
                  </a:lnTo>
                  <a:lnTo>
                    <a:pt x="1015945" y="732267"/>
                  </a:lnTo>
                  <a:lnTo>
                    <a:pt x="1003704" y="746556"/>
                  </a:lnTo>
                  <a:lnTo>
                    <a:pt x="991464" y="760989"/>
                  </a:lnTo>
                  <a:lnTo>
                    <a:pt x="979224" y="776351"/>
                  </a:lnTo>
                  <a:lnTo>
                    <a:pt x="966984" y="791207"/>
                  </a:lnTo>
                  <a:lnTo>
                    <a:pt x="954743" y="806096"/>
                  </a:lnTo>
                  <a:lnTo>
                    <a:pt x="942503" y="820431"/>
                  </a:lnTo>
                  <a:lnTo>
                    <a:pt x="930263" y="834378"/>
                  </a:lnTo>
                  <a:lnTo>
                    <a:pt x="918022" y="848596"/>
                  </a:lnTo>
                  <a:lnTo>
                    <a:pt x="905782" y="862894"/>
                  </a:lnTo>
                  <a:lnTo>
                    <a:pt x="893542" y="876940"/>
                  </a:lnTo>
                  <a:lnTo>
                    <a:pt x="881301" y="890750"/>
                  </a:lnTo>
                  <a:lnTo>
                    <a:pt x="869061" y="904338"/>
                  </a:lnTo>
                  <a:lnTo>
                    <a:pt x="856821" y="917719"/>
                  </a:lnTo>
                  <a:lnTo>
                    <a:pt x="844581" y="931207"/>
                  </a:lnTo>
                  <a:lnTo>
                    <a:pt x="832340" y="945166"/>
                  </a:lnTo>
                  <a:lnTo>
                    <a:pt x="820100" y="959028"/>
                  </a:lnTo>
                  <a:lnTo>
                    <a:pt x="807860" y="972542"/>
                  </a:lnTo>
                  <a:lnTo>
                    <a:pt x="795619" y="983184"/>
                  </a:lnTo>
                  <a:lnTo>
                    <a:pt x="783379" y="996397"/>
                  </a:lnTo>
                  <a:lnTo>
                    <a:pt x="771139" y="1009464"/>
                  </a:lnTo>
                  <a:lnTo>
                    <a:pt x="758898" y="1022346"/>
                  </a:lnTo>
                  <a:lnTo>
                    <a:pt x="746658" y="1034455"/>
                  </a:lnTo>
                  <a:lnTo>
                    <a:pt x="734418" y="1046212"/>
                  </a:lnTo>
                  <a:lnTo>
                    <a:pt x="722177" y="1058562"/>
                  </a:lnTo>
                  <a:lnTo>
                    <a:pt x="709937" y="1070742"/>
                  </a:lnTo>
                  <a:lnTo>
                    <a:pt x="697697" y="1082743"/>
                  </a:lnTo>
                  <a:lnTo>
                    <a:pt x="685457" y="1094558"/>
                  </a:lnTo>
                  <a:lnTo>
                    <a:pt x="673216" y="1106180"/>
                  </a:lnTo>
                  <a:lnTo>
                    <a:pt x="660976" y="1117190"/>
                  </a:lnTo>
                  <a:lnTo>
                    <a:pt x="648736" y="1127872"/>
                  </a:lnTo>
                  <a:lnTo>
                    <a:pt x="636495" y="1139806"/>
                  </a:lnTo>
                  <a:lnTo>
                    <a:pt x="624255" y="1150576"/>
                  </a:lnTo>
                  <a:lnTo>
                    <a:pt x="612015" y="1161926"/>
                  </a:lnTo>
                  <a:lnTo>
                    <a:pt x="599774" y="1173992"/>
                  </a:lnTo>
                  <a:lnTo>
                    <a:pt x="587534" y="1186014"/>
                  </a:lnTo>
                  <a:lnTo>
                    <a:pt x="575294" y="1197983"/>
                  </a:lnTo>
                  <a:lnTo>
                    <a:pt x="563054" y="1209891"/>
                  </a:lnTo>
                  <a:lnTo>
                    <a:pt x="550813" y="1222077"/>
                  </a:lnTo>
                  <a:lnTo>
                    <a:pt x="538573" y="1233918"/>
                  </a:lnTo>
                  <a:lnTo>
                    <a:pt x="526333" y="1245698"/>
                  </a:lnTo>
                  <a:lnTo>
                    <a:pt x="514092" y="1257408"/>
                  </a:lnTo>
                  <a:lnTo>
                    <a:pt x="501852" y="1269039"/>
                  </a:lnTo>
                  <a:lnTo>
                    <a:pt x="489612" y="1280584"/>
                  </a:lnTo>
                  <a:lnTo>
                    <a:pt x="477371" y="1292036"/>
                  </a:lnTo>
                  <a:lnTo>
                    <a:pt x="465131" y="1303384"/>
                  </a:lnTo>
                  <a:lnTo>
                    <a:pt x="452891" y="1314623"/>
                  </a:lnTo>
                  <a:lnTo>
                    <a:pt x="440650" y="1325743"/>
                  </a:lnTo>
                  <a:lnTo>
                    <a:pt x="428410" y="1336736"/>
                  </a:lnTo>
                  <a:lnTo>
                    <a:pt x="416170" y="1347594"/>
                  </a:lnTo>
                  <a:lnTo>
                    <a:pt x="403930" y="1358310"/>
                  </a:lnTo>
                  <a:lnTo>
                    <a:pt x="391689" y="1368874"/>
                  </a:lnTo>
                  <a:lnTo>
                    <a:pt x="379449" y="1380263"/>
                  </a:lnTo>
                  <a:lnTo>
                    <a:pt x="367209" y="1392077"/>
                  </a:lnTo>
                  <a:lnTo>
                    <a:pt x="354968" y="1401008"/>
                  </a:lnTo>
                  <a:lnTo>
                    <a:pt x="342728" y="1411071"/>
                  </a:lnTo>
                  <a:lnTo>
                    <a:pt x="330488" y="1423626"/>
                  </a:lnTo>
                  <a:lnTo>
                    <a:pt x="318247" y="1436225"/>
                  </a:lnTo>
                  <a:lnTo>
                    <a:pt x="306007" y="1446248"/>
                  </a:lnTo>
                  <a:lnTo>
                    <a:pt x="293767" y="1456696"/>
                  </a:lnTo>
                  <a:lnTo>
                    <a:pt x="281527" y="1468639"/>
                  </a:lnTo>
                  <a:lnTo>
                    <a:pt x="269286" y="1480493"/>
                  </a:lnTo>
                  <a:lnTo>
                    <a:pt x="257046" y="1491558"/>
                  </a:lnTo>
                  <a:lnTo>
                    <a:pt x="244806" y="1499108"/>
                  </a:lnTo>
                  <a:lnTo>
                    <a:pt x="232565" y="1506368"/>
                  </a:lnTo>
                  <a:lnTo>
                    <a:pt x="220325" y="1513326"/>
                  </a:lnTo>
                  <a:lnTo>
                    <a:pt x="208085" y="1519975"/>
                  </a:lnTo>
                  <a:lnTo>
                    <a:pt x="195844" y="1529368"/>
                  </a:lnTo>
                  <a:lnTo>
                    <a:pt x="183604" y="1541750"/>
                  </a:lnTo>
                  <a:lnTo>
                    <a:pt x="171364" y="1554158"/>
                  </a:lnTo>
                  <a:lnTo>
                    <a:pt x="159123" y="1566927"/>
                  </a:lnTo>
                  <a:lnTo>
                    <a:pt x="146883" y="1581222"/>
                  </a:lnTo>
                  <a:lnTo>
                    <a:pt x="134643" y="1598126"/>
                  </a:lnTo>
                  <a:lnTo>
                    <a:pt x="122403" y="1613017"/>
                  </a:lnTo>
                  <a:lnTo>
                    <a:pt x="110162" y="1624155"/>
                  </a:lnTo>
                  <a:lnTo>
                    <a:pt x="97922" y="1638429"/>
                  </a:lnTo>
                  <a:lnTo>
                    <a:pt x="85682" y="1652657"/>
                  </a:lnTo>
                  <a:lnTo>
                    <a:pt x="73441" y="1663370"/>
                  </a:lnTo>
                  <a:lnTo>
                    <a:pt x="61201" y="1670977"/>
                  </a:lnTo>
                  <a:lnTo>
                    <a:pt x="48961" y="1681170"/>
                  </a:lnTo>
                  <a:lnTo>
                    <a:pt x="36720" y="1693113"/>
                  </a:lnTo>
                  <a:lnTo>
                    <a:pt x="24480" y="1706472"/>
                  </a:lnTo>
                  <a:lnTo>
                    <a:pt x="12240" y="1719514"/>
                  </a:lnTo>
                  <a:lnTo>
                    <a:pt x="0" y="173265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972401" y="1096003"/>
              <a:ext cx="2191014" cy="1819447"/>
            </a:xfrm>
            <a:custGeom>
              <a:avLst/>
              <a:gdLst/>
              <a:ahLst/>
              <a:cxnLst/>
              <a:rect l="0" t="0" r="0" b="0"/>
              <a:pathLst>
                <a:path w="2191014" h="1819447">
                  <a:moveTo>
                    <a:pt x="0" y="1819447"/>
                  </a:moveTo>
                  <a:lnTo>
                    <a:pt x="12240" y="1811863"/>
                  </a:lnTo>
                  <a:lnTo>
                    <a:pt x="24480" y="1804101"/>
                  </a:lnTo>
                  <a:lnTo>
                    <a:pt x="36720" y="1796166"/>
                  </a:lnTo>
                  <a:lnTo>
                    <a:pt x="48961" y="1788065"/>
                  </a:lnTo>
                  <a:lnTo>
                    <a:pt x="61201" y="1779806"/>
                  </a:lnTo>
                  <a:lnTo>
                    <a:pt x="73441" y="1771395"/>
                  </a:lnTo>
                  <a:lnTo>
                    <a:pt x="85682" y="1762839"/>
                  </a:lnTo>
                  <a:lnTo>
                    <a:pt x="97922" y="1754143"/>
                  </a:lnTo>
                  <a:lnTo>
                    <a:pt x="110162" y="1745316"/>
                  </a:lnTo>
                  <a:lnTo>
                    <a:pt x="122403" y="1736364"/>
                  </a:lnTo>
                  <a:lnTo>
                    <a:pt x="134643" y="1727293"/>
                  </a:lnTo>
                  <a:lnTo>
                    <a:pt x="146883" y="1718111"/>
                  </a:lnTo>
                  <a:lnTo>
                    <a:pt x="159123" y="1708823"/>
                  </a:lnTo>
                  <a:lnTo>
                    <a:pt x="171364" y="1699437"/>
                  </a:lnTo>
                  <a:lnTo>
                    <a:pt x="183604" y="1689959"/>
                  </a:lnTo>
                  <a:lnTo>
                    <a:pt x="195844" y="1680396"/>
                  </a:lnTo>
                  <a:lnTo>
                    <a:pt x="208085" y="1670755"/>
                  </a:lnTo>
                  <a:lnTo>
                    <a:pt x="220325" y="1661042"/>
                  </a:lnTo>
                  <a:lnTo>
                    <a:pt x="232565" y="1651264"/>
                  </a:lnTo>
                  <a:lnTo>
                    <a:pt x="244806" y="1641428"/>
                  </a:lnTo>
                  <a:lnTo>
                    <a:pt x="257046" y="1631541"/>
                  </a:lnTo>
                  <a:lnTo>
                    <a:pt x="269286" y="1621609"/>
                  </a:lnTo>
                  <a:lnTo>
                    <a:pt x="281527" y="1611638"/>
                  </a:lnTo>
                  <a:lnTo>
                    <a:pt x="293767" y="1601637"/>
                  </a:lnTo>
                  <a:lnTo>
                    <a:pt x="306007" y="1591610"/>
                  </a:lnTo>
                  <a:lnTo>
                    <a:pt x="318247" y="1581566"/>
                  </a:lnTo>
                  <a:lnTo>
                    <a:pt x="330488" y="1571506"/>
                  </a:lnTo>
                  <a:lnTo>
                    <a:pt x="342728" y="1561427"/>
                  </a:lnTo>
                  <a:lnTo>
                    <a:pt x="354968" y="1551327"/>
                  </a:lnTo>
                  <a:lnTo>
                    <a:pt x="367209" y="1541202"/>
                  </a:lnTo>
                  <a:lnTo>
                    <a:pt x="379449" y="1531051"/>
                  </a:lnTo>
                  <a:lnTo>
                    <a:pt x="391689" y="1520870"/>
                  </a:lnTo>
                  <a:lnTo>
                    <a:pt x="403930" y="1510656"/>
                  </a:lnTo>
                  <a:lnTo>
                    <a:pt x="416170" y="1500407"/>
                  </a:lnTo>
                  <a:lnTo>
                    <a:pt x="428410" y="1490119"/>
                  </a:lnTo>
                  <a:lnTo>
                    <a:pt x="440650" y="1479790"/>
                  </a:lnTo>
                  <a:lnTo>
                    <a:pt x="452891" y="1469418"/>
                  </a:lnTo>
                  <a:lnTo>
                    <a:pt x="465131" y="1458998"/>
                  </a:lnTo>
                  <a:lnTo>
                    <a:pt x="477371" y="1448528"/>
                  </a:lnTo>
                  <a:lnTo>
                    <a:pt x="489612" y="1438006"/>
                  </a:lnTo>
                  <a:lnTo>
                    <a:pt x="501852" y="1427428"/>
                  </a:lnTo>
                  <a:lnTo>
                    <a:pt x="514092" y="1416792"/>
                  </a:lnTo>
                  <a:lnTo>
                    <a:pt x="526333" y="1406095"/>
                  </a:lnTo>
                  <a:lnTo>
                    <a:pt x="538573" y="1395334"/>
                  </a:lnTo>
                  <a:lnTo>
                    <a:pt x="550813" y="1384506"/>
                  </a:lnTo>
                  <a:lnTo>
                    <a:pt x="563054" y="1373608"/>
                  </a:lnTo>
                  <a:lnTo>
                    <a:pt x="575294" y="1362638"/>
                  </a:lnTo>
                  <a:lnTo>
                    <a:pt x="587534" y="1351592"/>
                  </a:lnTo>
                  <a:lnTo>
                    <a:pt x="599774" y="1340468"/>
                  </a:lnTo>
                  <a:lnTo>
                    <a:pt x="612015" y="1329263"/>
                  </a:lnTo>
                  <a:lnTo>
                    <a:pt x="624255" y="1317974"/>
                  </a:lnTo>
                  <a:lnTo>
                    <a:pt x="636495" y="1306599"/>
                  </a:lnTo>
                  <a:lnTo>
                    <a:pt x="648736" y="1295135"/>
                  </a:lnTo>
                  <a:lnTo>
                    <a:pt x="660976" y="1283580"/>
                  </a:lnTo>
                  <a:lnTo>
                    <a:pt x="673216" y="1271933"/>
                  </a:lnTo>
                  <a:lnTo>
                    <a:pt x="685457" y="1260191"/>
                  </a:lnTo>
                  <a:lnTo>
                    <a:pt x="697697" y="1248352"/>
                  </a:lnTo>
                  <a:lnTo>
                    <a:pt x="709937" y="1236416"/>
                  </a:lnTo>
                  <a:lnTo>
                    <a:pt x="722177" y="1224378"/>
                  </a:lnTo>
                  <a:lnTo>
                    <a:pt x="734418" y="1212239"/>
                  </a:lnTo>
                  <a:lnTo>
                    <a:pt x="746658" y="1199995"/>
                  </a:lnTo>
                  <a:lnTo>
                    <a:pt x="758898" y="1187645"/>
                  </a:lnTo>
                  <a:lnTo>
                    <a:pt x="771139" y="1175187"/>
                  </a:lnTo>
                  <a:lnTo>
                    <a:pt x="783379" y="1162619"/>
                  </a:lnTo>
                  <a:lnTo>
                    <a:pt x="795619" y="1149939"/>
                  </a:lnTo>
                  <a:lnTo>
                    <a:pt x="807860" y="1137145"/>
                  </a:lnTo>
                  <a:lnTo>
                    <a:pt x="820100" y="1124235"/>
                  </a:lnTo>
                  <a:lnTo>
                    <a:pt x="832340" y="1111207"/>
                  </a:lnTo>
                  <a:lnTo>
                    <a:pt x="844581" y="1098059"/>
                  </a:lnTo>
                  <a:lnTo>
                    <a:pt x="856821" y="1084790"/>
                  </a:lnTo>
                  <a:lnTo>
                    <a:pt x="869061" y="1071396"/>
                  </a:lnTo>
                  <a:lnTo>
                    <a:pt x="881301" y="1057878"/>
                  </a:lnTo>
                  <a:lnTo>
                    <a:pt x="893542" y="1044231"/>
                  </a:lnTo>
                  <a:lnTo>
                    <a:pt x="905782" y="1030455"/>
                  </a:lnTo>
                  <a:lnTo>
                    <a:pt x="918022" y="1016548"/>
                  </a:lnTo>
                  <a:lnTo>
                    <a:pt x="930263" y="1002507"/>
                  </a:lnTo>
                  <a:lnTo>
                    <a:pt x="942503" y="988331"/>
                  </a:lnTo>
                  <a:lnTo>
                    <a:pt x="954743" y="974022"/>
                  </a:lnTo>
                  <a:lnTo>
                    <a:pt x="966984" y="959589"/>
                  </a:lnTo>
                  <a:lnTo>
                    <a:pt x="979224" y="945039"/>
                  </a:lnTo>
                  <a:lnTo>
                    <a:pt x="991464" y="930383"/>
                  </a:lnTo>
                  <a:lnTo>
                    <a:pt x="1003704" y="915630"/>
                  </a:lnTo>
                  <a:lnTo>
                    <a:pt x="1015945" y="900788"/>
                  </a:lnTo>
                  <a:lnTo>
                    <a:pt x="1028185" y="885867"/>
                  </a:lnTo>
                  <a:lnTo>
                    <a:pt x="1040425" y="870876"/>
                  </a:lnTo>
                  <a:lnTo>
                    <a:pt x="1052666" y="855824"/>
                  </a:lnTo>
                  <a:lnTo>
                    <a:pt x="1064906" y="840720"/>
                  </a:lnTo>
                  <a:lnTo>
                    <a:pt x="1077146" y="825573"/>
                  </a:lnTo>
                  <a:lnTo>
                    <a:pt x="1089387" y="810392"/>
                  </a:lnTo>
                  <a:lnTo>
                    <a:pt x="1101627" y="795186"/>
                  </a:lnTo>
                  <a:lnTo>
                    <a:pt x="1113867" y="779965"/>
                  </a:lnTo>
                  <a:lnTo>
                    <a:pt x="1126108" y="764738"/>
                  </a:lnTo>
                  <a:lnTo>
                    <a:pt x="1138348" y="749513"/>
                  </a:lnTo>
                  <a:lnTo>
                    <a:pt x="1150588" y="734299"/>
                  </a:lnTo>
                  <a:lnTo>
                    <a:pt x="1162828" y="719107"/>
                  </a:lnTo>
                  <a:lnTo>
                    <a:pt x="1175069" y="703944"/>
                  </a:lnTo>
                  <a:lnTo>
                    <a:pt x="1187309" y="688821"/>
                  </a:lnTo>
                  <a:lnTo>
                    <a:pt x="1199549" y="673745"/>
                  </a:lnTo>
                  <a:lnTo>
                    <a:pt x="1211790" y="658727"/>
                  </a:lnTo>
                  <a:lnTo>
                    <a:pt x="1224030" y="643775"/>
                  </a:lnTo>
                  <a:lnTo>
                    <a:pt x="1236270" y="628898"/>
                  </a:lnTo>
                  <a:lnTo>
                    <a:pt x="1248511" y="614106"/>
                  </a:lnTo>
                  <a:lnTo>
                    <a:pt x="1260751" y="599407"/>
                  </a:lnTo>
                  <a:lnTo>
                    <a:pt x="1272991" y="584808"/>
                  </a:lnTo>
                  <a:lnTo>
                    <a:pt x="1285231" y="570314"/>
                  </a:lnTo>
                  <a:lnTo>
                    <a:pt x="1297472" y="555930"/>
                  </a:lnTo>
                  <a:lnTo>
                    <a:pt x="1309712" y="541662"/>
                  </a:lnTo>
                  <a:lnTo>
                    <a:pt x="1321952" y="527515"/>
                  </a:lnTo>
                  <a:lnTo>
                    <a:pt x="1334193" y="513494"/>
                  </a:lnTo>
                  <a:lnTo>
                    <a:pt x="1346433" y="499605"/>
                  </a:lnTo>
                  <a:lnTo>
                    <a:pt x="1358673" y="485852"/>
                  </a:lnTo>
                  <a:lnTo>
                    <a:pt x="1370914" y="472241"/>
                  </a:lnTo>
                  <a:lnTo>
                    <a:pt x="1383154" y="458778"/>
                  </a:lnTo>
                  <a:lnTo>
                    <a:pt x="1395394" y="445466"/>
                  </a:lnTo>
                  <a:lnTo>
                    <a:pt x="1407635" y="432313"/>
                  </a:lnTo>
                  <a:lnTo>
                    <a:pt x="1419875" y="419322"/>
                  </a:lnTo>
                  <a:lnTo>
                    <a:pt x="1432115" y="406499"/>
                  </a:lnTo>
                  <a:lnTo>
                    <a:pt x="1444355" y="393850"/>
                  </a:lnTo>
                  <a:lnTo>
                    <a:pt x="1456596" y="381379"/>
                  </a:lnTo>
                  <a:lnTo>
                    <a:pt x="1468836" y="369093"/>
                  </a:lnTo>
                  <a:lnTo>
                    <a:pt x="1481076" y="356995"/>
                  </a:lnTo>
                  <a:lnTo>
                    <a:pt x="1493317" y="345092"/>
                  </a:lnTo>
                  <a:lnTo>
                    <a:pt x="1505557" y="333388"/>
                  </a:lnTo>
                  <a:lnTo>
                    <a:pt x="1517797" y="321890"/>
                  </a:lnTo>
                  <a:lnTo>
                    <a:pt x="1530038" y="310601"/>
                  </a:lnTo>
                  <a:lnTo>
                    <a:pt x="1542278" y="299528"/>
                  </a:lnTo>
                  <a:lnTo>
                    <a:pt x="1554518" y="288675"/>
                  </a:lnTo>
                  <a:lnTo>
                    <a:pt x="1566759" y="278047"/>
                  </a:lnTo>
                  <a:lnTo>
                    <a:pt x="1578999" y="267649"/>
                  </a:lnTo>
                  <a:lnTo>
                    <a:pt x="1591239" y="257479"/>
                  </a:lnTo>
                  <a:lnTo>
                    <a:pt x="1603479" y="247537"/>
                  </a:lnTo>
                  <a:lnTo>
                    <a:pt x="1615720" y="237821"/>
                  </a:lnTo>
                  <a:lnTo>
                    <a:pt x="1627960" y="228331"/>
                  </a:lnTo>
                  <a:lnTo>
                    <a:pt x="1640200" y="219065"/>
                  </a:lnTo>
                  <a:lnTo>
                    <a:pt x="1652441" y="210022"/>
                  </a:lnTo>
                  <a:lnTo>
                    <a:pt x="1664681" y="201201"/>
                  </a:lnTo>
                  <a:lnTo>
                    <a:pt x="1676921" y="192602"/>
                  </a:lnTo>
                  <a:lnTo>
                    <a:pt x="1689162" y="184222"/>
                  </a:lnTo>
                  <a:lnTo>
                    <a:pt x="1701402" y="176062"/>
                  </a:lnTo>
                  <a:lnTo>
                    <a:pt x="1713642" y="168119"/>
                  </a:lnTo>
                  <a:lnTo>
                    <a:pt x="1725882" y="160392"/>
                  </a:lnTo>
                  <a:lnTo>
                    <a:pt x="1738123" y="152882"/>
                  </a:lnTo>
                  <a:lnTo>
                    <a:pt x="1750363" y="145586"/>
                  </a:lnTo>
                  <a:lnTo>
                    <a:pt x="1762603" y="138503"/>
                  </a:lnTo>
                  <a:lnTo>
                    <a:pt x="1774844" y="131633"/>
                  </a:lnTo>
                  <a:lnTo>
                    <a:pt x="1787084" y="124974"/>
                  </a:lnTo>
                  <a:lnTo>
                    <a:pt x="1799324" y="118525"/>
                  </a:lnTo>
                  <a:lnTo>
                    <a:pt x="1811565" y="112285"/>
                  </a:lnTo>
                  <a:lnTo>
                    <a:pt x="1823805" y="106254"/>
                  </a:lnTo>
                  <a:lnTo>
                    <a:pt x="1836045" y="100429"/>
                  </a:lnTo>
                  <a:lnTo>
                    <a:pt x="1848286" y="94809"/>
                  </a:lnTo>
                  <a:lnTo>
                    <a:pt x="1860526" y="89395"/>
                  </a:lnTo>
                  <a:lnTo>
                    <a:pt x="1872766" y="84183"/>
                  </a:lnTo>
                  <a:lnTo>
                    <a:pt x="1885006" y="79174"/>
                  </a:lnTo>
                  <a:lnTo>
                    <a:pt x="1897247" y="74362"/>
                  </a:lnTo>
                  <a:lnTo>
                    <a:pt x="1909487" y="69740"/>
                  </a:lnTo>
                  <a:lnTo>
                    <a:pt x="1921727" y="65303"/>
                  </a:lnTo>
                  <a:lnTo>
                    <a:pt x="1933968" y="61042"/>
                  </a:lnTo>
                  <a:lnTo>
                    <a:pt x="1946208" y="56950"/>
                  </a:lnTo>
                  <a:lnTo>
                    <a:pt x="1958448" y="53022"/>
                  </a:lnTo>
                  <a:lnTo>
                    <a:pt x="1970689" y="49249"/>
                  </a:lnTo>
                  <a:lnTo>
                    <a:pt x="1982929" y="45625"/>
                  </a:lnTo>
                  <a:lnTo>
                    <a:pt x="1995169" y="42142"/>
                  </a:lnTo>
                  <a:lnTo>
                    <a:pt x="2007409" y="38795"/>
                  </a:lnTo>
                  <a:lnTo>
                    <a:pt x="2019650" y="35575"/>
                  </a:lnTo>
                  <a:lnTo>
                    <a:pt x="2031890" y="32476"/>
                  </a:lnTo>
                  <a:lnTo>
                    <a:pt x="2044130" y="29490"/>
                  </a:lnTo>
                  <a:lnTo>
                    <a:pt x="2056371" y="26612"/>
                  </a:lnTo>
                  <a:lnTo>
                    <a:pt x="2068611" y="23833"/>
                  </a:lnTo>
                  <a:lnTo>
                    <a:pt x="2080851" y="21147"/>
                  </a:lnTo>
                  <a:lnTo>
                    <a:pt x="2093092" y="18547"/>
                  </a:lnTo>
                  <a:lnTo>
                    <a:pt x="2105332" y="16026"/>
                  </a:lnTo>
                  <a:lnTo>
                    <a:pt x="2117572" y="13577"/>
                  </a:lnTo>
                  <a:lnTo>
                    <a:pt x="2129813" y="11192"/>
                  </a:lnTo>
                  <a:lnTo>
                    <a:pt x="2142053" y="8866"/>
                  </a:lnTo>
                  <a:lnTo>
                    <a:pt x="2154293" y="6590"/>
                  </a:lnTo>
                  <a:lnTo>
                    <a:pt x="2166533" y="4358"/>
                  </a:lnTo>
                  <a:lnTo>
                    <a:pt x="2178774" y="2164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gdLst/>
              <a:ahLst/>
              <a:cxnLst/>
              <a:rect l="0" t="0" r="0" b="0"/>
              <a:pathLst>
                <a:path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501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254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1252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9341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198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66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199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489583" y="278643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489583" y="247396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489583" y="216149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489583" y="184902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489583" y="153656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489583" y="12240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489583" y="9116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28540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676656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306790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459161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85041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tx74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217562" y="3200496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608815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00006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391320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782573" y="3201054"/>
              <a:ext cx="135681" cy="8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173825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1" name="rc6"/>
            <p:cNvSpPr/>
            <p:nvPr/>
          </p:nvSpPr>
          <p:spPr>
            <a:xfrm>
              <a:off x="5300048" y="3084654"/>
              <a:ext cx="97758" cy="142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7"/>
            <p:cNvSpPr/>
            <p:nvPr/>
          </p:nvSpPr>
          <p:spPr>
            <a:xfrm>
              <a:off x="5397807" y="3083685"/>
              <a:ext cx="97758" cy="152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8"/>
            <p:cNvSpPr/>
            <p:nvPr/>
          </p:nvSpPr>
          <p:spPr>
            <a:xfrm>
              <a:off x="5495565" y="3073456"/>
              <a:ext cx="97758" cy="25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9"/>
            <p:cNvSpPr/>
            <p:nvPr/>
          </p:nvSpPr>
          <p:spPr>
            <a:xfrm>
              <a:off x="5593324" y="3059732"/>
              <a:ext cx="97758" cy="391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"/>
            <p:cNvSpPr/>
            <p:nvPr/>
          </p:nvSpPr>
          <p:spPr>
            <a:xfrm>
              <a:off x="5691083" y="2965140"/>
              <a:ext cx="97758" cy="133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1"/>
            <p:cNvSpPr/>
            <p:nvPr/>
          </p:nvSpPr>
          <p:spPr>
            <a:xfrm>
              <a:off x="5788842" y="3000398"/>
              <a:ext cx="97758" cy="98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2"/>
            <p:cNvSpPr/>
            <p:nvPr/>
          </p:nvSpPr>
          <p:spPr>
            <a:xfrm>
              <a:off x="5886600" y="2972046"/>
              <a:ext cx="97758" cy="1268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3"/>
            <p:cNvSpPr/>
            <p:nvPr/>
          </p:nvSpPr>
          <p:spPr>
            <a:xfrm>
              <a:off x="5984359" y="2953609"/>
              <a:ext cx="97758" cy="1452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4"/>
            <p:cNvSpPr/>
            <p:nvPr/>
          </p:nvSpPr>
          <p:spPr>
            <a:xfrm>
              <a:off x="6082118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5"/>
            <p:cNvSpPr/>
            <p:nvPr/>
          </p:nvSpPr>
          <p:spPr>
            <a:xfrm>
              <a:off x="6179877" y="2989278"/>
              <a:ext cx="97758" cy="1096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6"/>
            <p:cNvSpPr/>
            <p:nvPr/>
          </p:nvSpPr>
          <p:spPr>
            <a:xfrm>
              <a:off x="6277635" y="3012346"/>
              <a:ext cx="97758" cy="86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7"/>
            <p:cNvSpPr/>
            <p:nvPr/>
          </p:nvSpPr>
          <p:spPr>
            <a:xfrm>
              <a:off x="6375394" y="3033365"/>
              <a:ext cx="97758" cy="65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8"/>
            <p:cNvSpPr/>
            <p:nvPr/>
          </p:nvSpPr>
          <p:spPr>
            <a:xfrm>
              <a:off x="6473153" y="3019775"/>
              <a:ext cx="97758" cy="79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9"/>
            <p:cNvSpPr/>
            <p:nvPr/>
          </p:nvSpPr>
          <p:spPr>
            <a:xfrm>
              <a:off x="6570912" y="3075924"/>
              <a:ext cx="97758" cy="229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20"/>
            <p:cNvSpPr/>
            <p:nvPr/>
          </p:nvSpPr>
          <p:spPr>
            <a:xfrm>
              <a:off x="6668670" y="3082082"/>
              <a:ext cx="97758" cy="168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21"/>
            <p:cNvSpPr/>
            <p:nvPr/>
          </p:nvSpPr>
          <p:spPr>
            <a:xfrm>
              <a:off x="6766429" y="3086880"/>
              <a:ext cx="97758" cy="120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2"/>
            <p:cNvSpPr/>
            <p:nvPr/>
          </p:nvSpPr>
          <p:spPr>
            <a:xfrm>
              <a:off x="6864188" y="3083887"/>
              <a:ext cx="97758" cy="150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3"/>
            <p:cNvSpPr/>
            <p:nvPr/>
          </p:nvSpPr>
          <p:spPr>
            <a:xfrm>
              <a:off x="6961947" y="3094390"/>
              <a:ext cx="97758" cy="45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4"/>
            <p:cNvSpPr/>
            <p:nvPr/>
          </p:nvSpPr>
          <p:spPr>
            <a:xfrm>
              <a:off x="7059705" y="3095565"/>
              <a:ext cx="97758" cy="33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5"/>
            <p:cNvSpPr/>
            <p:nvPr/>
          </p:nvSpPr>
          <p:spPr>
            <a:xfrm>
              <a:off x="7157464" y="3096456"/>
              <a:ext cx="97758" cy="24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6"/>
            <p:cNvSpPr/>
            <p:nvPr/>
          </p:nvSpPr>
          <p:spPr>
            <a:xfrm>
              <a:off x="7255223" y="3095708"/>
              <a:ext cx="97758" cy="31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7"/>
            <p:cNvSpPr/>
            <p:nvPr/>
          </p:nvSpPr>
          <p:spPr>
            <a:xfrm>
              <a:off x="7352982" y="3097869"/>
              <a:ext cx="97758" cy="10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28"/>
            <p:cNvSpPr/>
            <p:nvPr/>
          </p:nvSpPr>
          <p:spPr>
            <a:xfrm>
              <a:off x="7450740" y="3098123"/>
              <a:ext cx="97758" cy="78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29"/>
            <p:cNvSpPr/>
            <p:nvPr/>
          </p:nvSpPr>
          <p:spPr>
            <a:xfrm>
              <a:off x="7548499" y="3097843"/>
              <a:ext cx="97758" cy="10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30"/>
            <p:cNvSpPr/>
            <p:nvPr/>
          </p:nvSpPr>
          <p:spPr>
            <a:xfrm>
              <a:off x="4971578" y="2942669"/>
              <a:ext cx="17140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31"/>
            <p:cNvSpPr/>
            <p:nvPr/>
          </p:nvSpPr>
          <p:spPr>
            <a:xfrm>
              <a:off x="4971578" y="2786435"/>
              <a:ext cx="19752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32"/>
            <p:cNvSpPr/>
            <p:nvPr/>
          </p:nvSpPr>
          <p:spPr>
            <a:xfrm>
              <a:off x="4971578" y="2630200"/>
              <a:ext cx="23122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33"/>
            <p:cNvSpPr/>
            <p:nvPr/>
          </p:nvSpPr>
          <p:spPr>
            <a:xfrm>
              <a:off x="4971578" y="2473966"/>
              <a:ext cx="26117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34"/>
            <p:cNvSpPr/>
            <p:nvPr/>
          </p:nvSpPr>
          <p:spPr>
            <a:xfrm>
              <a:off x="4971578" y="2317732"/>
              <a:ext cx="30667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35"/>
            <p:cNvSpPr/>
            <p:nvPr/>
          </p:nvSpPr>
          <p:spPr>
            <a:xfrm>
              <a:off x="4971578" y="2161498"/>
              <a:ext cx="32258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6"/>
            <p:cNvSpPr/>
            <p:nvPr/>
          </p:nvSpPr>
          <p:spPr>
            <a:xfrm>
              <a:off x="4971578" y="2005263"/>
              <a:ext cx="32846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37"/>
            <p:cNvSpPr/>
            <p:nvPr/>
          </p:nvSpPr>
          <p:spPr>
            <a:xfrm>
              <a:off x="4971578" y="1849029"/>
              <a:ext cx="32353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38"/>
            <p:cNvSpPr/>
            <p:nvPr/>
          </p:nvSpPr>
          <p:spPr>
            <a:xfrm>
              <a:off x="4971578" y="1692795"/>
              <a:ext cx="321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39"/>
            <p:cNvSpPr/>
            <p:nvPr/>
          </p:nvSpPr>
          <p:spPr>
            <a:xfrm>
              <a:off x="4971578" y="1536560"/>
              <a:ext cx="287464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40"/>
            <p:cNvSpPr/>
            <p:nvPr/>
          </p:nvSpPr>
          <p:spPr>
            <a:xfrm>
              <a:off x="4971578" y="1380326"/>
              <a:ext cx="23799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41"/>
            <p:cNvSpPr/>
            <p:nvPr/>
          </p:nvSpPr>
          <p:spPr>
            <a:xfrm>
              <a:off x="4971578" y="1224092"/>
              <a:ext cx="19698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42"/>
            <p:cNvSpPr/>
            <p:nvPr/>
          </p:nvSpPr>
          <p:spPr>
            <a:xfrm>
              <a:off x="4971578" y="1067857"/>
              <a:ext cx="16157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43"/>
            <p:cNvSpPr/>
            <p:nvPr/>
          </p:nvSpPr>
          <p:spPr>
            <a:xfrm>
              <a:off x="4971578" y="911623"/>
              <a:ext cx="13328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g45"/>
            <p:cNvSpPr/>
            <p:nvPr/>
          </p:nvSpPr>
          <p:spPr>
            <a:xfrm>
              <a:off x="5378255" y="785194"/>
              <a:ext cx="2189796" cy="2154338"/>
            </a:xfrm>
            <a:custGeom>
              <a:avLst/>
              <a:gdLst/>
              <a:ahLst/>
              <a:cxnLst/>
              <a:rect l="0" t="0" r="0" b="0"/>
              <a:pathLst>
                <a:path w="2189796" h="2154338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  <a:lnTo>
                    <a:pt x="2189796" y="456936"/>
                  </a:lnTo>
                  <a:lnTo>
                    <a:pt x="2177562" y="460992"/>
                  </a:lnTo>
                  <a:lnTo>
                    <a:pt x="2165329" y="465041"/>
                  </a:lnTo>
                  <a:lnTo>
                    <a:pt x="2153095" y="469081"/>
                  </a:lnTo>
                  <a:lnTo>
                    <a:pt x="2140862" y="473113"/>
                  </a:lnTo>
                  <a:lnTo>
                    <a:pt x="2128628" y="476480"/>
                  </a:lnTo>
                  <a:lnTo>
                    <a:pt x="2116395" y="475595"/>
                  </a:lnTo>
                  <a:lnTo>
                    <a:pt x="2104161" y="478128"/>
                  </a:lnTo>
                  <a:lnTo>
                    <a:pt x="2091928" y="479371"/>
                  </a:lnTo>
                  <a:lnTo>
                    <a:pt x="2079694" y="479629"/>
                  </a:lnTo>
                  <a:lnTo>
                    <a:pt x="2067461" y="479950"/>
                  </a:lnTo>
                  <a:lnTo>
                    <a:pt x="2055227" y="480343"/>
                  </a:lnTo>
                  <a:lnTo>
                    <a:pt x="2042994" y="480815"/>
                  </a:lnTo>
                  <a:lnTo>
                    <a:pt x="2030760" y="481373"/>
                  </a:lnTo>
                  <a:lnTo>
                    <a:pt x="2018527" y="482799"/>
                  </a:lnTo>
                  <a:lnTo>
                    <a:pt x="2006293" y="485559"/>
                  </a:lnTo>
                  <a:lnTo>
                    <a:pt x="1994060" y="488300"/>
                  </a:lnTo>
                  <a:lnTo>
                    <a:pt x="1981826" y="491023"/>
                  </a:lnTo>
                  <a:lnTo>
                    <a:pt x="1969593" y="493725"/>
                  </a:lnTo>
                  <a:lnTo>
                    <a:pt x="1957359" y="496408"/>
                  </a:lnTo>
                  <a:lnTo>
                    <a:pt x="1945126" y="499071"/>
                  </a:lnTo>
                  <a:lnTo>
                    <a:pt x="1932892" y="502259"/>
                  </a:lnTo>
                  <a:lnTo>
                    <a:pt x="1920659" y="508306"/>
                  </a:lnTo>
                  <a:lnTo>
                    <a:pt x="1908425" y="514365"/>
                  </a:lnTo>
                  <a:lnTo>
                    <a:pt x="1896192" y="519528"/>
                  </a:lnTo>
                  <a:lnTo>
                    <a:pt x="1883958" y="522998"/>
                  </a:lnTo>
                  <a:lnTo>
                    <a:pt x="1871725" y="529412"/>
                  </a:lnTo>
                  <a:lnTo>
                    <a:pt x="1859491" y="535834"/>
                  </a:lnTo>
                  <a:lnTo>
                    <a:pt x="1847258" y="542268"/>
                  </a:lnTo>
                  <a:lnTo>
                    <a:pt x="1835024" y="548716"/>
                  </a:lnTo>
                  <a:lnTo>
                    <a:pt x="1822791" y="555180"/>
                  </a:lnTo>
                  <a:lnTo>
                    <a:pt x="1810557" y="561665"/>
                  </a:lnTo>
                  <a:lnTo>
                    <a:pt x="1798324" y="568173"/>
                  </a:lnTo>
                  <a:lnTo>
                    <a:pt x="1786090" y="574706"/>
                  </a:lnTo>
                  <a:lnTo>
                    <a:pt x="1773857" y="581268"/>
                  </a:lnTo>
                  <a:lnTo>
                    <a:pt x="1761623" y="587861"/>
                  </a:lnTo>
                  <a:lnTo>
                    <a:pt x="1749390" y="594488"/>
                  </a:lnTo>
                  <a:lnTo>
                    <a:pt x="1737156" y="601152"/>
                  </a:lnTo>
                  <a:lnTo>
                    <a:pt x="1724923" y="607805"/>
                  </a:lnTo>
                  <a:lnTo>
                    <a:pt x="1712689" y="614130"/>
                  </a:lnTo>
                  <a:lnTo>
                    <a:pt x="1700456" y="620785"/>
                  </a:lnTo>
                  <a:lnTo>
                    <a:pt x="1688222" y="627340"/>
                  </a:lnTo>
                  <a:lnTo>
                    <a:pt x="1675989" y="633954"/>
                  </a:lnTo>
                  <a:lnTo>
                    <a:pt x="1663755" y="641749"/>
                  </a:lnTo>
                  <a:lnTo>
                    <a:pt x="1651522" y="647420"/>
                  </a:lnTo>
                  <a:lnTo>
                    <a:pt x="1639288" y="654304"/>
                  </a:lnTo>
                  <a:lnTo>
                    <a:pt x="1627055" y="663858"/>
                  </a:lnTo>
                  <a:lnTo>
                    <a:pt x="1614821" y="671381"/>
                  </a:lnTo>
                  <a:lnTo>
                    <a:pt x="1602588" y="679078"/>
                  </a:lnTo>
                  <a:lnTo>
                    <a:pt x="1590354" y="686966"/>
                  </a:lnTo>
                  <a:lnTo>
                    <a:pt x="1578121" y="697418"/>
                  </a:lnTo>
                  <a:lnTo>
                    <a:pt x="1565887" y="708410"/>
                  </a:lnTo>
                  <a:lnTo>
                    <a:pt x="1553654" y="719457"/>
                  </a:lnTo>
                  <a:lnTo>
                    <a:pt x="1541420" y="730558"/>
                  </a:lnTo>
                  <a:lnTo>
                    <a:pt x="1529187" y="741714"/>
                  </a:lnTo>
                  <a:lnTo>
                    <a:pt x="1516953" y="752926"/>
                  </a:lnTo>
                  <a:lnTo>
                    <a:pt x="1504720" y="764513"/>
                  </a:lnTo>
                  <a:lnTo>
                    <a:pt x="1492486" y="776734"/>
                  </a:lnTo>
                  <a:lnTo>
                    <a:pt x="1480253" y="789024"/>
                  </a:lnTo>
                  <a:lnTo>
                    <a:pt x="1468019" y="800351"/>
                  </a:lnTo>
                  <a:lnTo>
                    <a:pt x="1455786" y="811761"/>
                  </a:lnTo>
                  <a:lnTo>
                    <a:pt x="1443552" y="823423"/>
                  </a:lnTo>
                  <a:lnTo>
                    <a:pt x="1431319" y="835327"/>
                  </a:lnTo>
                  <a:lnTo>
                    <a:pt x="1419085" y="850375"/>
                  </a:lnTo>
                  <a:lnTo>
                    <a:pt x="1406852" y="864140"/>
                  </a:lnTo>
                  <a:lnTo>
                    <a:pt x="1394618" y="877612"/>
                  </a:lnTo>
                  <a:lnTo>
                    <a:pt x="1382385" y="890810"/>
                  </a:lnTo>
                  <a:lnTo>
                    <a:pt x="1370151" y="903300"/>
                  </a:lnTo>
                  <a:lnTo>
                    <a:pt x="1357918" y="916260"/>
                  </a:lnTo>
                  <a:lnTo>
                    <a:pt x="1345684" y="932137"/>
                  </a:lnTo>
                  <a:lnTo>
                    <a:pt x="1333451" y="948090"/>
                  </a:lnTo>
                  <a:lnTo>
                    <a:pt x="1321217" y="964098"/>
                  </a:lnTo>
                  <a:lnTo>
                    <a:pt x="1308984" y="980144"/>
                  </a:lnTo>
                  <a:lnTo>
                    <a:pt x="1296750" y="994734"/>
                  </a:lnTo>
                  <a:lnTo>
                    <a:pt x="1284517" y="1009964"/>
                  </a:lnTo>
                  <a:lnTo>
                    <a:pt x="1272283" y="1025493"/>
                  </a:lnTo>
                  <a:lnTo>
                    <a:pt x="1260050" y="1039007"/>
                  </a:lnTo>
                  <a:lnTo>
                    <a:pt x="1247816" y="1054250"/>
                  </a:lnTo>
                  <a:lnTo>
                    <a:pt x="1235583" y="1069539"/>
                  </a:lnTo>
                  <a:lnTo>
                    <a:pt x="1223349" y="1084701"/>
                  </a:lnTo>
                  <a:lnTo>
                    <a:pt x="1211116" y="1099719"/>
                  </a:lnTo>
                  <a:lnTo>
                    <a:pt x="1198882" y="1114717"/>
                  </a:lnTo>
                  <a:lnTo>
                    <a:pt x="1186649" y="1130696"/>
                  </a:lnTo>
                  <a:lnTo>
                    <a:pt x="1174415" y="1144744"/>
                  </a:lnTo>
                  <a:lnTo>
                    <a:pt x="1162182" y="1158316"/>
                  </a:lnTo>
                  <a:lnTo>
                    <a:pt x="1149948" y="1174530"/>
                  </a:lnTo>
                  <a:lnTo>
                    <a:pt x="1137715" y="1190640"/>
                  </a:lnTo>
                  <a:lnTo>
                    <a:pt x="1125481" y="1206604"/>
                  </a:lnTo>
                  <a:lnTo>
                    <a:pt x="1113248" y="1222411"/>
                  </a:lnTo>
                  <a:lnTo>
                    <a:pt x="1101014" y="1238051"/>
                  </a:lnTo>
                  <a:lnTo>
                    <a:pt x="1088781" y="1253516"/>
                  </a:lnTo>
                  <a:lnTo>
                    <a:pt x="1076547" y="1268797"/>
                  </a:lnTo>
                  <a:lnTo>
                    <a:pt x="1064314" y="1283883"/>
                  </a:lnTo>
                  <a:lnTo>
                    <a:pt x="1052080" y="1298767"/>
                  </a:lnTo>
                  <a:lnTo>
                    <a:pt x="1039847" y="1313100"/>
                  </a:lnTo>
                  <a:lnTo>
                    <a:pt x="1027613" y="1326157"/>
                  </a:lnTo>
                  <a:lnTo>
                    <a:pt x="1015380" y="1339174"/>
                  </a:lnTo>
                  <a:lnTo>
                    <a:pt x="1003146" y="1352161"/>
                  </a:lnTo>
                  <a:lnTo>
                    <a:pt x="990913" y="1365131"/>
                  </a:lnTo>
                  <a:lnTo>
                    <a:pt x="978679" y="1378095"/>
                  </a:lnTo>
                  <a:lnTo>
                    <a:pt x="966446" y="1391066"/>
                  </a:lnTo>
                  <a:lnTo>
                    <a:pt x="954212" y="1404044"/>
                  </a:lnTo>
                  <a:lnTo>
                    <a:pt x="941979" y="1417023"/>
                  </a:lnTo>
                  <a:lnTo>
                    <a:pt x="929745" y="1429994"/>
                  </a:lnTo>
                  <a:lnTo>
                    <a:pt x="917512" y="1442949"/>
                  </a:lnTo>
                  <a:lnTo>
                    <a:pt x="905278" y="1455881"/>
                  </a:lnTo>
                  <a:lnTo>
                    <a:pt x="893045" y="1468343"/>
                  </a:lnTo>
                  <a:lnTo>
                    <a:pt x="880811" y="1479952"/>
                  </a:lnTo>
                  <a:lnTo>
                    <a:pt x="868578" y="1492073"/>
                  </a:lnTo>
                  <a:lnTo>
                    <a:pt x="856344" y="1505149"/>
                  </a:lnTo>
                  <a:lnTo>
                    <a:pt x="844111" y="1516900"/>
                  </a:lnTo>
                  <a:lnTo>
                    <a:pt x="831877" y="1529138"/>
                  </a:lnTo>
                  <a:lnTo>
                    <a:pt x="819644" y="1540971"/>
                  </a:lnTo>
                  <a:lnTo>
                    <a:pt x="807410" y="1552724"/>
                  </a:lnTo>
                  <a:lnTo>
                    <a:pt x="795177" y="1564433"/>
                  </a:lnTo>
                  <a:lnTo>
                    <a:pt x="782943" y="1576106"/>
                  </a:lnTo>
                  <a:lnTo>
                    <a:pt x="770710" y="1587750"/>
                  </a:lnTo>
                  <a:lnTo>
                    <a:pt x="758476" y="1599372"/>
                  </a:lnTo>
                  <a:lnTo>
                    <a:pt x="746243" y="1610980"/>
                  </a:lnTo>
                  <a:lnTo>
                    <a:pt x="734009" y="1622581"/>
                  </a:lnTo>
                  <a:lnTo>
                    <a:pt x="721776" y="1634182"/>
                  </a:lnTo>
                  <a:lnTo>
                    <a:pt x="709542" y="1645779"/>
                  </a:lnTo>
                  <a:lnTo>
                    <a:pt x="697309" y="1657357"/>
                  </a:lnTo>
                  <a:lnTo>
                    <a:pt x="685075" y="1668907"/>
                  </a:lnTo>
                  <a:lnTo>
                    <a:pt x="672842" y="1680414"/>
                  </a:lnTo>
                  <a:lnTo>
                    <a:pt x="660608" y="1691029"/>
                  </a:lnTo>
                  <a:lnTo>
                    <a:pt x="648375" y="1701442"/>
                  </a:lnTo>
                  <a:lnTo>
                    <a:pt x="636141" y="1712352"/>
                  </a:lnTo>
                  <a:lnTo>
                    <a:pt x="623908" y="1723148"/>
                  </a:lnTo>
                  <a:lnTo>
                    <a:pt x="611674" y="1733347"/>
                  </a:lnTo>
                  <a:lnTo>
                    <a:pt x="599441" y="1743384"/>
                  </a:lnTo>
                  <a:lnTo>
                    <a:pt x="587207" y="1754291"/>
                  </a:lnTo>
                  <a:lnTo>
                    <a:pt x="574974" y="1764754"/>
                  </a:lnTo>
                  <a:lnTo>
                    <a:pt x="562740" y="1775609"/>
                  </a:lnTo>
                  <a:lnTo>
                    <a:pt x="550507" y="1786466"/>
                  </a:lnTo>
                  <a:lnTo>
                    <a:pt x="538273" y="1797299"/>
                  </a:lnTo>
                  <a:lnTo>
                    <a:pt x="526040" y="1808107"/>
                  </a:lnTo>
                  <a:lnTo>
                    <a:pt x="513806" y="1818892"/>
                  </a:lnTo>
                  <a:lnTo>
                    <a:pt x="501573" y="1828202"/>
                  </a:lnTo>
                  <a:lnTo>
                    <a:pt x="489339" y="1837317"/>
                  </a:lnTo>
                  <a:lnTo>
                    <a:pt x="477106" y="1846494"/>
                  </a:lnTo>
                  <a:lnTo>
                    <a:pt x="464872" y="1856904"/>
                  </a:lnTo>
                  <a:lnTo>
                    <a:pt x="452639" y="1866473"/>
                  </a:lnTo>
                  <a:lnTo>
                    <a:pt x="440405" y="1874949"/>
                  </a:lnTo>
                  <a:lnTo>
                    <a:pt x="428172" y="1883202"/>
                  </a:lnTo>
                  <a:lnTo>
                    <a:pt x="415938" y="1893385"/>
                  </a:lnTo>
                  <a:lnTo>
                    <a:pt x="403705" y="1904040"/>
                  </a:lnTo>
                  <a:lnTo>
                    <a:pt x="391471" y="1914611"/>
                  </a:lnTo>
                  <a:lnTo>
                    <a:pt x="379238" y="1924273"/>
                  </a:lnTo>
                  <a:lnTo>
                    <a:pt x="367004" y="1933025"/>
                  </a:lnTo>
                  <a:lnTo>
                    <a:pt x="354771" y="1941537"/>
                  </a:lnTo>
                  <a:lnTo>
                    <a:pt x="342537" y="1950441"/>
                  </a:lnTo>
                  <a:lnTo>
                    <a:pt x="330304" y="1959898"/>
                  </a:lnTo>
                  <a:lnTo>
                    <a:pt x="318070" y="1968849"/>
                  </a:lnTo>
                  <a:lnTo>
                    <a:pt x="305837" y="1977780"/>
                  </a:lnTo>
                  <a:lnTo>
                    <a:pt x="293603" y="1986516"/>
                  </a:lnTo>
                  <a:lnTo>
                    <a:pt x="281370" y="1995050"/>
                  </a:lnTo>
                  <a:lnTo>
                    <a:pt x="269136" y="2003372"/>
                  </a:lnTo>
                  <a:lnTo>
                    <a:pt x="256903" y="2011475"/>
                  </a:lnTo>
                  <a:lnTo>
                    <a:pt x="244669" y="2019348"/>
                  </a:lnTo>
                  <a:lnTo>
                    <a:pt x="232436" y="2026987"/>
                  </a:lnTo>
                  <a:lnTo>
                    <a:pt x="220202" y="2034395"/>
                  </a:lnTo>
                  <a:lnTo>
                    <a:pt x="207969" y="2041878"/>
                  </a:lnTo>
                  <a:lnTo>
                    <a:pt x="195735" y="2048551"/>
                  </a:lnTo>
                  <a:lnTo>
                    <a:pt x="183502" y="2055318"/>
                  </a:lnTo>
                  <a:lnTo>
                    <a:pt x="171268" y="2061887"/>
                  </a:lnTo>
                  <a:lnTo>
                    <a:pt x="159035" y="2068436"/>
                  </a:lnTo>
                  <a:lnTo>
                    <a:pt x="146801" y="2075157"/>
                  </a:lnTo>
                  <a:lnTo>
                    <a:pt x="134568" y="2081570"/>
                  </a:lnTo>
                  <a:lnTo>
                    <a:pt x="122334" y="2087688"/>
                  </a:lnTo>
                  <a:lnTo>
                    <a:pt x="110101" y="2093077"/>
                  </a:lnTo>
                  <a:lnTo>
                    <a:pt x="97867" y="2099106"/>
                  </a:lnTo>
                  <a:lnTo>
                    <a:pt x="85634" y="2104780"/>
                  </a:lnTo>
                  <a:lnTo>
                    <a:pt x="73400" y="2112440"/>
                  </a:lnTo>
                  <a:lnTo>
                    <a:pt x="61167" y="2120001"/>
                  </a:lnTo>
                  <a:lnTo>
                    <a:pt x="48933" y="2124764"/>
                  </a:lnTo>
                  <a:lnTo>
                    <a:pt x="36700" y="2131792"/>
                  </a:lnTo>
                  <a:lnTo>
                    <a:pt x="24466" y="2139343"/>
                  </a:lnTo>
                  <a:lnTo>
                    <a:pt x="12233" y="2146857"/>
                  </a:lnTo>
                  <a:lnTo>
                    <a:pt x="0" y="215433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1" name="pl46"/>
            <p:cNvSpPr/>
            <p:nvPr/>
          </p:nvSpPr>
          <p:spPr>
            <a:xfrm>
              <a:off x="5378255" y="785194"/>
              <a:ext cx="2189796" cy="1914356"/>
            </a:xfrm>
            <a:custGeom>
              <a:avLst/>
              <a:gdLst/>
              <a:ahLst/>
              <a:cxnLst/>
              <a:rect l="0" t="0" r="0" b="0"/>
              <a:pathLst>
                <a:path w="2189796" h="1914356">
                  <a:moveTo>
                    <a:pt x="0" y="1905895"/>
                  </a:moveTo>
                  <a:lnTo>
                    <a:pt x="12233" y="1908126"/>
                  </a:lnTo>
                  <a:lnTo>
                    <a:pt x="24466" y="1910577"/>
                  </a:lnTo>
                  <a:lnTo>
                    <a:pt x="36700" y="1912861"/>
                  </a:lnTo>
                  <a:lnTo>
                    <a:pt x="48933" y="1913375"/>
                  </a:lnTo>
                  <a:lnTo>
                    <a:pt x="61167" y="1913029"/>
                  </a:lnTo>
                  <a:lnTo>
                    <a:pt x="73400" y="1913823"/>
                  </a:lnTo>
                  <a:lnTo>
                    <a:pt x="85634" y="1914356"/>
                  </a:lnTo>
                  <a:lnTo>
                    <a:pt x="97867" y="1914312"/>
                  </a:lnTo>
                  <a:lnTo>
                    <a:pt x="110101" y="1914240"/>
                  </a:lnTo>
                  <a:lnTo>
                    <a:pt x="122334" y="1913842"/>
                  </a:lnTo>
                  <a:lnTo>
                    <a:pt x="134568" y="1911505"/>
                  </a:lnTo>
                  <a:lnTo>
                    <a:pt x="146801" y="1909709"/>
                  </a:lnTo>
                  <a:lnTo>
                    <a:pt x="159035" y="1909698"/>
                  </a:lnTo>
                  <a:lnTo>
                    <a:pt x="171268" y="1908527"/>
                  </a:lnTo>
                  <a:lnTo>
                    <a:pt x="183502" y="1903574"/>
                  </a:lnTo>
                  <a:lnTo>
                    <a:pt x="195735" y="1901440"/>
                  </a:lnTo>
                  <a:lnTo>
                    <a:pt x="207969" y="1899522"/>
                  </a:lnTo>
                  <a:lnTo>
                    <a:pt x="220202" y="1896159"/>
                  </a:lnTo>
                  <a:lnTo>
                    <a:pt x="232436" y="1891792"/>
                  </a:lnTo>
                  <a:lnTo>
                    <a:pt x="244669" y="1886608"/>
                  </a:lnTo>
                  <a:lnTo>
                    <a:pt x="256903" y="1881078"/>
                  </a:lnTo>
                  <a:lnTo>
                    <a:pt x="269136" y="1873645"/>
                  </a:lnTo>
                  <a:lnTo>
                    <a:pt x="281370" y="1865646"/>
                  </a:lnTo>
                  <a:lnTo>
                    <a:pt x="293603" y="1857596"/>
                  </a:lnTo>
                  <a:lnTo>
                    <a:pt x="305837" y="1849497"/>
                  </a:lnTo>
                  <a:lnTo>
                    <a:pt x="318070" y="1841351"/>
                  </a:lnTo>
                  <a:lnTo>
                    <a:pt x="330304" y="1833158"/>
                  </a:lnTo>
                  <a:lnTo>
                    <a:pt x="342537" y="1824919"/>
                  </a:lnTo>
                  <a:lnTo>
                    <a:pt x="354771" y="1816637"/>
                  </a:lnTo>
                  <a:lnTo>
                    <a:pt x="367004" y="1808312"/>
                  </a:lnTo>
                  <a:lnTo>
                    <a:pt x="379238" y="1799946"/>
                  </a:lnTo>
                  <a:lnTo>
                    <a:pt x="391471" y="1792257"/>
                  </a:lnTo>
                  <a:lnTo>
                    <a:pt x="403705" y="1782988"/>
                  </a:lnTo>
                  <a:lnTo>
                    <a:pt x="415938" y="1773082"/>
                  </a:lnTo>
                  <a:lnTo>
                    <a:pt x="428172" y="1763069"/>
                  </a:lnTo>
                  <a:lnTo>
                    <a:pt x="440405" y="1752982"/>
                  </a:lnTo>
                  <a:lnTo>
                    <a:pt x="452639" y="1742853"/>
                  </a:lnTo>
                  <a:lnTo>
                    <a:pt x="464872" y="1732716"/>
                  </a:lnTo>
                  <a:lnTo>
                    <a:pt x="477106" y="1722605"/>
                  </a:lnTo>
                  <a:lnTo>
                    <a:pt x="489339" y="1714323"/>
                  </a:lnTo>
                  <a:lnTo>
                    <a:pt x="501573" y="1705962"/>
                  </a:lnTo>
                  <a:lnTo>
                    <a:pt x="513806" y="1696281"/>
                  </a:lnTo>
                  <a:lnTo>
                    <a:pt x="526040" y="1686442"/>
                  </a:lnTo>
                  <a:lnTo>
                    <a:pt x="538273" y="1676595"/>
                  </a:lnTo>
                  <a:lnTo>
                    <a:pt x="550507" y="1666733"/>
                  </a:lnTo>
                  <a:lnTo>
                    <a:pt x="562740" y="1656849"/>
                  </a:lnTo>
                  <a:lnTo>
                    <a:pt x="574974" y="1646939"/>
                  </a:lnTo>
                  <a:lnTo>
                    <a:pt x="587207" y="1636994"/>
                  </a:lnTo>
                  <a:lnTo>
                    <a:pt x="599441" y="1626475"/>
                  </a:lnTo>
                  <a:lnTo>
                    <a:pt x="611674" y="1615077"/>
                  </a:lnTo>
                  <a:lnTo>
                    <a:pt x="623908" y="1605448"/>
                  </a:lnTo>
                  <a:lnTo>
                    <a:pt x="636141" y="1595805"/>
                  </a:lnTo>
                  <a:lnTo>
                    <a:pt x="648375" y="1586141"/>
                  </a:lnTo>
                  <a:lnTo>
                    <a:pt x="660608" y="1576271"/>
                  </a:lnTo>
                  <a:lnTo>
                    <a:pt x="672842" y="1565915"/>
                  </a:lnTo>
                  <a:lnTo>
                    <a:pt x="685075" y="1555476"/>
                  </a:lnTo>
                  <a:lnTo>
                    <a:pt x="697309" y="1544947"/>
                  </a:lnTo>
                  <a:lnTo>
                    <a:pt x="709542" y="1534321"/>
                  </a:lnTo>
                  <a:lnTo>
                    <a:pt x="721776" y="1523592"/>
                  </a:lnTo>
                  <a:lnTo>
                    <a:pt x="734009" y="1512754"/>
                  </a:lnTo>
                  <a:lnTo>
                    <a:pt x="746243" y="1501624"/>
                  </a:lnTo>
                  <a:lnTo>
                    <a:pt x="758476" y="1489412"/>
                  </a:lnTo>
                  <a:lnTo>
                    <a:pt x="770710" y="1477199"/>
                  </a:lnTo>
                  <a:lnTo>
                    <a:pt x="782943" y="1464980"/>
                  </a:lnTo>
                  <a:lnTo>
                    <a:pt x="795177" y="1452753"/>
                  </a:lnTo>
                  <a:lnTo>
                    <a:pt x="807410" y="1440517"/>
                  </a:lnTo>
                  <a:lnTo>
                    <a:pt x="819644" y="1428267"/>
                  </a:lnTo>
                  <a:lnTo>
                    <a:pt x="831877" y="1416002"/>
                  </a:lnTo>
                  <a:lnTo>
                    <a:pt x="844111" y="1403719"/>
                  </a:lnTo>
                  <a:lnTo>
                    <a:pt x="856344" y="1391842"/>
                  </a:lnTo>
                  <a:lnTo>
                    <a:pt x="868578" y="1380252"/>
                  </a:lnTo>
                  <a:lnTo>
                    <a:pt x="880811" y="1367177"/>
                  </a:lnTo>
                  <a:lnTo>
                    <a:pt x="893045" y="1354562"/>
                  </a:lnTo>
                  <a:lnTo>
                    <a:pt x="905278" y="1341886"/>
                  </a:lnTo>
                  <a:lnTo>
                    <a:pt x="917512" y="1328908"/>
                  </a:lnTo>
                  <a:lnTo>
                    <a:pt x="929745" y="1315695"/>
                  </a:lnTo>
                  <a:lnTo>
                    <a:pt x="941979" y="1302241"/>
                  </a:lnTo>
                  <a:lnTo>
                    <a:pt x="954212" y="1288538"/>
                  </a:lnTo>
                  <a:lnTo>
                    <a:pt x="966446" y="1274576"/>
                  </a:lnTo>
                  <a:lnTo>
                    <a:pt x="978679" y="1260117"/>
                  </a:lnTo>
                  <a:lnTo>
                    <a:pt x="990913" y="1245629"/>
                  </a:lnTo>
                  <a:lnTo>
                    <a:pt x="1003146" y="1231121"/>
                  </a:lnTo>
                  <a:lnTo>
                    <a:pt x="1015380" y="1216156"/>
                  </a:lnTo>
                  <a:lnTo>
                    <a:pt x="1027613" y="1200981"/>
                  </a:lnTo>
                  <a:lnTo>
                    <a:pt x="1039847" y="1185611"/>
                  </a:lnTo>
                  <a:lnTo>
                    <a:pt x="1052080" y="1170066"/>
                  </a:lnTo>
                  <a:lnTo>
                    <a:pt x="1064314" y="1154361"/>
                  </a:lnTo>
                  <a:lnTo>
                    <a:pt x="1076547" y="1138515"/>
                  </a:lnTo>
                  <a:lnTo>
                    <a:pt x="1088781" y="1123027"/>
                  </a:lnTo>
                  <a:lnTo>
                    <a:pt x="1101014" y="1107734"/>
                  </a:lnTo>
                  <a:lnTo>
                    <a:pt x="1113248" y="1092463"/>
                  </a:lnTo>
                  <a:lnTo>
                    <a:pt x="1125481" y="1077224"/>
                  </a:lnTo>
                  <a:lnTo>
                    <a:pt x="1137715" y="1062027"/>
                  </a:lnTo>
                  <a:lnTo>
                    <a:pt x="1149948" y="1046881"/>
                  </a:lnTo>
                  <a:lnTo>
                    <a:pt x="1162182" y="1031795"/>
                  </a:lnTo>
                  <a:lnTo>
                    <a:pt x="1174415" y="1015772"/>
                  </a:lnTo>
                  <a:lnTo>
                    <a:pt x="1186649" y="998891"/>
                  </a:lnTo>
                  <a:lnTo>
                    <a:pt x="1198882" y="983026"/>
                  </a:lnTo>
                  <a:lnTo>
                    <a:pt x="1211116" y="968292"/>
                  </a:lnTo>
                  <a:lnTo>
                    <a:pt x="1223349" y="954063"/>
                  </a:lnTo>
                  <a:lnTo>
                    <a:pt x="1235583" y="940133"/>
                  </a:lnTo>
                  <a:lnTo>
                    <a:pt x="1247816" y="926490"/>
                  </a:lnTo>
                  <a:lnTo>
                    <a:pt x="1260050" y="913122"/>
                  </a:lnTo>
                  <a:lnTo>
                    <a:pt x="1272283" y="899754"/>
                  </a:lnTo>
                  <a:lnTo>
                    <a:pt x="1284517" y="883535"/>
                  </a:lnTo>
                  <a:lnTo>
                    <a:pt x="1296750" y="869644"/>
                  </a:lnTo>
                  <a:lnTo>
                    <a:pt x="1308984" y="853660"/>
                  </a:lnTo>
                  <a:lnTo>
                    <a:pt x="1321217" y="837722"/>
                  </a:lnTo>
                  <a:lnTo>
                    <a:pt x="1333451" y="821837"/>
                  </a:lnTo>
                  <a:lnTo>
                    <a:pt x="1345684" y="806015"/>
                  </a:lnTo>
                  <a:lnTo>
                    <a:pt x="1357918" y="790263"/>
                  </a:lnTo>
                  <a:lnTo>
                    <a:pt x="1370151" y="774137"/>
                  </a:lnTo>
                  <a:lnTo>
                    <a:pt x="1382385" y="757651"/>
                  </a:lnTo>
                  <a:lnTo>
                    <a:pt x="1394618" y="742492"/>
                  </a:lnTo>
                  <a:lnTo>
                    <a:pt x="1406852" y="727954"/>
                  </a:lnTo>
                  <a:lnTo>
                    <a:pt x="1419085" y="713695"/>
                  </a:lnTo>
                  <a:lnTo>
                    <a:pt x="1431319" y="699729"/>
                  </a:lnTo>
                  <a:lnTo>
                    <a:pt x="1443552" y="686073"/>
                  </a:lnTo>
                  <a:lnTo>
                    <a:pt x="1455786" y="671155"/>
                  </a:lnTo>
                  <a:lnTo>
                    <a:pt x="1468019" y="655796"/>
                  </a:lnTo>
                  <a:lnTo>
                    <a:pt x="1480253" y="640690"/>
                  </a:lnTo>
                  <a:lnTo>
                    <a:pt x="1492486" y="627734"/>
                  </a:lnTo>
                  <a:lnTo>
                    <a:pt x="1504720" y="615551"/>
                  </a:lnTo>
                  <a:lnTo>
                    <a:pt x="1516953" y="604197"/>
                  </a:lnTo>
                  <a:lnTo>
                    <a:pt x="1529187" y="593133"/>
                  </a:lnTo>
                  <a:lnTo>
                    <a:pt x="1541420" y="582357"/>
                  </a:lnTo>
                  <a:lnTo>
                    <a:pt x="1553654" y="571869"/>
                  </a:lnTo>
                  <a:lnTo>
                    <a:pt x="1565887" y="558225"/>
                  </a:lnTo>
                  <a:lnTo>
                    <a:pt x="1578121" y="545906"/>
                  </a:lnTo>
                  <a:lnTo>
                    <a:pt x="1590354" y="535105"/>
                  </a:lnTo>
                  <a:lnTo>
                    <a:pt x="1602588" y="524531"/>
                  </a:lnTo>
                  <a:lnTo>
                    <a:pt x="1614821" y="514184"/>
                  </a:lnTo>
                  <a:lnTo>
                    <a:pt x="1627055" y="504066"/>
                  </a:lnTo>
                  <a:lnTo>
                    <a:pt x="1639288" y="490950"/>
                  </a:lnTo>
                  <a:lnTo>
                    <a:pt x="1651522" y="477370"/>
                  </a:lnTo>
                  <a:lnTo>
                    <a:pt x="1663755" y="463766"/>
                  </a:lnTo>
                  <a:lnTo>
                    <a:pt x="1675989" y="450130"/>
                  </a:lnTo>
                  <a:lnTo>
                    <a:pt x="1688222" y="436457"/>
                  </a:lnTo>
                  <a:lnTo>
                    <a:pt x="1700456" y="422741"/>
                  </a:lnTo>
                  <a:lnTo>
                    <a:pt x="1712689" y="411750"/>
                  </a:lnTo>
                  <a:lnTo>
                    <a:pt x="1724923" y="402590"/>
                  </a:lnTo>
                  <a:lnTo>
                    <a:pt x="1737156" y="390017"/>
                  </a:lnTo>
                  <a:lnTo>
                    <a:pt x="1749390" y="377463"/>
                  </a:lnTo>
                  <a:lnTo>
                    <a:pt x="1761623" y="365936"/>
                  </a:lnTo>
                  <a:lnTo>
                    <a:pt x="1773857" y="357151"/>
                  </a:lnTo>
                  <a:lnTo>
                    <a:pt x="1786090" y="348590"/>
                  </a:lnTo>
                  <a:lnTo>
                    <a:pt x="1798324" y="337880"/>
                  </a:lnTo>
                  <a:lnTo>
                    <a:pt x="1810557" y="326618"/>
                  </a:lnTo>
                  <a:lnTo>
                    <a:pt x="1822791" y="315524"/>
                  </a:lnTo>
                  <a:lnTo>
                    <a:pt x="1835024" y="304588"/>
                  </a:lnTo>
                  <a:lnTo>
                    <a:pt x="1847258" y="293800"/>
                  </a:lnTo>
                  <a:lnTo>
                    <a:pt x="1859491" y="283581"/>
                  </a:lnTo>
                  <a:lnTo>
                    <a:pt x="1871725" y="274490"/>
                  </a:lnTo>
                  <a:lnTo>
                    <a:pt x="1883958" y="265548"/>
                  </a:lnTo>
                  <a:lnTo>
                    <a:pt x="1896192" y="256749"/>
                  </a:lnTo>
                  <a:lnTo>
                    <a:pt x="1908425" y="248089"/>
                  </a:lnTo>
                  <a:lnTo>
                    <a:pt x="1920659" y="239561"/>
                  </a:lnTo>
                  <a:lnTo>
                    <a:pt x="1932892" y="226148"/>
                  </a:lnTo>
                  <a:lnTo>
                    <a:pt x="1945126" y="212631"/>
                  </a:lnTo>
                  <a:lnTo>
                    <a:pt x="1957359" y="201654"/>
                  </a:lnTo>
                  <a:lnTo>
                    <a:pt x="1969593" y="191782"/>
                  </a:lnTo>
                  <a:lnTo>
                    <a:pt x="1981826" y="181957"/>
                  </a:lnTo>
                  <a:lnTo>
                    <a:pt x="1994060" y="172176"/>
                  </a:lnTo>
                  <a:lnTo>
                    <a:pt x="2006293" y="162437"/>
                  </a:lnTo>
                  <a:lnTo>
                    <a:pt x="2018527" y="152736"/>
                  </a:lnTo>
                  <a:lnTo>
                    <a:pt x="2030760" y="143070"/>
                  </a:lnTo>
                  <a:lnTo>
                    <a:pt x="2042994" y="133436"/>
                  </a:lnTo>
                  <a:lnTo>
                    <a:pt x="2055227" y="123831"/>
                  </a:lnTo>
                  <a:lnTo>
                    <a:pt x="2067461" y="114252"/>
                  </a:lnTo>
                  <a:lnTo>
                    <a:pt x="2079694" y="104695"/>
                  </a:lnTo>
                  <a:lnTo>
                    <a:pt x="2091928" y="95158"/>
                  </a:lnTo>
                  <a:lnTo>
                    <a:pt x="2104161" y="84166"/>
                  </a:lnTo>
                  <a:lnTo>
                    <a:pt x="2116395" y="70945"/>
                  </a:lnTo>
                  <a:lnTo>
                    <a:pt x="2128628" y="56067"/>
                  </a:lnTo>
                  <a:lnTo>
                    <a:pt x="2140862" y="41128"/>
                  </a:lnTo>
                  <a:lnTo>
                    <a:pt x="2153095" y="28242"/>
                  </a:lnTo>
                  <a:lnTo>
                    <a:pt x="2165329" y="18819"/>
                  </a:lnTo>
                  <a:lnTo>
                    <a:pt x="2177562" y="9406"/>
                  </a:lnTo>
                  <a:lnTo>
                    <a:pt x="2189796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2" name="pl47"/>
            <p:cNvSpPr/>
            <p:nvPr/>
          </p:nvSpPr>
          <p:spPr>
            <a:xfrm>
              <a:off x="5378255" y="1242131"/>
              <a:ext cx="2189796" cy="1697402"/>
            </a:xfrm>
            <a:custGeom>
              <a:avLst/>
              <a:gdLst/>
              <a:ahLst/>
              <a:cxnLst/>
              <a:rect l="0" t="0" r="0" b="0"/>
              <a:pathLst>
                <a:path w="2189796" h="1697402">
                  <a:moveTo>
                    <a:pt x="2189796" y="0"/>
                  </a:moveTo>
                  <a:lnTo>
                    <a:pt x="2177562" y="4056"/>
                  </a:lnTo>
                  <a:lnTo>
                    <a:pt x="2165329" y="8105"/>
                  </a:lnTo>
                  <a:lnTo>
                    <a:pt x="2153095" y="12145"/>
                  </a:lnTo>
                  <a:lnTo>
                    <a:pt x="2140862" y="16177"/>
                  </a:lnTo>
                  <a:lnTo>
                    <a:pt x="2128628" y="19544"/>
                  </a:lnTo>
                  <a:lnTo>
                    <a:pt x="2116395" y="18659"/>
                  </a:lnTo>
                  <a:lnTo>
                    <a:pt x="2104161" y="21192"/>
                  </a:lnTo>
                  <a:lnTo>
                    <a:pt x="2091928" y="22435"/>
                  </a:lnTo>
                  <a:lnTo>
                    <a:pt x="2079694" y="22692"/>
                  </a:lnTo>
                  <a:lnTo>
                    <a:pt x="2067461" y="23014"/>
                  </a:lnTo>
                  <a:lnTo>
                    <a:pt x="2055227" y="23406"/>
                  </a:lnTo>
                  <a:lnTo>
                    <a:pt x="2042994" y="23878"/>
                  </a:lnTo>
                  <a:lnTo>
                    <a:pt x="2030760" y="24437"/>
                  </a:lnTo>
                  <a:lnTo>
                    <a:pt x="2018527" y="25862"/>
                  </a:lnTo>
                  <a:lnTo>
                    <a:pt x="2006293" y="28622"/>
                  </a:lnTo>
                  <a:lnTo>
                    <a:pt x="1994060" y="31364"/>
                  </a:lnTo>
                  <a:lnTo>
                    <a:pt x="1981826" y="34086"/>
                  </a:lnTo>
                  <a:lnTo>
                    <a:pt x="1969593" y="36789"/>
                  </a:lnTo>
                  <a:lnTo>
                    <a:pt x="1957359" y="39472"/>
                  </a:lnTo>
                  <a:lnTo>
                    <a:pt x="1945126" y="42134"/>
                  </a:lnTo>
                  <a:lnTo>
                    <a:pt x="1932892" y="45323"/>
                  </a:lnTo>
                  <a:lnTo>
                    <a:pt x="1920659" y="51370"/>
                  </a:lnTo>
                  <a:lnTo>
                    <a:pt x="1908425" y="57429"/>
                  </a:lnTo>
                  <a:lnTo>
                    <a:pt x="1896192" y="62592"/>
                  </a:lnTo>
                  <a:lnTo>
                    <a:pt x="1883958" y="66062"/>
                  </a:lnTo>
                  <a:lnTo>
                    <a:pt x="1871725" y="72476"/>
                  </a:lnTo>
                  <a:lnTo>
                    <a:pt x="1859491" y="78898"/>
                  </a:lnTo>
                  <a:lnTo>
                    <a:pt x="1847258" y="85332"/>
                  </a:lnTo>
                  <a:lnTo>
                    <a:pt x="1835024" y="91779"/>
                  </a:lnTo>
                  <a:lnTo>
                    <a:pt x="1822791" y="98244"/>
                  </a:lnTo>
                  <a:lnTo>
                    <a:pt x="1810557" y="104729"/>
                  </a:lnTo>
                  <a:lnTo>
                    <a:pt x="1798324" y="111236"/>
                  </a:lnTo>
                  <a:lnTo>
                    <a:pt x="1786090" y="117770"/>
                  </a:lnTo>
                  <a:lnTo>
                    <a:pt x="1773857" y="124331"/>
                  </a:lnTo>
                  <a:lnTo>
                    <a:pt x="1761623" y="130924"/>
                  </a:lnTo>
                  <a:lnTo>
                    <a:pt x="1749390" y="137552"/>
                  </a:lnTo>
                  <a:lnTo>
                    <a:pt x="1737156" y="144216"/>
                  </a:lnTo>
                  <a:lnTo>
                    <a:pt x="1724923" y="150869"/>
                  </a:lnTo>
                  <a:lnTo>
                    <a:pt x="1712689" y="157194"/>
                  </a:lnTo>
                  <a:lnTo>
                    <a:pt x="1700456" y="163849"/>
                  </a:lnTo>
                  <a:lnTo>
                    <a:pt x="1688222" y="170404"/>
                  </a:lnTo>
                  <a:lnTo>
                    <a:pt x="1675989" y="177017"/>
                  </a:lnTo>
                  <a:lnTo>
                    <a:pt x="1663755" y="184813"/>
                  </a:lnTo>
                  <a:lnTo>
                    <a:pt x="1651522" y="190484"/>
                  </a:lnTo>
                  <a:lnTo>
                    <a:pt x="1639288" y="197368"/>
                  </a:lnTo>
                  <a:lnTo>
                    <a:pt x="1627055" y="206921"/>
                  </a:lnTo>
                  <a:lnTo>
                    <a:pt x="1614821" y="214444"/>
                  </a:lnTo>
                  <a:lnTo>
                    <a:pt x="1602588" y="222141"/>
                  </a:lnTo>
                  <a:lnTo>
                    <a:pt x="1590354" y="230030"/>
                  </a:lnTo>
                  <a:lnTo>
                    <a:pt x="1578121" y="240481"/>
                  </a:lnTo>
                  <a:lnTo>
                    <a:pt x="1565887" y="251474"/>
                  </a:lnTo>
                  <a:lnTo>
                    <a:pt x="1553654" y="262521"/>
                  </a:lnTo>
                  <a:lnTo>
                    <a:pt x="1541420" y="273622"/>
                  </a:lnTo>
                  <a:lnTo>
                    <a:pt x="1529187" y="284778"/>
                  </a:lnTo>
                  <a:lnTo>
                    <a:pt x="1516953" y="295989"/>
                  </a:lnTo>
                  <a:lnTo>
                    <a:pt x="1504720" y="307577"/>
                  </a:lnTo>
                  <a:lnTo>
                    <a:pt x="1492486" y="319798"/>
                  </a:lnTo>
                  <a:lnTo>
                    <a:pt x="1480253" y="332088"/>
                  </a:lnTo>
                  <a:lnTo>
                    <a:pt x="1468019" y="343415"/>
                  </a:lnTo>
                  <a:lnTo>
                    <a:pt x="1455786" y="354825"/>
                  </a:lnTo>
                  <a:lnTo>
                    <a:pt x="1443552" y="366487"/>
                  </a:lnTo>
                  <a:lnTo>
                    <a:pt x="1431319" y="378391"/>
                  </a:lnTo>
                  <a:lnTo>
                    <a:pt x="1419085" y="393439"/>
                  </a:lnTo>
                  <a:lnTo>
                    <a:pt x="1406852" y="407204"/>
                  </a:lnTo>
                  <a:lnTo>
                    <a:pt x="1394618" y="420676"/>
                  </a:lnTo>
                  <a:lnTo>
                    <a:pt x="1382385" y="433873"/>
                  </a:lnTo>
                  <a:lnTo>
                    <a:pt x="1370151" y="446364"/>
                  </a:lnTo>
                  <a:lnTo>
                    <a:pt x="1357918" y="459324"/>
                  </a:lnTo>
                  <a:lnTo>
                    <a:pt x="1345684" y="475201"/>
                  </a:lnTo>
                  <a:lnTo>
                    <a:pt x="1333451" y="491153"/>
                  </a:lnTo>
                  <a:lnTo>
                    <a:pt x="1321217" y="507162"/>
                  </a:lnTo>
                  <a:lnTo>
                    <a:pt x="1308984" y="523207"/>
                  </a:lnTo>
                  <a:lnTo>
                    <a:pt x="1296750" y="537797"/>
                  </a:lnTo>
                  <a:lnTo>
                    <a:pt x="1284517" y="553027"/>
                  </a:lnTo>
                  <a:lnTo>
                    <a:pt x="1272283" y="568557"/>
                  </a:lnTo>
                  <a:lnTo>
                    <a:pt x="1260050" y="582071"/>
                  </a:lnTo>
                  <a:lnTo>
                    <a:pt x="1247816" y="597314"/>
                  </a:lnTo>
                  <a:lnTo>
                    <a:pt x="1235583" y="612602"/>
                  </a:lnTo>
                  <a:lnTo>
                    <a:pt x="1223349" y="627764"/>
                  </a:lnTo>
                  <a:lnTo>
                    <a:pt x="1211116" y="642783"/>
                  </a:lnTo>
                  <a:lnTo>
                    <a:pt x="1198882" y="657781"/>
                  </a:lnTo>
                  <a:lnTo>
                    <a:pt x="1186649" y="673759"/>
                  </a:lnTo>
                  <a:lnTo>
                    <a:pt x="1174415" y="687808"/>
                  </a:lnTo>
                  <a:lnTo>
                    <a:pt x="1162182" y="701380"/>
                  </a:lnTo>
                  <a:lnTo>
                    <a:pt x="1149948" y="717593"/>
                  </a:lnTo>
                  <a:lnTo>
                    <a:pt x="1137715" y="733704"/>
                  </a:lnTo>
                  <a:lnTo>
                    <a:pt x="1125481" y="749668"/>
                  </a:lnTo>
                  <a:lnTo>
                    <a:pt x="1113248" y="765474"/>
                  </a:lnTo>
                  <a:lnTo>
                    <a:pt x="1101014" y="781115"/>
                  </a:lnTo>
                  <a:lnTo>
                    <a:pt x="1088781" y="796580"/>
                  </a:lnTo>
                  <a:lnTo>
                    <a:pt x="1076547" y="811861"/>
                  </a:lnTo>
                  <a:lnTo>
                    <a:pt x="1064314" y="826947"/>
                  </a:lnTo>
                  <a:lnTo>
                    <a:pt x="1052080" y="841830"/>
                  </a:lnTo>
                  <a:lnTo>
                    <a:pt x="1039847" y="856163"/>
                  </a:lnTo>
                  <a:lnTo>
                    <a:pt x="1027613" y="869221"/>
                  </a:lnTo>
                  <a:lnTo>
                    <a:pt x="1015380" y="882238"/>
                  </a:lnTo>
                  <a:lnTo>
                    <a:pt x="1003146" y="895225"/>
                  </a:lnTo>
                  <a:lnTo>
                    <a:pt x="990913" y="908194"/>
                  </a:lnTo>
                  <a:lnTo>
                    <a:pt x="978679" y="921159"/>
                  </a:lnTo>
                  <a:lnTo>
                    <a:pt x="966446" y="934130"/>
                  </a:lnTo>
                  <a:lnTo>
                    <a:pt x="954212" y="947108"/>
                  </a:lnTo>
                  <a:lnTo>
                    <a:pt x="941979" y="960086"/>
                  </a:lnTo>
                  <a:lnTo>
                    <a:pt x="929745" y="973057"/>
                  </a:lnTo>
                  <a:lnTo>
                    <a:pt x="917512" y="986013"/>
                  </a:lnTo>
                  <a:lnTo>
                    <a:pt x="905278" y="998945"/>
                  </a:lnTo>
                  <a:lnTo>
                    <a:pt x="893045" y="1011407"/>
                  </a:lnTo>
                  <a:lnTo>
                    <a:pt x="880811" y="1023016"/>
                  </a:lnTo>
                  <a:lnTo>
                    <a:pt x="868578" y="1035137"/>
                  </a:lnTo>
                  <a:lnTo>
                    <a:pt x="856344" y="1048212"/>
                  </a:lnTo>
                  <a:lnTo>
                    <a:pt x="844111" y="1059964"/>
                  </a:lnTo>
                  <a:lnTo>
                    <a:pt x="831877" y="1072201"/>
                  </a:lnTo>
                  <a:lnTo>
                    <a:pt x="819644" y="1084034"/>
                  </a:lnTo>
                  <a:lnTo>
                    <a:pt x="807410" y="1095788"/>
                  </a:lnTo>
                  <a:lnTo>
                    <a:pt x="795177" y="1107497"/>
                  </a:lnTo>
                  <a:lnTo>
                    <a:pt x="782943" y="1119170"/>
                  </a:lnTo>
                  <a:lnTo>
                    <a:pt x="770710" y="1130813"/>
                  </a:lnTo>
                  <a:lnTo>
                    <a:pt x="758476" y="1142436"/>
                  </a:lnTo>
                  <a:lnTo>
                    <a:pt x="746243" y="1154044"/>
                  </a:lnTo>
                  <a:lnTo>
                    <a:pt x="734009" y="1165645"/>
                  </a:lnTo>
                  <a:lnTo>
                    <a:pt x="721776" y="1177246"/>
                  </a:lnTo>
                  <a:lnTo>
                    <a:pt x="709542" y="1188842"/>
                  </a:lnTo>
                  <a:lnTo>
                    <a:pt x="697309" y="1200421"/>
                  </a:lnTo>
                  <a:lnTo>
                    <a:pt x="685075" y="1211970"/>
                  </a:lnTo>
                  <a:lnTo>
                    <a:pt x="672842" y="1223478"/>
                  </a:lnTo>
                  <a:lnTo>
                    <a:pt x="660608" y="1234093"/>
                  </a:lnTo>
                  <a:lnTo>
                    <a:pt x="648375" y="1244506"/>
                  </a:lnTo>
                  <a:lnTo>
                    <a:pt x="636141" y="1255415"/>
                  </a:lnTo>
                  <a:lnTo>
                    <a:pt x="623908" y="1266212"/>
                  </a:lnTo>
                  <a:lnTo>
                    <a:pt x="611674" y="1276410"/>
                  </a:lnTo>
                  <a:lnTo>
                    <a:pt x="599441" y="1286448"/>
                  </a:lnTo>
                  <a:lnTo>
                    <a:pt x="587207" y="1297354"/>
                  </a:lnTo>
                  <a:lnTo>
                    <a:pt x="574974" y="1307818"/>
                  </a:lnTo>
                  <a:lnTo>
                    <a:pt x="562740" y="1318672"/>
                  </a:lnTo>
                  <a:lnTo>
                    <a:pt x="550507" y="1329530"/>
                  </a:lnTo>
                  <a:lnTo>
                    <a:pt x="538273" y="1340363"/>
                  </a:lnTo>
                  <a:lnTo>
                    <a:pt x="526040" y="1351171"/>
                  </a:lnTo>
                  <a:lnTo>
                    <a:pt x="513806" y="1361956"/>
                  </a:lnTo>
                  <a:lnTo>
                    <a:pt x="501573" y="1371265"/>
                  </a:lnTo>
                  <a:lnTo>
                    <a:pt x="489339" y="1380381"/>
                  </a:lnTo>
                  <a:lnTo>
                    <a:pt x="477106" y="1389558"/>
                  </a:lnTo>
                  <a:lnTo>
                    <a:pt x="464872" y="1399968"/>
                  </a:lnTo>
                  <a:lnTo>
                    <a:pt x="452639" y="1409537"/>
                  </a:lnTo>
                  <a:lnTo>
                    <a:pt x="440405" y="1418012"/>
                  </a:lnTo>
                  <a:lnTo>
                    <a:pt x="428172" y="1426266"/>
                  </a:lnTo>
                  <a:lnTo>
                    <a:pt x="415938" y="1436448"/>
                  </a:lnTo>
                  <a:lnTo>
                    <a:pt x="403705" y="1447104"/>
                  </a:lnTo>
                  <a:lnTo>
                    <a:pt x="391471" y="1457675"/>
                  </a:lnTo>
                  <a:lnTo>
                    <a:pt x="379238" y="1467337"/>
                  </a:lnTo>
                  <a:lnTo>
                    <a:pt x="367004" y="1476089"/>
                  </a:lnTo>
                  <a:lnTo>
                    <a:pt x="354771" y="1484601"/>
                  </a:lnTo>
                  <a:lnTo>
                    <a:pt x="342537" y="1493505"/>
                  </a:lnTo>
                  <a:lnTo>
                    <a:pt x="330304" y="1502962"/>
                  </a:lnTo>
                  <a:lnTo>
                    <a:pt x="318070" y="1511913"/>
                  </a:lnTo>
                  <a:lnTo>
                    <a:pt x="305837" y="1520843"/>
                  </a:lnTo>
                  <a:lnTo>
                    <a:pt x="293603" y="1529580"/>
                  </a:lnTo>
                  <a:lnTo>
                    <a:pt x="281370" y="1538114"/>
                  </a:lnTo>
                  <a:lnTo>
                    <a:pt x="269136" y="1546436"/>
                  </a:lnTo>
                  <a:lnTo>
                    <a:pt x="256903" y="1554538"/>
                  </a:lnTo>
                  <a:lnTo>
                    <a:pt x="244669" y="1562412"/>
                  </a:lnTo>
                  <a:lnTo>
                    <a:pt x="232436" y="1570051"/>
                  </a:lnTo>
                  <a:lnTo>
                    <a:pt x="220202" y="1577458"/>
                  </a:lnTo>
                  <a:lnTo>
                    <a:pt x="207969" y="1584941"/>
                  </a:lnTo>
                  <a:lnTo>
                    <a:pt x="195735" y="1591615"/>
                  </a:lnTo>
                  <a:lnTo>
                    <a:pt x="183502" y="1598381"/>
                  </a:lnTo>
                  <a:lnTo>
                    <a:pt x="171268" y="1604950"/>
                  </a:lnTo>
                  <a:lnTo>
                    <a:pt x="159035" y="1611500"/>
                  </a:lnTo>
                  <a:lnTo>
                    <a:pt x="146801" y="1618221"/>
                  </a:lnTo>
                  <a:lnTo>
                    <a:pt x="134568" y="1624633"/>
                  </a:lnTo>
                  <a:lnTo>
                    <a:pt x="122334" y="1630752"/>
                  </a:lnTo>
                  <a:lnTo>
                    <a:pt x="110101" y="1636141"/>
                  </a:lnTo>
                  <a:lnTo>
                    <a:pt x="97867" y="1642170"/>
                  </a:lnTo>
                  <a:lnTo>
                    <a:pt x="85634" y="1647844"/>
                  </a:lnTo>
                  <a:lnTo>
                    <a:pt x="73400" y="1655503"/>
                  </a:lnTo>
                  <a:lnTo>
                    <a:pt x="61167" y="1663065"/>
                  </a:lnTo>
                  <a:lnTo>
                    <a:pt x="48933" y="1667828"/>
                  </a:lnTo>
                  <a:lnTo>
                    <a:pt x="36700" y="1674856"/>
                  </a:lnTo>
                  <a:lnTo>
                    <a:pt x="24466" y="1682407"/>
                  </a:lnTo>
                  <a:lnTo>
                    <a:pt x="12233" y="1689921"/>
                  </a:lnTo>
                  <a:lnTo>
                    <a:pt x="0" y="1697402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3" name="pl48"/>
            <p:cNvSpPr/>
            <p:nvPr/>
          </p:nvSpPr>
          <p:spPr>
            <a:xfrm>
              <a:off x="5378255" y="1028228"/>
              <a:ext cx="2189796" cy="1788652"/>
            </a:xfrm>
            <a:custGeom>
              <a:avLst/>
              <a:gdLst/>
              <a:ahLst/>
              <a:cxnLst/>
              <a:rect l="0" t="0" r="0" b="0"/>
              <a:pathLst>
                <a:path w="2189796" h="1788652">
                  <a:moveTo>
                    <a:pt x="0" y="1788652"/>
                  </a:moveTo>
                  <a:lnTo>
                    <a:pt x="12233" y="1786129"/>
                  </a:lnTo>
                  <a:lnTo>
                    <a:pt x="24466" y="1783499"/>
                  </a:lnTo>
                  <a:lnTo>
                    <a:pt x="36700" y="1780753"/>
                  </a:lnTo>
                  <a:lnTo>
                    <a:pt x="48933" y="1777879"/>
                  </a:lnTo>
                  <a:lnTo>
                    <a:pt x="61167" y="1774869"/>
                  </a:lnTo>
                  <a:lnTo>
                    <a:pt x="73400" y="1771711"/>
                  </a:lnTo>
                  <a:lnTo>
                    <a:pt x="85634" y="1768396"/>
                  </a:lnTo>
                  <a:lnTo>
                    <a:pt x="97867" y="1764913"/>
                  </a:lnTo>
                  <a:lnTo>
                    <a:pt x="110101" y="1761253"/>
                  </a:lnTo>
                  <a:lnTo>
                    <a:pt x="122334" y="1757406"/>
                  </a:lnTo>
                  <a:lnTo>
                    <a:pt x="134568" y="1753361"/>
                  </a:lnTo>
                  <a:lnTo>
                    <a:pt x="146801" y="1749108"/>
                  </a:lnTo>
                  <a:lnTo>
                    <a:pt x="159035" y="1744638"/>
                  </a:lnTo>
                  <a:lnTo>
                    <a:pt x="171268" y="1739940"/>
                  </a:lnTo>
                  <a:lnTo>
                    <a:pt x="183502" y="1735004"/>
                  </a:lnTo>
                  <a:lnTo>
                    <a:pt x="195735" y="1729820"/>
                  </a:lnTo>
                  <a:lnTo>
                    <a:pt x="207969" y="1724378"/>
                  </a:lnTo>
                  <a:lnTo>
                    <a:pt x="220202" y="1718667"/>
                  </a:lnTo>
                  <a:lnTo>
                    <a:pt x="232436" y="1712679"/>
                  </a:lnTo>
                  <a:lnTo>
                    <a:pt x="244669" y="1706402"/>
                  </a:lnTo>
                  <a:lnTo>
                    <a:pt x="256903" y="1699832"/>
                  </a:lnTo>
                  <a:lnTo>
                    <a:pt x="269136" y="1692979"/>
                  </a:lnTo>
                  <a:lnTo>
                    <a:pt x="281370" y="1685855"/>
                  </a:lnTo>
                  <a:lnTo>
                    <a:pt x="293603" y="1678473"/>
                  </a:lnTo>
                  <a:lnTo>
                    <a:pt x="305837" y="1670844"/>
                  </a:lnTo>
                  <a:lnTo>
                    <a:pt x="318070" y="1662982"/>
                  </a:lnTo>
                  <a:lnTo>
                    <a:pt x="330304" y="1654898"/>
                  </a:lnTo>
                  <a:lnTo>
                    <a:pt x="342537" y="1646606"/>
                  </a:lnTo>
                  <a:lnTo>
                    <a:pt x="354771" y="1638117"/>
                  </a:lnTo>
                  <a:lnTo>
                    <a:pt x="367004" y="1629443"/>
                  </a:lnTo>
                  <a:lnTo>
                    <a:pt x="379238" y="1620599"/>
                  </a:lnTo>
                  <a:lnTo>
                    <a:pt x="391471" y="1611594"/>
                  </a:lnTo>
                  <a:lnTo>
                    <a:pt x="403705" y="1602443"/>
                  </a:lnTo>
                  <a:lnTo>
                    <a:pt x="415938" y="1593158"/>
                  </a:lnTo>
                  <a:lnTo>
                    <a:pt x="428172" y="1583750"/>
                  </a:lnTo>
                  <a:lnTo>
                    <a:pt x="440405" y="1574233"/>
                  </a:lnTo>
                  <a:lnTo>
                    <a:pt x="452639" y="1564618"/>
                  </a:lnTo>
                  <a:lnTo>
                    <a:pt x="464872" y="1554919"/>
                  </a:lnTo>
                  <a:lnTo>
                    <a:pt x="477106" y="1545147"/>
                  </a:lnTo>
                  <a:lnTo>
                    <a:pt x="489339" y="1535314"/>
                  </a:lnTo>
                  <a:lnTo>
                    <a:pt x="501573" y="1525430"/>
                  </a:lnTo>
                  <a:lnTo>
                    <a:pt x="513806" y="1515490"/>
                  </a:lnTo>
                  <a:lnTo>
                    <a:pt x="526040" y="1505494"/>
                  </a:lnTo>
                  <a:lnTo>
                    <a:pt x="538273" y="1495437"/>
                  </a:lnTo>
                  <a:lnTo>
                    <a:pt x="550507" y="1485317"/>
                  </a:lnTo>
                  <a:lnTo>
                    <a:pt x="562740" y="1475131"/>
                  </a:lnTo>
                  <a:lnTo>
                    <a:pt x="574974" y="1464875"/>
                  </a:lnTo>
                  <a:lnTo>
                    <a:pt x="587207" y="1454547"/>
                  </a:lnTo>
                  <a:lnTo>
                    <a:pt x="599441" y="1444144"/>
                  </a:lnTo>
                  <a:lnTo>
                    <a:pt x="611674" y="1433663"/>
                  </a:lnTo>
                  <a:lnTo>
                    <a:pt x="623908" y="1423100"/>
                  </a:lnTo>
                  <a:lnTo>
                    <a:pt x="636141" y="1412453"/>
                  </a:lnTo>
                  <a:lnTo>
                    <a:pt x="648375" y="1401718"/>
                  </a:lnTo>
                  <a:lnTo>
                    <a:pt x="660608" y="1390894"/>
                  </a:lnTo>
                  <a:lnTo>
                    <a:pt x="672842" y="1379976"/>
                  </a:lnTo>
                  <a:lnTo>
                    <a:pt x="685075" y="1368961"/>
                  </a:lnTo>
                  <a:lnTo>
                    <a:pt x="697309" y="1357848"/>
                  </a:lnTo>
                  <a:lnTo>
                    <a:pt x="709542" y="1346632"/>
                  </a:lnTo>
                  <a:lnTo>
                    <a:pt x="721776" y="1335311"/>
                  </a:lnTo>
                  <a:lnTo>
                    <a:pt x="734009" y="1323882"/>
                  </a:lnTo>
                  <a:lnTo>
                    <a:pt x="746243" y="1312342"/>
                  </a:lnTo>
                  <a:lnTo>
                    <a:pt x="758476" y="1300691"/>
                  </a:lnTo>
                  <a:lnTo>
                    <a:pt x="770710" y="1288927"/>
                  </a:lnTo>
                  <a:lnTo>
                    <a:pt x="782943" y="1277051"/>
                  </a:lnTo>
                  <a:lnTo>
                    <a:pt x="795177" y="1265061"/>
                  </a:lnTo>
                  <a:lnTo>
                    <a:pt x="807410" y="1252956"/>
                  </a:lnTo>
                  <a:lnTo>
                    <a:pt x="819644" y="1240735"/>
                  </a:lnTo>
                  <a:lnTo>
                    <a:pt x="831877" y="1228398"/>
                  </a:lnTo>
                  <a:lnTo>
                    <a:pt x="844111" y="1215944"/>
                  </a:lnTo>
                  <a:lnTo>
                    <a:pt x="856344" y="1203372"/>
                  </a:lnTo>
                  <a:lnTo>
                    <a:pt x="868578" y="1190682"/>
                  </a:lnTo>
                  <a:lnTo>
                    <a:pt x="880811" y="1177872"/>
                  </a:lnTo>
                  <a:lnTo>
                    <a:pt x="893045" y="1164941"/>
                  </a:lnTo>
                  <a:lnTo>
                    <a:pt x="905278" y="1151889"/>
                  </a:lnTo>
                  <a:lnTo>
                    <a:pt x="917512" y="1138715"/>
                  </a:lnTo>
                  <a:lnTo>
                    <a:pt x="929745" y="1125419"/>
                  </a:lnTo>
                  <a:lnTo>
                    <a:pt x="941979" y="1111998"/>
                  </a:lnTo>
                  <a:lnTo>
                    <a:pt x="954212" y="1098453"/>
                  </a:lnTo>
                  <a:lnTo>
                    <a:pt x="966446" y="1084783"/>
                  </a:lnTo>
                  <a:lnTo>
                    <a:pt x="978679" y="1070988"/>
                  </a:lnTo>
                  <a:lnTo>
                    <a:pt x="990913" y="1057068"/>
                  </a:lnTo>
                  <a:lnTo>
                    <a:pt x="1003146" y="1043031"/>
                  </a:lnTo>
                  <a:lnTo>
                    <a:pt x="1015380" y="1028882"/>
                  </a:lnTo>
                  <a:lnTo>
                    <a:pt x="1027613" y="1014626"/>
                  </a:lnTo>
                  <a:lnTo>
                    <a:pt x="1039847" y="1000270"/>
                  </a:lnTo>
                  <a:lnTo>
                    <a:pt x="1052080" y="985820"/>
                  </a:lnTo>
                  <a:lnTo>
                    <a:pt x="1064314" y="971281"/>
                  </a:lnTo>
                  <a:lnTo>
                    <a:pt x="1076547" y="956659"/>
                  </a:lnTo>
                  <a:lnTo>
                    <a:pt x="1088781" y="941960"/>
                  </a:lnTo>
                  <a:lnTo>
                    <a:pt x="1101014" y="927191"/>
                  </a:lnTo>
                  <a:lnTo>
                    <a:pt x="1113248" y="912356"/>
                  </a:lnTo>
                  <a:lnTo>
                    <a:pt x="1125481" y="897461"/>
                  </a:lnTo>
                  <a:lnTo>
                    <a:pt x="1137715" y="882513"/>
                  </a:lnTo>
                  <a:lnTo>
                    <a:pt x="1149948" y="867518"/>
                  </a:lnTo>
                  <a:lnTo>
                    <a:pt x="1162182" y="852480"/>
                  </a:lnTo>
                  <a:lnTo>
                    <a:pt x="1174415" y="837407"/>
                  </a:lnTo>
                  <a:lnTo>
                    <a:pt x="1186649" y="822303"/>
                  </a:lnTo>
                  <a:lnTo>
                    <a:pt x="1198882" y="807176"/>
                  </a:lnTo>
                  <a:lnTo>
                    <a:pt x="1211116" y="792030"/>
                  </a:lnTo>
                  <a:lnTo>
                    <a:pt x="1223349" y="776872"/>
                  </a:lnTo>
                  <a:lnTo>
                    <a:pt x="1235583" y="761710"/>
                  </a:lnTo>
                  <a:lnTo>
                    <a:pt x="1247816" y="746556"/>
                  </a:lnTo>
                  <a:lnTo>
                    <a:pt x="1260050" y="731422"/>
                  </a:lnTo>
                  <a:lnTo>
                    <a:pt x="1272283" y="716319"/>
                  </a:lnTo>
                  <a:lnTo>
                    <a:pt x="1284517" y="701258"/>
                  </a:lnTo>
                  <a:lnTo>
                    <a:pt x="1296750" y="686251"/>
                  </a:lnTo>
                  <a:lnTo>
                    <a:pt x="1308984" y="671309"/>
                  </a:lnTo>
                  <a:lnTo>
                    <a:pt x="1321217" y="656443"/>
                  </a:lnTo>
                  <a:lnTo>
                    <a:pt x="1333451" y="641665"/>
                  </a:lnTo>
                  <a:lnTo>
                    <a:pt x="1345684" y="626987"/>
                  </a:lnTo>
                  <a:lnTo>
                    <a:pt x="1357918" y="612420"/>
                  </a:lnTo>
                  <a:lnTo>
                    <a:pt x="1370151" y="597975"/>
                  </a:lnTo>
                  <a:lnTo>
                    <a:pt x="1382385" y="583663"/>
                  </a:lnTo>
                  <a:lnTo>
                    <a:pt x="1394618" y="569497"/>
                  </a:lnTo>
                  <a:lnTo>
                    <a:pt x="1406852" y="555487"/>
                  </a:lnTo>
                  <a:lnTo>
                    <a:pt x="1419085" y="541645"/>
                  </a:lnTo>
                  <a:lnTo>
                    <a:pt x="1431319" y="527983"/>
                  </a:lnTo>
                  <a:lnTo>
                    <a:pt x="1443552" y="514511"/>
                  </a:lnTo>
                  <a:lnTo>
                    <a:pt x="1455786" y="501240"/>
                  </a:lnTo>
                  <a:lnTo>
                    <a:pt x="1468019" y="488183"/>
                  </a:lnTo>
                  <a:lnTo>
                    <a:pt x="1480253" y="475341"/>
                  </a:lnTo>
                  <a:lnTo>
                    <a:pt x="1492486" y="462713"/>
                  </a:lnTo>
                  <a:lnTo>
                    <a:pt x="1504720" y="450297"/>
                  </a:lnTo>
                  <a:lnTo>
                    <a:pt x="1516953" y="438091"/>
                  </a:lnTo>
                  <a:lnTo>
                    <a:pt x="1529187" y="426095"/>
                  </a:lnTo>
                  <a:lnTo>
                    <a:pt x="1541420" y="414305"/>
                  </a:lnTo>
                  <a:lnTo>
                    <a:pt x="1553654" y="402721"/>
                  </a:lnTo>
                  <a:lnTo>
                    <a:pt x="1565887" y="391340"/>
                  </a:lnTo>
                  <a:lnTo>
                    <a:pt x="1578121" y="380161"/>
                  </a:lnTo>
                  <a:lnTo>
                    <a:pt x="1590354" y="369182"/>
                  </a:lnTo>
                  <a:lnTo>
                    <a:pt x="1602588" y="358402"/>
                  </a:lnTo>
                  <a:lnTo>
                    <a:pt x="1614821" y="347817"/>
                  </a:lnTo>
                  <a:lnTo>
                    <a:pt x="1627055" y="337428"/>
                  </a:lnTo>
                  <a:lnTo>
                    <a:pt x="1639288" y="327232"/>
                  </a:lnTo>
                  <a:lnTo>
                    <a:pt x="1651522" y="317227"/>
                  </a:lnTo>
                  <a:lnTo>
                    <a:pt x="1663755" y="307411"/>
                  </a:lnTo>
                  <a:lnTo>
                    <a:pt x="1675989" y="297783"/>
                  </a:lnTo>
                  <a:lnTo>
                    <a:pt x="1688222" y="288342"/>
                  </a:lnTo>
                  <a:lnTo>
                    <a:pt x="1700456" y="279084"/>
                  </a:lnTo>
                  <a:lnTo>
                    <a:pt x="1712689" y="270010"/>
                  </a:lnTo>
                  <a:lnTo>
                    <a:pt x="1724923" y="261112"/>
                  </a:lnTo>
                  <a:lnTo>
                    <a:pt x="1737156" y="252387"/>
                  </a:lnTo>
                  <a:lnTo>
                    <a:pt x="1749390" y="243827"/>
                  </a:lnTo>
                  <a:lnTo>
                    <a:pt x="1761623" y="235427"/>
                  </a:lnTo>
                  <a:lnTo>
                    <a:pt x="1773857" y="227181"/>
                  </a:lnTo>
                  <a:lnTo>
                    <a:pt x="1786090" y="219083"/>
                  </a:lnTo>
                  <a:lnTo>
                    <a:pt x="1798324" y="211127"/>
                  </a:lnTo>
                  <a:lnTo>
                    <a:pt x="1810557" y="203307"/>
                  </a:lnTo>
                  <a:lnTo>
                    <a:pt x="1822791" y="195618"/>
                  </a:lnTo>
                  <a:lnTo>
                    <a:pt x="1835024" y="188053"/>
                  </a:lnTo>
                  <a:lnTo>
                    <a:pt x="1847258" y="180606"/>
                  </a:lnTo>
                  <a:lnTo>
                    <a:pt x="1859491" y="173272"/>
                  </a:lnTo>
                  <a:lnTo>
                    <a:pt x="1871725" y="166044"/>
                  </a:lnTo>
                  <a:lnTo>
                    <a:pt x="1883958" y="158917"/>
                  </a:lnTo>
                  <a:lnTo>
                    <a:pt x="1896192" y="151884"/>
                  </a:lnTo>
                  <a:lnTo>
                    <a:pt x="1908425" y="144941"/>
                  </a:lnTo>
                  <a:lnTo>
                    <a:pt x="1920659" y="138080"/>
                  </a:lnTo>
                  <a:lnTo>
                    <a:pt x="1932892" y="131296"/>
                  </a:lnTo>
                  <a:lnTo>
                    <a:pt x="1945126" y="124584"/>
                  </a:lnTo>
                  <a:lnTo>
                    <a:pt x="1957359" y="117937"/>
                  </a:lnTo>
                  <a:lnTo>
                    <a:pt x="1969593" y="111351"/>
                  </a:lnTo>
                  <a:lnTo>
                    <a:pt x="1981826" y="104825"/>
                  </a:lnTo>
                  <a:lnTo>
                    <a:pt x="1994060" y="98355"/>
                  </a:lnTo>
                  <a:lnTo>
                    <a:pt x="2006293" y="91938"/>
                  </a:lnTo>
                  <a:lnTo>
                    <a:pt x="2018527" y="85570"/>
                  </a:lnTo>
                  <a:lnTo>
                    <a:pt x="2030760" y="79250"/>
                  </a:lnTo>
                  <a:lnTo>
                    <a:pt x="2042994" y="72974"/>
                  </a:lnTo>
                  <a:lnTo>
                    <a:pt x="2055227" y="66738"/>
                  </a:lnTo>
                  <a:lnTo>
                    <a:pt x="2067461" y="60541"/>
                  </a:lnTo>
                  <a:lnTo>
                    <a:pt x="2079694" y="54379"/>
                  </a:lnTo>
                  <a:lnTo>
                    <a:pt x="2091928" y="48248"/>
                  </a:lnTo>
                  <a:lnTo>
                    <a:pt x="2104161" y="42147"/>
                  </a:lnTo>
                  <a:lnTo>
                    <a:pt x="2116395" y="36071"/>
                  </a:lnTo>
                  <a:lnTo>
                    <a:pt x="2128628" y="30019"/>
                  </a:lnTo>
                  <a:lnTo>
                    <a:pt x="2140862" y="23987"/>
                  </a:lnTo>
                  <a:lnTo>
                    <a:pt x="2153095" y="17972"/>
                  </a:lnTo>
                  <a:lnTo>
                    <a:pt x="2165329" y="11971"/>
                  </a:lnTo>
                  <a:lnTo>
                    <a:pt x="2177562" y="5981"/>
                  </a:lnTo>
                  <a:lnTo>
                    <a:pt x="2189796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gdLst/>
              <a:ahLst/>
              <a:cxnLst/>
              <a:rect l="0" t="0" r="0" b="0"/>
              <a:pathLst>
                <a:path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50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501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254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1252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9341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5198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66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199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59"/>
            <p:cNvSpPr/>
            <p:nvPr/>
          </p:nvSpPr>
          <p:spPr>
            <a:xfrm>
              <a:off x="4895663" y="278643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60"/>
            <p:cNvSpPr/>
            <p:nvPr/>
          </p:nvSpPr>
          <p:spPr>
            <a:xfrm>
              <a:off x="4895663" y="247396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1"/>
            <p:cNvSpPr/>
            <p:nvPr/>
          </p:nvSpPr>
          <p:spPr>
            <a:xfrm>
              <a:off x="4895663" y="216149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2"/>
            <p:cNvSpPr/>
            <p:nvPr/>
          </p:nvSpPr>
          <p:spPr>
            <a:xfrm>
              <a:off x="4895663" y="184902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63"/>
            <p:cNvSpPr/>
            <p:nvPr/>
          </p:nvSpPr>
          <p:spPr>
            <a:xfrm>
              <a:off x="4895663" y="153656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64"/>
            <p:cNvSpPr/>
            <p:nvPr/>
          </p:nvSpPr>
          <p:spPr>
            <a:xfrm>
              <a:off x="4895663" y="12240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5"/>
            <p:cNvSpPr/>
            <p:nvPr/>
          </p:nvSpPr>
          <p:spPr>
            <a:xfrm>
              <a:off x="4895663" y="9116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6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gdLst/>
              <a:ahLst/>
              <a:cxnLst/>
              <a:rect l="0" t="0" r="0" b="0"/>
              <a:pathLst>
                <a:path w="2674679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7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8"/>
            <p:cNvSpPr/>
            <p:nvPr/>
          </p:nvSpPr>
          <p:spPr>
            <a:xfrm>
              <a:off x="569108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9"/>
            <p:cNvSpPr/>
            <p:nvPr/>
          </p:nvSpPr>
          <p:spPr>
            <a:xfrm>
              <a:off x="608211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70"/>
            <p:cNvSpPr/>
            <p:nvPr/>
          </p:nvSpPr>
          <p:spPr>
            <a:xfrm>
              <a:off x="647315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1"/>
            <p:cNvSpPr/>
            <p:nvPr/>
          </p:nvSpPr>
          <p:spPr>
            <a:xfrm>
              <a:off x="686418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2"/>
            <p:cNvSpPr/>
            <p:nvPr/>
          </p:nvSpPr>
          <p:spPr>
            <a:xfrm>
              <a:off x="7255223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3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tx74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623242" y="3200496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601427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405312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79634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7187382" y="3201054"/>
              <a:ext cx="135681" cy="8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578417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6" name="rc6"/>
            <p:cNvSpPr/>
            <p:nvPr/>
          </p:nvSpPr>
          <p:spPr>
            <a:xfrm>
              <a:off x="8703334" y="3084368"/>
              <a:ext cx="97813" cy="14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7"/>
            <p:cNvSpPr/>
            <p:nvPr/>
          </p:nvSpPr>
          <p:spPr>
            <a:xfrm>
              <a:off x="8801148" y="3083820"/>
              <a:ext cx="97813" cy="15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8"/>
            <p:cNvSpPr/>
            <p:nvPr/>
          </p:nvSpPr>
          <p:spPr>
            <a:xfrm>
              <a:off x="8898961" y="3073298"/>
              <a:ext cx="97813" cy="256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9"/>
            <p:cNvSpPr/>
            <p:nvPr/>
          </p:nvSpPr>
          <p:spPr>
            <a:xfrm>
              <a:off x="8996774" y="3060032"/>
              <a:ext cx="97813" cy="38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10"/>
            <p:cNvSpPr/>
            <p:nvPr/>
          </p:nvSpPr>
          <p:spPr>
            <a:xfrm>
              <a:off x="9094587" y="2964016"/>
              <a:ext cx="97813" cy="1348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11"/>
            <p:cNvSpPr/>
            <p:nvPr/>
          </p:nvSpPr>
          <p:spPr>
            <a:xfrm>
              <a:off x="9192400" y="2998788"/>
              <a:ext cx="97813" cy="1001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12"/>
            <p:cNvSpPr/>
            <p:nvPr/>
          </p:nvSpPr>
          <p:spPr>
            <a:xfrm>
              <a:off x="9290213" y="2971492"/>
              <a:ext cx="97813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13"/>
            <p:cNvSpPr/>
            <p:nvPr/>
          </p:nvSpPr>
          <p:spPr>
            <a:xfrm>
              <a:off x="9388026" y="2952621"/>
              <a:ext cx="97813" cy="1462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14"/>
            <p:cNvSpPr/>
            <p:nvPr/>
          </p:nvSpPr>
          <p:spPr>
            <a:xfrm>
              <a:off x="9485840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15"/>
            <p:cNvSpPr/>
            <p:nvPr/>
          </p:nvSpPr>
          <p:spPr>
            <a:xfrm>
              <a:off x="9583653" y="2989346"/>
              <a:ext cx="97813" cy="1095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16"/>
            <p:cNvSpPr/>
            <p:nvPr/>
          </p:nvSpPr>
          <p:spPr>
            <a:xfrm>
              <a:off x="9681466" y="3011033"/>
              <a:ext cx="97813" cy="878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17"/>
            <p:cNvSpPr/>
            <p:nvPr/>
          </p:nvSpPr>
          <p:spPr>
            <a:xfrm>
              <a:off x="9779279" y="3033521"/>
              <a:ext cx="97813" cy="653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18"/>
            <p:cNvSpPr/>
            <p:nvPr/>
          </p:nvSpPr>
          <p:spPr>
            <a:xfrm>
              <a:off x="9877092" y="3019688"/>
              <a:ext cx="97813" cy="79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19"/>
            <p:cNvSpPr/>
            <p:nvPr/>
          </p:nvSpPr>
          <p:spPr>
            <a:xfrm>
              <a:off x="9974905" y="3075664"/>
              <a:ext cx="97813" cy="232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0"/>
            <p:cNvSpPr/>
            <p:nvPr/>
          </p:nvSpPr>
          <p:spPr>
            <a:xfrm>
              <a:off x="10072718" y="3081942"/>
              <a:ext cx="97813" cy="169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"/>
            <p:cNvSpPr/>
            <p:nvPr/>
          </p:nvSpPr>
          <p:spPr>
            <a:xfrm>
              <a:off x="10170532" y="3086734"/>
              <a:ext cx="97813" cy="121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2"/>
            <p:cNvSpPr/>
            <p:nvPr/>
          </p:nvSpPr>
          <p:spPr>
            <a:xfrm>
              <a:off x="10268345" y="3083876"/>
              <a:ext cx="97813" cy="150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3"/>
            <p:cNvSpPr/>
            <p:nvPr/>
          </p:nvSpPr>
          <p:spPr>
            <a:xfrm>
              <a:off x="10366158" y="3094266"/>
              <a:ext cx="97813" cy="46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4"/>
            <p:cNvSpPr/>
            <p:nvPr/>
          </p:nvSpPr>
          <p:spPr>
            <a:xfrm>
              <a:off x="10463971" y="3095530"/>
              <a:ext cx="97813" cy="33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5"/>
            <p:cNvSpPr/>
            <p:nvPr/>
          </p:nvSpPr>
          <p:spPr>
            <a:xfrm>
              <a:off x="10561784" y="3096357"/>
              <a:ext cx="97813" cy="2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6"/>
            <p:cNvSpPr/>
            <p:nvPr/>
          </p:nvSpPr>
          <p:spPr>
            <a:xfrm>
              <a:off x="10659597" y="3095536"/>
              <a:ext cx="97813" cy="33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7"/>
            <p:cNvSpPr/>
            <p:nvPr/>
          </p:nvSpPr>
          <p:spPr>
            <a:xfrm>
              <a:off x="10757411" y="3097702"/>
              <a:ext cx="97813" cy="12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8"/>
            <p:cNvSpPr/>
            <p:nvPr/>
          </p:nvSpPr>
          <p:spPr>
            <a:xfrm>
              <a:off x="10855224" y="3098030"/>
              <a:ext cx="97813" cy="8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9"/>
            <p:cNvSpPr/>
            <p:nvPr/>
          </p:nvSpPr>
          <p:spPr>
            <a:xfrm>
              <a:off x="10953037" y="3097692"/>
              <a:ext cx="97813" cy="1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30"/>
            <p:cNvSpPr/>
            <p:nvPr/>
          </p:nvSpPr>
          <p:spPr>
            <a:xfrm>
              <a:off x="8374682" y="2942669"/>
              <a:ext cx="4792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31"/>
            <p:cNvSpPr/>
            <p:nvPr/>
          </p:nvSpPr>
          <p:spPr>
            <a:xfrm>
              <a:off x="8374682" y="2786435"/>
              <a:ext cx="59707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32"/>
            <p:cNvSpPr/>
            <p:nvPr/>
          </p:nvSpPr>
          <p:spPr>
            <a:xfrm>
              <a:off x="8374682" y="2630200"/>
              <a:ext cx="7630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33"/>
            <p:cNvSpPr/>
            <p:nvPr/>
          </p:nvSpPr>
          <p:spPr>
            <a:xfrm>
              <a:off x="8374682" y="2473966"/>
              <a:ext cx="9987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34"/>
            <p:cNvSpPr/>
            <p:nvPr/>
          </p:nvSpPr>
          <p:spPr>
            <a:xfrm>
              <a:off x="8374682" y="2317732"/>
              <a:ext cx="13004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35"/>
            <p:cNvSpPr/>
            <p:nvPr/>
          </p:nvSpPr>
          <p:spPr>
            <a:xfrm>
              <a:off x="8374682" y="2161498"/>
              <a:ext cx="15507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36"/>
            <p:cNvSpPr/>
            <p:nvPr/>
          </p:nvSpPr>
          <p:spPr>
            <a:xfrm>
              <a:off x="8374682" y="2005263"/>
              <a:ext cx="183666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37"/>
            <p:cNvSpPr/>
            <p:nvPr/>
          </p:nvSpPr>
          <p:spPr>
            <a:xfrm>
              <a:off x="8374682" y="1849029"/>
              <a:ext cx="211771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38"/>
            <p:cNvSpPr/>
            <p:nvPr/>
          </p:nvSpPr>
          <p:spPr>
            <a:xfrm>
              <a:off x="8374682" y="1692795"/>
              <a:ext cx="23814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39"/>
            <p:cNvSpPr/>
            <p:nvPr/>
          </p:nvSpPr>
          <p:spPr>
            <a:xfrm>
              <a:off x="8374682" y="1536560"/>
              <a:ext cx="247775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40"/>
            <p:cNvSpPr/>
            <p:nvPr/>
          </p:nvSpPr>
          <p:spPr>
            <a:xfrm>
              <a:off x="8374682" y="1380326"/>
              <a:ext cx="25230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41"/>
            <p:cNvSpPr/>
            <p:nvPr/>
          </p:nvSpPr>
          <p:spPr>
            <a:xfrm>
              <a:off x="8374682" y="1224092"/>
              <a:ext cx="241148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2"/>
            <p:cNvSpPr/>
            <p:nvPr/>
          </p:nvSpPr>
          <p:spPr>
            <a:xfrm>
              <a:off x="8374682" y="1067857"/>
              <a:ext cx="22796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43"/>
            <p:cNvSpPr/>
            <p:nvPr/>
          </p:nvSpPr>
          <p:spPr>
            <a:xfrm>
              <a:off x="8374682" y="911623"/>
              <a:ext cx="20531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234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g45"/>
            <p:cNvSpPr/>
            <p:nvPr/>
          </p:nvSpPr>
          <p:spPr>
            <a:xfrm>
              <a:off x="8781585" y="861727"/>
              <a:ext cx="2191014" cy="1160318"/>
            </a:xfrm>
            <a:custGeom>
              <a:avLst/>
              <a:gdLst/>
              <a:ahLst/>
              <a:cxnLst/>
              <a:rect l="0" t="0" r="0" b="0"/>
              <a:pathLst>
                <a:path w="2191014" h="1160318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  <a:lnTo>
                    <a:pt x="2191014" y="344758"/>
                  </a:lnTo>
                  <a:lnTo>
                    <a:pt x="2178774" y="344148"/>
                  </a:lnTo>
                  <a:lnTo>
                    <a:pt x="2166533" y="343548"/>
                  </a:lnTo>
                  <a:lnTo>
                    <a:pt x="2154293" y="342959"/>
                  </a:lnTo>
                  <a:lnTo>
                    <a:pt x="2142053" y="342384"/>
                  </a:lnTo>
                  <a:lnTo>
                    <a:pt x="2129813" y="341822"/>
                  </a:lnTo>
                  <a:lnTo>
                    <a:pt x="2117572" y="341276"/>
                  </a:lnTo>
                  <a:lnTo>
                    <a:pt x="2105332" y="340747"/>
                  </a:lnTo>
                  <a:lnTo>
                    <a:pt x="2093092" y="340236"/>
                  </a:lnTo>
                  <a:lnTo>
                    <a:pt x="2080851" y="339744"/>
                  </a:lnTo>
                  <a:lnTo>
                    <a:pt x="2068611" y="339273"/>
                  </a:lnTo>
                  <a:lnTo>
                    <a:pt x="2056371" y="338825"/>
                  </a:lnTo>
                  <a:lnTo>
                    <a:pt x="2044130" y="338400"/>
                  </a:lnTo>
                  <a:lnTo>
                    <a:pt x="2031890" y="338990"/>
                  </a:lnTo>
                  <a:lnTo>
                    <a:pt x="2019650" y="339786"/>
                  </a:lnTo>
                  <a:lnTo>
                    <a:pt x="2007409" y="341220"/>
                  </a:lnTo>
                  <a:lnTo>
                    <a:pt x="1995169" y="342909"/>
                  </a:lnTo>
                  <a:lnTo>
                    <a:pt x="1982929" y="344612"/>
                  </a:lnTo>
                  <a:lnTo>
                    <a:pt x="1970689" y="346330"/>
                  </a:lnTo>
                  <a:lnTo>
                    <a:pt x="1958448" y="348064"/>
                  </a:lnTo>
                  <a:lnTo>
                    <a:pt x="1946208" y="349815"/>
                  </a:lnTo>
                  <a:lnTo>
                    <a:pt x="1933968" y="351245"/>
                  </a:lnTo>
                  <a:lnTo>
                    <a:pt x="1921727" y="351827"/>
                  </a:lnTo>
                  <a:lnTo>
                    <a:pt x="1909487" y="352439"/>
                  </a:lnTo>
                  <a:lnTo>
                    <a:pt x="1897247" y="353082"/>
                  </a:lnTo>
                  <a:lnTo>
                    <a:pt x="1885006" y="354557"/>
                  </a:lnTo>
                  <a:lnTo>
                    <a:pt x="1872766" y="356497"/>
                  </a:lnTo>
                  <a:lnTo>
                    <a:pt x="1860526" y="358458"/>
                  </a:lnTo>
                  <a:lnTo>
                    <a:pt x="1848286" y="360440"/>
                  </a:lnTo>
                  <a:lnTo>
                    <a:pt x="1836045" y="362444"/>
                  </a:lnTo>
                  <a:lnTo>
                    <a:pt x="1823805" y="364471"/>
                  </a:lnTo>
                  <a:lnTo>
                    <a:pt x="1811565" y="366521"/>
                  </a:lnTo>
                  <a:lnTo>
                    <a:pt x="1799324" y="368596"/>
                  </a:lnTo>
                  <a:lnTo>
                    <a:pt x="1787084" y="370695"/>
                  </a:lnTo>
                  <a:lnTo>
                    <a:pt x="1774844" y="372819"/>
                  </a:lnTo>
                  <a:lnTo>
                    <a:pt x="1762603" y="374969"/>
                  </a:lnTo>
                  <a:lnTo>
                    <a:pt x="1750363" y="377146"/>
                  </a:lnTo>
                  <a:lnTo>
                    <a:pt x="1738123" y="379349"/>
                  </a:lnTo>
                  <a:lnTo>
                    <a:pt x="1725882" y="381581"/>
                  </a:lnTo>
                  <a:lnTo>
                    <a:pt x="1713642" y="383840"/>
                  </a:lnTo>
                  <a:lnTo>
                    <a:pt x="1701402" y="386129"/>
                  </a:lnTo>
                  <a:lnTo>
                    <a:pt x="1689162" y="388447"/>
                  </a:lnTo>
                  <a:lnTo>
                    <a:pt x="1676921" y="390796"/>
                  </a:lnTo>
                  <a:lnTo>
                    <a:pt x="1664681" y="393175"/>
                  </a:lnTo>
                  <a:lnTo>
                    <a:pt x="1652441" y="395585"/>
                  </a:lnTo>
                  <a:lnTo>
                    <a:pt x="1640200" y="398028"/>
                  </a:lnTo>
                  <a:lnTo>
                    <a:pt x="1627960" y="400503"/>
                  </a:lnTo>
                  <a:lnTo>
                    <a:pt x="1615720" y="403012"/>
                  </a:lnTo>
                  <a:lnTo>
                    <a:pt x="1603479" y="405555"/>
                  </a:lnTo>
                  <a:lnTo>
                    <a:pt x="1591239" y="407728"/>
                  </a:lnTo>
                  <a:lnTo>
                    <a:pt x="1578999" y="408861"/>
                  </a:lnTo>
                  <a:lnTo>
                    <a:pt x="1566759" y="410078"/>
                  </a:lnTo>
                  <a:lnTo>
                    <a:pt x="1554518" y="411380"/>
                  </a:lnTo>
                  <a:lnTo>
                    <a:pt x="1542278" y="412769"/>
                  </a:lnTo>
                  <a:lnTo>
                    <a:pt x="1530038" y="414246"/>
                  </a:lnTo>
                  <a:lnTo>
                    <a:pt x="1517797" y="415813"/>
                  </a:lnTo>
                  <a:lnTo>
                    <a:pt x="1505557" y="418885"/>
                  </a:lnTo>
                  <a:lnTo>
                    <a:pt x="1493317" y="422343"/>
                  </a:lnTo>
                  <a:lnTo>
                    <a:pt x="1481076" y="425833"/>
                  </a:lnTo>
                  <a:lnTo>
                    <a:pt x="1468836" y="429355"/>
                  </a:lnTo>
                  <a:lnTo>
                    <a:pt x="1456596" y="432908"/>
                  </a:lnTo>
                  <a:lnTo>
                    <a:pt x="1444355" y="436495"/>
                  </a:lnTo>
                  <a:lnTo>
                    <a:pt x="1432115" y="439332"/>
                  </a:lnTo>
                  <a:lnTo>
                    <a:pt x="1419875" y="441960"/>
                  </a:lnTo>
                  <a:lnTo>
                    <a:pt x="1407635" y="445718"/>
                  </a:lnTo>
                  <a:lnTo>
                    <a:pt x="1395394" y="450176"/>
                  </a:lnTo>
                  <a:lnTo>
                    <a:pt x="1383154" y="453245"/>
                  </a:lnTo>
                  <a:lnTo>
                    <a:pt x="1370914" y="455654"/>
                  </a:lnTo>
                  <a:lnTo>
                    <a:pt x="1358673" y="458132"/>
                  </a:lnTo>
                  <a:lnTo>
                    <a:pt x="1346433" y="460679"/>
                  </a:lnTo>
                  <a:lnTo>
                    <a:pt x="1334193" y="463344"/>
                  </a:lnTo>
                  <a:lnTo>
                    <a:pt x="1321952" y="467581"/>
                  </a:lnTo>
                  <a:lnTo>
                    <a:pt x="1309712" y="471853"/>
                  </a:lnTo>
                  <a:lnTo>
                    <a:pt x="1297472" y="476159"/>
                  </a:lnTo>
                  <a:lnTo>
                    <a:pt x="1285231" y="480499"/>
                  </a:lnTo>
                  <a:lnTo>
                    <a:pt x="1272991" y="484875"/>
                  </a:lnTo>
                  <a:lnTo>
                    <a:pt x="1260751" y="489287"/>
                  </a:lnTo>
                  <a:lnTo>
                    <a:pt x="1248511" y="493735"/>
                  </a:lnTo>
                  <a:lnTo>
                    <a:pt x="1236270" y="498218"/>
                  </a:lnTo>
                  <a:lnTo>
                    <a:pt x="1224030" y="502739"/>
                  </a:lnTo>
                  <a:lnTo>
                    <a:pt x="1211790" y="506176"/>
                  </a:lnTo>
                  <a:lnTo>
                    <a:pt x="1199549" y="509597"/>
                  </a:lnTo>
                  <a:lnTo>
                    <a:pt x="1187309" y="514710"/>
                  </a:lnTo>
                  <a:lnTo>
                    <a:pt x="1175069" y="519592"/>
                  </a:lnTo>
                  <a:lnTo>
                    <a:pt x="1162828" y="523617"/>
                  </a:lnTo>
                  <a:lnTo>
                    <a:pt x="1150588" y="527687"/>
                  </a:lnTo>
                  <a:lnTo>
                    <a:pt x="1138348" y="531885"/>
                  </a:lnTo>
                  <a:lnTo>
                    <a:pt x="1126108" y="536611"/>
                  </a:lnTo>
                  <a:lnTo>
                    <a:pt x="1113867" y="541376"/>
                  </a:lnTo>
                  <a:lnTo>
                    <a:pt x="1101627" y="546179"/>
                  </a:lnTo>
                  <a:lnTo>
                    <a:pt x="1089387" y="551187"/>
                  </a:lnTo>
                  <a:lnTo>
                    <a:pt x="1077146" y="556622"/>
                  </a:lnTo>
                  <a:lnTo>
                    <a:pt x="1064906" y="562063"/>
                  </a:lnTo>
                  <a:lnTo>
                    <a:pt x="1052666" y="567512"/>
                  </a:lnTo>
                  <a:lnTo>
                    <a:pt x="1040425" y="572969"/>
                  </a:lnTo>
                  <a:lnTo>
                    <a:pt x="1028185" y="578432"/>
                  </a:lnTo>
                  <a:lnTo>
                    <a:pt x="1015945" y="583630"/>
                  </a:lnTo>
                  <a:lnTo>
                    <a:pt x="1003704" y="588483"/>
                  </a:lnTo>
                  <a:lnTo>
                    <a:pt x="991464" y="593388"/>
                  </a:lnTo>
                  <a:lnTo>
                    <a:pt x="979224" y="598343"/>
                  </a:lnTo>
                  <a:lnTo>
                    <a:pt x="966984" y="603350"/>
                  </a:lnTo>
                  <a:lnTo>
                    <a:pt x="954743" y="608408"/>
                  </a:lnTo>
                  <a:lnTo>
                    <a:pt x="942503" y="613517"/>
                  </a:lnTo>
                  <a:lnTo>
                    <a:pt x="930263" y="618678"/>
                  </a:lnTo>
                  <a:lnTo>
                    <a:pt x="918022" y="623890"/>
                  </a:lnTo>
                  <a:lnTo>
                    <a:pt x="905782" y="629154"/>
                  </a:lnTo>
                  <a:lnTo>
                    <a:pt x="893542" y="634477"/>
                  </a:lnTo>
                  <a:lnTo>
                    <a:pt x="881301" y="641115"/>
                  </a:lnTo>
                  <a:lnTo>
                    <a:pt x="869061" y="647862"/>
                  </a:lnTo>
                  <a:lnTo>
                    <a:pt x="856821" y="654612"/>
                  </a:lnTo>
                  <a:lnTo>
                    <a:pt x="844581" y="661125"/>
                  </a:lnTo>
                  <a:lnTo>
                    <a:pt x="832340" y="666681"/>
                  </a:lnTo>
                  <a:lnTo>
                    <a:pt x="820100" y="672243"/>
                  </a:lnTo>
                  <a:lnTo>
                    <a:pt x="807860" y="678475"/>
                  </a:lnTo>
                  <a:lnTo>
                    <a:pt x="795619" y="684799"/>
                  </a:lnTo>
                  <a:lnTo>
                    <a:pt x="783379" y="691127"/>
                  </a:lnTo>
                  <a:lnTo>
                    <a:pt x="771139" y="697297"/>
                  </a:lnTo>
                  <a:lnTo>
                    <a:pt x="758898" y="703439"/>
                  </a:lnTo>
                  <a:lnTo>
                    <a:pt x="746658" y="709640"/>
                  </a:lnTo>
                  <a:lnTo>
                    <a:pt x="734418" y="715900"/>
                  </a:lnTo>
                  <a:lnTo>
                    <a:pt x="722177" y="722219"/>
                  </a:lnTo>
                  <a:lnTo>
                    <a:pt x="709937" y="728598"/>
                  </a:lnTo>
                  <a:lnTo>
                    <a:pt x="697697" y="735035"/>
                  </a:lnTo>
                  <a:lnTo>
                    <a:pt x="685457" y="741529"/>
                  </a:lnTo>
                  <a:lnTo>
                    <a:pt x="673216" y="748095"/>
                  </a:lnTo>
                  <a:lnTo>
                    <a:pt x="660976" y="754689"/>
                  </a:lnTo>
                  <a:lnTo>
                    <a:pt x="648736" y="761351"/>
                  </a:lnTo>
                  <a:lnTo>
                    <a:pt x="636495" y="768068"/>
                  </a:lnTo>
                  <a:lnTo>
                    <a:pt x="624255" y="774839"/>
                  </a:lnTo>
                  <a:lnTo>
                    <a:pt x="612015" y="781663"/>
                  </a:lnTo>
                  <a:lnTo>
                    <a:pt x="599774" y="788538"/>
                  </a:lnTo>
                  <a:lnTo>
                    <a:pt x="587534" y="795465"/>
                  </a:lnTo>
                  <a:lnTo>
                    <a:pt x="575294" y="802442"/>
                  </a:lnTo>
                  <a:lnTo>
                    <a:pt x="563054" y="809468"/>
                  </a:lnTo>
                  <a:lnTo>
                    <a:pt x="550813" y="816544"/>
                  </a:lnTo>
                  <a:lnTo>
                    <a:pt x="538573" y="823213"/>
                  </a:lnTo>
                  <a:lnTo>
                    <a:pt x="526333" y="830307"/>
                  </a:lnTo>
                  <a:lnTo>
                    <a:pt x="514092" y="837966"/>
                  </a:lnTo>
                  <a:lnTo>
                    <a:pt x="501852" y="845033"/>
                  </a:lnTo>
                  <a:lnTo>
                    <a:pt x="489612" y="852133"/>
                  </a:lnTo>
                  <a:lnTo>
                    <a:pt x="477371" y="859265"/>
                  </a:lnTo>
                  <a:lnTo>
                    <a:pt x="465131" y="866428"/>
                  </a:lnTo>
                  <a:lnTo>
                    <a:pt x="452891" y="873622"/>
                  </a:lnTo>
                  <a:lnTo>
                    <a:pt x="440650" y="880797"/>
                  </a:lnTo>
                  <a:lnTo>
                    <a:pt x="428410" y="888094"/>
                  </a:lnTo>
                  <a:lnTo>
                    <a:pt x="416170" y="895372"/>
                  </a:lnTo>
                  <a:lnTo>
                    <a:pt x="403930" y="902676"/>
                  </a:lnTo>
                  <a:lnTo>
                    <a:pt x="391689" y="910006"/>
                  </a:lnTo>
                  <a:lnTo>
                    <a:pt x="379449" y="916828"/>
                  </a:lnTo>
                  <a:lnTo>
                    <a:pt x="367209" y="923456"/>
                  </a:lnTo>
                  <a:lnTo>
                    <a:pt x="354968" y="930076"/>
                  </a:lnTo>
                  <a:lnTo>
                    <a:pt x="342728" y="936687"/>
                  </a:lnTo>
                  <a:lnTo>
                    <a:pt x="330488" y="943544"/>
                  </a:lnTo>
                  <a:lnTo>
                    <a:pt x="318247" y="951560"/>
                  </a:lnTo>
                  <a:lnTo>
                    <a:pt x="306007" y="959590"/>
                  </a:lnTo>
                  <a:lnTo>
                    <a:pt x="293767" y="967633"/>
                  </a:lnTo>
                  <a:lnTo>
                    <a:pt x="281527" y="975689"/>
                  </a:lnTo>
                  <a:lnTo>
                    <a:pt x="269286" y="983756"/>
                  </a:lnTo>
                  <a:lnTo>
                    <a:pt x="257046" y="991833"/>
                  </a:lnTo>
                  <a:lnTo>
                    <a:pt x="244806" y="999592"/>
                  </a:lnTo>
                  <a:lnTo>
                    <a:pt x="232565" y="1007165"/>
                  </a:lnTo>
                  <a:lnTo>
                    <a:pt x="220325" y="1014750"/>
                  </a:lnTo>
                  <a:lnTo>
                    <a:pt x="208085" y="1022346"/>
                  </a:lnTo>
                  <a:lnTo>
                    <a:pt x="195844" y="1029953"/>
                  </a:lnTo>
                  <a:lnTo>
                    <a:pt x="183604" y="1037568"/>
                  </a:lnTo>
                  <a:lnTo>
                    <a:pt x="171364" y="1045192"/>
                  </a:lnTo>
                  <a:lnTo>
                    <a:pt x="159123" y="1052824"/>
                  </a:lnTo>
                  <a:lnTo>
                    <a:pt x="146883" y="1060462"/>
                  </a:lnTo>
                  <a:lnTo>
                    <a:pt x="134643" y="1068105"/>
                  </a:lnTo>
                  <a:lnTo>
                    <a:pt x="122403" y="1075753"/>
                  </a:lnTo>
                  <a:lnTo>
                    <a:pt x="110162" y="1083404"/>
                  </a:lnTo>
                  <a:lnTo>
                    <a:pt x="97922" y="1091058"/>
                  </a:lnTo>
                  <a:lnTo>
                    <a:pt x="85682" y="1098819"/>
                  </a:lnTo>
                  <a:lnTo>
                    <a:pt x="73441" y="1106675"/>
                  </a:lnTo>
                  <a:lnTo>
                    <a:pt x="61201" y="1115356"/>
                  </a:lnTo>
                  <a:lnTo>
                    <a:pt x="48961" y="1124343"/>
                  </a:lnTo>
                  <a:lnTo>
                    <a:pt x="36720" y="1133333"/>
                  </a:lnTo>
                  <a:lnTo>
                    <a:pt x="24480" y="1142326"/>
                  </a:lnTo>
                  <a:lnTo>
                    <a:pt x="12240" y="1151321"/>
                  </a:lnTo>
                  <a:lnTo>
                    <a:pt x="0" y="11603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6" name="pl46"/>
            <p:cNvSpPr/>
            <p:nvPr/>
          </p:nvSpPr>
          <p:spPr>
            <a:xfrm>
              <a:off x="8781585" y="861727"/>
              <a:ext cx="2191014" cy="1003786"/>
            </a:xfrm>
            <a:custGeom>
              <a:avLst/>
              <a:gdLst/>
              <a:ahLst/>
              <a:cxnLst/>
              <a:rect l="0" t="0" r="0" b="0"/>
              <a:pathLst>
                <a:path w="2191014" h="1003786">
                  <a:moveTo>
                    <a:pt x="0" y="1003786"/>
                  </a:moveTo>
                  <a:lnTo>
                    <a:pt x="12240" y="997869"/>
                  </a:lnTo>
                  <a:lnTo>
                    <a:pt x="24480" y="991946"/>
                  </a:lnTo>
                  <a:lnTo>
                    <a:pt x="36720" y="986019"/>
                  </a:lnTo>
                  <a:lnTo>
                    <a:pt x="48961" y="980086"/>
                  </a:lnTo>
                  <a:lnTo>
                    <a:pt x="61201" y="974148"/>
                  </a:lnTo>
                  <a:lnTo>
                    <a:pt x="73441" y="968205"/>
                  </a:lnTo>
                  <a:lnTo>
                    <a:pt x="85682" y="962257"/>
                  </a:lnTo>
                  <a:lnTo>
                    <a:pt x="97922" y="956305"/>
                  </a:lnTo>
                  <a:lnTo>
                    <a:pt x="110162" y="950348"/>
                  </a:lnTo>
                  <a:lnTo>
                    <a:pt x="122403" y="944387"/>
                  </a:lnTo>
                  <a:lnTo>
                    <a:pt x="134643" y="938422"/>
                  </a:lnTo>
                  <a:lnTo>
                    <a:pt x="146883" y="932452"/>
                  </a:lnTo>
                  <a:lnTo>
                    <a:pt x="159123" y="926479"/>
                  </a:lnTo>
                  <a:lnTo>
                    <a:pt x="171364" y="919783"/>
                  </a:lnTo>
                  <a:lnTo>
                    <a:pt x="183604" y="912783"/>
                  </a:lnTo>
                  <a:lnTo>
                    <a:pt x="195844" y="906406"/>
                  </a:lnTo>
                  <a:lnTo>
                    <a:pt x="208085" y="900337"/>
                  </a:lnTo>
                  <a:lnTo>
                    <a:pt x="220325" y="894255"/>
                  </a:lnTo>
                  <a:lnTo>
                    <a:pt x="232565" y="888161"/>
                  </a:lnTo>
                  <a:lnTo>
                    <a:pt x="244806" y="882053"/>
                  </a:lnTo>
                  <a:lnTo>
                    <a:pt x="257046" y="875350"/>
                  </a:lnTo>
                  <a:lnTo>
                    <a:pt x="269286" y="868210"/>
                  </a:lnTo>
                  <a:lnTo>
                    <a:pt x="281527" y="861085"/>
                  </a:lnTo>
                  <a:lnTo>
                    <a:pt x="293767" y="853975"/>
                  </a:lnTo>
                  <a:lnTo>
                    <a:pt x="306007" y="846882"/>
                  </a:lnTo>
                  <a:lnTo>
                    <a:pt x="318247" y="839806"/>
                  </a:lnTo>
                  <a:lnTo>
                    <a:pt x="330488" y="832748"/>
                  </a:lnTo>
                  <a:lnTo>
                    <a:pt x="342728" y="825709"/>
                  </a:lnTo>
                  <a:lnTo>
                    <a:pt x="354968" y="818689"/>
                  </a:lnTo>
                  <a:lnTo>
                    <a:pt x="367209" y="811689"/>
                  </a:lnTo>
                  <a:lnTo>
                    <a:pt x="379449" y="804710"/>
                  </a:lnTo>
                  <a:lnTo>
                    <a:pt x="391689" y="797753"/>
                  </a:lnTo>
                  <a:lnTo>
                    <a:pt x="403930" y="790818"/>
                  </a:lnTo>
                  <a:lnTo>
                    <a:pt x="416170" y="783994"/>
                  </a:lnTo>
                  <a:lnTo>
                    <a:pt x="428410" y="777489"/>
                  </a:lnTo>
                  <a:lnTo>
                    <a:pt x="440650" y="771017"/>
                  </a:lnTo>
                  <a:lnTo>
                    <a:pt x="452891" y="764578"/>
                  </a:lnTo>
                  <a:lnTo>
                    <a:pt x="465131" y="757632"/>
                  </a:lnTo>
                  <a:lnTo>
                    <a:pt x="477371" y="750417"/>
                  </a:lnTo>
                  <a:lnTo>
                    <a:pt x="489612" y="743235"/>
                  </a:lnTo>
                  <a:lnTo>
                    <a:pt x="501852" y="736851"/>
                  </a:lnTo>
                  <a:lnTo>
                    <a:pt x="514092" y="730505"/>
                  </a:lnTo>
                  <a:lnTo>
                    <a:pt x="526333" y="724167"/>
                  </a:lnTo>
                  <a:lnTo>
                    <a:pt x="538573" y="717835"/>
                  </a:lnTo>
                  <a:lnTo>
                    <a:pt x="550813" y="711511"/>
                  </a:lnTo>
                  <a:lnTo>
                    <a:pt x="563054" y="705196"/>
                  </a:lnTo>
                  <a:lnTo>
                    <a:pt x="575294" y="698889"/>
                  </a:lnTo>
                  <a:lnTo>
                    <a:pt x="587534" y="692593"/>
                  </a:lnTo>
                  <a:lnTo>
                    <a:pt x="599774" y="686939"/>
                  </a:lnTo>
                  <a:lnTo>
                    <a:pt x="612015" y="681323"/>
                  </a:lnTo>
                  <a:lnTo>
                    <a:pt x="624255" y="675711"/>
                  </a:lnTo>
                  <a:lnTo>
                    <a:pt x="636495" y="670102"/>
                  </a:lnTo>
                  <a:lnTo>
                    <a:pt x="648736" y="664498"/>
                  </a:lnTo>
                  <a:lnTo>
                    <a:pt x="660976" y="658898"/>
                  </a:lnTo>
                  <a:lnTo>
                    <a:pt x="673216" y="652540"/>
                  </a:lnTo>
                  <a:lnTo>
                    <a:pt x="685457" y="645944"/>
                  </a:lnTo>
                  <a:lnTo>
                    <a:pt x="697697" y="639378"/>
                  </a:lnTo>
                  <a:lnTo>
                    <a:pt x="709937" y="632841"/>
                  </a:lnTo>
                  <a:lnTo>
                    <a:pt x="722177" y="626336"/>
                  </a:lnTo>
                  <a:lnTo>
                    <a:pt x="734418" y="619862"/>
                  </a:lnTo>
                  <a:lnTo>
                    <a:pt x="746658" y="613421"/>
                  </a:lnTo>
                  <a:lnTo>
                    <a:pt x="758898" y="607013"/>
                  </a:lnTo>
                  <a:lnTo>
                    <a:pt x="771139" y="600637"/>
                  </a:lnTo>
                  <a:lnTo>
                    <a:pt x="783379" y="594295"/>
                  </a:lnTo>
                  <a:lnTo>
                    <a:pt x="795619" y="587986"/>
                  </a:lnTo>
                  <a:lnTo>
                    <a:pt x="807860" y="581750"/>
                  </a:lnTo>
                  <a:lnTo>
                    <a:pt x="820100" y="576069"/>
                  </a:lnTo>
                  <a:lnTo>
                    <a:pt x="832340" y="569844"/>
                  </a:lnTo>
                  <a:lnTo>
                    <a:pt x="844581" y="563865"/>
                  </a:lnTo>
                  <a:lnTo>
                    <a:pt x="856821" y="557946"/>
                  </a:lnTo>
                  <a:lnTo>
                    <a:pt x="869061" y="552049"/>
                  </a:lnTo>
                  <a:lnTo>
                    <a:pt x="881301" y="546173"/>
                  </a:lnTo>
                  <a:lnTo>
                    <a:pt x="893542" y="540320"/>
                  </a:lnTo>
                  <a:lnTo>
                    <a:pt x="905782" y="534343"/>
                  </a:lnTo>
                  <a:lnTo>
                    <a:pt x="918022" y="528682"/>
                  </a:lnTo>
                  <a:lnTo>
                    <a:pt x="930263" y="522898"/>
                  </a:lnTo>
                  <a:lnTo>
                    <a:pt x="942503" y="517137"/>
                  </a:lnTo>
                  <a:lnTo>
                    <a:pt x="954743" y="511399"/>
                  </a:lnTo>
                  <a:lnTo>
                    <a:pt x="966984" y="505686"/>
                  </a:lnTo>
                  <a:lnTo>
                    <a:pt x="979224" y="499996"/>
                  </a:lnTo>
                  <a:lnTo>
                    <a:pt x="991464" y="494332"/>
                  </a:lnTo>
                  <a:lnTo>
                    <a:pt x="1003704" y="488691"/>
                  </a:lnTo>
                  <a:lnTo>
                    <a:pt x="1015945" y="482947"/>
                  </a:lnTo>
                  <a:lnTo>
                    <a:pt x="1028185" y="477089"/>
                  </a:lnTo>
                  <a:lnTo>
                    <a:pt x="1040425" y="471265"/>
                  </a:lnTo>
                  <a:lnTo>
                    <a:pt x="1052666" y="465473"/>
                  </a:lnTo>
                  <a:lnTo>
                    <a:pt x="1064906" y="459713"/>
                  </a:lnTo>
                  <a:lnTo>
                    <a:pt x="1077146" y="453985"/>
                  </a:lnTo>
                  <a:lnTo>
                    <a:pt x="1089387" y="448288"/>
                  </a:lnTo>
                  <a:lnTo>
                    <a:pt x="1101627" y="442621"/>
                  </a:lnTo>
                  <a:lnTo>
                    <a:pt x="1113867" y="436984"/>
                  </a:lnTo>
                  <a:lnTo>
                    <a:pt x="1126108" y="431564"/>
                  </a:lnTo>
                  <a:lnTo>
                    <a:pt x="1138348" y="426331"/>
                  </a:lnTo>
                  <a:lnTo>
                    <a:pt x="1150588" y="420678"/>
                  </a:lnTo>
                  <a:lnTo>
                    <a:pt x="1162828" y="414807"/>
                  </a:lnTo>
                  <a:lnTo>
                    <a:pt x="1175069" y="409224"/>
                  </a:lnTo>
                  <a:lnTo>
                    <a:pt x="1187309" y="403752"/>
                  </a:lnTo>
                  <a:lnTo>
                    <a:pt x="1199549" y="398306"/>
                  </a:lnTo>
                  <a:lnTo>
                    <a:pt x="1211790" y="392885"/>
                  </a:lnTo>
                  <a:lnTo>
                    <a:pt x="1224030" y="387488"/>
                  </a:lnTo>
                  <a:lnTo>
                    <a:pt x="1236270" y="382114"/>
                  </a:lnTo>
                  <a:lnTo>
                    <a:pt x="1248511" y="376764"/>
                  </a:lnTo>
                  <a:lnTo>
                    <a:pt x="1260751" y="371436"/>
                  </a:lnTo>
                  <a:lnTo>
                    <a:pt x="1272991" y="366129"/>
                  </a:lnTo>
                  <a:lnTo>
                    <a:pt x="1285231" y="360582"/>
                  </a:lnTo>
                  <a:lnTo>
                    <a:pt x="1297472" y="354893"/>
                  </a:lnTo>
                  <a:lnTo>
                    <a:pt x="1309712" y="349218"/>
                  </a:lnTo>
                  <a:lnTo>
                    <a:pt x="1321952" y="343558"/>
                  </a:lnTo>
                  <a:lnTo>
                    <a:pt x="1334193" y="337912"/>
                  </a:lnTo>
                  <a:lnTo>
                    <a:pt x="1346433" y="332281"/>
                  </a:lnTo>
                  <a:lnTo>
                    <a:pt x="1358673" y="326665"/>
                  </a:lnTo>
                  <a:lnTo>
                    <a:pt x="1370914" y="321752"/>
                  </a:lnTo>
                  <a:lnTo>
                    <a:pt x="1383154" y="317777"/>
                  </a:lnTo>
                  <a:lnTo>
                    <a:pt x="1395394" y="312366"/>
                  </a:lnTo>
                  <a:lnTo>
                    <a:pt x="1407635" y="306959"/>
                  </a:lnTo>
                  <a:lnTo>
                    <a:pt x="1419875" y="301564"/>
                  </a:lnTo>
                  <a:lnTo>
                    <a:pt x="1432115" y="296179"/>
                  </a:lnTo>
                  <a:lnTo>
                    <a:pt x="1444355" y="290804"/>
                  </a:lnTo>
                  <a:lnTo>
                    <a:pt x="1456596" y="285438"/>
                  </a:lnTo>
                  <a:lnTo>
                    <a:pt x="1468836" y="280562"/>
                  </a:lnTo>
                  <a:lnTo>
                    <a:pt x="1481076" y="276456"/>
                  </a:lnTo>
                  <a:lnTo>
                    <a:pt x="1493317" y="271695"/>
                  </a:lnTo>
                  <a:lnTo>
                    <a:pt x="1505557" y="266314"/>
                  </a:lnTo>
                  <a:lnTo>
                    <a:pt x="1517797" y="260974"/>
                  </a:lnTo>
                  <a:lnTo>
                    <a:pt x="1530038" y="255677"/>
                  </a:lnTo>
                  <a:lnTo>
                    <a:pt x="1542278" y="250420"/>
                  </a:lnTo>
                  <a:lnTo>
                    <a:pt x="1554518" y="245493"/>
                  </a:lnTo>
                  <a:lnTo>
                    <a:pt x="1566759" y="240884"/>
                  </a:lnTo>
                  <a:lnTo>
                    <a:pt x="1578999" y="236316"/>
                  </a:lnTo>
                  <a:lnTo>
                    <a:pt x="1591239" y="231787"/>
                  </a:lnTo>
                  <a:lnTo>
                    <a:pt x="1603479" y="227297"/>
                  </a:lnTo>
                  <a:lnTo>
                    <a:pt x="1615720" y="222846"/>
                  </a:lnTo>
                  <a:lnTo>
                    <a:pt x="1627960" y="218432"/>
                  </a:lnTo>
                  <a:lnTo>
                    <a:pt x="1640200" y="213855"/>
                  </a:lnTo>
                  <a:lnTo>
                    <a:pt x="1652441" y="208331"/>
                  </a:lnTo>
                  <a:lnTo>
                    <a:pt x="1664681" y="202813"/>
                  </a:lnTo>
                  <a:lnTo>
                    <a:pt x="1676921" y="197303"/>
                  </a:lnTo>
                  <a:lnTo>
                    <a:pt x="1689162" y="191800"/>
                  </a:lnTo>
                  <a:lnTo>
                    <a:pt x="1701402" y="186304"/>
                  </a:lnTo>
                  <a:lnTo>
                    <a:pt x="1713642" y="180814"/>
                  </a:lnTo>
                  <a:lnTo>
                    <a:pt x="1725882" y="176051"/>
                  </a:lnTo>
                  <a:lnTo>
                    <a:pt x="1738123" y="171362"/>
                  </a:lnTo>
                  <a:lnTo>
                    <a:pt x="1750363" y="166701"/>
                  </a:lnTo>
                  <a:lnTo>
                    <a:pt x="1762603" y="162070"/>
                  </a:lnTo>
                  <a:lnTo>
                    <a:pt x="1774844" y="157467"/>
                  </a:lnTo>
                  <a:lnTo>
                    <a:pt x="1787084" y="152892"/>
                  </a:lnTo>
                  <a:lnTo>
                    <a:pt x="1799324" y="148344"/>
                  </a:lnTo>
                  <a:lnTo>
                    <a:pt x="1811565" y="143822"/>
                  </a:lnTo>
                  <a:lnTo>
                    <a:pt x="1823805" y="139326"/>
                  </a:lnTo>
                  <a:lnTo>
                    <a:pt x="1836045" y="134855"/>
                  </a:lnTo>
                  <a:lnTo>
                    <a:pt x="1848286" y="130408"/>
                  </a:lnTo>
                  <a:lnTo>
                    <a:pt x="1860526" y="125985"/>
                  </a:lnTo>
                  <a:lnTo>
                    <a:pt x="1872766" y="121585"/>
                  </a:lnTo>
                  <a:lnTo>
                    <a:pt x="1885006" y="117207"/>
                  </a:lnTo>
                  <a:lnTo>
                    <a:pt x="1897247" y="111616"/>
                  </a:lnTo>
                  <a:lnTo>
                    <a:pt x="1909487" y="107375"/>
                  </a:lnTo>
                  <a:lnTo>
                    <a:pt x="1921727" y="103145"/>
                  </a:lnTo>
                  <a:lnTo>
                    <a:pt x="1933968" y="98859"/>
                  </a:lnTo>
                  <a:lnTo>
                    <a:pt x="1946208" y="94124"/>
                  </a:lnTo>
                  <a:lnTo>
                    <a:pt x="1958448" y="89393"/>
                  </a:lnTo>
                  <a:lnTo>
                    <a:pt x="1970689" y="84665"/>
                  </a:lnTo>
                  <a:lnTo>
                    <a:pt x="1982929" y="79941"/>
                  </a:lnTo>
                  <a:lnTo>
                    <a:pt x="1995169" y="75221"/>
                  </a:lnTo>
                  <a:lnTo>
                    <a:pt x="2007409" y="70503"/>
                  </a:lnTo>
                  <a:lnTo>
                    <a:pt x="2019650" y="65789"/>
                  </a:lnTo>
                  <a:lnTo>
                    <a:pt x="2031890" y="61078"/>
                  </a:lnTo>
                  <a:lnTo>
                    <a:pt x="2044130" y="56369"/>
                  </a:lnTo>
                  <a:lnTo>
                    <a:pt x="2056371" y="51663"/>
                  </a:lnTo>
                  <a:lnTo>
                    <a:pt x="2068611" y="46959"/>
                  </a:lnTo>
                  <a:lnTo>
                    <a:pt x="2080851" y="42257"/>
                  </a:lnTo>
                  <a:lnTo>
                    <a:pt x="2093092" y="37556"/>
                  </a:lnTo>
                  <a:lnTo>
                    <a:pt x="2105332" y="32858"/>
                  </a:lnTo>
                  <a:lnTo>
                    <a:pt x="2117572" y="28161"/>
                  </a:lnTo>
                  <a:lnTo>
                    <a:pt x="2129813" y="23465"/>
                  </a:lnTo>
                  <a:lnTo>
                    <a:pt x="2142053" y="18771"/>
                  </a:lnTo>
                  <a:lnTo>
                    <a:pt x="2154293" y="14077"/>
                  </a:lnTo>
                  <a:lnTo>
                    <a:pt x="2166533" y="9384"/>
                  </a:lnTo>
                  <a:lnTo>
                    <a:pt x="2178774" y="4692"/>
                  </a:lnTo>
                  <a:lnTo>
                    <a:pt x="2191014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7" name="pl47"/>
            <p:cNvSpPr/>
            <p:nvPr/>
          </p:nvSpPr>
          <p:spPr>
            <a:xfrm>
              <a:off x="8781585" y="1200127"/>
              <a:ext cx="2191014" cy="821917"/>
            </a:xfrm>
            <a:custGeom>
              <a:avLst/>
              <a:gdLst/>
              <a:ahLst/>
              <a:cxnLst/>
              <a:rect l="0" t="0" r="0" b="0"/>
              <a:pathLst>
                <a:path w="2191014" h="821917">
                  <a:moveTo>
                    <a:pt x="2191014" y="6357"/>
                  </a:moveTo>
                  <a:lnTo>
                    <a:pt x="2178774" y="5748"/>
                  </a:lnTo>
                  <a:lnTo>
                    <a:pt x="2166533" y="5148"/>
                  </a:lnTo>
                  <a:lnTo>
                    <a:pt x="2154293" y="4559"/>
                  </a:lnTo>
                  <a:lnTo>
                    <a:pt x="2142053" y="3984"/>
                  </a:lnTo>
                  <a:lnTo>
                    <a:pt x="2129813" y="3422"/>
                  </a:lnTo>
                  <a:lnTo>
                    <a:pt x="2117572" y="2876"/>
                  </a:lnTo>
                  <a:lnTo>
                    <a:pt x="2105332" y="2347"/>
                  </a:lnTo>
                  <a:lnTo>
                    <a:pt x="2093092" y="1836"/>
                  </a:lnTo>
                  <a:lnTo>
                    <a:pt x="2080851" y="1344"/>
                  </a:lnTo>
                  <a:lnTo>
                    <a:pt x="2068611" y="873"/>
                  </a:lnTo>
                  <a:lnTo>
                    <a:pt x="2056371" y="425"/>
                  </a:lnTo>
                  <a:lnTo>
                    <a:pt x="2044130" y="0"/>
                  </a:lnTo>
                  <a:lnTo>
                    <a:pt x="2031890" y="590"/>
                  </a:lnTo>
                  <a:lnTo>
                    <a:pt x="2019650" y="1385"/>
                  </a:lnTo>
                  <a:lnTo>
                    <a:pt x="2007409" y="2820"/>
                  </a:lnTo>
                  <a:lnTo>
                    <a:pt x="1995169" y="4509"/>
                  </a:lnTo>
                  <a:lnTo>
                    <a:pt x="1982929" y="6212"/>
                  </a:lnTo>
                  <a:lnTo>
                    <a:pt x="1970689" y="7930"/>
                  </a:lnTo>
                  <a:lnTo>
                    <a:pt x="1958448" y="9664"/>
                  </a:lnTo>
                  <a:lnTo>
                    <a:pt x="1946208" y="11414"/>
                  </a:lnTo>
                  <a:lnTo>
                    <a:pt x="1933968" y="12845"/>
                  </a:lnTo>
                  <a:lnTo>
                    <a:pt x="1921727" y="13427"/>
                  </a:lnTo>
                  <a:lnTo>
                    <a:pt x="1909487" y="14039"/>
                  </a:lnTo>
                  <a:lnTo>
                    <a:pt x="1897247" y="14682"/>
                  </a:lnTo>
                  <a:lnTo>
                    <a:pt x="1885006" y="16157"/>
                  </a:lnTo>
                  <a:lnTo>
                    <a:pt x="1872766" y="18097"/>
                  </a:lnTo>
                  <a:lnTo>
                    <a:pt x="1860526" y="20057"/>
                  </a:lnTo>
                  <a:lnTo>
                    <a:pt x="1848286" y="22039"/>
                  </a:lnTo>
                  <a:lnTo>
                    <a:pt x="1836045" y="24044"/>
                  </a:lnTo>
                  <a:lnTo>
                    <a:pt x="1823805" y="26071"/>
                  </a:lnTo>
                  <a:lnTo>
                    <a:pt x="1811565" y="28121"/>
                  </a:lnTo>
                  <a:lnTo>
                    <a:pt x="1799324" y="30196"/>
                  </a:lnTo>
                  <a:lnTo>
                    <a:pt x="1787084" y="32295"/>
                  </a:lnTo>
                  <a:lnTo>
                    <a:pt x="1774844" y="34419"/>
                  </a:lnTo>
                  <a:lnTo>
                    <a:pt x="1762603" y="36569"/>
                  </a:lnTo>
                  <a:lnTo>
                    <a:pt x="1750363" y="38746"/>
                  </a:lnTo>
                  <a:lnTo>
                    <a:pt x="1738123" y="40949"/>
                  </a:lnTo>
                  <a:lnTo>
                    <a:pt x="1725882" y="43181"/>
                  </a:lnTo>
                  <a:lnTo>
                    <a:pt x="1713642" y="45440"/>
                  </a:lnTo>
                  <a:lnTo>
                    <a:pt x="1701402" y="47729"/>
                  </a:lnTo>
                  <a:lnTo>
                    <a:pt x="1689162" y="50047"/>
                  </a:lnTo>
                  <a:lnTo>
                    <a:pt x="1676921" y="52395"/>
                  </a:lnTo>
                  <a:lnTo>
                    <a:pt x="1664681" y="54775"/>
                  </a:lnTo>
                  <a:lnTo>
                    <a:pt x="1652441" y="57185"/>
                  </a:lnTo>
                  <a:lnTo>
                    <a:pt x="1640200" y="59628"/>
                  </a:lnTo>
                  <a:lnTo>
                    <a:pt x="1627960" y="62103"/>
                  </a:lnTo>
                  <a:lnTo>
                    <a:pt x="1615720" y="64612"/>
                  </a:lnTo>
                  <a:lnTo>
                    <a:pt x="1603479" y="67154"/>
                  </a:lnTo>
                  <a:lnTo>
                    <a:pt x="1591239" y="69327"/>
                  </a:lnTo>
                  <a:lnTo>
                    <a:pt x="1578999" y="70461"/>
                  </a:lnTo>
                  <a:lnTo>
                    <a:pt x="1566759" y="71678"/>
                  </a:lnTo>
                  <a:lnTo>
                    <a:pt x="1554518" y="72980"/>
                  </a:lnTo>
                  <a:lnTo>
                    <a:pt x="1542278" y="74369"/>
                  </a:lnTo>
                  <a:lnTo>
                    <a:pt x="1530038" y="75846"/>
                  </a:lnTo>
                  <a:lnTo>
                    <a:pt x="1517797" y="77413"/>
                  </a:lnTo>
                  <a:lnTo>
                    <a:pt x="1505557" y="80484"/>
                  </a:lnTo>
                  <a:lnTo>
                    <a:pt x="1493317" y="83943"/>
                  </a:lnTo>
                  <a:lnTo>
                    <a:pt x="1481076" y="87433"/>
                  </a:lnTo>
                  <a:lnTo>
                    <a:pt x="1468836" y="90955"/>
                  </a:lnTo>
                  <a:lnTo>
                    <a:pt x="1456596" y="94508"/>
                  </a:lnTo>
                  <a:lnTo>
                    <a:pt x="1444355" y="98095"/>
                  </a:lnTo>
                  <a:lnTo>
                    <a:pt x="1432115" y="100932"/>
                  </a:lnTo>
                  <a:lnTo>
                    <a:pt x="1419875" y="103560"/>
                  </a:lnTo>
                  <a:lnTo>
                    <a:pt x="1407635" y="107318"/>
                  </a:lnTo>
                  <a:lnTo>
                    <a:pt x="1395394" y="111776"/>
                  </a:lnTo>
                  <a:lnTo>
                    <a:pt x="1383154" y="114844"/>
                  </a:lnTo>
                  <a:lnTo>
                    <a:pt x="1370914" y="117254"/>
                  </a:lnTo>
                  <a:lnTo>
                    <a:pt x="1358673" y="119732"/>
                  </a:lnTo>
                  <a:lnTo>
                    <a:pt x="1346433" y="122279"/>
                  </a:lnTo>
                  <a:lnTo>
                    <a:pt x="1334193" y="124944"/>
                  </a:lnTo>
                  <a:lnTo>
                    <a:pt x="1321952" y="129181"/>
                  </a:lnTo>
                  <a:lnTo>
                    <a:pt x="1309712" y="133453"/>
                  </a:lnTo>
                  <a:lnTo>
                    <a:pt x="1297472" y="137758"/>
                  </a:lnTo>
                  <a:lnTo>
                    <a:pt x="1285231" y="142099"/>
                  </a:lnTo>
                  <a:lnTo>
                    <a:pt x="1272991" y="146475"/>
                  </a:lnTo>
                  <a:lnTo>
                    <a:pt x="1260751" y="150887"/>
                  </a:lnTo>
                  <a:lnTo>
                    <a:pt x="1248511" y="155334"/>
                  </a:lnTo>
                  <a:lnTo>
                    <a:pt x="1236270" y="159818"/>
                  </a:lnTo>
                  <a:lnTo>
                    <a:pt x="1224030" y="164339"/>
                  </a:lnTo>
                  <a:lnTo>
                    <a:pt x="1211790" y="167776"/>
                  </a:lnTo>
                  <a:lnTo>
                    <a:pt x="1199549" y="171197"/>
                  </a:lnTo>
                  <a:lnTo>
                    <a:pt x="1187309" y="176310"/>
                  </a:lnTo>
                  <a:lnTo>
                    <a:pt x="1175069" y="181192"/>
                  </a:lnTo>
                  <a:lnTo>
                    <a:pt x="1162828" y="185217"/>
                  </a:lnTo>
                  <a:lnTo>
                    <a:pt x="1150588" y="189287"/>
                  </a:lnTo>
                  <a:lnTo>
                    <a:pt x="1138348" y="193485"/>
                  </a:lnTo>
                  <a:lnTo>
                    <a:pt x="1126108" y="198211"/>
                  </a:lnTo>
                  <a:lnTo>
                    <a:pt x="1113867" y="202975"/>
                  </a:lnTo>
                  <a:lnTo>
                    <a:pt x="1101627" y="207779"/>
                  </a:lnTo>
                  <a:lnTo>
                    <a:pt x="1089387" y="212787"/>
                  </a:lnTo>
                  <a:lnTo>
                    <a:pt x="1077146" y="218221"/>
                  </a:lnTo>
                  <a:lnTo>
                    <a:pt x="1064906" y="223663"/>
                  </a:lnTo>
                  <a:lnTo>
                    <a:pt x="1052666" y="229112"/>
                  </a:lnTo>
                  <a:lnTo>
                    <a:pt x="1040425" y="234568"/>
                  </a:lnTo>
                  <a:lnTo>
                    <a:pt x="1028185" y="240031"/>
                  </a:lnTo>
                  <a:lnTo>
                    <a:pt x="1015945" y="245230"/>
                  </a:lnTo>
                  <a:lnTo>
                    <a:pt x="1003704" y="250083"/>
                  </a:lnTo>
                  <a:lnTo>
                    <a:pt x="991464" y="254988"/>
                  </a:lnTo>
                  <a:lnTo>
                    <a:pt x="979224" y="259943"/>
                  </a:lnTo>
                  <a:lnTo>
                    <a:pt x="966984" y="264950"/>
                  </a:lnTo>
                  <a:lnTo>
                    <a:pt x="954743" y="270008"/>
                  </a:lnTo>
                  <a:lnTo>
                    <a:pt x="942503" y="275117"/>
                  </a:lnTo>
                  <a:lnTo>
                    <a:pt x="930263" y="280278"/>
                  </a:lnTo>
                  <a:lnTo>
                    <a:pt x="918022" y="285490"/>
                  </a:lnTo>
                  <a:lnTo>
                    <a:pt x="905782" y="290754"/>
                  </a:lnTo>
                  <a:lnTo>
                    <a:pt x="893542" y="296077"/>
                  </a:lnTo>
                  <a:lnTo>
                    <a:pt x="881301" y="302715"/>
                  </a:lnTo>
                  <a:lnTo>
                    <a:pt x="869061" y="309462"/>
                  </a:lnTo>
                  <a:lnTo>
                    <a:pt x="856821" y="316212"/>
                  </a:lnTo>
                  <a:lnTo>
                    <a:pt x="844581" y="322724"/>
                  </a:lnTo>
                  <a:lnTo>
                    <a:pt x="832340" y="328281"/>
                  </a:lnTo>
                  <a:lnTo>
                    <a:pt x="820100" y="333843"/>
                  </a:lnTo>
                  <a:lnTo>
                    <a:pt x="807860" y="340075"/>
                  </a:lnTo>
                  <a:lnTo>
                    <a:pt x="795619" y="346398"/>
                  </a:lnTo>
                  <a:lnTo>
                    <a:pt x="783379" y="352727"/>
                  </a:lnTo>
                  <a:lnTo>
                    <a:pt x="771139" y="358897"/>
                  </a:lnTo>
                  <a:lnTo>
                    <a:pt x="758898" y="365039"/>
                  </a:lnTo>
                  <a:lnTo>
                    <a:pt x="746658" y="371240"/>
                  </a:lnTo>
                  <a:lnTo>
                    <a:pt x="734418" y="377499"/>
                  </a:lnTo>
                  <a:lnTo>
                    <a:pt x="722177" y="383819"/>
                  </a:lnTo>
                  <a:lnTo>
                    <a:pt x="709937" y="390197"/>
                  </a:lnTo>
                  <a:lnTo>
                    <a:pt x="697697" y="396635"/>
                  </a:lnTo>
                  <a:lnTo>
                    <a:pt x="685457" y="403129"/>
                  </a:lnTo>
                  <a:lnTo>
                    <a:pt x="673216" y="409695"/>
                  </a:lnTo>
                  <a:lnTo>
                    <a:pt x="660976" y="416288"/>
                  </a:lnTo>
                  <a:lnTo>
                    <a:pt x="648736" y="422951"/>
                  </a:lnTo>
                  <a:lnTo>
                    <a:pt x="636495" y="429668"/>
                  </a:lnTo>
                  <a:lnTo>
                    <a:pt x="624255" y="436439"/>
                  </a:lnTo>
                  <a:lnTo>
                    <a:pt x="612015" y="443263"/>
                  </a:lnTo>
                  <a:lnTo>
                    <a:pt x="599774" y="450138"/>
                  </a:lnTo>
                  <a:lnTo>
                    <a:pt x="587534" y="457065"/>
                  </a:lnTo>
                  <a:lnTo>
                    <a:pt x="575294" y="464042"/>
                  </a:lnTo>
                  <a:lnTo>
                    <a:pt x="563054" y="471068"/>
                  </a:lnTo>
                  <a:lnTo>
                    <a:pt x="550813" y="478143"/>
                  </a:lnTo>
                  <a:lnTo>
                    <a:pt x="538573" y="484813"/>
                  </a:lnTo>
                  <a:lnTo>
                    <a:pt x="526333" y="491907"/>
                  </a:lnTo>
                  <a:lnTo>
                    <a:pt x="514092" y="499566"/>
                  </a:lnTo>
                  <a:lnTo>
                    <a:pt x="501852" y="506633"/>
                  </a:lnTo>
                  <a:lnTo>
                    <a:pt x="489612" y="513733"/>
                  </a:lnTo>
                  <a:lnTo>
                    <a:pt x="477371" y="520865"/>
                  </a:lnTo>
                  <a:lnTo>
                    <a:pt x="465131" y="528028"/>
                  </a:lnTo>
                  <a:lnTo>
                    <a:pt x="452891" y="535221"/>
                  </a:lnTo>
                  <a:lnTo>
                    <a:pt x="440650" y="542397"/>
                  </a:lnTo>
                  <a:lnTo>
                    <a:pt x="428410" y="549694"/>
                  </a:lnTo>
                  <a:lnTo>
                    <a:pt x="416170" y="556972"/>
                  </a:lnTo>
                  <a:lnTo>
                    <a:pt x="403930" y="564276"/>
                  </a:lnTo>
                  <a:lnTo>
                    <a:pt x="391689" y="571606"/>
                  </a:lnTo>
                  <a:lnTo>
                    <a:pt x="379449" y="578428"/>
                  </a:lnTo>
                  <a:lnTo>
                    <a:pt x="367209" y="585056"/>
                  </a:lnTo>
                  <a:lnTo>
                    <a:pt x="354968" y="591676"/>
                  </a:lnTo>
                  <a:lnTo>
                    <a:pt x="342728" y="598287"/>
                  </a:lnTo>
                  <a:lnTo>
                    <a:pt x="330488" y="605144"/>
                  </a:lnTo>
                  <a:lnTo>
                    <a:pt x="318247" y="613160"/>
                  </a:lnTo>
                  <a:lnTo>
                    <a:pt x="306007" y="621190"/>
                  </a:lnTo>
                  <a:lnTo>
                    <a:pt x="293767" y="629233"/>
                  </a:lnTo>
                  <a:lnTo>
                    <a:pt x="281527" y="637289"/>
                  </a:lnTo>
                  <a:lnTo>
                    <a:pt x="269286" y="645356"/>
                  </a:lnTo>
                  <a:lnTo>
                    <a:pt x="257046" y="653433"/>
                  </a:lnTo>
                  <a:lnTo>
                    <a:pt x="244806" y="661192"/>
                  </a:lnTo>
                  <a:lnTo>
                    <a:pt x="232565" y="668765"/>
                  </a:lnTo>
                  <a:lnTo>
                    <a:pt x="220325" y="676350"/>
                  </a:lnTo>
                  <a:lnTo>
                    <a:pt x="208085" y="683946"/>
                  </a:lnTo>
                  <a:lnTo>
                    <a:pt x="195844" y="691553"/>
                  </a:lnTo>
                  <a:lnTo>
                    <a:pt x="183604" y="699168"/>
                  </a:lnTo>
                  <a:lnTo>
                    <a:pt x="171364" y="706792"/>
                  </a:lnTo>
                  <a:lnTo>
                    <a:pt x="159123" y="714424"/>
                  </a:lnTo>
                  <a:lnTo>
                    <a:pt x="146883" y="722061"/>
                  </a:lnTo>
                  <a:lnTo>
                    <a:pt x="134643" y="729705"/>
                  </a:lnTo>
                  <a:lnTo>
                    <a:pt x="122403" y="737353"/>
                  </a:lnTo>
                  <a:lnTo>
                    <a:pt x="110162" y="745004"/>
                  </a:lnTo>
                  <a:lnTo>
                    <a:pt x="97922" y="752658"/>
                  </a:lnTo>
                  <a:lnTo>
                    <a:pt x="85682" y="760419"/>
                  </a:lnTo>
                  <a:lnTo>
                    <a:pt x="73441" y="768274"/>
                  </a:lnTo>
                  <a:lnTo>
                    <a:pt x="61201" y="776956"/>
                  </a:lnTo>
                  <a:lnTo>
                    <a:pt x="48961" y="785942"/>
                  </a:lnTo>
                  <a:lnTo>
                    <a:pt x="36720" y="794933"/>
                  </a:lnTo>
                  <a:lnTo>
                    <a:pt x="24480" y="803926"/>
                  </a:lnTo>
                  <a:lnTo>
                    <a:pt x="12240" y="812921"/>
                  </a:lnTo>
                  <a:lnTo>
                    <a:pt x="0" y="821917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8" name="pl48"/>
            <p:cNvSpPr/>
            <p:nvPr/>
          </p:nvSpPr>
          <p:spPr>
            <a:xfrm>
              <a:off x="8781585" y="1043656"/>
              <a:ext cx="2191014" cy="897045"/>
            </a:xfrm>
            <a:custGeom>
              <a:avLst/>
              <a:gdLst/>
              <a:ahLst/>
              <a:cxnLst/>
              <a:rect l="0" t="0" r="0" b="0"/>
              <a:pathLst>
                <a:path w="2191014" h="897045">
                  <a:moveTo>
                    <a:pt x="0" y="897045"/>
                  </a:moveTo>
                  <a:lnTo>
                    <a:pt x="12240" y="889933"/>
                  </a:lnTo>
                  <a:lnTo>
                    <a:pt x="24480" y="882814"/>
                  </a:lnTo>
                  <a:lnTo>
                    <a:pt x="36720" y="875691"/>
                  </a:lnTo>
                  <a:lnTo>
                    <a:pt x="48961" y="868563"/>
                  </a:lnTo>
                  <a:lnTo>
                    <a:pt x="61201" y="861432"/>
                  </a:lnTo>
                  <a:lnTo>
                    <a:pt x="73441" y="854297"/>
                  </a:lnTo>
                  <a:lnTo>
                    <a:pt x="85682" y="847161"/>
                  </a:lnTo>
                  <a:lnTo>
                    <a:pt x="97922" y="840022"/>
                  </a:lnTo>
                  <a:lnTo>
                    <a:pt x="110162" y="832883"/>
                  </a:lnTo>
                  <a:lnTo>
                    <a:pt x="122403" y="825744"/>
                  </a:lnTo>
                  <a:lnTo>
                    <a:pt x="134643" y="818605"/>
                  </a:lnTo>
                  <a:lnTo>
                    <a:pt x="146883" y="811467"/>
                  </a:lnTo>
                  <a:lnTo>
                    <a:pt x="159123" y="804332"/>
                  </a:lnTo>
                  <a:lnTo>
                    <a:pt x="171364" y="797198"/>
                  </a:lnTo>
                  <a:lnTo>
                    <a:pt x="183604" y="790069"/>
                  </a:lnTo>
                  <a:lnTo>
                    <a:pt x="195844" y="782943"/>
                  </a:lnTo>
                  <a:lnTo>
                    <a:pt x="208085" y="775822"/>
                  </a:lnTo>
                  <a:lnTo>
                    <a:pt x="220325" y="768706"/>
                  </a:lnTo>
                  <a:lnTo>
                    <a:pt x="232565" y="761596"/>
                  </a:lnTo>
                  <a:lnTo>
                    <a:pt x="244806" y="754494"/>
                  </a:lnTo>
                  <a:lnTo>
                    <a:pt x="257046" y="747398"/>
                  </a:lnTo>
                  <a:lnTo>
                    <a:pt x="269286" y="740311"/>
                  </a:lnTo>
                  <a:lnTo>
                    <a:pt x="281527" y="733233"/>
                  </a:lnTo>
                  <a:lnTo>
                    <a:pt x="293767" y="726165"/>
                  </a:lnTo>
                  <a:lnTo>
                    <a:pt x="306007" y="719107"/>
                  </a:lnTo>
                  <a:lnTo>
                    <a:pt x="318247" y="712060"/>
                  </a:lnTo>
                  <a:lnTo>
                    <a:pt x="330488" y="705024"/>
                  </a:lnTo>
                  <a:lnTo>
                    <a:pt x="342728" y="698001"/>
                  </a:lnTo>
                  <a:lnTo>
                    <a:pt x="354968" y="690991"/>
                  </a:lnTo>
                  <a:lnTo>
                    <a:pt x="367209" y="683995"/>
                  </a:lnTo>
                  <a:lnTo>
                    <a:pt x="379449" y="677014"/>
                  </a:lnTo>
                  <a:lnTo>
                    <a:pt x="391689" y="670047"/>
                  </a:lnTo>
                  <a:lnTo>
                    <a:pt x="403930" y="663097"/>
                  </a:lnTo>
                  <a:lnTo>
                    <a:pt x="416170" y="656163"/>
                  </a:lnTo>
                  <a:lnTo>
                    <a:pt x="428410" y="649247"/>
                  </a:lnTo>
                  <a:lnTo>
                    <a:pt x="440650" y="642348"/>
                  </a:lnTo>
                  <a:lnTo>
                    <a:pt x="452891" y="635469"/>
                  </a:lnTo>
                  <a:lnTo>
                    <a:pt x="465131" y="628609"/>
                  </a:lnTo>
                  <a:lnTo>
                    <a:pt x="477371" y="621768"/>
                  </a:lnTo>
                  <a:lnTo>
                    <a:pt x="489612" y="614949"/>
                  </a:lnTo>
                  <a:lnTo>
                    <a:pt x="501852" y="608151"/>
                  </a:lnTo>
                  <a:lnTo>
                    <a:pt x="514092" y="601376"/>
                  </a:lnTo>
                  <a:lnTo>
                    <a:pt x="526333" y="594623"/>
                  </a:lnTo>
                  <a:lnTo>
                    <a:pt x="538573" y="587894"/>
                  </a:lnTo>
                  <a:lnTo>
                    <a:pt x="550813" y="581190"/>
                  </a:lnTo>
                  <a:lnTo>
                    <a:pt x="563054" y="574510"/>
                  </a:lnTo>
                  <a:lnTo>
                    <a:pt x="575294" y="567856"/>
                  </a:lnTo>
                  <a:lnTo>
                    <a:pt x="587534" y="561229"/>
                  </a:lnTo>
                  <a:lnTo>
                    <a:pt x="599774" y="554629"/>
                  </a:lnTo>
                  <a:lnTo>
                    <a:pt x="612015" y="548056"/>
                  </a:lnTo>
                  <a:lnTo>
                    <a:pt x="624255" y="541512"/>
                  </a:lnTo>
                  <a:lnTo>
                    <a:pt x="636495" y="534998"/>
                  </a:lnTo>
                  <a:lnTo>
                    <a:pt x="648736" y="528513"/>
                  </a:lnTo>
                  <a:lnTo>
                    <a:pt x="660976" y="522059"/>
                  </a:lnTo>
                  <a:lnTo>
                    <a:pt x="673216" y="515636"/>
                  </a:lnTo>
                  <a:lnTo>
                    <a:pt x="685457" y="509245"/>
                  </a:lnTo>
                  <a:lnTo>
                    <a:pt x="697697" y="502888"/>
                  </a:lnTo>
                  <a:lnTo>
                    <a:pt x="709937" y="496563"/>
                  </a:lnTo>
                  <a:lnTo>
                    <a:pt x="722177" y="490273"/>
                  </a:lnTo>
                  <a:lnTo>
                    <a:pt x="734418" y="484017"/>
                  </a:lnTo>
                  <a:lnTo>
                    <a:pt x="746658" y="477797"/>
                  </a:lnTo>
                  <a:lnTo>
                    <a:pt x="758898" y="471612"/>
                  </a:lnTo>
                  <a:lnTo>
                    <a:pt x="771139" y="465463"/>
                  </a:lnTo>
                  <a:lnTo>
                    <a:pt x="783379" y="459350"/>
                  </a:lnTo>
                  <a:lnTo>
                    <a:pt x="795619" y="453272"/>
                  </a:lnTo>
                  <a:lnTo>
                    <a:pt x="807860" y="447231"/>
                  </a:lnTo>
                  <a:lnTo>
                    <a:pt x="820100" y="441225"/>
                  </a:lnTo>
                  <a:lnTo>
                    <a:pt x="832340" y="435256"/>
                  </a:lnTo>
                  <a:lnTo>
                    <a:pt x="844581" y="429323"/>
                  </a:lnTo>
                  <a:lnTo>
                    <a:pt x="856821" y="423427"/>
                  </a:lnTo>
                  <a:lnTo>
                    <a:pt x="869061" y="417567"/>
                  </a:lnTo>
                  <a:lnTo>
                    <a:pt x="881301" y="411744"/>
                  </a:lnTo>
                  <a:lnTo>
                    <a:pt x="893542" y="405958"/>
                  </a:lnTo>
                  <a:lnTo>
                    <a:pt x="905782" y="400208"/>
                  </a:lnTo>
                  <a:lnTo>
                    <a:pt x="918022" y="394496"/>
                  </a:lnTo>
                  <a:lnTo>
                    <a:pt x="930263" y="388821"/>
                  </a:lnTo>
                  <a:lnTo>
                    <a:pt x="942503" y="383184"/>
                  </a:lnTo>
                  <a:lnTo>
                    <a:pt x="954743" y="377584"/>
                  </a:lnTo>
                  <a:lnTo>
                    <a:pt x="966984" y="372021"/>
                  </a:lnTo>
                  <a:lnTo>
                    <a:pt x="979224" y="366496"/>
                  </a:lnTo>
                  <a:lnTo>
                    <a:pt x="991464" y="361010"/>
                  </a:lnTo>
                  <a:lnTo>
                    <a:pt x="1003704" y="355561"/>
                  </a:lnTo>
                  <a:lnTo>
                    <a:pt x="1015945" y="350150"/>
                  </a:lnTo>
                  <a:lnTo>
                    <a:pt x="1028185" y="344777"/>
                  </a:lnTo>
                  <a:lnTo>
                    <a:pt x="1040425" y="339443"/>
                  </a:lnTo>
                  <a:lnTo>
                    <a:pt x="1052666" y="334147"/>
                  </a:lnTo>
                  <a:lnTo>
                    <a:pt x="1064906" y="328890"/>
                  </a:lnTo>
                  <a:lnTo>
                    <a:pt x="1077146" y="323671"/>
                  </a:lnTo>
                  <a:lnTo>
                    <a:pt x="1089387" y="318492"/>
                  </a:lnTo>
                  <a:lnTo>
                    <a:pt x="1101627" y="313351"/>
                  </a:lnTo>
                  <a:lnTo>
                    <a:pt x="1113867" y="308250"/>
                  </a:lnTo>
                  <a:lnTo>
                    <a:pt x="1126108" y="303187"/>
                  </a:lnTo>
                  <a:lnTo>
                    <a:pt x="1138348" y="298164"/>
                  </a:lnTo>
                  <a:lnTo>
                    <a:pt x="1150588" y="293181"/>
                  </a:lnTo>
                  <a:lnTo>
                    <a:pt x="1162828" y="288237"/>
                  </a:lnTo>
                  <a:lnTo>
                    <a:pt x="1175069" y="283333"/>
                  </a:lnTo>
                  <a:lnTo>
                    <a:pt x="1187309" y="278468"/>
                  </a:lnTo>
                  <a:lnTo>
                    <a:pt x="1199549" y="273644"/>
                  </a:lnTo>
                  <a:lnTo>
                    <a:pt x="1211790" y="268860"/>
                  </a:lnTo>
                  <a:lnTo>
                    <a:pt x="1224030" y="264116"/>
                  </a:lnTo>
                  <a:lnTo>
                    <a:pt x="1236270" y="259412"/>
                  </a:lnTo>
                  <a:lnTo>
                    <a:pt x="1248511" y="254749"/>
                  </a:lnTo>
                  <a:lnTo>
                    <a:pt x="1260751" y="250126"/>
                  </a:lnTo>
                  <a:lnTo>
                    <a:pt x="1272991" y="245544"/>
                  </a:lnTo>
                  <a:lnTo>
                    <a:pt x="1285231" y="241003"/>
                  </a:lnTo>
                  <a:lnTo>
                    <a:pt x="1297472" y="236503"/>
                  </a:lnTo>
                  <a:lnTo>
                    <a:pt x="1309712" y="232044"/>
                  </a:lnTo>
                  <a:lnTo>
                    <a:pt x="1321952" y="227627"/>
                  </a:lnTo>
                  <a:lnTo>
                    <a:pt x="1334193" y="223250"/>
                  </a:lnTo>
                  <a:lnTo>
                    <a:pt x="1346433" y="218915"/>
                  </a:lnTo>
                  <a:lnTo>
                    <a:pt x="1358673" y="214622"/>
                  </a:lnTo>
                  <a:lnTo>
                    <a:pt x="1370914" y="210370"/>
                  </a:lnTo>
                  <a:lnTo>
                    <a:pt x="1383154" y="206160"/>
                  </a:lnTo>
                  <a:lnTo>
                    <a:pt x="1395394" y="201993"/>
                  </a:lnTo>
                  <a:lnTo>
                    <a:pt x="1407635" y="197867"/>
                  </a:lnTo>
                  <a:lnTo>
                    <a:pt x="1419875" y="193783"/>
                  </a:lnTo>
                  <a:lnTo>
                    <a:pt x="1432115" y="189742"/>
                  </a:lnTo>
                  <a:lnTo>
                    <a:pt x="1444355" y="185744"/>
                  </a:lnTo>
                  <a:lnTo>
                    <a:pt x="1456596" y="181788"/>
                  </a:lnTo>
                  <a:lnTo>
                    <a:pt x="1468836" y="177874"/>
                  </a:lnTo>
                  <a:lnTo>
                    <a:pt x="1481076" y="174003"/>
                  </a:lnTo>
                  <a:lnTo>
                    <a:pt x="1493317" y="170174"/>
                  </a:lnTo>
                  <a:lnTo>
                    <a:pt x="1505557" y="166385"/>
                  </a:lnTo>
                  <a:lnTo>
                    <a:pt x="1517797" y="162637"/>
                  </a:lnTo>
                  <a:lnTo>
                    <a:pt x="1530038" y="158929"/>
                  </a:lnTo>
                  <a:lnTo>
                    <a:pt x="1542278" y="155260"/>
                  </a:lnTo>
                  <a:lnTo>
                    <a:pt x="1554518" y="151630"/>
                  </a:lnTo>
                  <a:lnTo>
                    <a:pt x="1566759" y="148037"/>
                  </a:lnTo>
                  <a:lnTo>
                    <a:pt x="1578999" y="144482"/>
                  </a:lnTo>
                  <a:lnTo>
                    <a:pt x="1591239" y="140963"/>
                  </a:lnTo>
                  <a:lnTo>
                    <a:pt x="1603479" y="137480"/>
                  </a:lnTo>
                  <a:lnTo>
                    <a:pt x="1615720" y="134032"/>
                  </a:lnTo>
                  <a:lnTo>
                    <a:pt x="1627960" y="130619"/>
                  </a:lnTo>
                  <a:lnTo>
                    <a:pt x="1640200" y="127240"/>
                  </a:lnTo>
                  <a:lnTo>
                    <a:pt x="1652441" y="123894"/>
                  </a:lnTo>
                  <a:lnTo>
                    <a:pt x="1664681" y="120581"/>
                  </a:lnTo>
                  <a:lnTo>
                    <a:pt x="1676921" y="117301"/>
                  </a:lnTo>
                  <a:lnTo>
                    <a:pt x="1689162" y="114051"/>
                  </a:lnTo>
                  <a:lnTo>
                    <a:pt x="1701402" y="110833"/>
                  </a:lnTo>
                  <a:lnTo>
                    <a:pt x="1713642" y="107644"/>
                  </a:lnTo>
                  <a:lnTo>
                    <a:pt x="1725882" y="104485"/>
                  </a:lnTo>
                  <a:lnTo>
                    <a:pt x="1738123" y="101355"/>
                  </a:lnTo>
                  <a:lnTo>
                    <a:pt x="1750363" y="98254"/>
                  </a:lnTo>
                  <a:lnTo>
                    <a:pt x="1762603" y="95179"/>
                  </a:lnTo>
                  <a:lnTo>
                    <a:pt x="1774844" y="92132"/>
                  </a:lnTo>
                  <a:lnTo>
                    <a:pt x="1787084" y="89111"/>
                  </a:lnTo>
                  <a:lnTo>
                    <a:pt x="1799324" y="86116"/>
                  </a:lnTo>
                  <a:lnTo>
                    <a:pt x="1811565" y="83146"/>
                  </a:lnTo>
                  <a:lnTo>
                    <a:pt x="1823805" y="80200"/>
                  </a:lnTo>
                  <a:lnTo>
                    <a:pt x="1836045" y="77278"/>
                  </a:lnTo>
                  <a:lnTo>
                    <a:pt x="1848286" y="74380"/>
                  </a:lnTo>
                  <a:lnTo>
                    <a:pt x="1860526" y="71503"/>
                  </a:lnTo>
                  <a:lnTo>
                    <a:pt x="1872766" y="68649"/>
                  </a:lnTo>
                  <a:lnTo>
                    <a:pt x="1885006" y="65815"/>
                  </a:lnTo>
                  <a:lnTo>
                    <a:pt x="1897247" y="63003"/>
                  </a:lnTo>
                  <a:lnTo>
                    <a:pt x="1909487" y="60210"/>
                  </a:lnTo>
                  <a:lnTo>
                    <a:pt x="1921727" y="57436"/>
                  </a:lnTo>
                  <a:lnTo>
                    <a:pt x="1933968" y="54681"/>
                  </a:lnTo>
                  <a:lnTo>
                    <a:pt x="1946208" y="51944"/>
                  </a:lnTo>
                  <a:lnTo>
                    <a:pt x="1958448" y="49225"/>
                  </a:lnTo>
                  <a:lnTo>
                    <a:pt x="1970689" y="46522"/>
                  </a:lnTo>
                  <a:lnTo>
                    <a:pt x="1982929" y="43835"/>
                  </a:lnTo>
                  <a:lnTo>
                    <a:pt x="1995169" y="41164"/>
                  </a:lnTo>
                  <a:lnTo>
                    <a:pt x="2007409" y="38507"/>
                  </a:lnTo>
                  <a:lnTo>
                    <a:pt x="2019650" y="35865"/>
                  </a:lnTo>
                  <a:lnTo>
                    <a:pt x="2031890" y="33236"/>
                  </a:lnTo>
                  <a:lnTo>
                    <a:pt x="2044130" y="30620"/>
                  </a:lnTo>
                  <a:lnTo>
                    <a:pt x="2056371" y="28016"/>
                  </a:lnTo>
                  <a:lnTo>
                    <a:pt x="2068611" y="25424"/>
                  </a:lnTo>
                  <a:lnTo>
                    <a:pt x="2080851" y="22843"/>
                  </a:lnTo>
                  <a:lnTo>
                    <a:pt x="2093092" y="20272"/>
                  </a:lnTo>
                  <a:lnTo>
                    <a:pt x="2105332" y="17711"/>
                  </a:lnTo>
                  <a:lnTo>
                    <a:pt x="2117572" y="15159"/>
                  </a:lnTo>
                  <a:lnTo>
                    <a:pt x="2129813" y="12615"/>
                  </a:lnTo>
                  <a:lnTo>
                    <a:pt x="2142053" y="10079"/>
                  </a:lnTo>
                  <a:lnTo>
                    <a:pt x="2154293" y="7550"/>
                  </a:lnTo>
                  <a:lnTo>
                    <a:pt x="2166533" y="5028"/>
                  </a:lnTo>
                  <a:lnTo>
                    <a:pt x="2178774" y="2511"/>
                  </a:lnTo>
                  <a:lnTo>
                    <a:pt x="21910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gdLst/>
              <a:ahLst/>
              <a:cxnLst/>
              <a:rect l="0" t="0" r="0" b="0"/>
              <a:pathLst>
                <a:path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tx50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501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254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1252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9341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5198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66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199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59"/>
            <p:cNvSpPr/>
            <p:nvPr/>
          </p:nvSpPr>
          <p:spPr>
            <a:xfrm>
              <a:off x="8298767" y="278643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60"/>
            <p:cNvSpPr/>
            <p:nvPr/>
          </p:nvSpPr>
          <p:spPr>
            <a:xfrm>
              <a:off x="8298767" y="247396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61"/>
            <p:cNvSpPr/>
            <p:nvPr/>
          </p:nvSpPr>
          <p:spPr>
            <a:xfrm>
              <a:off x="8298767" y="216149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62"/>
            <p:cNvSpPr/>
            <p:nvPr/>
          </p:nvSpPr>
          <p:spPr>
            <a:xfrm>
              <a:off x="8298767" y="184902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63"/>
            <p:cNvSpPr/>
            <p:nvPr/>
          </p:nvSpPr>
          <p:spPr>
            <a:xfrm>
              <a:off x="8298767" y="153656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64"/>
            <p:cNvSpPr/>
            <p:nvPr/>
          </p:nvSpPr>
          <p:spPr>
            <a:xfrm>
              <a:off x="8298767" y="12240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65"/>
            <p:cNvSpPr/>
            <p:nvPr/>
          </p:nvSpPr>
          <p:spPr>
            <a:xfrm>
              <a:off x="8298767" y="9116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66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67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68"/>
            <p:cNvSpPr/>
            <p:nvPr/>
          </p:nvSpPr>
          <p:spPr>
            <a:xfrm>
              <a:off x="9094587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69"/>
            <p:cNvSpPr/>
            <p:nvPr/>
          </p:nvSpPr>
          <p:spPr>
            <a:xfrm>
              <a:off x="9485840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70"/>
            <p:cNvSpPr/>
            <p:nvPr/>
          </p:nvSpPr>
          <p:spPr>
            <a:xfrm>
              <a:off x="9877092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71"/>
            <p:cNvSpPr/>
            <p:nvPr/>
          </p:nvSpPr>
          <p:spPr>
            <a:xfrm>
              <a:off x="10268345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72"/>
            <p:cNvSpPr/>
            <p:nvPr/>
          </p:nvSpPr>
          <p:spPr>
            <a:xfrm>
              <a:off x="10659597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73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tx74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9026746" y="3200496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417999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809251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10200504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591757" y="3201054"/>
              <a:ext cx="135681" cy="8253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983009" y="32004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894150" y="3064660"/>
              <a:ext cx="97813" cy="32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991964" y="3054689"/>
              <a:ext cx="97813" cy="425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89777" y="3041211"/>
              <a:ext cx="97813" cy="560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2187590" y="3014061"/>
              <a:ext cx="97813" cy="832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285403" y="3000188"/>
              <a:ext cx="97813" cy="97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383216" y="2966894"/>
              <a:ext cx="97813" cy="1303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481029" y="2927045"/>
              <a:ext cx="97813" cy="1702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578842" y="2901143"/>
              <a:ext cx="97813" cy="196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76656" y="2864609"/>
              <a:ext cx="97813" cy="23266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2774469" y="2853746"/>
              <a:ext cx="97813" cy="2435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287228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2970095" y="2838336"/>
              <a:ext cx="97813" cy="2589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3067908" y="2837734"/>
              <a:ext cx="97813" cy="2595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165721" y="2870501"/>
              <a:ext cx="97813" cy="2267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263534" y="2917795"/>
              <a:ext cx="97813" cy="1794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61348" y="2941906"/>
              <a:ext cx="97813" cy="155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59161" y="2975765"/>
              <a:ext cx="97813" cy="1215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556974" y="3006942"/>
              <a:ext cx="97813" cy="903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654787" y="3043254"/>
              <a:ext cx="97813" cy="54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3752600" y="3066615"/>
              <a:ext cx="97813" cy="30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850413" y="3079892"/>
              <a:ext cx="97813" cy="173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3948227" y="3091164"/>
              <a:ext cx="97813" cy="6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4046040" y="3093311"/>
              <a:ext cx="97813" cy="3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4143853" y="3096113"/>
              <a:ext cx="97813" cy="11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5498" y="2941146"/>
              <a:ext cx="19184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65498" y="2785021"/>
              <a:ext cx="22371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65498" y="2628895"/>
              <a:ext cx="24762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65498" y="2472770"/>
              <a:ext cx="27115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5498" y="2316644"/>
              <a:ext cx="30613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65498" y="2160518"/>
              <a:ext cx="3234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65498" y="2004393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65498" y="1848267"/>
              <a:ext cx="32516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65498" y="1692142"/>
              <a:ext cx="312043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65498" y="1536016"/>
              <a:ext cx="2845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65498" y="1379891"/>
              <a:ext cx="24643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65498" y="1223765"/>
              <a:ext cx="201720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65498" y="1067640"/>
              <a:ext cx="17063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65498" y="911514"/>
              <a:ext cx="13903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1894150" y="2203718"/>
              <a:ext cx="2340808" cy="608001"/>
            </a:xfrm>
            <a:custGeom>
              <a:avLst/>
              <a:gdLst/>
              <a:ahLst/>
              <a:cxnLst/>
              <a:rect l="0" t="0" r="0" b="0"/>
              <a:pathLst>
                <a:path w="2340808" h="608001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  <a:lnTo>
                    <a:pt x="2340808" y="608001"/>
                  </a:lnTo>
                  <a:lnTo>
                    <a:pt x="2327731" y="593798"/>
                  </a:lnTo>
                  <a:lnTo>
                    <a:pt x="2314654" y="579596"/>
                  </a:lnTo>
                  <a:lnTo>
                    <a:pt x="2301576" y="565394"/>
                  </a:lnTo>
                  <a:lnTo>
                    <a:pt x="2288499" y="551191"/>
                  </a:lnTo>
                  <a:lnTo>
                    <a:pt x="2275422" y="536976"/>
                  </a:lnTo>
                  <a:lnTo>
                    <a:pt x="2262345" y="522741"/>
                  </a:lnTo>
                  <a:lnTo>
                    <a:pt x="2249268" y="508503"/>
                  </a:lnTo>
                  <a:lnTo>
                    <a:pt x="2236191" y="495799"/>
                  </a:lnTo>
                  <a:lnTo>
                    <a:pt x="2223114" y="486329"/>
                  </a:lnTo>
                  <a:lnTo>
                    <a:pt x="2210036" y="476839"/>
                  </a:lnTo>
                  <a:lnTo>
                    <a:pt x="2196959" y="467328"/>
                  </a:lnTo>
                  <a:lnTo>
                    <a:pt x="2183882" y="457799"/>
                  </a:lnTo>
                  <a:lnTo>
                    <a:pt x="2170805" y="448250"/>
                  </a:lnTo>
                  <a:lnTo>
                    <a:pt x="2157728" y="438684"/>
                  </a:lnTo>
                  <a:lnTo>
                    <a:pt x="2144651" y="429100"/>
                  </a:lnTo>
                  <a:lnTo>
                    <a:pt x="2131574" y="418251"/>
                  </a:lnTo>
                  <a:lnTo>
                    <a:pt x="2118496" y="404531"/>
                  </a:lnTo>
                  <a:lnTo>
                    <a:pt x="2105419" y="392400"/>
                  </a:lnTo>
                  <a:lnTo>
                    <a:pt x="2092342" y="387357"/>
                  </a:lnTo>
                  <a:lnTo>
                    <a:pt x="2079265" y="380941"/>
                  </a:lnTo>
                  <a:lnTo>
                    <a:pt x="2066188" y="371266"/>
                  </a:lnTo>
                  <a:lnTo>
                    <a:pt x="2053111" y="361577"/>
                  </a:lnTo>
                  <a:lnTo>
                    <a:pt x="2040034" y="349438"/>
                  </a:lnTo>
                  <a:lnTo>
                    <a:pt x="2026956" y="338105"/>
                  </a:lnTo>
                  <a:lnTo>
                    <a:pt x="2013879" y="328988"/>
                  </a:lnTo>
                  <a:lnTo>
                    <a:pt x="2000802" y="319689"/>
                  </a:lnTo>
                  <a:lnTo>
                    <a:pt x="1987725" y="310229"/>
                  </a:lnTo>
                  <a:lnTo>
                    <a:pt x="1974648" y="300984"/>
                  </a:lnTo>
                  <a:lnTo>
                    <a:pt x="1961571" y="293654"/>
                  </a:lnTo>
                  <a:lnTo>
                    <a:pt x="1948494" y="285995"/>
                  </a:lnTo>
                  <a:lnTo>
                    <a:pt x="1935417" y="278718"/>
                  </a:lnTo>
                  <a:lnTo>
                    <a:pt x="1922339" y="271368"/>
                  </a:lnTo>
                  <a:lnTo>
                    <a:pt x="1909262" y="263980"/>
                  </a:lnTo>
                  <a:lnTo>
                    <a:pt x="1896185" y="256588"/>
                  </a:lnTo>
                  <a:lnTo>
                    <a:pt x="1883108" y="249224"/>
                  </a:lnTo>
                  <a:lnTo>
                    <a:pt x="1870031" y="243657"/>
                  </a:lnTo>
                  <a:lnTo>
                    <a:pt x="1856954" y="239269"/>
                  </a:lnTo>
                  <a:lnTo>
                    <a:pt x="1843877" y="234942"/>
                  </a:lnTo>
                  <a:lnTo>
                    <a:pt x="1830799" y="230681"/>
                  </a:lnTo>
                  <a:lnTo>
                    <a:pt x="1817722" y="224510"/>
                  </a:lnTo>
                  <a:lnTo>
                    <a:pt x="1804645" y="219535"/>
                  </a:lnTo>
                  <a:lnTo>
                    <a:pt x="1791568" y="216652"/>
                  </a:lnTo>
                  <a:lnTo>
                    <a:pt x="1778491" y="211042"/>
                  </a:lnTo>
                  <a:lnTo>
                    <a:pt x="1765414" y="207896"/>
                  </a:lnTo>
                  <a:lnTo>
                    <a:pt x="1752337" y="205674"/>
                  </a:lnTo>
                  <a:lnTo>
                    <a:pt x="1739259" y="203432"/>
                  </a:lnTo>
                  <a:lnTo>
                    <a:pt x="1726182" y="201174"/>
                  </a:lnTo>
                  <a:lnTo>
                    <a:pt x="1713105" y="198906"/>
                  </a:lnTo>
                  <a:lnTo>
                    <a:pt x="1700028" y="196039"/>
                  </a:lnTo>
                  <a:lnTo>
                    <a:pt x="1686951" y="193329"/>
                  </a:lnTo>
                  <a:lnTo>
                    <a:pt x="1673874" y="191408"/>
                  </a:lnTo>
                  <a:lnTo>
                    <a:pt x="1660797" y="191062"/>
                  </a:lnTo>
                  <a:lnTo>
                    <a:pt x="1647719" y="190862"/>
                  </a:lnTo>
                  <a:lnTo>
                    <a:pt x="1634642" y="190685"/>
                  </a:lnTo>
                  <a:lnTo>
                    <a:pt x="1621565" y="190564"/>
                  </a:lnTo>
                  <a:lnTo>
                    <a:pt x="1608488" y="190493"/>
                  </a:lnTo>
                  <a:lnTo>
                    <a:pt x="1595411" y="190467"/>
                  </a:lnTo>
                  <a:lnTo>
                    <a:pt x="1582334" y="190402"/>
                  </a:lnTo>
                  <a:lnTo>
                    <a:pt x="1569257" y="190107"/>
                  </a:lnTo>
                  <a:lnTo>
                    <a:pt x="1556179" y="189928"/>
                  </a:lnTo>
                  <a:lnTo>
                    <a:pt x="1543102" y="189853"/>
                  </a:lnTo>
                  <a:lnTo>
                    <a:pt x="1530025" y="189873"/>
                  </a:lnTo>
                  <a:lnTo>
                    <a:pt x="1516948" y="189976"/>
                  </a:lnTo>
                  <a:lnTo>
                    <a:pt x="1503871" y="189975"/>
                  </a:lnTo>
                  <a:lnTo>
                    <a:pt x="1490794" y="189016"/>
                  </a:lnTo>
                  <a:lnTo>
                    <a:pt x="1477717" y="190683"/>
                  </a:lnTo>
                  <a:lnTo>
                    <a:pt x="1464639" y="191016"/>
                  </a:lnTo>
                  <a:lnTo>
                    <a:pt x="1451562" y="191381"/>
                  </a:lnTo>
                  <a:lnTo>
                    <a:pt x="1438485" y="191587"/>
                  </a:lnTo>
                  <a:lnTo>
                    <a:pt x="1425408" y="192164"/>
                  </a:lnTo>
                  <a:lnTo>
                    <a:pt x="1412331" y="193295"/>
                  </a:lnTo>
                  <a:lnTo>
                    <a:pt x="1399254" y="195739"/>
                  </a:lnTo>
                  <a:lnTo>
                    <a:pt x="1386177" y="195403"/>
                  </a:lnTo>
                  <a:lnTo>
                    <a:pt x="1373099" y="194628"/>
                  </a:lnTo>
                  <a:lnTo>
                    <a:pt x="1360022" y="195617"/>
                  </a:lnTo>
                  <a:lnTo>
                    <a:pt x="1346945" y="196709"/>
                  </a:lnTo>
                  <a:lnTo>
                    <a:pt x="1333868" y="197321"/>
                  </a:lnTo>
                  <a:lnTo>
                    <a:pt x="1320791" y="197417"/>
                  </a:lnTo>
                  <a:lnTo>
                    <a:pt x="1307714" y="197008"/>
                  </a:lnTo>
                  <a:lnTo>
                    <a:pt x="1294637" y="196129"/>
                  </a:lnTo>
                  <a:lnTo>
                    <a:pt x="1281559" y="194817"/>
                  </a:lnTo>
                  <a:lnTo>
                    <a:pt x="1268482" y="194258"/>
                  </a:lnTo>
                  <a:lnTo>
                    <a:pt x="1255405" y="194060"/>
                  </a:lnTo>
                  <a:lnTo>
                    <a:pt x="1242328" y="193809"/>
                  </a:lnTo>
                  <a:lnTo>
                    <a:pt x="1229251" y="194007"/>
                  </a:lnTo>
                  <a:lnTo>
                    <a:pt x="1216174" y="194584"/>
                  </a:lnTo>
                  <a:lnTo>
                    <a:pt x="1203097" y="195054"/>
                  </a:lnTo>
                  <a:lnTo>
                    <a:pt x="1190019" y="195425"/>
                  </a:lnTo>
                  <a:lnTo>
                    <a:pt x="1176942" y="195704"/>
                  </a:lnTo>
                  <a:lnTo>
                    <a:pt x="1163865" y="195900"/>
                  </a:lnTo>
                  <a:lnTo>
                    <a:pt x="1150788" y="196022"/>
                  </a:lnTo>
                  <a:lnTo>
                    <a:pt x="1137711" y="196078"/>
                  </a:lnTo>
                  <a:lnTo>
                    <a:pt x="1124634" y="196075"/>
                  </a:lnTo>
                  <a:lnTo>
                    <a:pt x="1111557" y="196023"/>
                  </a:lnTo>
                  <a:lnTo>
                    <a:pt x="1098479" y="195992"/>
                  </a:lnTo>
                  <a:lnTo>
                    <a:pt x="1085402" y="195804"/>
                  </a:lnTo>
                  <a:lnTo>
                    <a:pt x="1072325" y="194225"/>
                  </a:lnTo>
                  <a:lnTo>
                    <a:pt x="1059248" y="192595"/>
                  </a:lnTo>
                  <a:lnTo>
                    <a:pt x="1046171" y="190973"/>
                  </a:lnTo>
                  <a:lnTo>
                    <a:pt x="1033094" y="191662"/>
                  </a:lnTo>
                  <a:lnTo>
                    <a:pt x="1020017" y="192514"/>
                  </a:lnTo>
                  <a:lnTo>
                    <a:pt x="1006939" y="192637"/>
                  </a:lnTo>
                  <a:lnTo>
                    <a:pt x="993862" y="192211"/>
                  </a:lnTo>
                  <a:lnTo>
                    <a:pt x="980785" y="192947"/>
                  </a:lnTo>
                  <a:lnTo>
                    <a:pt x="967708" y="193673"/>
                  </a:lnTo>
                  <a:lnTo>
                    <a:pt x="954631" y="194386"/>
                  </a:lnTo>
                  <a:lnTo>
                    <a:pt x="941554" y="194461"/>
                  </a:lnTo>
                  <a:lnTo>
                    <a:pt x="928477" y="194469"/>
                  </a:lnTo>
                  <a:lnTo>
                    <a:pt x="915399" y="193834"/>
                  </a:lnTo>
                  <a:lnTo>
                    <a:pt x="902322" y="193555"/>
                  </a:lnTo>
                  <a:lnTo>
                    <a:pt x="889245" y="194642"/>
                  </a:lnTo>
                  <a:lnTo>
                    <a:pt x="876168" y="194749"/>
                  </a:lnTo>
                  <a:lnTo>
                    <a:pt x="863091" y="194880"/>
                  </a:lnTo>
                  <a:lnTo>
                    <a:pt x="850014" y="195035"/>
                  </a:lnTo>
                  <a:lnTo>
                    <a:pt x="836937" y="195775"/>
                  </a:lnTo>
                  <a:lnTo>
                    <a:pt x="823859" y="197189"/>
                  </a:lnTo>
                  <a:lnTo>
                    <a:pt x="810782" y="198599"/>
                  </a:lnTo>
                  <a:lnTo>
                    <a:pt x="797705" y="199997"/>
                  </a:lnTo>
                  <a:lnTo>
                    <a:pt x="784628" y="201378"/>
                  </a:lnTo>
                  <a:lnTo>
                    <a:pt x="771551" y="202735"/>
                  </a:lnTo>
                  <a:lnTo>
                    <a:pt x="758474" y="203808"/>
                  </a:lnTo>
                  <a:lnTo>
                    <a:pt x="745397" y="204455"/>
                  </a:lnTo>
                  <a:lnTo>
                    <a:pt x="732319" y="205218"/>
                  </a:lnTo>
                  <a:lnTo>
                    <a:pt x="719242" y="206107"/>
                  </a:lnTo>
                  <a:lnTo>
                    <a:pt x="706165" y="207132"/>
                  </a:lnTo>
                  <a:lnTo>
                    <a:pt x="693088" y="208302"/>
                  </a:lnTo>
                  <a:lnTo>
                    <a:pt x="680011" y="210721"/>
                  </a:lnTo>
                  <a:lnTo>
                    <a:pt x="666934" y="211929"/>
                  </a:lnTo>
                  <a:lnTo>
                    <a:pt x="653857" y="212777"/>
                  </a:lnTo>
                  <a:lnTo>
                    <a:pt x="640779" y="214571"/>
                  </a:lnTo>
                  <a:lnTo>
                    <a:pt x="627702" y="216109"/>
                  </a:lnTo>
                  <a:lnTo>
                    <a:pt x="614625" y="215492"/>
                  </a:lnTo>
                  <a:lnTo>
                    <a:pt x="601548" y="215589"/>
                  </a:lnTo>
                  <a:lnTo>
                    <a:pt x="588471" y="218128"/>
                  </a:lnTo>
                  <a:lnTo>
                    <a:pt x="575394" y="221578"/>
                  </a:lnTo>
                  <a:lnTo>
                    <a:pt x="562317" y="225017"/>
                  </a:lnTo>
                  <a:lnTo>
                    <a:pt x="549239" y="228435"/>
                  </a:lnTo>
                  <a:lnTo>
                    <a:pt x="536162" y="232138"/>
                  </a:lnTo>
                  <a:lnTo>
                    <a:pt x="523085" y="232655"/>
                  </a:lnTo>
                  <a:lnTo>
                    <a:pt x="510008" y="235262"/>
                  </a:lnTo>
                  <a:lnTo>
                    <a:pt x="496931" y="238380"/>
                  </a:lnTo>
                  <a:lnTo>
                    <a:pt x="483854" y="241459"/>
                  </a:lnTo>
                  <a:lnTo>
                    <a:pt x="470777" y="244470"/>
                  </a:lnTo>
                  <a:lnTo>
                    <a:pt x="457699" y="248110"/>
                  </a:lnTo>
                  <a:lnTo>
                    <a:pt x="444622" y="253282"/>
                  </a:lnTo>
                  <a:lnTo>
                    <a:pt x="431545" y="258274"/>
                  </a:lnTo>
                  <a:lnTo>
                    <a:pt x="418468" y="263266"/>
                  </a:lnTo>
                  <a:lnTo>
                    <a:pt x="405391" y="268024"/>
                  </a:lnTo>
                  <a:lnTo>
                    <a:pt x="392314" y="272591"/>
                  </a:lnTo>
                  <a:lnTo>
                    <a:pt x="379237" y="276865"/>
                  </a:lnTo>
                  <a:lnTo>
                    <a:pt x="366159" y="280082"/>
                  </a:lnTo>
                  <a:lnTo>
                    <a:pt x="353082" y="283271"/>
                  </a:lnTo>
                  <a:lnTo>
                    <a:pt x="340005" y="286730"/>
                  </a:lnTo>
                  <a:lnTo>
                    <a:pt x="326928" y="289018"/>
                  </a:lnTo>
                  <a:lnTo>
                    <a:pt x="313851" y="291186"/>
                  </a:lnTo>
                  <a:lnTo>
                    <a:pt x="300774" y="292779"/>
                  </a:lnTo>
                  <a:lnTo>
                    <a:pt x="287697" y="293193"/>
                  </a:lnTo>
                  <a:lnTo>
                    <a:pt x="274619" y="293398"/>
                  </a:lnTo>
                  <a:lnTo>
                    <a:pt x="261542" y="295024"/>
                  </a:lnTo>
                  <a:lnTo>
                    <a:pt x="248465" y="297595"/>
                  </a:lnTo>
                  <a:lnTo>
                    <a:pt x="235388" y="300540"/>
                  </a:lnTo>
                  <a:lnTo>
                    <a:pt x="222311" y="304522"/>
                  </a:lnTo>
                  <a:lnTo>
                    <a:pt x="209234" y="306028"/>
                  </a:lnTo>
                  <a:lnTo>
                    <a:pt x="196157" y="307480"/>
                  </a:lnTo>
                  <a:lnTo>
                    <a:pt x="183079" y="308895"/>
                  </a:lnTo>
                  <a:lnTo>
                    <a:pt x="170002" y="311612"/>
                  </a:lnTo>
                  <a:lnTo>
                    <a:pt x="156925" y="316308"/>
                  </a:lnTo>
                  <a:lnTo>
                    <a:pt x="143848" y="324324"/>
                  </a:lnTo>
                  <a:lnTo>
                    <a:pt x="130771" y="327604"/>
                  </a:lnTo>
                  <a:lnTo>
                    <a:pt x="117694" y="329254"/>
                  </a:lnTo>
                  <a:lnTo>
                    <a:pt x="104617" y="335663"/>
                  </a:lnTo>
                  <a:lnTo>
                    <a:pt x="91539" y="342294"/>
                  </a:lnTo>
                  <a:lnTo>
                    <a:pt x="78462" y="349151"/>
                  </a:lnTo>
                  <a:lnTo>
                    <a:pt x="65385" y="356234"/>
                  </a:lnTo>
                  <a:lnTo>
                    <a:pt x="52308" y="363545"/>
                  </a:lnTo>
                  <a:lnTo>
                    <a:pt x="39231" y="371571"/>
                  </a:lnTo>
                  <a:lnTo>
                    <a:pt x="26154" y="378856"/>
                  </a:lnTo>
                  <a:lnTo>
                    <a:pt x="13077" y="386859"/>
                  </a:lnTo>
                  <a:lnTo>
                    <a:pt x="0" y="39610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894150" y="2203718"/>
              <a:ext cx="2340808" cy="202692"/>
            </a:xfrm>
            <a:custGeom>
              <a:avLst/>
              <a:gdLst/>
              <a:ahLst/>
              <a:cxnLst/>
              <a:rect l="0" t="0" r="0" b="0"/>
              <a:pathLst>
                <a:path w="2340808" h="202692">
                  <a:moveTo>
                    <a:pt x="0" y="202692"/>
                  </a:moveTo>
                  <a:lnTo>
                    <a:pt x="13077" y="199872"/>
                  </a:lnTo>
                  <a:lnTo>
                    <a:pt x="26154" y="197248"/>
                  </a:lnTo>
                  <a:lnTo>
                    <a:pt x="39231" y="194810"/>
                  </a:lnTo>
                  <a:lnTo>
                    <a:pt x="52308" y="194444"/>
                  </a:lnTo>
                  <a:lnTo>
                    <a:pt x="65385" y="193884"/>
                  </a:lnTo>
                  <a:lnTo>
                    <a:pt x="78462" y="189421"/>
                  </a:lnTo>
                  <a:lnTo>
                    <a:pt x="91539" y="186739"/>
                  </a:lnTo>
                  <a:lnTo>
                    <a:pt x="104617" y="185092"/>
                  </a:lnTo>
                  <a:lnTo>
                    <a:pt x="117694" y="183574"/>
                  </a:lnTo>
                  <a:lnTo>
                    <a:pt x="130771" y="180925"/>
                  </a:lnTo>
                  <a:lnTo>
                    <a:pt x="143848" y="178226"/>
                  </a:lnTo>
                  <a:lnTo>
                    <a:pt x="156925" y="175753"/>
                  </a:lnTo>
                  <a:lnTo>
                    <a:pt x="170002" y="173495"/>
                  </a:lnTo>
                  <a:lnTo>
                    <a:pt x="183079" y="170124"/>
                  </a:lnTo>
                  <a:lnTo>
                    <a:pt x="196157" y="166861"/>
                  </a:lnTo>
                  <a:lnTo>
                    <a:pt x="209234" y="164288"/>
                  </a:lnTo>
                  <a:lnTo>
                    <a:pt x="222311" y="161472"/>
                  </a:lnTo>
                  <a:lnTo>
                    <a:pt x="235388" y="160120"/>
                  </a:lnTo>
                  <a:lnTo>
                    <a:pt x="248465" y="156275"/>
                  </a:lnTo>
                  <a:lnTo>
                    <a:pt x="261542" y="153169"/>
                  </a:lnTo>
                  <a:lnTo>
                    <a:pt x="274619" y="150425"/>
                  </a:lnTo>
                  <a:lnTo>
                    <a:pt x="287697" y="147679"/>
                  </a:lnTo>
                  <a:lnTo>
                    <a:pt x="300774" y="145762"/>
                  </a:lnTo>
                  <a:lnTo>
                    <a:pt x="313851" y="142645"/>
                  </a:lnTo>
                  <a:lnTo>
                    <a:pt x="326928" y="139833"/>
                  </a:lnTo>
                  <a:lnTo>
                    <a:pt x="340005" y="137322"/>
                  </a:lnTo>
                  <a:lnTo>
                    <a:pt x="353082" y="135102"/>
                  </a:lnTo>
                  <a:lnTo>
                    <a:pt x="366159" y="133156"/>
                  </a:lnTo>
                  <a:lnTo>
                    <a:pt x="379237" y="131466"/>
                  </a:lnTo>
                  <a:lnTo>
                    <a:pt x="392314" y="130015"/>
                  </a:lnTo>
                  <a:lnTo>
                    <a:pt x="405391" y="128784"/>
                  </a:lnTo>
                  <a:lnTo>
                    <a:pt x="418468" y="127756"/>
                  </a:lnTo>
                  <a:lnTo>
                    <a:pt x="431545" y="126913"/>
                  </a:lnTo>
                  <a:lnTo>
                    <a:pt x="444622" y="126142"/>
                  </a:lnTo>
                  <a:lnTo>
                    <a:pt x="457699" y="123731"/>
                  </a:lnTo>
                  <a:lnTo>
                    <a:pt x="470777" y="123536"/>
                  </a:lnTo>
                  <a:lnTo>
                    <a:pt x="483854" y="121019"/>
                  </a:lnTo>
                  <a:lnTo>
                    <a:pt x="496931" y="118412"/>
                  </a:lnTo>
                  <a:lnTo>
                    <a:pt x="510008" y="116111"/>
                  </a:lnTo>
                  <a:lnTo>
                    <a:pt x="523085" y="113644"/>
                  </a:lnTo>
                  <a:lnTo>
                    <a:pt x="536162" y="112132"/>
                  </a:lnTo>
                  <a:lnTo>
                    <a:pt x="549239" y="110754"/>
                  </a:lnTo>
                  <a:lnTo>
                    <a:pt x="562317" y="109514"/>
                  </a:lnTo>
                  <a:lnTo>
                    <a:pt x="575394" y="108559"/>
                  </a:lnTo>
                  <a:lnTo>
                    <a:pt x="588471" y="108436"/>
                  </a:lnTo>
                  <a:lnTo>
                    <a:pt x="601548" y="106630"/>
                  </a:lnTo>
                  <a:lnTo>
                    <a:pt x="614625" y="105953"/>
                  </a:lnTo>
                  <a:lnTo>
                    <a:pt x="627702" y="104293"/>
                  </a:lnTo>
                  <a:lnTo>
                    <a:pt x="640779" y="101965"/>
                  </a:lnTo>
                  <a:lnTo>
                    <a:pt x="653857" y="98036"/>
                  </a:lnTo>
                  <a:lnTo>
                    <a:pt x="666934" y="96422"/>
                  </a:lnTo>
                  <a:lnTo>
                    <a:pt x="680011" y="95978"/>
                  </a:lnTo>
                  <a:lnTo>
                    <a:pt x="693088" y="95770"/>
                  </a:lnTo>
                  <a:lnTo>
                    <a:pt x="706165" y="94776"/>
                  </a:lnTo>
                  <a:lnTo>
                    <a:pt x="719242" y="93215"/>
                  </a:lnTo>
                  <a:lnTo>
                    <a:pt x="732319" y="91773"/>
                  </a:lnTo>
                  <a:lnTo>
                    <a:pt x="745397" y="90444"/>
                  </a:lnTo>
                  <a:lnTo>
                    <a:pt x="758474" y="89226"/>
                  </a:lnTo>
                  <a:lnTo>
                    <a:pt x="771551" y="88115"/>
                  </a:lnTo>
                  <a:lnTo>
                    <a:pt x="784628" y="87884"/>
                  </a:lnTo>
                  <a:lnTo>
                    <a:pt x="797705" y="87881"/>
                  </a:lnTo>
                  <a:lnTo>
                    <a:pt x="810782" y="88049"/>
                  </a:lnTo>
                  <a:lnTo>
                    <a:pt x="823859" y="88150"/>
                  </a:lnTo>
                  <a:lnTo>
                    <a:pt x="836937" y="87027"/>
                  </a:lnTo>
                  <a:lnTo>
                    <a:pt x="850014" y="85873"/>
                  </a:lnTo>
                  <a:lnTo>
                    <a:pt x="863091" y="84402"/>
                  </a:lnTo>
                  <a:lnTo>
                    <a:pt x="876168" y="82820"/>
                  </a:lnTo>
                  <a:lnTo>
                    <a:pt x="889245" y="82318"/>
                  </a:lnTo>
                  <a:lnTo>
                    <a:pt x="902322" y="81891"/>
                  </a:lnTo>
                  <a:lnTo>
                    <a:pt x="915399" y="81973"/>
                  </a:lnTo>
                  <a:lnTo>
                    <a:pt x="928477" y="81877"/>
                  </a:lnTo>
                  <a:lnTo>
                    <a:pt x="941554" y="81843"/>
                  </a:lnTo>
                  <a:lnTo>
                    <a:pt x="954631" y="81759"/>
                  </a:lnTo>
                  <a:lnTo>
                    <a:pt x="967708" y="81129"/>
                  </a:lnTo>
                  <a:lnTo>
                    <a:pt x="980785" y="79734"/>
                  </a:lnTo>
                  <a:lnTo>
                    <a:pt x="993862" y="78775"/>
                  </a:lnTo>
                  <a:lnTo>
                    <a:pt x="1006939" y="78086"/>
                  </a:lnTo>
                  <a:lnTo>
                    <a:pt x="1020017" y="77859"/>
                  </a:lnTo>
                  <a:lnTo>
                    <a:pt x="1033094" y="78237"/>
                  </a:lnTo>
                  <a:lnTo>
                    <a:pt x="1046171" y="78928"/>
                  </a:lnTo>
                  <a:lnTo>
                    <a:pt x="1059248" y="79905"/>
                  </a:lnTo>
                  <a:lnTo>
                    <a:pt x="1072325" y="81139"/>
                  </a:lnTo>
                  <a:lnTo>
                    <a:pt x="1085402" y="82600"/>
                  </a:lnTo>
                  <a:lnTo>
                    <a:pt x="1098479" y="83489"/>
                  </a:lnTo>
                  <a:lnTo>
                    <a:pt x="1111557" y="84402"/>
                  </a:lnTo>
                  <a:lnTo>
                    <a:pt x="1124634" y="85386"/>
                  </a:lnTo>
                  <a:lnTo>
                    <a:pt x="1137711" y="85963"/>
                  </a:lnTo>
                  <a:lnTo>
                    <a:pt x="1150788" y="86302"/>
                  </a:lnTo>
                  <a:lnTo>
                    <a:pt x="1163865" y="86313"/>
                  </a:lnTo>
                  <a:lnTo>
                    <a:pt x="1176942" y="86075"/>
                  </a:lnTo>
                  <a:lnTo>
                    <a:pt x="1190019" y="85763"/>
                  </a:lnTo>
                  <a:lnTo>
                    <a:pt x="1203097" y="85374"/>
                  </a:lnTo>
                  <a:lnTo>
                    <a:pt x="1216174" y="84607"/>
                  </a:lnTo>
                  <a:lnTo>
                    <a:pt x="1229251" y="83830"/>
                  </a:lnTo>
                  <a:lnTo>
                    <a:pt x="1242328" y="83494"/>
                  </a:lnTo>
                  <a:lnTo>
                    <a:pt x="1255405" y="82963"/>
                  </a:lnTo>
                  <a:lnTo>
                    <a:pt x="1268482" y="82127"/>
                  </a:lnTo>
                  <a:lnTo>
                    <a:pt x="1281559" y="81191"/>
                  </a:lnTo>
                  <a:lnTo>
                    <a:pt x="1294637" y="80149"/>
                  </a:lnTo>
                  <a:lnTo>
                    <a:pt x="1307714" y="79465"/>
                  </a:lnTo>
                  <a:lnTo>
                    <a:pt x="1320791" y="78818"/>
                  </a:lnTo>
                  <a:lnTo>
                    <a:pt x="1333868" y="78202"/>
                  </a:lnTo>
                  <a:lnTo>
                    <a:pt x="1346945" y="77622"/>
                  </a:lnTo>
                  <a:lnTo>
                    <a:pt x="1360022" y="76768"/>
                  </a:lnTo>
                  <a:lnTo>
                    <a:pt x="1373099" y="74874"/>
                  </a:lnTo>
                  <a:lnTo>
                    <a:pt x="1386177" y="73119"/>
                  </a:lnTo>
                  <a:lnTo>
                    <a:pt x="1399254" y="72987"/>
                  </a:lnTo>
                  <a:lnTo>
                    <a:pt x="1412331" y="73416"/>
                  </a:lnTo>
                  <a:lnTo>
                    <a:pt x="1425408" y="73868"/>
                  </a:lnTo>
                  <a:lnTo>
                    <a:pt x="1438485" y="73491"/>
                  </a:lnTo>
                  <a:lnTo>
                    <a:pt x="1451562" y="72170"/>
                  </a:lnTo>
                  <a:lnTo>
                    <a:pt x="1464639" y="70876"/>
                  </a:lnTo>
                  <a:lnTo>
                    <a:pt x="1477717" y="69625"/>
                  </a:lnTo>
                  <a:lnTo>
                    <a:pt x="1490794" y="68431"/>
                  </a:lnTo>
                  <a:lnTo>
                    <a:pt x="1503871" y="67309"/>
                  </a:lnTo>
                  <a:lnTo>
                    <a:pt x="1516948" y="66273"/>
                  </a:lnTo>
                  <a:lnTo>
                    <a:pt x="1530025" y="65253"/>
                  </a:lnTo>
                  <a:lnTo>
                    <a:pt x="1543102" y="63025"/>
                  </a:lnTo>
                  <a:lnTo>
                    <a:pt x="1556179" y="62022"/>
                  </a:lnTo>
                  <a:lnTo>
                    <a:pt x="1569257" y="59741"/>
                  </a:lnTo>
                  <a:lnTo>
                    <a:pt x="1582334" y="57090"/>
                  </a:lnTo>
                  <a:lnTo>
                    <a:pt x="1595411" y="55446"/>
                  </a:lnTo>
                  <a:lnTo>
                    <a:pt x="1608488" y="54011"/>
                  </a:lnTo>
                  <a:lnTo>
                    <a:pt x="1621565" y="52942"/>
                  </a:lnTo>
                  <a:lnTo>
                    <a:pt x="1634642" y="53730"/>
                  </a:lnTo>
                  <a:lnTo>
                    <a:pt x="1647719" y="54577"/>
                  </a:lnTo>
                  <a:lnTo>
                    <a:pt x="1660797" y="54325"/>
                  </a:lnTo>
                  <a:lnTo>
                    <a:pt x="1673874" y="54337"/>
                  </a:lnTo>
                  <a:lnTo>
                    <a:pt x="1686951" y="54630"/>
                  </a:lnTo>
                  <a:lnTo>
                    <a:pt x="1700028" y="55208"/>
                  </a:lnTo>
                  <a:lnTo>
                    <a:pt x="1713105" y="56097"/>
                  </a:lnTo>
                  <a:lnTo>
                    <a:pt x="1726182" y="58027"/>
                  </a:lnTo>
                  <a:lnTo>
                    <a:pt x="1739259" y="60129"/>
                  </a:lnTo>
                  <a:lnTo>
                    <a:pt x="1752337" y="61130"/>
                  </a:lnTo>
                  <a:lnTo>
                    <a:pt x="1765414" y="64095"/>
                  </a:lnTo>
                  <a:lnTo>
                    <a:pt x="1778491" y="67287"/>
                  </a:lnTo>
                  <a:lnTo>
                    <a:pt x="1791568" y="69900"/>
                  </a:lnTo>
                  <a:lnTo>
                    <a:pt x="1804645" y="72598"/>
                  </a:lnTo>
                  <a:lnTo>
                    <a:pt x="1817722" y="75364"/>
                  </a:lnTo>
                  <a:lnTo>
                    <a:pt x="1830799" y="75930"/>
                  </a:lnTo>
                  <a:lnTo>
                    <a:pt x="1843877" y="78785"/>
                  </a:lnTo>
                  <a:lnTo>
                    <a:pt x="1856954" y="82356"/>
                  </a:lnTo>
                  <a:lnTo>
                    <a:pt x="1870031" y="85159"/>
                  </a:lnTo>
                  <a:lnTo>
                    <a:pt x="1883108" y="84923"/>
                  </a:lnTo>
                  <a:lnTo>
                    <a:pt x="1896185" y="86868"/>
                  </a:lnTo>
                  <a:lnTo>
                    <a:pt x="1909262" y="89854"/>
                  </a:lnTo>
                  <a:lnTo>
                    <a:pt x="1922339" y="85699"/>
                  </a:lnTo>
                  <a:lnTo>
                    <a:pt x="1935417" y="83561"/>
                  </a:lnTo>
                  <a:lnTo>
                    <a:pt x="1948494" y="88043"/>
                  </a:lnTo>
                  <a:lnTo>
                    <a:pt x="1961571" y="89032"/>
                  </a:lnTo>
                  <a:lnTo>
                    <a:pt x="1974648" y="85132"/>
                  </a:lnTo>
                  <a:lnTo>
                    <a:pt x="1987725" y="82947"/>
                  </a:lnTo>
                  <a:lnTo>
                    <a:pt x="2000802" y="87919"/>
                  </a:lnTo>
                  <a:lnTo>
                    <a:pt x="2013879" y="93100"/>
                  </a:lnTo>
                  <a:lnTo>
                    <a:pt x="2026956" y="98489"/>
                  </a:lnTo>
                  <a:lnTo>
                    <a:pt x="2040034" y="100035"/>
                  </a:lnTo>
                  <a:lnTo>
                    <a:pt x="2053111" y="90520"/>
                  </a:lnTo>
                  <a:lnTo>
                    <a:pt x="2066188" y="80711"/>
                  </a:lnTo>
                  <a:lnTo>
                    <a:pt x="2079265" y="80214"/>
                  </a:lnTo>
                  <a:lnTo>
                    <a:pt x="2092342" y="79684"/>
                  </a:lnTo>
                  <a:lnTo>
                    <a:pt x="2105419" y="79127"/>
                  </a:lnTo>
                  <a:lnTo>
                    <a:pt x="2118496" y="78354"/>
                  </a:lnTo>
                  <a:lnTo>
                    <a:pt x="2131574" y="74420"/>
                  </a:lnTo>
                  <a:lnTo>
                    <a:pt x="2144651" y="75449"/>
                  </a:lnTo>
                  <a:lnTo>
                    <a:pt x="2157728" y="76765"/>
                  </a:lnTo>
                  <a:lnTo>
                    <a:pt x="2170805" y="76172"/>
                  </a:lnTo>
                  <a:lnTo>
                    <a:pt x="2183882" y="69226"/>
                  </a:lnTo>
                  <a:lnTo>
                    <a:pt x="2196959" y="61472"/>
                  </a:lnTo>
                  <a:lnTo>
                    <a:pt x="2210036" y="53522"/>
                  </a:lnTo>
                  <a:lnTo>
                    <a:pt x="2223114" y="45394"/>
                  </a:lnTo>
                  <a:lnTo>
                    <a:pt x="2236191" y="40836"/>
                  </a:lnTo>
                  <a:lnTo>
                    <a:pt x="2249268" y="36472"/>
                  </a:lnTo>
                  <a:lnTo>
                    <a:pt x="2262345" y="32093"/>
                  </a:lnTo>
                  <a:lnTo>
                    <a:pt x="2275422" y="27705"/>
                  </a:lnTo>
                  <a:lnTo>
                    <a:pt x="2288499" y="23316"/>
                  </a:lnTo>
                  <a:lnTo>
                    <a:pt x="2301576" y="18931"/>
                  </a:lnTo>
                  <a:lnTo>
                    <a:pt x="2314654" y="12888"/>
                  </a:lnTo>
                  <a:lnTo>
                    <a:pt x="2327731" y="6431"/>
                  </a:lnTo>
                  <a:lnTo>
                    <a:pt x="2340808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894150" y="2392735"/>
              <a:ext cx="2340808" cy="418984"/>
            </a:xfrm>
            <a:custGeom>
              <a:avLst/>
              <a:gdLst/>
              <a:ahLst/>
              <a:cxnLst/>
              <a:rect l="0" t="0" r="0" b="0"/>
              <a:pathLst>
                <a:path w="2340808" h="418984">
                  <a:moveTo>
                    <a:pt x="2340808" y="418984"/>
                  </a:moveTo>
                  <a:lnTo>
                    <a:pt x="2327731" y="404782"/>
                  </a:lnTo>
                  <a:lnTo>
                    <a:pt x="2314654" y="390579"/>
                  </a:lnTo>
                  <a:lnTo>
                    <a:pt x="2301576" y="376377"/>
                  </a:lnTo>
                  <a:lnTo>
                    <a:pt x="2288499" y="362174"/>
                  </a:lnTo>
                  <a:lnTo>
                    <a:pt x="2275422" y="347959"/>
                  </a:lnTo>
                  <a:lnTo>
                    <a:pt x="2262345" y="333724"/>
                  </a:lnTo>
                  <a:lnTo>
                    <a:pt x="2249268" y="319486"/>
                  </a:lnTo>
                  <a:lnTo>
                    <a:pt x="2236191" y="306783"/>
                  </a:lnTo>
                  <a:lnTo>
                    <a:pt x="2223114" y="297313"/>
                  </a:lnTo>
                  <a:lnTo>
                    <a:pt x="2210036" y="287822"/>
                  </a:lnTo>
                  <a:lnTo>
                    <a:pt x="2196959" y="278312"/>
                  </a:lnTo>
                  <a:lnTo>
                    <a:pt x="2183882" y="268782"/>
                  </a:lnTo>
                  <a:lnTo>
                    <a:pt x="2170805" y="259234"/>
                  </a:lnTo>
                  <a:lnTo>
                    <a:pt x="2157728" y="249667"/>
                  </a:lnTo>
                  <a:lnTo>
                    <a:pt x="2144651" y="240084"/>
                  </a:lnTo>
                  <a:lnTo>
                    <a:pt x="2131574" y="229234"/>
                  </a:lnTo>
                  <a:lnTo>
                    <a:pt x="2118496" y="215514"/>
                  </a:lnTo>
                  <a:lnTo>
                    <a:pt x="2105419" y="203384"/>
                  </a:lnTo>
                  <a:lnTo>
                    <a:pt x="2092342" y="198341"/>
                  </a:lnTo>
                  <a:lnTo>
                    <a:pt x="2079265" y="191925"/>
                  </a:lnTo>
                  <a:lnTo>
                    <a:pt x="2066188" y="182249"/>
                  </a:lnTo>
                  <a:lnTo>
                    <a:pt x="2053111" y="172560"/>
                  </a:lnTo>
                  <a:lnTo>
                    <a:pt x="2040034" y="160422"/>
                  </a:lnTo>
                  <a:lnTo>
                    <a:pt x="2026956" y="149088"/>
                  </a:lnTo>
                  <a:lnTo>
                    <a:pt x="2013879" y="139972"/>
                  </a:lnTo>
                  <a:lnTo>
                    <a:pt x="2000802" y="130672"/>
                  </a:lnTo>
                  <a:lnTo>
                    <a:pt x="1987725" y="121213"/>
                  </a:lnTo>
                  <a:lnTo>
                    <a:pt x="1974648" y="111967"/>
                  </a:lnTo>
                  <a:lnTo>
                    <a:pt x="1961571" y="104638"/>
                  </a:lnTo>
                  <a:lnTo>
                    <a:pt x="1948494" y="96979"/>
                  </a:lnTo>
                  <a:lnTo>
                    <a:pt x="1935417" y="89701"/>
                  </a:lnTo>
                  <a:lnTo>
                    <a:pt x="1922339" y="82352"/>
                  </a:lnTo>
                  <a:lnTo>
                    <a:pt x="1909262" y="74964"/>
                  </a:lnTo>
                  <a:lnTo>
                    <a:pt x="1896185" y="67571"/>
                  </a:lnTo>
                  <a:lnTo>
                    <a:pt x="1883108" y="60207"/>
                  </a:lnTo>
                  <a:lnTo>
                    <a:pt x="1870031" y="54641"/>
                  </a:lnTo>
                  <a:lnTo>
                    <a:pt x="1856954" y="50252"/>
                  </a:lnTo>
                  <a:lnTo>
                    <a:pt x="1843877" y="45925"/>
                  </a:lnTo>
                  <a:lnTo>
                    <a:pt x="1830799" y="41665"/>
                  </a:lnTo>
                  <a:lnTo>
                    <a:pt x="1817722" y="35493"/>
                  </a:lnTo>
                  <a:lnTo>
                    <a:pt x="1804645" y="30518"/>
                  </a:lnTo>
                  <a:lnTo>
                    <a:pt x="1791568" y="27635"/>
                  </a:lnTo>
                  <a:lnTo>
                    <a:pt x="1778491" y="22025"/>
                  </a:lnTo>
                  <a:lnTo>
                    <a:pt x="1765414" y="18879"/>
                  </a:lnTo>
                  <a:lnTo>
                    <a:pt x="1752337" y="16657"/>
                  </a:lnTo>
                  <a:lnTo>
                    <a:pt x="1739259" y="14415"/>
                  </a:lnTo>
                  <a:lnTo>
                    <a:pt x="1726182" y="12158"/>
                  </a:lnTo>
                  <a:lnTo>
                    <a:pt x="1713105" y="9889"/>
                  </a:lnTo>
                  <a:lnTo>
                    <a:pt x="1700028" y="7023"/>
                  </a:lnTo>
                  <a:lnTo>
                    <a:pt x="1686951" y="4312"/>
                  </a:lnTo>
                  <a:lnTo>
                    <a:pt x="1673874" y="2391"/>
                  </a:lnTo>
                  <a:lnTo>
                    <a:pt x="1660797" y="2046"/>
                  </a:lnTo>
                  <a:lnTo>
                    <a:pt x="1647719" y="1846"/>
                  </a:lnTo>
                  <a:lnTo>
                    <a:pt x="1634642" y="1668"/>
                  </a:lnTo>
                  <a:lnTo>
                    <a:pt x="1621565" y="1547"/>
                  </a:lnTo>
                  <a:lnTo>
                    <a:pt x="1608488" y="1477"/>
                  </a:lnTo>
                  <a:lnTo>
                    <a:pt x="1595411" y="1451"/>
                  </a:lnTo>
                  <a:lnTo>
                    <a:pt x="1582334" y="1385"/>
                  </a:lnTo>
                  <a:lnTo>
                    <a:pt x="1569257" y="1091"/>
                  </a:lnTo>
                  <a:lnTo>
                    <a:pt x="1556179" y="911"/>
                  </a:lnTo>
                  <a:lnTo>
                    <a:pt x="1543102" y="837"/>
                  </a:lnTo>
                  <a:lnTo>
                    <a:pt x="1530025" y="856"/>
                  </a:lnTo>
                  <a:lnTo>
                    <a:pt x="1516948" y="959"/>
                  </a:lnTo>
                  <a:lnTo>
                    <a:pt x="1503871" y="959"/>
                  </a:lnTo>
                  <a:lnTo>
                    <a:pt x="1490794" y="0"/>
                  </a:lnTo>
                  <a:lnTo>
                    <a:pt x="1477717" y="1666"/>
                  </a:lnTo>
                  <a:lnTo>
                    <a:pt x="1464639" y="2000"/>
                  </a:lnTo>
                  <a:lnTo>
                    <a:pt x="1451562" y="2365"/>
                  </a:lnTo>
                  <a:lnTo>
                    <a:pt x="1438485" y="2571"/>
                  </a:lnTo>
                  <a:lnTo>
                    <a:pt x="1425408" y="3147"/>
                  </a:lnTo>
                  <a:lnTo>
                    <a:pt x="1412331" y="4278"/>
                  </a:lnTo>
                  <a:lnTo>
                    <a:pt x="1399254" y="6723"/>
                  </a:lnTo>
                  <a:lnTo>
                    <a:pt x="1386177" y="6387"/>
                  </a:lnTo>
                  <a:lnTo>
                    <a:pt x="1373099" y="5611"/>
                  </a:lnTo>
                  <a:lnTo>
                    <a:pt x="1360022" y="6601"/>
                  </a:lnTo>
                  <a:lnTo>
                    <a:pt x="1346945" y="7693"/>
                  </a:lnTo>
                  <a:lnTo>
                    <a:pt x="1333868" y="8304"/>
                  </a:lnTo>
                  <a:lnTo>
                    <a:pt x="1320791" y="8400"/>
                  </a:lnTo>
                  <a:lnTo>
                    <a:pt x="1307714" y="7991"/>
                  </a:lnTo>
                  <a:lnTo>
                    <a:pt x="1294637" y="7112"/>
                  </a:lnTo>
                  <a:lnTo>
                    <a:pt x="1281559" y="5801"/>
                  </a:lnTo>
                  <a:lnTo>
                    <a:pt x="1268482" y="5241"/>
                  </a:lnTo>
                  <a:lnTo>
                    <a:pt x="1255405" y="5043"/>
                  </a:lnTo>
                  <a:lnTo>
                    <a:pt x="1242328" y="4792"/>
                  </a:lnTo>
                  <a:lnTo>
                    <a:pt x="1229251" y="4990"/>
                  </a:lnTo>
                  <a:lnTo>
                    <a:pt x="1216174" y="5568"/>
                  </a:lnTo>
                  <a:lnTo>
                    <a:pt x="1203097" y="6037"/>
                  </a:lnTo>
                  <a:lnTo>
                    <a:pt x="1190019" y="6408"/>
                  </a:lnTo>
                  <a:lnTo>
                    <a:pt x="1176942" y="6687"/>
                  </a:lnTo>
                  <a:lnTo>
                    <a:pt x="1163865" y="6883"/>
                  </a:lnTo>
                  <a:lnTo>
                    <a:pt x="1150788" y="7005"/>
                  </a:lnTo>
                  <a:lnTo>
                    <a:pt x="1137711" y="7061"/>
                  </a:lnTo>
                  <a:lnTo>
                    <a:pt x="1124634" y="7059"/>
                  </a:lnTo>
                  <a:lnTo>
                    <a:pt x="1111557" y="7007"/>
                  </a:lnTo>
                  <a:lnTo>
                    <a:pt x="1098479" y="6976"/>
                  </a:lnTo>
                  <a:lnTo>
                    <a:pt x="1085402" y="6787"/>
                  </a:lnTo>
                  <a:lnTo>
                    <a:pt x="1072325" y="5209"/>
                  </a:lnTo>
                  <a:lnTo>
                    <a:pt x="1059248" y="3578"/>
                  </a:lnTo>
                  <a:lnTo>
                    <a:pt x="1046171" y="1957"/>
                  </a:lnTo>
                  <a:lnTo>
                    <a:pt x="1033094" y="2645"/>
                  </a:lnTo>
                  <a:lnTo>
                    <a:pt x="1020017" y="3497"/>
                  </a:lnTo>
                  <a:lnTo>
                    <a:pt x="1006939" y="3621"/>
                  </a:lnTo>
                  <a:lnTo>
                    <a:pt x="993862" y="3194"/>
                  </a:lnTo>
                  <a:lnTo>
                    <a:pt x="980785" y="3931"/>
                  </a:lnTo>
                  <a:lnTo>
                    <a:pt x="967708" y="4656"/>
                  </a:lnTo>
                  <a:lnTo>
                    <a:pt x="954631" y="5369"/>
                  </a:lnTo>
                  <a:lnTo>
                    <a:pt x="941554" y="5445"/>
                  </a:lnTo>
                  <a:lnTo>
                    <a:pt x="928477" y="5452"/>
                  </a:lnTo>
                  <a:lnTo>
                    <a:pt x="915399" y="4818"/>
                  </a:lnTo>
                  <a:lnTo>
                    <a:pt x="902322" y="4538"/>
                  </a:lnTo>
                  <a:lnTo>
                    <a:pt x="889245" y="5625"/>
                  </a:lnTo>
                  <a:lnTo>
                    <a:pt x="876168" y="5732"/>
                  </a:lnTo>
                  <a:lnTo>
                    <a:pt x="863091" y="5863"/>
                  </a:lnTo>
                  <a:lnTo>
                    <a:pt x="850014" y="6018"/>
                  </a:lnTo>
                  <a:lnTo>
                    <a:pt x="836937" y="6758"/>
                  </a:lnTo>
                  <a:lnTo>
                    <a:pt x="823859" y="8172"/>
                  </a:lnTo>
                  <a:lnTo>
                    <a:pt x="810782" y="9582"/>
                  </a:lnTo>
                  <a:lnTo>
                    <a:pt x="797705" y="10981"/>
                  </a:lnTo>
                  <a:lnTo>
                    <a:pt x="784628" y="12361"/>
                  </a:lnTo>
                  <a:lnTo>
                    <a:pt x="771551" y="13718"/>
                  </a:lnTo>
                  <a:lnTo>
                    <a:pt x="758474" y="14791"/>
                  </a:lnTo>
                  <a:lnTo>
                    <a:pt x="745397" y="15439"/>
                  </a:lnTo>
                  <a:lnTo>
                    <a:pt x="732319" y="16201"/>
                  </a:lnTo>
                  <a:lnTo>
                    <a:pt x="719242" y="17090"/>
                  </a:lnTo>
                  <a:lnTo>
                    <a:pt x="706165" y="18116"/>
                  </a:lnTo>
                  <a:lnTo>
                    <a:pt x="693088" y="19286"/>
                  </a:lnTo>
                  <a:lnTo>
                    <a:pt x="680011" y="21705"/>
                  </a:lnTo>
                  <a:lnTo>
                    <a:pt x="666934" y="22912"/>
                  </a:lnTo>
                  <a:lnTo>
                    <a:pt x="653857" y="23760"/>
                  </a:lnTo>
                  <a:lnTo>
                    <a:pt x="640779" y="25554"/>
                  </a:lnTo>
                  <a:lnTo>
                    <a:pt x="627702" y="27093"/>
                  </a:lnTo>
                  <a:lnTo>
                    <a:pt x="614625" y="26475"/>
                  </a:lnTo>
                  <a:lnTo>
                    <a:pt x="601548" y="26572"/>
                  </a:lnTo>
                  <a:lnTo>
                    <a:pt x="588471" y="29112"/>
                  </a:lnTo>
                  <a:lnTo>
                    <a:pt x="575394" y="32561"/>
                  </a:lnTo>
                  <a:lnTo>
                    <a:pt x="562317" y="36000"/>
                  </a:lnTo>
                  <a:lnTo>
                    <a:pt x="549239" y="39418"/>
                  </a:lnTo>
                  <a:lnTo>
                    <a:pt x="536162" y="43122"/>
                  </a:lnTo>
                  <a:lnTo>
                    <a:pt x="523085" y="43638"/>
                  </a:lnTo>
                  <a:lnTo>
                    <a:pt x="510008" y="46245"/>
                  </a:lnTo>
                  <a:lnTo>
                    <a:pt x="496931" y="49364"/>
                  </a:lnTo>
                  <a:lnTo>
                    <a:pt x="483854" y="52442"/>
                  </a:lnTo>
                  <a:lnTo>
                    <a:pt x="470777" y="55453"/>
                  </a:lnTo>
                  <a:lnTo>
                    <a:pt x="457699" y="59094"/>
                  </a:lnTo>
                  <a:lnTo>
                    <a:pt x="444622" y="64266"/>
                  </a:lnTo>
                  <a:lnTo>
                    <a:pt x="431545" y="69258"/>
                  </a:lnTo>
                  <a:lnTo>
                    <a:pt x="418468" y="74249"/>
                  </a:lnTo>
                  <a:lnTo>
                    <a:pt x="405391" y="79007"/>
                  </a:lnTo>
                  <a:lnTo>
                    <a:pt x="392314" y="83575"/>
                  </a:lnTo>
                  <a:lnTo>
                    <a:pt x="379237" y="87849"/>
                  </a:lnTo>
                  <a:lnTo>
                    <a:pt x="366159" y="91065"/>
                  </a:lnTo>
                  <a:lnTo>
                    <a:pt x="353082" y="94254"/>
                  </a:lnTo>
                  <a:lnTo>
                    <a:pt x="340005" y="97713"/>
                  </a:lnTo>
                  <a:lnTo>
                    <a:pt x="326928" y="100001"/>
                  </a:lnTo>
                  <a:lnTo>
                    <a:pt x="313851" y="102169"/>
                  </a:lnTo>
                  <a:lnTo>
                    <a:pt x="300774" y="103763"/>
                  </a:lnTo>
                  <a:lnTo>
                    <a:pt x="287697" y="104177"/>
                  </a:lnTo>
                  <a:lnTo>
                    <a:pt x="274619" y="104381"/>
                  </a:lnTo>
                  <a:lnTo>
                    <a:pt x="261542" y="106007"/>
                  </a:lnTo>
                  <a:lnTo>
                    <a:pt x="248465" y="108579"/>
                  </a:lnTo>
                  <a:lnTo>
                    <a:pt x="235388" y="111523"/>
                  </a:lnTo>
                  <a:lnTo>
                    <a:pt x="222311" y="115505"/>
                  </a:lnTo>
                  <a:lnTo>
                    <a:pt x="209234" y="117011"/>
                  </a:lnTo>
                  <a:lnTo>
                    <a:pt x="196157" y="118464"/>
                  </a:lnTo>
                  <a:lnTo>
                    <a:pt x="183079" y="119878"/>
                  </a:lnTo>
                  <a:lnTo>
                    <a:pt x="170002" y="122595"/>
                  </a:lnTo>
                  <a:lnTo>
                    <a:pt x="156925" y="127291"/>
                  </a:lnTo>
                  <a:lnTo>
                    <a:pt x="143848" y="135307"/>
                  </a:lnTo>
                  <a:lnTo>
                    <a:pt x="130771" y="138587"/>
                  </a:lnTo>
                  <a:lnTo>
                    <a:pt x="117694" y="140237"/>
                  </a:lnTo>
                  <a:lnTo>
                    <a:pt x="104617" y="146646"/>
                  </a:lnTo>
                  <a:lnTo>
                    <a:pt x="91539" y="153278"/>
                  </a:lnTo>
                  <a:lnTo>
                    <a:pt x="78462" y="160134"/>
                  </a:lnTo>
                  <a:lnTo>
                    <a:pt x="65385" y="167217"/>
                  </a:lnTo>
                  <a:lnTo>
                    <a:pt x="52308" y="174528"/>
                  </a:lnTo>
                  <a:lnTo>
                    <a:pt x="39231" y="182554"/>
                  </a:lnTo>
                  <a:lnTo>
                    <a:pt x="26154" y="189839"/>
                  </a:lnTo>
                  <a:lnTo>
                    <a:pt x="13077" y="197842"/>
                  </a:lnTo>
                  <a:lnTo>
                    <a:pt x="0" y="207085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894150" y="2320492"/>
              <a:ext cx="2340808" cy="183306"/>
            </a:xfrm>
            <a:custGeom>
              <a:avLst/>
              <a:gdLst/>
              <a:ahLst/>
              <a:cxnLst/>
              <a:rect l="0" t="0" r="0" b="0"/>
              <a:pathLst>
                <a:path w="2340808" h="183306">
                  <a:moveTo>
                    <a:pt x="0" y="167597"/>
                  </a:moveTo>
                  <a:lnTo>
                    <a:pt x="13077" y="163688"/>
                  </a:lnTo>
                  <a:lnTo>
                    <a:pt x="26154" y="159896"/>
                  </a:lnTo>
                  <a:lnTo>
                    <a:pt x="39231" y="156215"/>
                  </a:lnTo>
                  <a:lnTo>
                    <a:pt x="52308" y="152641"/>
                  </a:lnTo>
                  <a:lnTo>
                    <a:pt x="65385" y="149168"/>
                  </a:lnTo>
                  <a:lnTo>
                    <a:pt x="78462" y="145792"/>
                  </a:lnTo>
                  <a:lnTo>
                    <a:pt x="91539" y="142508"/>
                  </a:lnTo>
                  <a:lnTo>
                    <a:pt x="104617" y="139311"/>
                  </a:lnTo>
                  <a:lnTo>
                    <a:pt x="117694" y="136196"/>
                  </a:lnTo>
                  <a:lnTo>
                    <a:pt x="130771" y="133158"/>
                  </a:lnTo>
                  <a:lnTo>
                    <a:pt x="143848" y="130192"/>
                  </a:lnTo>
                  <a:lnTo>
                    <a:pt x="156925" y="127294"/>
                  </a:lnTo>
                  <a:lnTo>
                    <a:pt x="170002" y="124457"/>
                  </a:lnTo>
                  <a:lnTo>
                    <a:pt x="183079" y="121678"/>
                  </a:lnTo>
                  <a:lnTo>
                    <a:pt x="196157" y="118952"/>
                  </a:lnTo>
                  <a:lnTo>
                    <a:pt x="209234" y="116273"/>
                  </a:lnTo>
                  <a:lnTo>
                    <a:pt x="222311" y="113636"/>
                  </a:lnTo>
                  <a:lnTo>
                    <a:pt x="235388" y="111038"/>
                  </a:lnTo>
                  <a:lnTo>
                    <a:pt x="248465" y="108472"/>
                  </a:lnTo>
                  <a:lnTo>
                    <a:pt x="261542" y="105934"/>
                  </a:lnTo>
                  <a:lnTo>
                    <a:pt x="274619" y="103419"/>
                  </a:lnTo>
                  <a:lnTo>
                    <a:pt x="287697" y="100921"/>
                  </a:lnTo>
                  <a:lnTo>
                    <a:pt x="300774" y="98437"/>
                  </a:lnTo>
                  <a:lnTo>
                    <a:pt x="313851" y="95961"/>
                  </a:lnTo>
                  <a:lnTo>
                    <a:pt x="326928" y="93488"/>
                  </a:lnTo>
                  <a:lnTo>
                    <a:pt x="340005" y="91015"/>
                  </a:lnTo>
                  <a:lnTo>
                    <a:pt x="353082" y="88539"/>
                  </a:lnTo>
                  <a:lnTo>
                    <a:pt x="366159" y="86063"/>
                  </a:lnTo>
                  <a:lnTo>
                    <a:pt x="379237" y="83591"/>
                  </a:lnTo>
                  <a:lnTo>
                    <a:pt x="392314" y="81124"/>
                  </a:lnTo>
                  <a:lnTo>
                    <a:pt x="405391" y="78666"/>
                  </a:lnTo>
                  <a:lnTo>
                    <a:pt x="418468" y="76220"/>
                  </a:lnTo>
                  <a:lnTo>
                    <a:pt x="431545" y="73788"/>
                  </a:lnTo>
                  <a:lnTo>
                    <a:pt x="444622" y="71372"/>
                  </a:lnTo>
                  <a:lnTo>
                    <a:pt x="457699" y="68977"/>
                  </a:lnTo>
                  <a:lnTo>
                    <a:pt x="470777" y="66603"/>
                  </a:lnTo>
                  <a:lnTo>
                    <a:pt x="483854" y="64255"/>
                  </a:lnTo>
                  <a:lnTo>
                    <a:pt x="496931" y="61935"/>
                  </a:lnTo>
                  <a:lnTo>
                    <a:pt x="510008" y="59646"/>
                  </a:lnTo>
                  <a:lnTo>
                    <a:pt x="523085" y="57390"/>
                  </a:lnTo>
                  <a:lnTo>
                    <a:pt x="536162" y="55171"/>
                  </a:lnTo>
                  <a:lnTo>
                    <a:pt x="549239" y="52990"/>
                  </a:lnTo>
                  <a:lnTo>
                    <a:pt x="562317" y="50851"/>
                  </a:lnTo>
                  <a:lnTo>
                    <a:pt x="575394" y="48757"/>
                  </a:lnTo>
                  <a:lnTo>
                    <a:pt x="588471" y="46709"/>
                  </a:lnTo>
                  <a:lnTo>
                    <a:pt x="601548" y="44712"/>
                  </a:lnTo>
                  <a:lnTo>
                    <a:pt x="614625" y="42768"/>
                  </a:lnTo>
                  <a:lnTo>
                    <a:pt x="627702" y="40879"/>
                  </a:lnTo>
                  <a:lnTo>
                    <a:pt x="640779" y="39049"/>
                  </a:lnTo>
                  <a:lnTo>
                    <a:pt x="653857" y="37279"/>
                  </a:lnTo>
                  <a:lnTo>
                    <a:pt x="666934" y="35573"/>
                  </a:lnTo>
                  <a:lnTo>
                    <a:pt x="680011" y="33932"/>
                  </a:lnTo>
                  <a:lnTo>
                    <a:pt x="693088" y="32358"/>
                  </a:lnTo>
                  <a:lnTo>
                    <a:pt x="706165" y="30851"/>
                  </a:lnTo>
                  <a:lnTo>
                    <a:pt x="719242" y="29412"/>
                  </a:lnTo>
                  <a:lnTo>
                    <a:pt x="732319" y="28042"/>
                  </a:lnTo>
                  <a:lnTo>
                    <a:pt x="745397" y="26741"/>
                  </a:lnTo>
                  <a:lnTo>
                    <a:pt x="758474" y="25510"/>
                  </a:lnTo>
                  <a:lnTo>
                    <a:pt x="771551" y="24348"/>
                  </a:lnTo>
                  <a:lnTo>
                    <a:pt x="784628" y="23258"/>
                  </a:lnTo>
                  <a:lnTo>
                    <a:pt x="797705" y="22239"/>
                  </a:lnTo>
                  <a:lnTo>
                    <a:pt x="810782" y="21292"/>
                  </a:lnTo>
                  <a:lnTo>
                    <a:pt x="823859" y="20418"/>
                  </a:lnTo>
                  <a:lnTo>
                    <a:pt x="836937" y="19616"/>
                  </a:lnTo>
                  <a:lnTo>
                    <a:pt x="850014" y="18889"/>
                  </a:lnTo>
                  <a:lnTo>
                    <a:pt x="863091" y="18236"/>
                  </a:lnTo>
                  <a:lnTo>
                    <a:pt x="876168" y="17657"/>
                  </a:lnTo>
                  <a:lnTo>
                    <a:pt x="889245" y="17154"/>
                  </a:lnTo>
                  <a:lnTo>
                    <a:pt x="902322" y="16728"/>
                  </a:lnTo>
                  <a:lnTo>
                    <a:pt x="915399" y="16377"/>
                  </a:lnTo>
                  <a:lnTo>
                    <a:pt x="928477" y="16104"/>
                  </a:lnTo>
                  <a:lnTo>
                    <a:pt x="941554" y="15909"/>
                  </a:lnTo>
                  <a:lnTo>
                    <a:pt x="954631" y="15792"/>
                  </a:lnTo>
                  <a:lnTo>
                    <a:pt x="967708" y="15755"/>
                  </a:lnTo>
                  <a:lnTo>
                    <a:pt x="980785" y="15796"/>
                  </a:lnTo>
                  <a:lnTo>
                    <a:pt x="993862" y="15917"/>
                  </a:lnTo>
                  <a:lnTo>
                    <a:pt x="1006939" y="16116"/>
                  </a:lnTo>
                  <a:lnTo>
                    <a:pt x="1020017" y="16391"/>
                  </a:lnTo>
                  <a:lnTo>
                    <a:pt x="1033094" y="16733"/>
                  </a:lnTo>
                  <a:lnTo>
                    <a:pt x="1046171" y="17132"/>
                  </a:lnTo>
                  <a:lnTo>
                    <a:pt x="1059248" y="17581"/>
                  </a:lnTo>
                  <a:lnTo>
                    <a:pt x="1072325" y="18068"/>
                  </a:lnTo>
                  <a:lnTo>
                    <a:pt x="1085402" y="18586"/>
                  </a:lnTo>
                  <a:lnTo>
                    <a:pt x="1098479" y="19126"/>
                  </a:lnTo>
                  <a:lnTo>
                    <a:pt x="1111557" y="19677"/>
                  </a:lnTo>
                  <a:lnTo>
                    <a:pt x="1124634" y="20231"/>
                  </a:lnTo>
                  <a:lnTo>
                    <a:pt x="1137711" y="20778"/>
                  </a:lnTo>
                  <a:lnTo>
                    <a:pt x="1150788" y="21311"/>
                  </a:lnTo>
                  <a:lnTo>
                    <a:pt x="1163865" y="21818"/>
                  </a:lnTo>
                  <a:lnTo>
                    <a:pt x="1176942" y="22291"/>
                  </a:lnTo>
                  <a:lnTo>
                    <a:pt x="1190019" y="22722"/>
                  </a:lnTo>
                  <a:lnTo>
                    <a:pt x="1203097" y="23100"/>
                  </a:lnTo>
                  <a:lnTo>
                    <a:pt x="1216174" y="23417"/>
                  </a:lnTo>
                  <a:lnTo>
                    <a:pt x="1229251" y="23663"/>
                  </a:lnTo>
                  <a:lnTo>
                    <a:pt x="1242328" y="23830"/>
                  </a:lnTo>
                  <a:lnTo>
                    <a:pt x="1255405" y="23907"/>
                  </a:lnTo>
                  <a:lnTo>
                    <a:pt x="1268482" y="23887"/>
                  </a:lnTo>
                  <a:lnTo>
                    <a:pt x="1281559" y="23759"/>
                  </a:lnTo>
                  <a:lnTo>
                    <a:pt x="1294637" y="23515"/>
                  </a:lnTo>
                  <a:lnTo>
                    <a:pt x="1307714" y="23147"/>
                  </a:lnTo>
                  <a:lnTo>
                    <a:pt x="1320791" y="22647"/>
                  </a:lnTo>
                  <a:lnTo>
                    <a:pt x="1333868" y="22009"/>
                  </a:lnTo>
                  <a:lnTo>
                    <a:pt x="1346945" y="21229"/>
                  </a:lnTo>
                  <a:lnTo>
                    <a:pt x="1360022" y="20314"/>
                  </a:lnTo>
                  <a:lnTo>
                    <a:pt x="1373099" y="19281"/>
                  </a:lnTo>
                  <a:lnTo>
                    <a:pt x="1386177" y="18146"/>
                  </a:lnTo>
                  <a:lnTo>
                    <a:pt x="1399254" y="16927"/>
                  </a:lnTo>
                  <a:lnTo>
                    <a:pt x="1412331" y="15641"/>
                  </a:lnTo>
                  <a:lnTo>
                    <a:pt x="1425408" y="14305"/>
                  </a:lnTo>
                  <a:lnTo>
                    <a:pt x="1438485" y="12936"/>
                  </a:lnTo>
                  <a:lnTo>
                    <a:pt x="1451562" y="11553"/>
                  </a:lnTo>
                  <a:lnTo>
                    <a:pt x="1464639" y="10171"/>
                  </a:lnTo>
                  <a:lnTo>
                    <a:pt x="1477717" y="8808"/>
                  </a:lnTo>
                  <a:lnTo>
                    <a:pt x="1490794" y="7482"/>
                  </a:lnTo>
                  <a:lnTo>
                    <a:pt x="1503871" y="6209"/>
                  </a:lnTo>
                  <a:lnTo>
                    <a:pt x="1516948" y="5007"/>
                  </a:lnTo>
                  <a:lnTo>
                    <a:pt x="1530025" y="3892"/>
                  </a:lnTo>
                  <a:lnTo>
                    <a:pt x="1543102" y="2883"/>
                  </a:lnTo>
                  <a:lnTo>
                    <a:pt x="1556179" y="1997"/>
                  </a:lnTo>
                  <a:lnTo>
                    <a:pt x="1569257" y="1249"/>
                  </a:lnTo>
                  <a:lnTo>
                    <a:pt x="1582334" y="659"/>
                  </a:lnTo>
                  <a:lnTo>
                    <a:pt x="1595411" y="243"/>
                  </a:lnTo>
                  <a:lnTo>
                    <a:pt x="1608488" y="18"/>
                  </a:lnTo>
                  <a:lnTo>
                    <a:pt x="1621565" y="0"/>
                  </a:lnTo>
                  <a:lnTo>
                    <a:pt x="1634642" y="204"/>
                  </a:lnTo>
                  <a:lnTo>
                    <a:pt x="1647719" y="646"/>
                  </a:lnTo>
                  <a:lnTo>
                    <a:pt x="1660797" y="1340"/>
                  </a:lnTo>
                  <a:lnTo>
                    <a:pt x="1673874" y="2297"/>
                  </a:lnTo>
                  <a:lnTo>
                    <a:pt x="1686951" y="3526"/>
                  </a:lnTo>
                  <a:lnTo>
                    <a:pt x="1700028" y="5020"/>
                  </a:lnTo>
                  <a:lnTo>
                    <a:pt x="1713105" y="6767"/>
                  </a:lnTo>
                  <a:lnTo>
                    <a:pt x="1726182" y="8755"/>
                  </a:lnTo>
                  <a:lnTo>
                    <a:pt x="1739259" y="10970"/>
                  </a:lnTo>
                  <a:lnTo>
                    <a:pt x="1752337" y="13400"/>
                  </a:lnTo>
                  <a:lnTo>
                    <a:pt x="1765414" y="16032"/>
                  </a:lnTo>
                  <a:lnTo>
                    <a:pt x="1778491" y="18854"/>
                  </a:lnTo>
                  <a:lnTo>
                    <a:pt x="1791568" y="21854"/>
                  </a:lnTo>
                  <a:lnTo>
                    <a:pt x="1804645" y="25019"/>
                  </a:lnTo>
                  <a:lnTo>
                    <a:pt x="1817722" y="28335"/>
                  </a:lnTo>
                  <a:lnTo>
                    <a:pt x="1830799" y="31791"/>
                  </a:lnTo>
                  <a:lnTo>
                    <a:pt x="1843877" y="35374"/>
                  </a:lnTo>
                  <a:lnTo>
                    <a:pt x="1856954" y="39072"/>
                  </a:lnTo>
                  <a:lnTo>
                    <a:pt x="1870031" y="42872"/>
                  </a:lnTo>
                  <a:lnTo>
                    <a:pt x="1883108" y="46760"/>
                  </a:lnTo>
                  <a:lnTo>
                    <a:pt x="1896185" y="50726"/>
                  </a:lnTo>
                  <a:lnTo>
                    <a:pt x="1909262" y="54756"/>
                  </a:lnTo>
                  <a:lnTo>
                    <a:pt x="1922339" y="58837"/>
                  </a:lnTo>
                  <a:lnTo>
                    <a:pt x="1935417" y="62958"/>
                  </a:lnTo>
                  <a:lnTo>
                    <a:pt x="1948494" y="67107"/>
                  </a:lnTo>
                  <a:lnTo>
                    <a:pt x="1961571" y="71272"/>
                  </a:lnTo>
                  <a:lnTo>
                    <a:pt x="1974648" y="75443"/>
                  </a:lnTo>
                  <a:lnTo>
                    <a:pt x="1987725" y="79609"/>
                  </a:lnTo>
                  <a:lnTo>
                    <a:pt x="2000802" y="83760"/>
                  </a:lnTo>
                  <a:lnTo>
                    <a:pt x="2013879" y="87885"/>
                  </a:lnTo>
                  <a:lnTo>
                    <a:pt x="2026956" y="91979"/>
                  </a:lnTo>
                  <a:lnTo>
                    <a:pt x="2040034" y="96042"/>
                  </a:lnTo>
                  <a:lnTo>
                    <a:pt x="2053111" y="100075"/>
                  </a:lnTo>
                  <a:lnTo>
                    <a:pt x="2066188" y="104079"/>
                  </a:lnTo>
                  <a:lnTo>
                    <a:pt x="2079265" y="108054"/>
                  </a:lnTo>
                  <a:lnTo>
                    <a:pt x="2092342" y="112003"/>
                  </a:lnTo>
                  <a:lnTo>
                    <a:pt x="2105419" y="115925"/>
                  </a:lnTo>
                  <a:lnTo>
                    <a:pt x="2118496" y="119822"/>
                  </a:lnTo>
                  <a:lnTo>
                    <a:pt x="2131574" y="123695"/>
                  </a:lnTo>
                  <a:lnTo>
                    <a:pt x="2144651" y="127545"/>
                  </a:lnTo>
                  <a:lnTo>
                    <a:pt x="2157728" y="131373"/>
                  </a:lnTo>
                  <a:lnTo>
                    <a:pt x="2170805" y="135180"/>
                  </a:lnTo>
                  <a:lnTo>
                    <a:pt x="2183882" y="138967"/>
                  </a:lnTo>
                  <a:lnTo>
                    <a:pt x="2196959" y="142735"/>
                  </a:lnTo>
                  <a:lnTo>
                    <a:pt x="2210036" y="146485"/>
                  </a:lnTo>
                  <a:lnTo>
                    <a:pt x="2223114" y="150217"/>
                  </a:lnTo>
                  <a:lnTo>
                    <a:pt x="2236191" y="153935"/>
                  </a:lnTo>
                  <a:lnTo>
                    <a:pt x="2249268" y="157638"/>
                  </a:lnTo>
                  <a:lnTo>
                    <a:pt x="2262345" y="161330"/>
                  </a:lnTo>
                  <a:lnTo>
                    <a:pt x="2275422" y="165010"/>
                  </a:lnTo>
                  <a:lnTo>
                    <a:pt x="2288499" y="168681"/>
                  </a:lnTo>
                  <a:lnTo>
                    <a:pt x="2301576" y="172343"/>
                  </a:lnTo>
                  <a:lnTo>
                    <a:pt x="2314654" y="176000"/>
                  </a:lnTo>
                  <a:lnTo>
                    <a:pt x="2327731" y="179654"/>
                  </a:lnTo>
                  <a:lnTo>
                    <a:pt x="2340808" y="183306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gdLst/>
              <a:ahLst/>
              <a:cxnLst/>
              <a:rect l="0" t="0" r="0" b="0"/>
              <a:pathLst>
                <a:path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3597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1346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0273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08580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465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34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090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489583" y="2785021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489583" y="247277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489583" y="216051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489583" y="1848267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489583" y="153601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489583" y="122376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489583" y="911514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229510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564869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90022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23558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570947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3906307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tx75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09610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44969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80329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568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45104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786407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1" name="rc6"/>
            <p:cNvSpPr/>
            <p:nvPr/>
          </p:nvSpPr>
          <p:spPr>
            <a:xfrm>
              <a:off x="5300048" y="3063725"/>
              <a:ext cx="97758" cy="335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rc7"/>
            <p:cNvSpPr/>
            <p:nvPr/>
          </p:nvSpPr>
          <p:spPr>
            <a:xfrm>
              <a:off x="5397807" y="3054955"/>
              <a:ext cx="97758" cy="423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8"/>
            <p:cNvSpPr/>
            <p:nvPr/>
          </p:nvSpPr>
          <p:spPr>
            <a:xfrm>
              <a:off x="5495565" y="3042262"/>
              <a:ext cx="97758" cy="550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9"/>
            <p:cNvSpPr/>
            <p:nvPr/>
          </p:nvSpPr>
          <p:spPr>
            <a:xfrm>
              <a:off x="5593324" y="3012081"/>
              <a:ext cx="97758" cy="851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10"/>
            <p:cNvSpPr/>
            <p:nvPr/>
          </p:nvSpPr>
          <p:spPr>
            <a:xfrm>
              <a:off x="5691083" y="2999685"/>
              <a:ext cx="97758" cy="9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1"/>
            <p:cNvSpPr/>
            <p:nvPr/>
          </p:nvSpPr>
          <p:spPr>
            <a:xfrm>
              <a:off x="5788842" y="2966405"/>
              <a:ext cx="97758" cy="1308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2"/>
            <p:cNvSpPr/>
            <p:nvPr/>
          </p:nvSpPr>
          <p:spPr>
            <a:xfrm>
              <a:off x="5886600" y="2925478"/>
              <a:ext cx="97758" cy="1717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3"/>
            <p:cNvSpPr/>
            <p:nvPr/>
          </p:nvSpPr>
          <p:spPr>
            <a:xfrm>
              <a:off x="5984359" y="2902046"/>
              <a:ext cx="97758" cy="1952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4"/>
            <p:cNvSpPr/>
            <p:nvPr/>
          </p:nvSpPr>
          <p:spPr>
            <a:xfrm>
              <a:off x="6082118" y="2864084"/>
              <a:ext cx="97758" cy="2331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5"/>
            <p:cNvSpPr/>
            <p:nvPr/>
          </p:nvSpPr>
          <p:spPr>
            <a:xfrm>
              <a:off x="6179877" y="2853286"/>
              <a:ext cx="97758" cy="2439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6"/>
            <p:cNvSpPr/>
            <p:nvPr/>
          </p:nvSpPr>
          <p:spPr>
            <a:xfrm>
              <a:off x="6277635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7"/>
            <p:cNvSpPr/>
            <p:nvPr/>
          </p:nvSpPr>
          <p:spPr>
            <a:xfrm>
              <a:off x="6375394" y="2838749"/>
              <a:ext cx="97758" cy="25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8"/>
            <p:cNvSpPr/>
            <p:nvPr/>
          </p:nvSpPr>
          <p:spPr>
            <a:xfrm>
              <a:off x="6473153" y="2837805"/>
              <a:ext cx="97758" cy="2594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9"/>
            <p:cNvSpPr/>
            <p:nvPr/>
          </p:nvSpPr>
          <p:spPr>
            <a:xfrm>
              <a:off x="6570912" y="2871308"/>
              <a:ext cx="97758" cy="2259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20"/>
            <p:cNvSpPr/>
            <p:nvPr/>
          </p:nvSpPr>
          <p:spPr>
            <a:xfrm>
              <a:off x="6668670" y="2919176"/>
              <a:ext cx="97758" cy="1780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21"/>
            <p:cNvSpPr/>
            <p:nvPr/>
          </p:nvSpPr>
          <p:spPr>
            <a:xfrm>
              <a:off x="6766429" y="2940654"/>
              <a:ext cx="97758" cy="156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2"/>
            <p:cNvSpPr/>
            <p:nvPr/>
          </p:nvSpPr>
          <p:spPr>
            <a:xfrm>
              <a:off x="6864188" y="2975665"/>
              <a:ext cx="97758" cy="1216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3"/>
            <p:cNvSpPr/>
            <p:nvPr/>
          </p:nvSpPr>
          <p:spPr>
            <a:xfrm>
              <a:off x="6961947" y="3007956"/>
              <a:ext cx="97758" cy="893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4"/>
            <p:cNvSpPr/>
            <p:nvPr/>
          </p:nvSpPr>
          <p:spPr>
            <a:xfrm>
              <a:off x="7059705" y="3043726"/>
              <a:ext cx="97758" cy="535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5"/>
            <p:cNvSpPr/>
            <p:nvPr/>
          </p:nvSpPr>
          <p:spPr>
            <a:xfrm>
              <a:off x="7157464" y="3067121"/>
              <a:ext cx="97758" cy="3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6"/>
            <p:cNvSpPr/>
            <p:nvPr/>
          </p:nvSpPr>
          <p:spPr>
            <a:xfrm>
              <a:off x="7255223" y="3080193"/>
              <a:ext cx="97758" cy="17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7"/>
            <p:cNvSpPr/>
            <p:nvPr/>
          </p:nvSpPr>
          <p:spPr>
            <a:xfrm>
              <a:off x="7352982" y="3090657"/>
              <a:ext cx="97758" cy="66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28"/>
            <p:cNvSpPr/>
            <p:nvPr/>
          </p:nvSpPr>
          <p:spPr>
            <a:xfrm>
              <a:off x="7450740" y="3093645"/>
              <a:ext cx="97758" cy="36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29"/>
            <p:cNvSpPr/>
            <p:nvPr/>
          </p:nvSpPr>
          <p:spPr>
            <a:xfrm>
              <a:off x="7548499" y="3096135"/>
              <a:ext cx="97758" cy="11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30"/>
            <p:cNvSpPr/>
            <p:nvPr/>
          </p:nvSpPr>
          <p:spPr>
            <a:xfrm>
              <a:off x="4971578" y="2941146"/>
              <a:ext cx="17140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31"/>
            <p:cNvSpPr/>
            <p:nvPr/>
          </p:nvSpPr>
          <p:spPr>
            <a:xfrm>
              <a:off x="4971578" y="2785021"/>
              <a:ext cx="19752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32"/>
            <p:cNvSpPr/>
            <p:nvPr/>
          </p:nvSpPr>
          <p:spPr>
            <a:xfrm>
              <a:off x="4971578" y="2628895"/>
              <a:ext cx="23122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33"/>
            <p:cNvSpPr/>
            <p:nvPr/>
          </p:nvSpPr>
          <p:spPr>
            <a:xfrm>
              <a:off x="4971578" y="2472770"/>
              <a:ext cx="26117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34"/>
            <p:cNvSpPr/>
            <p:nvPr/>
          </p:nvSpPr>
          <p:spPr>
            <a:xfrm>
              <a:off x="4971578" y="2316644"/>
              <a:ext cx="30667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35"/>
            <p:cNvSpPr/>
            <p:nvPr/>
          </p:nvSpPr>
          <p:spPr>
            <a:xfrm>
              <a:off x="4971578" y="2160518"/>
              <a:ext cx="32258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6"/>
            <p:cNvSpPr/>
            <p:nvPr/>
          </p:nvSpPr>
          <p:spPr>
            <a:xfrm>
              <a:off x="4971578" y="2004393"/>
              <a:ext cx="32846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37"/>
            <p:cNvSpPr/>
            <p:nvPr/>
          </p:nvSpPr>
          <p:spPr>
            <a:xfrm>
              <a:off x="4971578" y="1848267"/>
              <a:ext cx="32353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38"/>
            <p:cNvSpPr/>
            <p:nvPr/>
          </p:nvSpPr>
          <p:spPr>
            <a:xfrm>
              <a:off x="4971578" y="1692142"/>
              <a:ext cx="321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39"/>
            <p:cNvSpPr/>
            <p:nvPr/>
          </p:nvSpPr>
          <p:spPr>
            <a:xfrm>
              <a:off x="4971578" y="1536016"/>
              <a:ext cx="287464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40"/>
            <p:cNvSpPr/>
            <p:nvPr/>
          </p:nvSpPr>
          <p:spPr>
            <a:xfrm>
              <a:off x="4971578" y="1379891"/>
              <a:ext cx="23799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41"/>
            <p:cNvSpPr/>
            <p:nvPr/>
          </p:nvSpPr>
          <p:spPr>
            <a:xfrm>
              <a:off x="4971578" y="1223765"/>
              <a:ext cx="19698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42"/>
            <p:cNvSpPr/>
            <p:nvPr/>
          </p:nvSpPr>
          <p:spPr>
            <a:xfrm>
              <a:off x="4971578" y="1067640"/>
              <a:ext cx="16157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43"/>
            <p:cNvSpPr/>
            <p:nvPr/>
          </p:nvSpPr>
          <p:spPr>
            <a:xfrm>
              <a:off x="4971578" y="911514"/>
              <a:ext cx="13328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44"/>
            <p:cNvSpPr/>
            <p:nvPr/>
          </p:nvSpPr>
          <p:spPr>
            <a:xfrm>
              <a:off x="4971578" y="755389"/>
              <a:ext cx="171739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g45"/>
            <p:cNvSpPr/>
            <p:nvPr/>
          </p:nvSpPr>
          <p:spPr>
            <a:xfrm>
              <a:off x="5300048" y="2097723"/>
              <a:ext cx="2305989" cy="850042"/>
            </a:xfrm>
            <a:custGeom>
              <a:avLst/>
              <a:gdLst/>
              <a:ahLst/>
              <a:cxnLst/>
              <a:rect l="0" t="0" r="0" b="0"/>
              <a:pathLst>
                <a:path w="2305989" h="850042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  <a:lnTo>
                    <a:pt x="2305989" y="850042"/>
                  </a:lnTo>
                  <a:lnTo>
                    <a:pt x="2293106" y="817633"/>
                  </a:lnTo>
                  <a:lnTo>
                    <a:pt x="2280224" y="778331"/>
                  </a:lnTo>
                  <a:lnTo>
                    <a:pt x="2267341" y="738983"/>
                  </a:lnTo>
                  <a:lnTo>
                    <a:pt x="2254458" y="704948"/>
                  </a:lnTo>
                  <a:lnTo>
                    <a:pt x="2241576" y="676198"/>
                  </a:lnTo>
                  <a:lnTo>
                    <a:pt x="2228693" y="642167"/>
                  </a:lnTo>
                  <a:lnTo>
                    <a:pt x="2215810" y="608797"/>
                  </a:lnTo>
                  <a:lnTo>
                    <a:pt x="2202928" y="576150"/>
                  </a:lnTo>
                  <a:lnTo>
                    <a:pt x="2190045" y="545011"/>
                  </a:lnTo>
                  <a:lnTo>
                    <a:pt x="2177163" y="518550"/>
                  </a:lnTo>
                  <a:lnTo>
                    <a:pt x="2164280" y="487947"/>
                  </a:lnTo>
                  <a:lnTo>
                    <a:pt x="2151397" y="459908"/>
                  </a:lnTo>
                  <a:lnTo>
                    <a:pt x="2138515" y="435035"/>
                  </a:lnTo>
                  <a:lnTo>
                    <a:pt x="2125632" y="414466"/>
                  </a:lnTo>
                  <a:lnTo>
                    <a:pt x="2112750" y="402732"/>
                  </a:lnTo>
                  <a:lnTo>
                    <a:pt x="2099867" y="391130"/>
                  </a:lnTo>
                  <a:lnTo>
                    <a:pt x="2086984" y="372688"/>
                  </a:lnTo>
                  <a:lnTo>
                    <a:pt x="2074102" y="363110"/>
                  </a:lnTo>
                  <a:lnTo>
                    <a:pt x="2061219" y="351746"/>
                  </a:lnTo>
                  <a:lnTo>
                    <a:pt x="2048336" y="338578"/>
                  </a:lnTo>
                  <a:lnTo>
                    <a:pt x="2035454" y="322842"/>
                  </a:lnTo>
                  <a:lnTo>
                    <a:pt x="2022571" y="312296"/>
                  </a:lnTo>
                  <a:lnTo>
                    <a:pt x="2009689" y="304407"/>
                  </a:lnTo>
                  <a:lnTo>
                    <a:pt x="1996806" y="297103"/>
                  </a:lnTo>
                  <a:lnTo>
                    <a:pt x="1983923" y="289842"/>
                  </a:lnTo>
                  <a:lnTo>
                    <a:pt x="1971041" y="282661"/>
                  </a:lnTo>
                  <a:lnTo>
                    <a:pt x="1958158" y="279069"/>
                  </a:lnTo>
                  <a:lnTo>
                    <a:pt x="1945275" y="275539"/>
                  </a:lnTo>
                  <a:lnTo>
                    <a:pt x="1932393" y="271776"/>
                  </a:lnTo>
                  <a:lnTo>
                    <a:pt x="1919510" y="265925"/>
                  </a:lnTo>
                  <a:lnTo>
                    <a:pt x="1906628" y="260158"/>
                  </a:lnTo>
                  <a:lnTo>
                    <a:pt x="1893745" y="258566"/>
                  </a:lnTo>
                  <a:lnTo>
                    <a:pt x="1880862" y="255417"/>
                  </a:lnTo>
                  <a:lnTo>
                    <a:pt x="1867980" y="253157"/>
                  </a:lnTo>
                  <a:lnTo>
                    <a:pt x="1855097" y="247630"/>
                  </a:lnTo>
                  <a:lnTo>
                    <a:pt x="1842214" y="246743"/>
                  </a:lnTo>
                  <a:lnTo>
                    <a:pt x="1829332" y="245867"/>
                  </a:lnTo>
                  <a:lnTo>
                    <a:pt x="1816449" y="243484"/>
                  </a:lnTo>
                  <a:lnTo>
                    <a:pt x="1803567" y="244074"/>
                  </a:lnTo>
                  <a:lnTo>
                    <a:pt x="1790684" y="243157"/>
                  </a:lnTo>
                  <a:lnTo>
                    <a:pt x="1777801" y="243176"/>
                  </a:lnTo>
                  <a:lnTo>
                    <a:pt x="1764919" y="244426"/>
                  </a:lnTo>
                  <a:lnTo>
                    <a:pt x="1752036" y="243875"/>
                  </a:lnTo>
                  <a:lnTo>
                    <a:pt x="1739153" y="239477"/>
                  </a:lnTo>
                  <a:lnTo>
                    <a:pt x="1726271" y="237399"/>
                  </a:lnTo>
                  <a:lnTo>
                    <a:pt x="1713388" y="233261"/>
                  </a:lnTo>
                  <a:lnTo>
                    <a:pt x="1700506" y="232481"/>
                  </a:lnTo>
                  <a:lnTo>
                    <a:pt x="1687623" y="232094"/>
                  </a:lnTo>
                  <a:lnTo>
                    <a:pt x="1674740" y="231445"/>
                  </a:lnTo>
                  <a:lnTo>
                    <a:pt x="1661858" y="230578"/>
                  </a:lnTo>
                  <a:lnTo>
                    <a:pt x="1648975" y="233846"/>
                  </a:lnTo>
                  <a:lnTo>
                    <a:pt x="1636092" y="233222"/>
                  </a:lnTo>
                  <a:lnTo>
                    <a:pt x="1623210" y="232652"/>
                  </a:lnTo>
                  <a:lnTo>
                    <a:pt x="1610327" y="237002"/>
                  </a:lnTo>
                  <a:lnTo>
                    <a:pt x="1597445" y="237658"/>
                  </a:lnTo>
                  <a:lnTo>
                    <a:pt x="1584562" y="236486"/>
                  </a:lnTo>
                  <a:lnTo>
                    <a:pt x="1571679" y="241328"/>
                  </a:lnTo>
                  <a:lnTo>
                    <a:pt x="1558797" y="245640"/>
                  </a:lnTo>
                  <a:lnTo>
                    <a:pt x="1545914" y="248000"/>
                  </a:lnTo>
                  <a:lnTo>
                    <a:pt x="1533032" y="250182"/>
                  </a:lnTo>
                  <a:lnTo>
                    <a:pt x="1520149" y="252637"/>
                  </a:lnTo>
                  <a:lnTo>
                    <a:pt x="1507266" y="255332"/>
                  </a:lnTo>
                  <a:lnTo>
                    <a:pt x="1494384" y="258129"/>
                  </a:lnTo>
                  <a:lnTo>
                    <a:pt x="1481501" y="261320"/>
                  </a:lnTo>
                  <a:lnTo>
                    <a:pt x="1468618" y="263342"/>
                  </a:lnTo>
                  <a:lnTo>
                    <a:pt x="1455736" y="266118"/>
                  </a:lnTo>
                  <a:lnTo>
                    <a:pt x="1442853" y="272589"/>
                  </a:lnTo>
                  <a:lnTo>
                    <a:pt x="1429971" y="277253"/>
                  </a:lnTo>
                  <a:lnTo>
                    <a:pt x="1417088" y="278713"/>
                  </a:lnTo>
                  <a:lnTo>
                    <a:pt x="1404205" y="285450"/>
                  </a:lnTo>
                  <a:lnTo>
                    <a:pt x="1391323" y="290681"/>
                  </a:lnTo>
                  <a:lnTo>
                    <a:pt x="1378440" y="292697"/>
                  </a:lnTo>
                  <a:lnTo>
                    <a:pt x="1365557" y="297742"/>
                  </a:lnTo>
                  <a:lnTo>
                    <a:pt x="1352675" y="301738"/>
                  </a:lnTo>
                  <a:lnTo>
                    <a:pt x="1339792" y="306995"/>
                  </a:lnTo>
                  <a:lnTo>
                    <a:pt x="1326910" y="314436"/>
                  </a:lnTo>
                  <a:lnTo>
                    <a:pt x="1314027" y="321364"/>
                  </a:lnTo>
                  <a:lnTo>
                    <a:pt x="1301144" y="327677"/>
                  </a:lnTo>
                  <a:lnTo>
                    <a:pt x="1288262" y="329006"/>
                  </a:lnTo>
                  <a:lnTo>
                    <a:pt x="1275379" y="328986"/>
                  </a:lnTo>
                  <a:lnTo>
                    <a:pt x="1262496" y="328447"/>
                  </a:lnTo>
                  <a:lnTo>
                    <a:pt x="1249614" y="327444"/>
                  </a:lnTo>
                  <a:lnTo>
                    <a:pt x="1236731" y="330091"/>
                  </a:lnTo>
                  <a:lnTo>
                    <a:pt x="1223849" y="333363"/>
                  </a:lnTo>
                  <a:lnTo>
                    <a:pt x="1210966" y="336110"/>
                  </a:lnTo>
                  <a:lnTo>
                    <a:pt x="1198083" y="335623"/>
                  </a:lnTo>
                  <a:lnTo>
                    <a:pt x="1185201" y="333707"/>
                  </a:lnTo>
                  <a:lnTo>
                    <a:pt x="1172318" y="336352"/>
                  </a:lnTo>
                  <a:lnTo>
                    <a:pt x="1159435" y="337302"/>
                  </a:lnTo>
                  <a:lnTo>
                    <a:pt x="1146553" y="339410"/>
                  </a:lnTo>
                  <a:lnTo>
                    <a:pt x="1133670" y="341268"/>
                  </a:lnTo>
                  <a:lnTo>
                    <a:pt x="1120788" y="340668"/>
                  </a:lnTo>
                  <a:lnTo>
                    <a:pt x="1107905" y="341706"/>
                  </a:lnTo>
                  <a:lnTo>
                    <a:pt x="1095022" y="340673"/>
                  </a:lnTo>
                  <a:lnTo>
                    <a:pt x="1082140" y="340296"/>
                  </a:lnTo>
                  <a:lnTo>
                    <a:pt x="1069257" y="340516"/>
                  </a:lnTo>
                  <a:lnTo>
                    <a:pt x="1056375" y="340999"/>
                  </a:lnTo>
                  <a:lnTo>
                    <a:pt x="1043492" y="341428"/>
                  </a:lnTo>
                  <a:lnTo>
                    <a:pt x="1030609" y="339509"/>
                  </a:lnTo>
                  <a:lnTo>
                    <a:pt x="1017727" y="337247"/>
                  </a:lnTo>
                  <a:lnTo>
                    <a:pt x="1004844" y="334974"/>
                  </a:lnTo>
                  <a:lnTo>
                    <a:pt x="991961" y="332935"/>
                  </a:lnTo>
                  <a:lnTo>
                    <a:pt x="979079" y="330405"/>
                  </a:lnTo>
                  <a:lnTo>
                    <a:pt x="966196" y="327708"/>
                  </a:lnTo>
                  <a:lnTo>
                    <a:pt x="953314" y="325328"/>
                  </a:lnTo>
                  <a:lnTo>
                    <a:pt x="940431" y="322536"/>
                  </a:lnTo>
                  <a:lnTo>
                    <a:pt x="927548" y="318947"/>
                  </a:lnTo>
                  <a:lnTo>
                    <a:pt x="914666" y="316143"/>
                  </a:lnTo>
                  <a:lnTo>
                    <a:pt x="901783" y="312590"/>
                  </a:lnTo>
                  <a:lnTo>
                    <a:pt x="888900" y="311244"/>
                  </a:lnTo>
                  <a:lnTo>
                    <a:pt x="876018" y="311144"/>
                  </a:lnTo>
                  <a:lnTo>
                    <a:pt x="863135" y="309974"/>
                  </a:lnTo>
                  <a:lnTo>
                    <a:pt x="850253" y="307798"/>
                  </a:lnTo>
                  <a:lnTo>
                    <a:pt x="837370" y="305057"/>
                  </a:lnTo>
                  <a:lnTo>
                    <a:pt x="824487" y="302683"/>
                  </a:lnTo>
                  <a:lnTo>
                    <a:pt x="811605" y="301350"/>
                  </a:lnTo>
                  <a:lnTo>
                    <a:pt x="798722" y="299956"/>
                  </a:lnTo>
                  <a:lnTo>
                    <a:pt x="785839" y="298506"/>
                  </a:lnTo>
                  <a:lnTo>
                    <a:pt x="772957" y="296326"/>
                  </a:lnTo>
                  <a:lnTo>
                    <a:pt x="760074" y="293474"/>
                  </a:lnTo>
                  <a:lnTo>
                    <a:pt x="747192" y="291285"/>
                  </a:lnTo>
                  <a:lnTo>
                    <a:pt x="734309" y="289425"/>
                  </a:lnTo>
                  <a:lnTo>
                    <a:pt x="721426" y="286329"/>
                  </a:lnTo>
                  <a:lnTo>
                    <a:pt x="708544" y="282937"/>
                  </a:lnTo>
                  <a:lnTo>
                    <a:pt x="695661" y="281387"/>
                  </a:lnTo>
                  <a:lnTo>
                    <a:pt x="682778" y="280092"/>
                  </a:lnTo>
                  <a:lnTo>
                    <a:pt x="669896" y="279074"/>
                  </a:lnTo>
                  <a:lnTo>
                    <a:pt x="657013" y="278788"/>
                  </a:lnTo>
                  <a:lnTo>
                    <a:pt x="644131" y="281137"/>
                  </a:lnTo>
                  <a:lnTo>
                    <a:pt x="631248" y="282724"/>
                  </a:lnTo>
                  <a:lnTo>
                    <a:pt x="618365" y="286399"/>
                  </a:lnTo>
                  <a:lnTo>
                    <a:pt x="605483" y="288042"/>
                  </a:lnTo>
                  <a:lnTo>
                    <a:pt x="592600" y="291395"/>
                  </a:lnTo>
                  <a:lnTo>
                    <a:pt x="579717" y="294685"/>
                  </a:lnTo>
                  <a:lnTo>
                    <a:pt x="566835" y="297868"/>
                  </a:lnTo>
                  <a:lnTo>
                    <a:pt x="553952" y="300898"/>
                  </a:lnTo>
                  <a:lnTo>
                    <a:pt x="541070" y="303751"/>
                  </a:lnTo>
                  <a:lnTo>
                    <a:pt x="528187" y="307149"/>
                  </a:lnTo>
                  <a:lnTo>
                    <a:pt x="515304" y="310361"/>
                  </a:lnTo>
                  <a:lnTo>
                    <a:pt x="502422" y="312614"/>
                  </a:lnTo>
                  <a:lnTo>
                    <a:pt x="489539" y="315101"/>
                  </a:lnTo>
                  <a:lnTo>
                    <a:pt x="476657" y="317421"/>
                  </a:lnTo>
                  <a:lnTo>
                    <a:pt x="463774" y="319599"/>
                  </a:lnTo>
                  <a:lnTo>
                    <a:pt x="450891" y="322633"/>
                  </a:lnTo>
                  <a:lnTo>
                    <a:pt x="438009" y="328921"/>
                  </a:lnTo>
                  <a:lnTo>
                    <a:pt x="425126" y="335418"/>
                  </a:lnTo>
                  <a:lnTo>
                    <a:pt x="412243" y="341114"/>
                  </a:lnTo>
                  <a:lnTo>
                    <a:pt x="399361" y="346558"/>
                  </a:lnTo>
                  <a:lnTo>
                    <a:pt x="386478" y="354365"/>
                  </a:lnTo>
                  <a:lnTo>
                    <a:pt x="373596" y="361707"/>
                  </a:lnTo>
                  <a:lnTo>
                    <a:pt x="360713" y="366349"/>
                  </a:lnTo>
                  <a:lnTo>
                    <a:pt x="347830" y="372750"/>
                  </a:lnTo>
                  <a:lnTo>
                    <a:pt x="334948" y="378988"/>
                  </a:lnTo>
                  <a:lnTo>
                    <a:pt x="322065" y="384833"/>
                  </a:lnTo>
                  <a:lnTo>
                    <a:pt x="309182" y="390679"/>
                  </a:lnTo>
                  <a:lnTo>
                    <a:pt x="296300" y="396505"/>
                  </a:lnTo>
                  <a:lnTo>
                    <a:pt x="283417" y="402796"/>
                  </a:lnTo>
                  <a:lnTo>
                    <a:pt x="270535" y="409672"/>
                  </a:lnTo>
                  <a:lnTo>
                    <a:pt x="257652" y="416548"/>
                  </a:lnTo>
                  <a:lnTo>
                    <a:pt x="244769" y="423412"/>
                  </a:lnTo>
                  <a:lnTo>
                    <a:pt x="231887" y="430494"/>
                  </a:lnTo>
                  <a:lnTo>
                    <a:pt x="219004" y="440143"/>
                  </a:lnTo>
                  <a:lnTo>
                    <a:pt x="206121" y="449804"/>
                  </a:lnTo>
                  <a:lnTo>
                    <a:pt x="193239" y="456336"/>
                  </a:lnTo>
                  <a:lnTo>
                    <a:pt x="180356" y="460345"/>
                  </a:lnTo>
                  <a:lnTo>
                    <a:pt x="167474" y="463893"/>
                  </a:lnTo>
                  <a:lnTo>
                    <a:pt x="154591" y="469088"/>
                  </a:lnTo>
                  <a:lnTo>
                    <a:pt x="141708" y="474981"/>
                  </a:lnTo>
                  <a:lnTo>
                    <a:pt x="128826" y="480908"/>
                  </a:lnTo>
                  <a:lnTo>
                    <a:pt x="115943" y="488596"/>
                  </a:lnTo>
                  <a:lnTo>
                    <a:pt x="103060" y="498066"/>
                  </a:lnTo>
                  <a:lnTo>
                    <a:pt x="90178" y="507422"/>
                  </a:lnTo>
                  <a:lnTo>
                    <a:pt x="77295" y="516883"/>
                  </a:lnTo>
                  <a:lnTo>
                    <a:pt x="64413" y="524674"/>
                  </a:lnTo>
                  <a:lnTo>
                    <a:pt x="51530" y="536114"/>
                  </a:lnTo>
                  <a:lnTo>
                    <a:pt x="38647" y="551659"/>
                  </a:lnTo>
                  <a:lnTo>
                    <a:pt x="25765" y="565935"/>
                  </a:lnTo>
                  <a:lnTo>
                    <a:pt x="12882" y="574656"/>
                  </a:lnTo>
                  <a:lnTo>
                    <a:pt x="0" y="59101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1" name="pl46"/>
            <p:cNvSpPr/>
            <p:nvPr/>
          </p:nvSpPr>
          <p:spPr>
            <a:xfrm>
              <a:off x="5300048" y="2097723"/>
              <a:ext cx="2305989" cy="378933"/>
            </a:xfrm>
            <a:custGeom>
              <a:avLst/>
              <a:gdLst/>
              <a:ahLst/>
              <a:cxnLst/>
              <a:rect l="0" t="0" r="0" b="0"/>
              <a:pathLst>
                <a:path w="2305989" h="378933">
                  <a:moveTo>
                    <a:pt x="0" y="377596"/>
                  </a:moveTo>
                  <a:lnTo>
                    <a:pt x="12882" y="378307"/>
                  </a:lnTo>
                  <a:lnTo>
                    <a:pt x="25765" y="378752"/>
                  </a:lnTo>
                  <a:lnTo>
                    <a:pt x="38647" y="378933"/>
                  </a:lnTo>
                  <a:lnTo>
                    <a:pt x="51530" y="375683"/>
                  </a:lnTo>
                  <a:lnTo>
                    <a:pt x="64413" y="369348"/>
                  </a:lnTo>
                  <a:lnTo>
                    <a:pt x="77295" y="366690"/>
                  </a:lnTo>
                  <a:lnTo>
                    <a:pt x="90178" y="363390"/>
                  </a:lnTo>
                  <a:lnTo>
                    <a:pt x="103060" y="358297"/>
                  </a:lnTo>
                  <a:lnTo>
                    <a:pt x="115943" y="351601"/>
                  </a:lnTo>
                  <a:lnTo>
                    <a:pt x="128826" y="343969"/>
                  </a:lnTo>
                  <a:lnTo>
                    <a:pt x="141708" y="335751"/>
                  </a:lnTo>
                  <a:lnTo>
                    <a:pt x="154591" y="326350"/>
                  </a:lnTo>
                  <a:lnTo>
                    <a:pt x="167474" y="315088"/>
                  </a:lnTo>
                  <a:lnTo>
                    <a:pt x="180356" y="309776"/>
                  </a:lnTo>
                  <a:lnTo>
                    <a:pt x="193239" y="302775"/>
                  </a:lnTo>
                  <a:lnTo>
                    <a:pt x="206121" y="294849"/>
                  </a:lnTo>
                  <a:lnTo>
                    <a:pt x="219004" y="287190"/>
                  </a:lnTo>
                  <a:lnTo>
                    <a:pt x="231887" y="279477"/>
                  </a:lnTo>
                  <a:lnTo>
                    <a:pt x="244769" y="272942"/>
                  </a:lnTo>
                  <a:lnTo>
                    <a:pt x="257652" y="266491"/>
                  </a:lnTo>
                  <a:lnTo>
                    <a:pt x="270535" y="260574"/>
                  </a:lnTo>
                  <a:lnTo>
                    <a:pt x="283417" y="255183"/>
                  </a:lnTo>
                  <a:lnTo>
                    <a:pt x="296300" y="250279"/>
                  </a:lnTo>
                  <a:lnTo>
                    <a:pt x="309182" y="246406"/>
                  </a:lnTo>
                  <a:lnTo>
                    <a:pt x="322065" y="241916"/>
                  </a:lnTo>
                  <a:lnTo>
                    <a:pt x="334948" y="238353"/>
                  </a:lnTo>
                  <a:lnTo>
                    <a:pt x="347830" y="234739"/>
                  </a:lnTo>
                  <a:lnTo>
                    <a:pt x="360713" y="229867"/>
                  </a:lnTo>
                  <a:lnTo>
                    <a:pt x="373596" y="223819"/>
                  </a:lnTo>
                  <a:lnTo>
                    <a:pt x="386478" y="217764"/>
                  </a:lnTo>
                  <a:lnTo>
                    <a:pt x="399361" y="211336"/>
                  </a:lnTo>
                  <a:lnTo>
                    <a:pt x="412243" y="207082"/>
                  </a:lnTo>
                  <a:lnTo>
                    <a:pt x="425126" y="206422"/>
                  </a:lnTo>
                  <a:lnTo>
                    <a:pt x="438009" y="202944"/>
                  </a:lnTo>
                  <a:lnTo>
                    <a:pt x="450891" y="199529"/>
                  </a:lnTo>
                  <a:lnTo>
                    <a:pt x="463774" y="195000"/>
                  </a:lnTo>
                  <a:lnTo>
                    <a:pt x="476657" y="190631"/>
                  </a:lnTo>
                  <a:lnTo>
                    <a:pt x="489539" y="186837"/>
                  </a:lnTo>
                  <a:lnTo>
                    <a:pt x="502422" y="183001"/>
                  </a:lnTo>
                  <a:lnTo>
                    <a:pt x="515304" y="179827"/>
                  </a:lnTo>
                  <a:lnTo>
                    <a:pt x="528187" y="177376"/>
                  </a:lnTo>
                  <a:lnTo>
                    <a:pt x="541070" y="175044"/>
                  </a:lnTo>
                  <a:lnTo>
                    <a:pt x="553952" y="174806"/>
                  </a:lnTo>
                  <a:lnTo>
                    <a:pt x="566835" y="174919"/>
                  </a:lnTo>
                  <a:lnTo>
                    <a:pt x="579717" y="175355"/>
                  </a:lnTo>
                  <a:lnTo>
                    <a:pt x="592600" y="175899"/>
                  </a:lnTo>
                  <a:lnTo>
                    <a:pt x="605483" y="177089"/>
                  </a:lnTo>
                  <a:lnTo>
                    <a:pt x="618365" y="178038"/>
                  </a:lnTo>
                  <a:lnTo>
                    <a:pt x="631248" y="179300"/>
                  </a:lnTo>
                  <a:lnTo>
                    <a:pt x="644131" y="179514"/>
                  </a:lnTo>
                  <a:lnTo>
                    <a:pt x="657013" y="178517"/>
                  </a:lnTo>
                  <a:lnTo>
                    <a:pt x="669896" y="175211"/>
                  </a:lnTo>
                  <a:lnTo>
                    <a:pt x="682778" y="172191"/>
                  </a:lnTo>
                  <a:lnTo>
                    <a:pt x="695661" y="171414"/>
                  </a:lnTo>
                  <a:lnTo>
                    <a:pt x="708544" y="170484"/>
                  </a:lnTo>
                  <a:lnTo>
                    <a:pt x="721426" y="169666"/>
                  </a:lnTo>
                  <a:lnTo>
                    <a:pt x="734309" y="169411"/>
                  </a:lnTo>
                  <a:lnTo>
                    <a:pt x="747192" y="169762"/>
                  </a:lnTo>
                  <a:lnTo>
                    <a:pt x="760074" y="170764"/>
                  </a:lnTo>
                  <a:lnTo>
                    <a:pt x="772957" y="172458"/>
                  </a:lnTo>
                  <a:lnTo>
                    <a:pt x="785839" y="174831"/>
                  </a:lnTo>
                  <a:lnTo>
                    <a:pt x="798722" y="177821"/>
                  </a:lnTo>
                  <a:lnTo>
                    <a:pt x="811605" y="180841"/>
                  </a:lnTo>
                  <a:lnTo>
                    <a:pt x="824487" y="184428"/>
                  </a:lnTo>
                  <a:lnTo>
                    <a:pt x="837370" y="188067"/>
                  </a:lnTo>
                  <a:lnTo>
                    <a:pt x="850253" y="191750"/>
                  </a:lnTo>
                  <a:lnTo>
                    <a:pt x="863135" y="195471"/>
                  </a:lnTo>
                  <a:lnTo>
                    <a:pt x="876018" y="197360"/>
                  </a:lnTo>
                  <a:lnTo>
                    <a:pt x="888900" y="199010"/>
                  </a:lnTo>
                  <a:lnTo>
                    <a:pt x="901783" y="202124"/>
                  </a:lnTo>
                  <a:lnTo>
                    <a:pt x="914666" y="208187"/>
                  </a:lnTo>
                  <a:lnTo>
                    <a:pt x="927548" y="209654"/>
                  </a:lnTo>
                  <a:lnTo>
                    <a:pt x="940431" y="211609"/>
                  </a:lnTo>
                  <a:lnTo>
                    <a:pt x="953314" y="213555"/>
                  </a:lnTo>
                  <a:lnTo>
                    <a:pt x="966196" y="218374"/>
                  </a:lnTo>
                  <a:lnTo>
                    <a:pt x="979079" y="223061"/>
                  </a:lnTo>
                  <a:lnTo>
                    <a:pt x="991961" y="224816"/>
                  </a:lnTo>
                  <a:lnTo>
                    <a:pt x="1004844" y="225063"/>
                  </a:lnTo>
                  <a:lnTo>
                    <a:pt x="1017727" y="225581"/>
                  </a:lnTo>
                  <a:lnTo>
                    <a:pt x="1030609" y="226412"/>
                  </a:lnTo>
                  <a:lnTo>
                    <a:pt x="1043492" y="227376"/>
                  </a:lnTo>
                  <a:lnTo>
                    <a:pt x="1056375" y="226741"/>
                  </a:lnTo>
                  <a:lnTo>
                    <a:pt x="1069257" y="227406"/>
                  </a:lnTo>
                  <a:lnTo>
                    <a:pt x="1082140" y="230816"/>
                  </a:lnTo>
                  <a:lnTo>
                    <a:pt x="1095022" y="234058"/>
                  </a:lnTo>
                  <a:lnTo>
                    <a:pt x="1107905" y="236382"/>
                  </a:lnTo>
                  <a:lnTo>
                    <a:pt x="1120788" y="234270"/>
                  </a:lnTo>
                  <a:lnTo>
                    <a:pt x="1133670" y="232318"/>
                  </a:lnTo>
                  <a:lnTo>
                    <a:pt x="1146553" y="232562"/>
                  </a:lnTo>
                  <a:lnTo>
                    <a:pt x="1159435" y="233423"/>
                  </a:lnTo>
                  <a:lnTo>
                    <a:pt x="1172318" y="232800"/>
                  </a:lnTo>
                  <a:lnTo>
                    <a:pt x="1185201" y="229165"/>
                  </a:lnTo>
                  <a:lnTo>
                    <a:pt x="1198083" y="225504"/>
                  </a:lnTo>
                  <a:lnTo>
                    <a:pt x="1210966" y="221844"/>
                  </a:lnTo>
                  <a:lnTo>
                    <a:pt x="1223849" y="218212"/>
                  </a:lnTo>
                  <a:lnTo>
                    <a:pt x="1236731" y="214636"/>
                  </a:lnTo>
                  <a:lnTo>
                    <a:pt x="1249614" y="211144"/>
                  </a:lnTo>
                  <a:lnTo>
                    <a:pt x="1262496" y="207761"/>
                  </a:lnTo>
                  <a:lnTo>
                    <a:pt x="1275379" y="204517"/>
                  </a:lnTo>
                  <a:lnTo>
                    <a:pt x="1288262" y="201437"/>
                  </a:lnTo>
                  <a:lnTo>
                    <a:pt x="1301144" y="196984"/>
                  </a:lnTo>
                  <a:lnTo>
                    <a:pt x="1314027" y="193489"/>
                  </a:lnTo>
                  <a:lnTo>
                    <a:pt x="1326910" y="191233"/>
                  </a:lnTo>
                  <a:lnTo>
                    <a:pt x="1339792" y="186120"/>
                  </a:lnTo>
                  <a:lnTo>
                    <a:pt x="1352675" y="182353"/>
                  </a:lnTo>
                  <a:lnTo>
                    <a:pt x="1365557" y="179824"/>
                  </a:lnTo>
                  <a:lnTo>
                    <a:pt x="1378440" y="177680"/>
                  </a:lnTo>
                  <a:lnTo>
                    <a:pt x="1391323" y="171555"/>
                  </a:lnTo>
                  <a:lnTo>
                    <a:pt x="1404205" y="164524"/>
                  </a:lnTo>
                  <a:lnTo>
                    <a:pt x="1417088" y="161522"/>
                  </a:lnTo>
                  <a:lnTo>
                    <a:pt x="1429971" y="159034"/>
                  </a:lnTo>
                  <a:lnTo>
                    <a:pt x="1442853" y="156566"/>
                  </a:lnTo>
                  <a:lnTo>
                    <a:pt x="1455736" y="154119"/>
                  </a:lnTo>
                  <a:lnTo>
                    <a:pt x="1468618" y="150575"/>
                  </a:lnTo>
                  <a:lnTo>
                    <a:pt x="1481501" y="146114"/>
                  </a:lnTo>
                  <a:lnTo>
                    <a:pt x="1494384" y="141690"/>
                  </a:lnTo>
                  <a:lnTo>
                    <a:pt x="1507266" y="135993"/>
                  </a:lnTo>
                  <a:lnTo>
                    <a:pt x="1520149" y="133869"/>
                  </a:lnTo>
                  <a:lnTo>
                    <a:pt x="1533032" y="130227"/>
                  </a:lnTo>
                  <a:lnTo>
                    <a:pt x="1545914" y="124855"/>
                  </a:lnTo>
                  <a:lnTo>
                    <a:pt x="1558797" y="119716"/>
                  </a:lnTo>
                  <a:lnTo>
                    <a:pt x="1571679" y="117801"/>
                  </a:lnTo>
                  <a:lnTo>
                    <a:pt x="1584562" y="116236"/>
                  </a:lnTo>
                  <a:lnTo>
                    <a:pt x="1597445" y="114043"/>
                  </a:lnTo>
                  <a:lnTo>
                    <a:pt x="1610327" y="111108"/>
                  </a:lnTo>
                  <a:lnTo>
                    <a:pt x="1623210" y="108171"/>
                  </a:lnTo>
                  <a:lnTo>
                    <a:pt x="1636092" y="105619"/>
                  </a:lnTo>
                  <a:lnTo>
                    <a:pt x="1648975" y="103428"/>
                  </a:lnTo>
                  <a:lnTo>
                    <a:pt x="1661858" y="101574"/>
                  </a:lnTo>
                  <a:lnTo>
                    <a:pt x="1674740" y="100031"/>
                  </a:lnTo>
                  <a:lnTo>
                    <a:pt x="1687623" y="97248"/>
                  </a:lnTo>
                  <a:lnTo>
                    <a:pt x="1700506" y="95997"/>
                  </a:lnTo>
                  <a:lnTo>
                    <a:pt x="1713388" y="92533"/>
                  </a:lnTo>
                  <a:lnTo>
                    <a:pt x="1726271" y="89795"/>
                  </a:lnTo>
                  <a:lnTo>
                    <a:pt x="1739153" y="89316"/>
                  </a:lnTo>
                  <a:lnTo>
                    <a:pt x="1752036" y="88946"/>
                  </a:lnTo>
                  <a:lnTo>
                    <a:pt x="1764919" y="87971"/>
                  </a:lnTo>
                  <a:lnTo>
                    <a:pt x="1777801" y="85797"/>
                  </a:lnTo>
                  <a:lnTo>
                    <a:pt x="1790684" y="88193"/>
                  </a:lnTo>
                  <a:lnTo>
                    <a:pt x="1803567" y="87960"/>
                  </a:lnTo>
                  <a:lnTo>
                    <a:pt x="1816449" y="87686"/>
                  </a:lnTo>
                  <a:lnTo>
                    <a:pt x="1829332" y="87341"/>
                  </a:lnTo>
                  <a:lnTo>
                    <a:pt x="1842214" y="86940"/>
                  </a:lnTo>
                  <a:lnTo>
                    <a:pt x="1855097" y="87798"/>
                  </a:lnTo>
                  <a:lnTo>
                    <a:pt x="1867980" y="86281"/>
                  </a:lnTo>
                  <a:lnTo>
                    <a:pt x="1880862" y="86190"/>
                  </a:lnTo>
                  <a:lnTo>
                    <a:pt x="1893745" y="85398"/>
                  </a:lnTo>
                  <a:lnTo>
                    <a:pt x="1906628" y="77612"/>
                  </a:lnTo>
                  <a:lnTo>
                    <a:pt x="1919510" y="69987"/>
                  </a:lnTo>
                  <a:lnTo>
                    <a:pt x="1932393" y="66577"/>
                  </a:lnTo>
                  <a:lnTo>
                    <a:pt x="1945275" y="65168"/>
                  </a:lnTo>
                  <a:lnTo>
                    <a:pt x="1958158" y="71197"/>
                  </a:lnTo>
                  <a:lnTo>
                    <a:pt x="1971041" y="70819"/>
                  </a:lnTo>
                  <a:lnTo>
                    <a:pt x="1983923" y="69176"/>
                  </a:lnTo>
                  <a:lnTo>
                    <a:pt x="1996806" y="69892"/>
                  </a:lnTo>
                  <a:lnTo>
                    <a:pt x="2009689" y="71180"/>
                  </a:lnTo>
                  <a:lnTo>
                    <a:pt x="2022571" y="72275"/>
                  </a:lnTo>
                  <a:lnTo>
                    <a:pt x="2035454" y="71129"/>
                  </a:lnTo>
                  <a:lnTo>
                    <a:pt x="2048336" y="65357"/>
                  </a:lnTo>
                  <a:lnTo>
                    <a:pt x="2061219" y="65710"/>
                  </a:lnTo>
                  <a:lnTo>
                    <a:pt x="2074102" y="69918"/>
                  </a:lnTo>
                  <a:lnTo>
                    <a:pt x="2086984" y="74634"/>
                  </a:lnTo>
                  <a:lnTo>
                    <a:pt x="2099867" y="76177"/>
                  </a:lnTo>
                  <a:lnTo>
                    <a:pt x="2112750" y="72564"/>
                  </a:lnTo>
                  <a:lnTo>
                    <a:pt x="2125632" y="68612"/>
                  </a:lnTo>
                  <a:lnTo>
                    <a:pt x="2138515" y="69638"/>
                  </a:lnTo>
                  <a:lnTo>
                    <a:pt x="2151397" y="70470"/>
                  </a:lnTo>
                  <a:lnTo>
                    <a:pt x="2164280" y="70312"/>
                  </a:lnTo>
                  <a:lnTo>
                    <a:pt x="2177163" y="68765"/>
                  </a:lnTo>
                  <a:lnTo>
                    <a:pt x="2190045" y="67207"/>
                  </a:lnTo>
                  <a:lnTo>
                    <a:pt x="2202928" y="49748"/>
                  </a:lnTo>
                  <a:lnTo>
                    <a:pt x="2215810" y="45930"/>
                  </a:lnTo>
                  <a:lnTo>
                    <a:pt x="2228693" y="42135"/>
                  </a:lnTo>
                  <a:lnTo>
                    <a:pt x="2241576" y="38350"/>
                  </a:lnTo>
                  <a:lnTo>
                    <a:pt x="2254458" y="35315"/>
                  </a:lnTo>
                  <a:lnTo>
                    <a:pt x="2267341" y="30754"/>
                  </a:lnTo>
                  <a:lnTo>
                    <a:pt x="2280224" y="26916"/>
                  </a:lnTo>
                  <a:lnTo>
                    <a:pt x="2293106" y="11741"/>
                  </a:lnTo>
                  <a:lnTo>
                    <a:pt x="2305989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2" name="pl47"/>
            <p:cNvSpPr/>
            <p:nvPr/>
          </p:nvSpPr>
          <p:spPr>
            <a:xfrm>
              <a:off x="5300048" y="2328302"/>
              <a:ext cx="2305989" cy="619464"/>
            </a:xfrm>
            <a:custGeom>
              <a:avLst/>
              <a:gdLst/>
              <a:ahLst/>
              <a:cxnLst/>
              <a:rect l="0" t="0" r="0" b="0"/>
              <a:pathLst>
                <a:path w="2305989" h="619464">
                  <a:moveTo>
                    <a:pt x="2305989" y="619464"/>
                  </a:moveTo>
                  <a:lnTo>
                    <a:pt x="2293106" y="587054"/>
                  </a:lnTo>
                  <a:lnTo>
                    <a:pt x="2280224" y="547752"/>
                  </a:lnTo>
                  <a:lnTo>
                    <a:pt x="2267341" y="508405"/>
                  </a:lnTo>
                  <a:lnTo>
                    <a:pt x="2254458" y="474370"/>
                  </a:lnTo>
                  <a:lnTo>
                    <a:pt x="2241576" y="445620"/>
                  </a:lnTo>
                  <a:lnTo>
                    <a:pt x="2228693" y="411589"/>
                  </a:lnTo>
                  <a:lnTo>
                    <a:pt x="2215810" y="378218"/>
                  </a:lnTo>
                  <a:lnTo>
                    <a:pt x="2202928" y="345572"/>
                  </a:lnTo>
                  <a:lnTo>
                    <a:pt x="2190045" y="314432"/>
                  </a:lnTo>
                  <a:lnTo>
                    <a:pt x="2177163" y="287972"/>
                  </a:lnTo>
                  <a:lnTo>
                    <a:pt x="2164280" y="257369"/>
                  </a:lnTo>
                  <a:lnTo>
                    <a:pt x="2151397" y="229330"/>
                  </a:lnTo>
                  <a:lnTo>
                    <a:pt x="2138515" y="204457"/>
                  </a:lnTo>
                  <a:lnTo>
                    <a:pt x="2125632" y="183888"/>
                  </a:lnTo>
                  <a:lnTo>
                    <a:pt x="2112750" y="172154"/>
                  </a:lnTo>
                  <a:lnTo>
                    <a:pt x="2099867" y="160551"/>
                  </a:lnTo>
                  <a:lnTo>
                    <a:pt x="2086984" y="142110"/>
                  </a:lnTo>
                  <a:lnTo>
                    <a:pt x="2074102" y="132532"/>
                  </a:lnTo>
                  <a:lnTo>
                    <a:pt x="2061219" y="121168"/>
                  </a:lnTo>
                  <a:lnTo>
                    <a:pt x="2048336" y="107999"/>
                  </a:lnTo>
                  <a:lnTo>
                    <a:pt x="2035454" y="92263"/>
                  </a:lnTo>
                  <a:lnTo>
                    <a:pt x="2022571" y="81718"/>
                  </a:lnTo>
                  <a:lnTo>
                    <a:pt x="2009689" y="73829"/>
                  </a:lnTo>
                  <a:lnTo>
                    <a:pt x="1996806" y="66525"/>
                  </a:lnTo>
                  <a:lnTo>
                    <a:pt x="1983923" y="59264"/>
                  </a:lnTo>
                  <a:lnTo>
                    <a:pt x="1971041" y="52083"/>
                  </a:lnTo>
                  <a:lnTo>
                    <a:pt x="1958158" y="48490"/>
                  </a:lnTo>
                  <a:lnTo>
                    <a:pt x="1945275" y="44961"/>
                  </a:lnTo>
                  <a:lnTo>
                    <a:pt x="1932393" y="41197"/>
                  </a:lnTo>
                  <a:lnTo>
                    <a:pt x="1919510" y="35347"/>
                  </a:lnTo>
                  <a:lnTo>
                    <a:pt x="1906628" y="29580"/>
                  </a:lnTo>
                  <a:lnTo>
                    <a:pt x="1893745" y="27988"/>
                  </a:lnTo>
                  <a:lnTo>
                    <a:pt x="1880862" y="24839"/>
                  </a:lnTo>
                  <a:lnTo>
                    <a:pt x="1867980" y="22579"/>
                  </a:lnTo>
                  <a:lnTo>
                    <a:pt x="1855097" y="17051"/>
                  </a:lnTo>
                  <a:lnTo>
                    <a:pt x="1842214" y="16165"/>
                  </a:lnTo>
                  <a:lnTo>
                    <a:pt x="1829332" y="15289"/>
                  </a:lnTo>
                  <a:lnTo>
                    <a:pt x="1816449" y="12905"/>
                  </a:lnTo>
                  <a:lnTo>
                    <a:pt x="1803567" y="13496"/>
                  </a:lnTo>
                  <a:lnTo>
                    <a:pt x="1790684" y="12578"/>
                  </a:lnTo>
                  <a:lnTo>
                    <a:pt x="1777801" y="12598"/>
                  </a:lnTo>
                  <a:lnTo>
                    <a:pt x="1764919" y="13848"/>
                  </a:lnTo>
                  <a:lnTo>
                    <a:pt x="1752036" y="13297"/>
                  </a:lnTo>
                  <a:lnTo>
                    <a:pt x="1739153" y="8899"/>
                  </a:lnTo>
                  <a:lnTo>
                    <a:pt x="1726271" y="6820"/>
                  </a:lnTo>
                  <a:lnTo>
                    <a:pt x="1713388" y="2682"/>
                  </a:lnTo>
                  <a:lnTo>
                    <a:pt x="1700506" y="1903"/>
                  </a:lnTo>
                  <a:lnTo>
                    <a:pt x="1687623" y="1516"/>
                  </a:lnTo>
                  <a:lnTo>
                    <a:pt x="1674740" y="867"/>
                  </a:lnTo>
                  <a:lnTo>
                    <a:pt x="1661858" y="0"/>
                  </a:lnTo>
                  <a:lnTo>
                    <a:pt x="1648975" y="3267"/>
                  </a:lnTo>
                  <a:lnTo>
                    <a:pt x="1636092" y="2644"/>
                  </a:lnTo>
                  <a:lnTo>
                    <a:pt x="1623210" y="2074"/>
                  </a:lnTo>
                  <a:lnTo>
                    <a:pt x="1610327" y="6424"/>
                  </a:lnTo>
                  <a:lnTo>
                    <a:pt x="1597445" y="7080"/>
                  </a:lnTo>
                  <a:lnTo>
                    <a:pt x="1584562" y="5908"/>
                  </a:lnTo>
                  <a:lnTo>
                    <a:pt x="1571679" y="10750"/>
                  </a:lnTo>
                  <a:lnTo>
                    <a:pt x="1558797" y="15062"/>
                  </a:lnTo>
                  <a:lnTo>
                    <a:pt x="1545914" y="17422"/>
                  </a:lnTo>
                  <a:lnTo>
                    <a:pt x="1533032" y="19604"/>
                  </a:lnTo>
                  <a:lnTo>
                    <a:pt x="1520149" y="22059"/>
                  </a:lnTo>
                  <a:lnTo>
                    <a:pt x="1507266" y="24753"/>
                  </a:lnTo>
                  <a:lnTo>
                    <a:pt x="1494384" y="27551"/>
                  </a:lnTo>
                  <a:lnTo>
                    <a:pt x="1481501" y="30742"/>
                  </a:lnTo>
                  <a:lnTo>
                    <a:pt x="1468618" y="32764"/>
                  </a:lnTo>
                  <a:lnTo>
                    <a:pt x="1455736" y="35539"/>
                  </a:lnTo>
                  <a:lnTo>
                    <a:pt x="1442853" y="42011"/>
                  </a:lnTo>
                  <a:lnTo>
                    <a:pt x="1429971" y="46675"/>
                  </a:lnTo>
                  <a:lnTo>
                    <a:pt x="1417088" y="48134"/>
                  </a:lnTo>
                  <a:lnTo>
                    <a:pt x="1404205" y="54871"/>
                  </a:lnTo>
                  <a:lnTo>
                    <a:pt x="1391323" y="60103"/>
                  </a:lnTo>
                  <a:lnTo>
                    <a:pt x="1378440" y="62119"/>
                  </a:lnTo>
                  <a:lnTo>
                    <a:pt x="1365557" y="67164"/>
                  </a:lnTo>
                  <a:lnTo>
                    <a:pt x="1352675" y="71160"/>
                  </a:lnTo>
                  <a:lnTo>
                    <a:pt x="1339792" y="76417"/>
                  </a:lnTo>
                  <a:lnTo>
                    <a:pt x="1326910" y="83858"/>
                  </a:lnTo>
                  <a:lnTo>
                    <a:pt x="1314027" y="90785"/>
                  </a:lnTo>
                  <a:lnTo>
                    <a:pt x="1301144" y="97098"/>
                  </a:lnTo>
                  <a:lnTo>
                    <a:pt x="1288262" y="98427"/>
                  </a:lnTo>
                  <a:lnTo>
                    <a:pt x="1275379" y="98408"/>
                  </a:lnTo>
                  <a:lnTo>
                    <a:pt x="1262496" y="97868"/>
                  </a:lnTo>
                  <a:lnTo>
                    <a:pt x="1249614" y="96866"/>
                  </a:lnTo>
                  <a:lnTo>
                    <a:pt x="1236731" y="99513"/>
                  </a:lnTo>
                  <a:lnTo>
                    <a:pt x="1223849" y="102784"/>
                  </a:lnTo>
                  <a:lnTo>
                    <a:pt x="1210966" y="105531"/>
                  </a:lnTo>
                  <a:lnTo>
                    <a:pt x="1198083" y="105045"/>
                  </a:lnTo>
                  <a:lnTo>
                    <a:pt x="1185201" y="103128"/>
                  </a:lnTo>
                  <a:lnTo>
                    <a:pt x="1172318" y="105774"/>
                  </a:lnTo>
                  <a:lnTo>
                    <a:pt x="1159435" y="106723"/>
                  </a:lnTo>
                  <a:lnTo>
                    <a:pt x="1146553" y="108831"/>
                  </a:lnTo>
                  <a:lnTo>
                    <a:pt x="1133670" y="110690"/>
                  </a:lnTo>
                  <a:lnTo>
                    <a:pt x="1120788" y="110090"/>
                  </a:lnTo>
                  <a:lnTo>
                    <a:pt x="1107905" y="111128"/>
                  </a:lnTo>
                  <a:lnTo>
                    <a:pt x="1095022" y="110094"/>
                  </a:lnTo>
                  <a:lnTo>
                    <a:pt x="1082140" y="109717"/>
                  </a:lnTo>
                  <a:lnTo>
                    <a:pt x="1069257" y="109938"/>
                  </a:lnTo>
                  <a:lnTo>
                    <a:pt x="1056375" y="110420"/>
                  </a:lnTo>
                  <a:lnTo>
                    <a:pt x="1043492" y="110850"/>
                  </a:lnTo>
                  <a:lnTo>
                    <a:pt x="1030609" y="108930"/>
                  </a:lnTo>
                  <a:lnTo>
                    <a:pt x="1017727" y="106668"/>
                  </a:lnTo>
                  <a:lnTo>
                    <a:pt x="1004844" y="104395"/>
                  </a:lnTo>
                  <a:lnTo>
                    <a:pt x="991961" y="102357"/>
                  </a:lnTo>
                  <a:lnTo>
                    <a:pt x="979079" y="99826"/>
                  </a:lnTo>
                  <a:lnTo>
                    <a:pt x="966196" y="97129"/>
                  </a:lnTo>
                  <a:lnTo>
                    <a:pt x="953314" y="94749"/>
                  </a:lnTo>
                  <a:lnTo>
                    <a:pt x="940431" y="91957"/>
                  </a:lnTo>
                  <a:lnTo>
                    <a:pt x="927548" y="88369"/>
                  </a:lnTo>
                  <a:lnTo>
                    <a:pt x="914666" y="85565"/>
                  </a:lnTo>
                  <a:lnTo>
                    <a:pt x="901783" y="82012"/>
                  </a:lnTo>
                  <a:lnTo>
                    <a:pt x="888900" y="80666"/>
                  </a:lnTo>
                  <a:lnTo>
                    <a:pt x="876018" y="80565"/>
                  </a:lnTo>
                  <a:lnTo>
                    <a:pt x="863135" y="79395"/>
                  </a:lnTo>
                  <a:lnTo>
                    <a:pt x="850253" y="77219"/>
                  </a:lnTo>
                  <a:lnTo>
                    <a:pt x="837370" y="74479"/>
                  </a:lnTo>
                  <a:lnTo>
                    <a:pt x="824487" y="72105"/>
                  </a:lnTo>
                  <a:lnTo>
                    <a:pt x="811605" y="70772"/>
                  </a:lnTo>
                  <a:lnTo>
                    <a:pt x="798722" y="69378"/>
                  </a:lnTo>
                  <a:lnTo>
                    <a:pt x="785839" y="67927"/>
                  </a:lnTo>
                  <a:lnTo>
                    <a:pt x="772957" y="65748"/>
                  </a:lnTo>
                  <a:lnTo>
                    <a:pt x="760074" y="62895"/>
                  </a:lnTo>
                  <a:lnTo>
                    <a:pt x="747192" y="60706"/>
                  </a:lnTo>
                  <a:lnTo>
                    <a:pt x="734309" y="58847"/>
                  </a:lnTo>
                  <a:lnTo>
                    <a:pt x="721426" y="55751"/>
                  </a:lnTo>
                  <a:lnTo>
                    <a:pt x="708544" y="52358"/>
                  </a:lnTo>
                  <a:lnTo>
                    <a:pt x="695661" y="50809"/>
                  </a:lnTo>
                  <a:lnTo>
                    <a:pt x="682778" y="49514"/>
                  </a:lnTo>
                  <a:lnTo>
                    <a:pt x="669896" y="48496"/>
                  </a:lnTo>
                  <a:lnTo>
                    <a:pt x="657013" y="48210"/>
                  </a:lnTo>
                  <a:lnTo>
                    <a:pt x="644131" y="50558"/>
                  </a:lnTo>
                  <a:lnTo>
                    <a:pt x="631248" y="52145"/>
                  </a:lnTo>
                  <a:lnTo>
                    <a:pt x="618365" y="55820"/>
                  </a:lnTo>
                  <a:lnTo>
                    <a:pt x="605483" y="57463"/>
                  </a:lnTo>
                  <a:lnTo>
                    <a:pt x="592600" y="60817"/>
                  </a:lnTo>
                  <a:lnTo>
                    <a:pt x="579717" y="64107"/>
                  </a:lnTo>
                  <a:lnTo>
                    <a:pt x="566835" y="67289"/>
                  </a:lnTo>
                  <a:lnTo>
                    <a:pt x="553952" y="70319"/>
                  </a:lnTo>
                  <a:lnTo>
                    <a:pt x="541070" y="73173"/>
                  </a:lnTo>
                  <a:lnTo>
                    <a:pt x="528187" y="76570"/>
                  </a:lnTo>
                  <a:lnTo>
                    <a:pt x="515304" y="79782"/>
                  </a:lnTo>
                  <a:lnTo>
                    <a:pt x="502422" y="82035"/>
                  </a:lnTo>
                  <a:lnTo>
                    <a:pt x="489539" y="84523"/>
                  </a:lnTo>
                  <a:lnTo>
                    <a:pt x="476657" y="86843"/>
                  </a:lnTo>
                  <a:lnTo>
                    <a:pt x="463774" y="89020"/>
                  </a:lnTo>
                  <a:lnTo>
                    <a:pt x="450891" y="92055"/>
                  </a:lnTo>
                  <a:lnTo>
                    <a:pt x="438009" y="98342"/>
                  </a:lnTo>
                  <a:lnTo>
                    <a:pt x="425126" y="104840"/>
                  </a:lnTo>
                  <a:lnTo>
                    <a:pt x="412243" y="110536"/>
                  </a:lnTo>
                  <a:lnTo>
                    <a:pt x="399361" y="115980"/>
                  </a:lnTo>
                  <a:lnTo>
                    <a:pt x="386478" y="123787"/>
                  </a:lnTo>
                  <a:lnTo>
                    <a:pt x="373596" y="131129"/>
                  </a:lnTo>
                  <a:lnTo>
                    <a:pt x="360713" y="135771"/>
                  </a:lnTo>
                  <a:lnTo>
                    <a:pt x="347830" y="142172"/>
                  </a:lnTo>
                  <a:lnTo>
                    <a:pt x="334948" y="148410"/>
                  </a:lnTo>
                  <a:lnTo>
                    <a:pt x="322065" y="154254"/>
                  </a:lnTo>
                  <a:lnTo>
                    <a:pt x="309182" y="160101"/>
                  </a:lnTo>
                  <a:lnTo>
                    <a:pt x="296300" y="165926"/>
                  </a:lnTo>
                  <a:lnTo>
                    <a:pt x="283417" y="172218"/>
                  </a:lnTo>
                  <a:lnTo>
                    <a:pt x="270535" y="179094"/>
                  </a:lnTo>
                  <a:lnTo>
                    <a:pt x="257652" y="185970"/>
                  </a:lnTo>
                  <a:lnTo>
                    <a:pt x="244769" y="192834"/>
                  </a:lnTo>
                  <a:lnTo>
                    <a:pt x="231887" y="199915"/>
                  </a:lnTo>
                  <a:lnTo>
                    <a:pt x="219004" y="209565"/>
                  </a:lnTo>
                  <a:lnTo>
                    <a:pt x="206121" y="219226"/>
                  </a:lnTo>
                  <a:lnTo>
                    <a:pt x="193239" y="225758"/>
                  </a:lnTo>
                  <a:lnTo>
                    <a:pt x="180356" y="229767"/>
                  </a:lnTo>
                  <a:lnTo>
                    <a:pt x="167474" y="233315"/>
                  </a:lnTo>
                  <a:lnTo>
                    <a:pt x="154591" y="238510"/>
                  </a:lnTo>
                  <a:lnTo>
                    <a:pt x="141708" y="244403"/>
                  </a:lnTo>
                  <a:lnTo>
                    <a:pt x="128826" y="250330"/>
                  </a:lnTo>
                  <a:lnTo>
                    <a:pt x="115943" y="258017"/>
                  </a:lnTo>
                  <a:lnTo>
                    <a:pt x="103060" y="267488"/>
                  </a:lnTo>
                  <a:lnTo>
                    <a:pt x="90178" y="276844"/>
                  </a:lnTo>
                  <a:lnTo>
                    <a:pt x="77295" y="286305"/>
                  </a:lnTo>
                  <a:lnTo>
                    <a:pt x="64413" y="294096"/>
                  </a:lnTo>
                  <a:lnTo>
                    <a:pt x="51530" y="305535"/>
                  </a:lnTo>
                  <a:lnTo>
                    <a:pt x="38647" y="321081"/>
                  </a:lnTo>
                  <a:lnTo>
                    <a:pt x="25765" y="335357"/>
                  </a:lnTo>
                  <a:lnTo>
                    <a:pt x="12882" y="344077"/>
                  </a:lnTo>
                  <a:lnTo>
                    <a:pt x="0" y="36044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3" name="pl48"/>
            <p:cNvSpPr/>
            <p:nvPr/>
          </p:nvSpPr>
          <p:spPr>
            <a:xfrm>
              <a:off x="5300048" y="2261949"/>
              <a:ext cx="2305989" cy="321232"/>
            </a:xfrm>
            <a:custGeom>
              <a:avLst/>
              <a:gdLst/>
              <a:ahLst/>
              <a:cxnLst/>
              <a:rect l="0" t="0" r="0" b="0"/>
              <a:pathLst>
                <a:path w="2305989" h="321232">
                  <a:moveTo>
                    <a:pt x="0" y="321232"/>
                  </a:moveTo>
                  <a:lnTo>
                    <a:pt x="12882" y="314999"/>
                  </a:lnTo>
                  <a:lnTo>
                    <a:pt x="25765" y="308586"/>
                  </a:lnTo>
                  <a:lnTo>
                    <a:pt x="38647" y="302010"/>
                  </a:lnTo>
                  <a:lnTo>
                    <a:pt x="51530" y="295287"/>
                  </a:lnTo>
                  <a:lnTo>
                    <a:pt x="64413" y="288432"/>
                  </a:lnTo>
                  <a:lnTo>
                    <a:pt x="77295" y="281461"/>
                  </a:lnTo>
                  <a:lnTo>
                    <a:pt x="90178" y="274391"/>
                  </a:lnTo>
                  <a:lnTo>
                    <a:pt x="103060" y="267238"/>
                  </a:lnTo>
                  <a:lnTo>
                    <a:pt x="115943" y="260017"/>
                  </a:lnTo>
                  <a:lnTo>
                    <a:pt x="128826" y="252744"/>
                  </a:lnTo>
                  <a:lnTo>
                    <a:pt x="141708" y="245435"/>
                  </a:lnTo>
                  <a:lnTo>
                    <a:pt x="154591" y="238107"/>
                  </a:lnTo>
                  <a:lnTo>
                    <a:pt x="167474" y="230775"/>
                  </a:lnTo>
                  <a:lnTo>
                    <a:pt x="180356" y="223455"/>
                  </a:lnTo>
                  <a:lnTo>
                    <a:pt x="193239" y="216163"/>
                  </a:lnTo>
                  <a:lnTo>
                    <a:pt x="206121" y="208915"/>
                  </a:lnTo>
                  <a:lnTo>
                    <a:pt x="219004" y="201727"/>
                  </a:lnTo>
                  <a:lnTo>
                    <a:pt x="231887" y="194614"/>
                  </a:lnTo>
                  <a:lnTo>
                    <a:pt x="244769" y="187594"/>
                  </a:lnTo>
                  <a:lnTo>
                    <a:pt x="257652" y="180682"/>
                  </a:lnTo>
                  <a:lnTo>
                    <a:pt x="270535" y="173894"/>
                  </a:lnTo>
                  <a:lnTo>
                    <a:pt x="283417" y="167243"/>
                  </a:lnTo>
                  <a:lnTo>
                    <a:pt x="296300" y="160735"/>
                  </a:lnTo>
                  <a:lnTo>
                    <a:pt x="309182" y="154378"/>
                  </a:lnTo>
                  <a:lnTo>
                    <a:pt x="322065" y="148181"/>
                  </a:lnTo>
                  <a:lnTo>
                    <a:pt x="334948" y="142152"/>
                  </a:lnTo>
                  <a:lnTo>
                    <a:pt x="347830" y="136297"/>
                  </a:lnTo>
                  <a:lnTo>
                    <a:pt x="360713" y="130626"/>
                  </a:lnTo>
                  <a:lnTo>
                    <a:pt x="373596" y="125146"/>
                  </a:lnTo>
                  <a:lnTo>
                    <a:pt x="386478" y="119865"/>
                  </a:lnTo>
                  <a:lnTo>
                    <a:pt x="399361" y="114791"/>
                  </a:lnTo>
                  <a:lnTo>
                    <a:pt x="412243" y="109931"/>
                  </a:lnTo>
                  <a:lnTo>
                    <a:pt x="425126" y="105295"/>
                  </a:lnTo>
                  <a:lnTo>
                    <a:pt x="438009" y="100889"/>
                  </a:lnTo>
                  <a:lnTo>
                    <a:pt x="450891" y="96721"/>
                  </a:lnTo>
                  <a:lnTo>
                    <a:pt x="463774" y="92800"/>
                  </a:lnTo>
                  <a:lnTo>
                    <a:pt x="476657" y="89133"/>
                  </a:lnTo>
                  <a:lnTo>
                    <a:pt x="489539" y="85728"/>
                  </a:lnTo>
                  <a:lnTo>
                    <a:pt x="502422" y="82594"/>
                  </a:lnTo>
                  <a:lnTo>
                    <a:pt x="515304" y="79735"/>
                  </a:lnTo>
                  <a:lnTo>
                    <a:pt x="528187" y="77158"/>
                  </a:lnTo>
                  <a:lnTo>
                    <a:pt x="541070" y="74861"/>
                  </a:lnTo>
                  <a:lnTo>
                    <a:pt x="553952" y="72838"/>
                  </a:lnTo>
                  <a:lnTo>
                    <a:pt x="566835" y="71083"/>
                  </a:lnTo>
                  <a:lnTo>
                    <a:pt x="579717" y="69589"/>
                  </a:lnTo>
                  <a:lnTo>
                    <a:pt x="592600" y="68351"/>
                  </a:lnTo>
                  <a:lnTo>
                    <a:pt x="605483" y="67362"/>
                  </a:lnTo>
                  <a:lnTo>
                    <a:pt x="618365" y="66616"/>
                  </a:lnTo>
                  <a:lnTo>
                    <a:pt x="631248" y="66108"/>
                  </a:lnTo>
                  <a:lnTo>
                    <a:pt x="644131" y="65831"/>
                  </a:lnTo>
                  <a:lnTo>
                    <a:pt x="657013" y="65779"/>
                  </a:lnTo>
                  <a:lnTo>
                    <a:pt x="669896" y="65947"/>
                  </a:lnTo>
                  <a:lnTo>
                    <a:pt x="682778" y="66327"/>
                  </a:lnTo>
                  <a:lnTo>
                    <a:pt x="695661" y="66913"/>
                  </a:lnTo>
                  <a:lnTo>
                    <a:pt x="708544" y="67701"/>
                  </a:lnTo>
                  <a:lnTo>
                    <a:pt x="721426" y="68683"/>
                  </a:lnTo>
                  <a:lnTo>
                    <a:pt x="734309" y="69854"/>
                  </a:lnTo>
                  <a:lnTo>
                    <a:pt x="747192" y="71207"/>
                  </a:lnTo>
                  <a:lnTo>
                    <a:pt x="760074" y="72738"/>
                  </a:lnTo>
                  <a:lnTo>
                    <a:pt x="772957" y="74439"/>
                  </a:lnTo>
                  <a:lnTo>
                    <a:pt x="785839" y="76304"/>
                  </a:lnTo>
                  <a:lnTo>
                    <a:pt x="798722" y="78321"/>
                  </a:lnTo>
                  <a:lnTo>
                    <a:pt x="811605" y="80471"/>
                  </a:lnTo>
                  <a:lnTo>
                    <a:pt x="824487" y="82734"/>
                  </a:lnTo>
                  <a:lnTo>
                    <a:pt x="837370" y="85091"/>
                  </a:lnTo>
                  <a:lnTo>
                    <a:pt x="850253" y="87522"/>
                  </a:lnTo>
                  <a:lnTo>
                    <a:pt x="863135" y="90006"/>
                  </a:lnTo>
                  <a:lnTo>
                    <a:pt x="876018" y="92525"/>
                  </a:lnTo>
                  <a:lnTo>
                    <a:pt x="888900" y="95059"/>
                  </a:lnTo>
                  <a:lnTo>
                    <a:pt x="901783" y="97588"/>
                  </a:lnTo>
                  <a:lnTo>
                    <a:pt x="914666" y="100092"/>
                  </a:lnTo>
                  <a:lnTo>
                    <a:pt x="927548" y="102552"/>
                  </a:lnTo>
                  <a:lnTo>
                    <a:pt x="940431" y="104947"/>
                  </a:lnTo>
                  <a:lnTo>
                    <a:pt x="953314" y="107258"/>
                  </a:lnTo>
                  <a:lnTo>
                    <a:pt x="966196" y="109465"/>
                  </a:lnTo>
                  <a:lnTo>
                    <a:pt x="979079" y="111550"/>
                  </a:lnTo>
                  <a:lnTo>
                    <a:pt x="991961" y="113490"/>
                  </a:lnTo>
                  <a:lnTo>
                    <a:pt x="1004844" y="115268"/>
                  </a:lnTo>
                  <a:lnTo>
                    <a:pt x="1017727" y="116861"/>
                  </a:lnTo>
                  <a:lnTo>
                    <a:pt x="1030609" y="118252"/>
                  </a:lnTo>
                  <a:lnTo>
                    <a:pt x="1043492" y="119421"/>
                  </a:lnTo>
                  <a:lnTo>
                    <a:pt x="1056375" y="120353"/>
                  </a:lnTo>
                  <a:lnTo>
                    <a:pt x="1069257" y="121046"/>
                  </a:lnTo>
                  <a:lnTo>
                    <a:pt x="1082140" y="121502"/>
                  </a:lnTo>
                  <a:lnTo>
                    <a:pt x="1095022" y="121719"/>
                  </a:lnTo>
                  <a:lnTo>
                    <a:pt x="1107905" y="121700"/>
                  </a:lnTo>
                  <a:lnTo>
                    <a:pt x="1120788" y="121445"/>
                  </a:lnTo>
                  <a:lnTo>
                    <a:pt x="1133670" y="120955"/>
                  </a:lnTo>
                  <a:lnTo>
                    <a:pt x="1146553" y="120229"/>
                  </a:lnTo>
                  <a:lnTo>
                    <a:pt x="1159435" y="119270"/>
                  </a:lnTo>
                  <a:lnTo>
                    <a:pt x="1172318" y="118077"/>
                  </a:lnTo>
                  <a:lnTo>
                    <a:pt x="1185201" y="116651"/>
                  </a:lnTo>
                  <a:lnTo>
                    <a:pt x="1198083" y="114994"/>
                  </a:lnTo>
                  <a:lnTo>
                    <a:pt x="1210966" y="113104"/>
                  </a:lnTo>
                  <a:lnTo>
                    <a:pt x="1223849" y="110984"/>
                  </a:lnTo>
                  <a:lnTo>
                    <a:pt x="1236731" y="108634"/>
                  </a:lnTo>
                  <a:lnTo>
                    <a:pt x="1249614" y="106056"/>
                  </a:lnTo>
                  <a:lnTo>
                    <a:pt x="1262496" y="103251"/>
                  </a:lnTo>
                  <a:lnTo>
                    <a:pt x="1275379" y="100221"/>
                  </a:lnTo>
                  <a:lnTo>
                    <a:pt x="1288262" y="96971"/>
                  </a:lnTo>
                  <a:lnTo>
                    <a:pt x="1301144" y="93507"/>
                  </a:lnTo>
                  <a:lnTo>
                    <a:pt x="1314027" y="89844"/>
                  </a:lnTo>
                  <a:lnTo>
                    <a:pt x="1326910" y="86005"/>
                  </a:lnTo>
                  <a:lnTo>
                    <a:pt x="1339792" y="82014"/>
                  </a:lnTo>
                  <a:lnTo>
                    <a:pt x="1352675" y="77897"/>
                  </a:lnTo>
                  <a:lnTo>
                    <a:pt x="1365557" y="73681"/>
                  </a:lnTo>
                  <a:lnTo>
                    <a:pt x="1378440" y="69389"/>
                  </a:lnTo>
                  <a:lnTo>
                    <a:pt x="1391323" y="65049"/>
                  </a:lnTo>
                  <a:lnTo>
                    <a:pt x="1404205" y="60686"/>
                  </a:lnTo>
                  <a:lnTo>
                    <a:pt x="1417088" y="56325"/>
                  </a:lnTo>
                  <a:lnTo>
                    <a:pt x="1429971" y="51991"/>
                  </a:lnTo>
                  <a:lnTo>
                    <a:pt x="1442853" y="47711"/>
                  </a:lnTo>
                  <a:lnTo>
                    <a:pt x="1455736" y="43509"/>
                  </a:lnTo>
                  <a:lnTo>
                    <a:pt x="1468618" y="39412"/>
                  </a:lnTo>
                  <a:lnTo>
                    <a:pt x="1481501" y="35444"/>
                  </a:lnTo>
                  <a:lnTo>
                    <a:pt x="1494384" y="31631"/>
                  </a:lnTo>
                  <a:lnTo>
                    <a:pt x="1507266" y="27998"/>
                  </a:lnTo>
                  <a:lnTo>
                    <a:pt x="1520149" y="24568"/>
                  </a:lnTo>
                  <a:lnTo>
                    <a:pt x="1533032" y="21365"/>
                  </a:lnTo>
                  <a:lnTo>
                    <a:pt x="1545914" y="18410"/>
                  </a:lnTo>
                  <a:lnTo>
                    <a:pt x="1558797" y="15718"/>
                  </a:lnTo>
                  <a:lnTo>
                    <a:pt x="1571679" y="13297"/>
                  </a:lnTo>
                  <a:lnTo>
                    <a:pt x="1584562" y="11142"/>
                  </a:lnTo>
                  <a:lnTo>
                    <a:pt x="1597445" y="9235"/>
                  </a:lnTo>
                  <a:lnTo>
                    <a:pt x="1610327" y="7562"/>
                  </a:lnTo>
                  <a:lnTo>
                    <a:pt x="1623210" y="6108"/>
                  </a:lnTo>
                  <a:lnTo>
                    <a:pt x="1636092" y="4856"/>
                  </a:lnTo>
                  <a:lnTo>
                    <a:pt x="1648975" y="3791"/>
                  </a:lnTo>
                  <a:lnTo>
                    <a:pt x="1661858" y="2898"/>
                  </a:lnTo>
                  <a:lnTo>
                    <a:pt x="1674740" y="2160"/>
                  </a:lnTo>
                  <a:lnTo>
                    <a:pt x="1687623" y="1563"/>
                  </a:lnTo>
                  <a:lnTo>
                    <a:pt x="1700506" y="1090"/>
                  </a:lnTo>
                  <a:lnTo>
                    <a:pt x="1713388" y="727"/>
                  </a:lnTo>
                  <a:lnTo>
                    <a:pt x="1726271" y="458"/>
                  </a:lnTo>
                  <a:lnTo>
                    <a:pt x="1739153" y="267"/>
                  </a:lnTo>
                  <a:lnTo>
                    <a:pt x="1752036" y="141"/>
                  </a:lnTo>
                  <a:lnTo>
                    <a:pt x="1764919" y="64"/>
                  </a:lnTo>
                  <a:lnTo>
                    <a:pt x="1777801" y="23"/>
                  </a:lnTo>
                  <a:lnTo>
                    <a:pt x="1790684" y="4"/>
                  </a:lnTo>
                  <a:lnTo>
                    <a:pt x="1803567" y="0"/>
                  </a:lnTo>
                  <a:lnTo>
                    <a:pt x="1816449" y="4"/>
                  </a:lnTo>
                  <a:lnTo>
                    <a:pt x="1829332" y="20"/>
                  </a:lnTo>
                  <a:lnTo>
                    <a:pt x="1842214" y="66"/>
                  </a:lnTo>
                  <a:lnTo>
                    <a:pt x="1855097" y="178"/>
                  </a:lnTo>
                  <a:lnTo>
                    <a:pt x="1867980" y="389"/>
                  </a:lnTo>
                  <a:lnTo>
                    <a:pt x="1880862" y="737"/>
                  </a:lnTo>
                  <a:lnTo>
                    <a:pt x="1893745" y="1255"/>
                  </a:lnTo>
                  <a:lnTo>
                    <a:pt x="1906628" y="1978"/>
                  </a:lnTo>
                  <a:lnTo>
                    <a:pt x="1919510" y="2943"/>
                  </a:lnTo>
                  <a:lnTo>
                    <a:pt x="1932393" y="4184"/>
                  </a:lnTo>
                  <a:lnTo>
                    <a:pt x="1945275" y="5737"/>
                  </a:lnTo>
                  <a:lnTo>
                    <a:pt x="1958158" y="7636"/>
                  </a:lnTo>
                  <a:lnTo>
                    <a:pt x="1971041" y="9916"/>
                  </a:lnTo>
                  <a:lnTo>
                    <a:pt x="1983923" y="12611"/>
                  </a:lnTo>
                  <a:lnTo>
                    <a:pt x="1996806" y="15754"/>
                  </a:lnTo>
                  <a:lnTo>
                    <a:pt x="2009689" y="19380"/>
                  </a:lnTo>
                  <a:lnTo>
                    <a:pt x="2022571" y="23521"/>
                  </a:lnTo>
                  <a:lnTo>
                    <a:pt x="2035454" y="28210"/>
                  </a:lnTo>
                  <a:lnTo>
                    <a:pt x="2048336" y="33477"/>
                  </a:lnTo>
                  <a:lnTo>
                    <a:pt x="2061219" y="39349"/>
                  </a:lnTo>
                  <a:lnTo>
                    <a:pt x="2074102" y="45849"/>
                  </a:lnTo>
                  <a:lnTo>
                    <a:pt x="2086984" y="52995"/>
                  </a:lnTo>
                  <a:lnTo>
                    <a:pt x="2099867" y="60786"/>
                  </a:lnTo>
                  <a:lnTo>
                    <a:pt x="2112750" y="69194"/>
                  </a:lnTo>
                  <a:lnTo>
                    <a:pt x="2125632" y="78191"/>
                  </a:lnTo>
                  <a:lnTo>
                    <a:pt x="2138515" y="87747"/>
                  </a:lnTo>
                  <a:lnTo>
                    <a:pt x="2151397" y="97831"/>
                  </a:lnTo>
                  <a:lnTo>
                    <a:pt x="2164280" y="108414"/>
                  </a:lnTo>
                  <a:lnTo>
                    <a:pt x="2177163" y="119466"/>
                  </a:lnTo>
                  <a:lnTo>
                    <a:pt x="2190045" y="130957"/>
                  </a:lnTo>
                  <a:lnTo>
                    <a:pt x="2202928" y="142859"/>
                  </a:lnTo>
                  <a:lnTo>
                    <a:pt x="2215810" y="155147"/>
                  </a:lnTo>
                  <a:lnTo>
                    <a:pt x="2228693" y="167791"/>
                  </a:lnTo>
                  <a:lnTo>
                    <a:pt x="2241576" y="180762"/>
                  </a:lnTo>
                  <a:lnTo>
                    <a:pt x="2254458" y="194034"/>
                  </a:lnTo>
                  <a:lnTo>
                    <a:pt x="2267341" y="207581"/>
                  </a:lnTo>
                  <a:lnTo>
                    <a:pt x="2280224" y="221374"/>
                  </a:lnTo>
                  <a:lnTo>
                    <a:pt x="2293106" y="235389"/>
                  </a:lnTo>
                  <a:lnTo>
                    <a:pt x="2305989" y="249594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49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gdLst/>
              <a:ahLst/>
              <a:cxnLst/>
              <a:rect l="0" t="0" r="0" b="0"/>
              <a:pathLst>
                <a:path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50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743597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431346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2120273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808580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49465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118234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2" name="tx57"/>
            <p:cNvSpPr/>
            <p:nvPr/>
          </p:nvSpPr>
          <p:spPr>
            <a:xfrm>
              <a:off x="4734676" y="870090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3" name="pl58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59"/>
            <p:cNvSpPr/>
            <p:nvPr/>
          </p:nvSpPr>
          <p:spPr>
            <a:xfrm>
              <a:off x="4895663" y="2785021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60"/>
            <p:cNvSpPr/>
            <p:nvPr/>
          </p:nvSpPr>
          <p:spPr>
            <a:xfrm>
              <a:off x="4895663" y="247277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1"/>
            <p:cNvSpPr/>
            <p:nvPr/>
          </p:nvSpPr>
          <p:spPr>
            <a:xfrm>
              <a:off x="4895663" y="216051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2"/>
            <p:cNvSpPr/>
            <p:nvPr/>
          </p:nvSpPr>
          <p:spPr>
            <a:xfrm>
              <a:off x="4895663" y="1848267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63"/>
            <p:cNvSpPr/>
            <p:nvPr/>
          </p:nvSpPr>
          <p:spPr>
            <a:xfrm>
              <a:off x="4895663" y="153601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64"/>
            <p:cNvSpPr/>
            <p:nvPr/>
          </p:nvSpPr>
          <p:spPr>
            <a:xfrm>
              <a:off x="4895663" y="122376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5"/>
            <p:cNvSpPr/>
            <p:nvPr/>
          </p:nvSpPr>
          <p:spPr>
            <a:xfrm>
              <a:off x="4895663" y="911514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6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gdLst/>
              <a:ahLst/>
              <a:cxnLst/>
              <a:rect l="0" t="0" r="0" b="0"/>
              <a:pathLst>
                <a:path w="2674679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7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8"/>
            <p:cNvSpPr/>
            <p:nvPr/>
          </p:nvSpPr>
          <p:spPr>
            <a:xfrm>
              <a:off x="5635221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9"/>
            <p:cNvSpPr/>
            <p:nvPr/>
          </p:nvSpPr>
          <p:spPr>
            <a:xfrm>
              <a:off x="5970394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70"/>
            <p:cNvSpPr/>
            <p:nvPr/>
          </p:nvSpPr>
          <p:spPr>
            <a:xfrm>
              <a:off x="6305566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1"/>
            <p:cNvSpPr/>
            <p:nvPr/>
          </p:nvSpPr>
          <p:spPr>
            <a:xfrm>
              <a:off x="6640739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2"/>
            <p:cNvSpPr/>
            <p:nvPr/>
          </p:nvSpPr>
          <p:spPr>
            <a:xfrm>
              <a:off x="6975912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3"/>
            <p:cNvSpPr/>
            <p:nvPr/>
          </p:nvSpPr>
          <p:spPr>
            <a:xfrm>
              <a:off x="7311085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74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tx75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515321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5850494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185667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520840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6856013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191185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192" name="组合 191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6" name="rc6"/>
            <p:cNvSpPr/>
            <p:nvPr/>
          </p:nvSpPr>
          <p:spPr>
            <a:xfrm>
              <a:off x="8703334" y="3062822"/>
              <a:ext cx="97813" cy="34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rc7"/>
            <p:cNvSpPr/>
            <p:nvPr/>
          </p:nvSpPr>
          <p:spPr>
            <a:xfrm>
              <a:off x="8801148" y="3053443"/>
              <a:ext cx="97813" cy="438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rc8"/>
            <p:cNvSpPr/>
            <p:nvPr/>
          </p:nvSpPr>
          <p:spPr>
            <a:xfrm>
              <a:off x="8898961" y="3041433"/>
              <a:ext cx="97813" cy="558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9"/>
            <p:cNvSpPr/>
            <p:nvPr/>
          </p:nvSpPr>
          <p:spPr>
            <a:xfrm>
              <a:off x="8996774" y="3013947"/>
              <a:ext cx="97813" cy="833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10"/>
            <p:cNvSpPr/>
            <p:nvPr/>
          </p:nvSpPr>
          <p:spPr>
            <a:xfrm>
              <a:off x="9094587" y="3000311"/>
              <a:ext cx="97813" cy="969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11"/>
            <p:cNvSpPr/>
            <p:nvPr/>
          </p:nvSpPr>
          <p:spPr>
            <a:xfrm>
              <a:off x="9192400" y="2966972"/>
              <a:ext cx="97813" cy="1302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12"/>
            <p:cNvSpPr/>
            <p:nvPr/>
          </p:nvSpPr>
          <p:spPr>
            <a:xfrm>
              <a:off x="9290213" y="2923733"/>
              <a:ext cx="97813" cy="1735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13"/>
            <p:cNvSpPr/>
            <p:nvPr/>
          </p:nvSpPr>
          <p:spPr>
            <a:xfrm>
              <a:off x="9388026" y="2898326"/>
              <a:ext cx="97813" cy="1989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14"/>
            <p:cNvSpPr/>
            <p:nvPr/>
          </p:nvSpPr>
          <p:spPr>
            <a:xfrm>
              <a:off x="9485840" y="2867276"/>
              <a:ext cx="97813" cy="2299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15"/>
            <p:cNvSpPr/>
            <p:nvPr/>
          </p:nvSpPr>
          <p:spPr>
            <a:xfrm>
              <a:off x="9583653" y="2854117"/>
              <a:ext cx="97813" cy="2431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16"/>
            <p:cNvSpPr/>
            <p:nvPr/>
          </p:nvSpPr>
          <p:spPr>
            <a:xfrm>
              <a:off x="9681466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17"/>
            <p:cNvSpPr/>
            <p:nvPr/>
          </p:nvSpPr>
          <p:spPr>
            <a:xfrm>
              <a:off x="9779279" y="2836263"/>
              <a:ext cx="97813" cy="2610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18"/>
            <p:cNvSpPr/>
            <p:nvPr/>
          </p:nvSpPr>
          <p:spPr>
            <a:xfrm>
              <a:off x="9877092" y="2834868"/>
              <a:ext cx="97813" cy="2624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19"/>
            <p:cNvSpPr/>
            <p:nvPr/>
          </p:nvSpPr>
          <p:spPr>
            <a:xfrm>
              <a:off x="9974905" y="2869013"/>
              <a:ext cx="97813" cy="228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20"/>
            <p:cNvSpPr/>
            <p:nvPr/>
          </p:nvSpPr>
          <p:spPr>
            <a:xfrm>
              <a:off x="10072718" y="2918417"/>
              <a:ext cx="97813" cy="1788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21"/>
            <p:cNvSpPr/>
            <p:nvPr/>
          </p:nvSpPr>
          <p:spPr>
            <a:xfrm>
              <a:off x="10170532" y="2940648"/>
              <a:ext cx="97813" cy="156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2"/>
            <p:cNvSpPr/>
            <p:nvPr/>
          </p:nvSpPr>
          <p:spPr>
            <a:xfrm>
              <a:off x="10268345" y="2975732"/>
              <a:ext cx="97813" cy="1215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3"/>
            <p:cNvSpPr/>
            <p:nvPr/>
          </p:nvSpPr>
          <p:spPr>
            <a:xfrm>
              <a:off x="10366158" y="3006439"/>
              <a:ext cx="97813" cy="908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4"/>
            <p:cNvSpPr/>
            <p:nvPr/>
          </p:nvSpPr>
          <p:spPr>
            <a:xfrm>
              <a:off x="10463971" y="3044714"/>
              <a:ext cx="97813" cy="525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5"/>
            <p:cNvSpPr/>
            <p:nvPr/>
          </p:nvSpPr>
          <p:spPr>
            <a:xfrm>
              <a:off x="10561784" y="3067780"/>
              <a:ext cx="97813" cy="2949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6"/>
            <p:cNvSpPr/>
            <p:nvPr/>
          </p:nvSpPr>
          <p:spPr>
            <a:xfrm>
              <a:off x="10659597" y="3080513"/>
              <a:ext cx="97813" cy="16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7"/>
            <p:cNvSpPr/>
            <p:nvPr/>
          </p:nvSpPr>
          <p:spPr>
            <a:xfrm>
              <a:off x="10757411" y="3091024"/>
              <a:ext cx="97813" cy="62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8"/>
            <p:cNvSpPr/>
            <p:nvPr/>
          </p:nvSpPr>
          <p:spPr>
            <a:xfrm>
              <a:off x="10855224" y="3093775"/>
              <a:ext cx="97813" cy="34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9"/>
            <p:cNvSpPr/>
            <p:nvPr/>
          </p:nvSpPr>
          <p:spPr>
            <a:xfrm>
              <a:off x="10953037" y="3095937"/>
              <a:ext cx="97813" cy="13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30"/>
            <p:cNvSpPr/>
            <p:nvPr/>
          </p:nvSpPr>
          <p:spPr>
            <a:xfrm>
              <a:off x="8374682" y="2941146"/>
              <a:ext cx="4792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31"/>
            <p:cNvSpPr/>
            <p:nvPr/>
          </p:nvSpPr>
          <p:spPr>
            <a:xfrm>
              <a:off x="8374682" y="2785021"/>
              <a:ext cx="59707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32"/>
            <p:cNvSpPr/>
            <p:nvPr/>
          </p:nvSpPr>
          <p:spPr>
            <a:xfrm>
              <a:off x="8374682" y="2628895"/>
              <a:ext cx="7630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33"/>
            <p:cNvSpPr/>
            <p:nvPr/>
          </p:nvSpPr>
          <p:spPr>
            <a:xfrm>
              <a:off x="8374682" y="2472770"/>
              <a:ext cx="9987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34"/>
            <p:cNvSpPr/>
            <p:nvPr/>
          </p:nvSpPr>
          <p:spPr>
            <a:xfrm>
              <a:off x="8374682" y="2316644"/>
              <a:ext cx="13004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35"/>
            <p:cNvSpPr/>
            <p:nvPr/>
          </p:nvSpPr>
          <p:spPr>
            <a:xfrm>
              <a:off x="8374682" y="2160518"/>
              <a:ext cx="15507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36"/>
            <p:cNvSpPr/>
            <p:nvPr/>
          </p:nvSpPr>
          <p:spPr>
            <a:xfrm>
              <a:off x="8374682" y="2004393"/>
              <a:ext cx="183666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37"/>
            <p:cNvSpPr/>
            <p:nvPr/>
          </p:nvSpPr>
          <p:spPr>
            <a:xfrm>
              <a:off x="8374682" y="1848267"/>
              <a:ext cx="211771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38"/>
            <p:cNvSpPr/>
            <p:nvPr/>
          </p:nvSpPr>
          <p:spPr>
            <a:xfrm>
              <a:off x="8374682" y="1692142"/>
              <a:ext cx="23814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39"/>
            <p:cNvSpPr/>
            <p:nvPr/>
          </p:nvSpPr>
          <p:spPr>
            <a:xfrm>
              <a:off x="8374682" y="1536016"/>
              <a:ext cx="247775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40"/>
            <p:cNvSpPr/>
            <p:nvPr/>
          </p:nvSpPr>
          <p:spPr>
            <a:xfrm>
              <a:off x="8374682" y="1379891"/>
              <a:ext cx="25230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41"/>
            <p:cNvSpPr/>
            <p:nvPr/>
          </p:nvSpPr>
          <p:spPr>
            <a:xfrm>
              <a:off x="8374682" y="1223765"/>
              <a:ext cx="241148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2"/>
            <p:cNvSpPr/>
            <p:nvPr/>
          </p:nvSpPr>
          <p:spPr>
            <a:xfrm>
              <a:off x="8374682" y="1067640"/>
              <a:ext cx="22796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43"/>
            <p:cNvSpPr/>
            <p:nvPr/>
          </p:nvSpPr>
          <p:spPr>
            <a:xfrm>
              <a:off x="8374682" y="911514"/>
              <a:ext cx="20531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44"/>
            <p:cNvSpPr/>
            <p:nvPr/>
          </p:nvSpPr>
          <p:spPr>
            <a:xfrm>
              <a:off x="8374682" y="755389"/>
              <a:ext cx="328652" cy="156125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g45"/>
            <p:cNvSpPr/>
            <p:nvPr/>
          </p:nvSpPr>
          <p:spPr>
            <a:xfrm>
              <a:off x="8703334" y="1115332"/>
              <a:ext cx="2334101" cy="686552"/>
            </a:xfrm>
            <a:custGeom>
              <a:avLst/>
              <a:gdLst/>
              <a:ahLst/>
              <a:cxnLst/>
              <a:rect l="0" t="0" r="0" b="0"/>
              <a:pathLst>
                <a:path w="2334101" h="686552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  <a:lnTo>
                    <a:pt x="2334101" y="462641"/>
                  </a:lnTo>
                  <a:lnTo>
                    <a:pt x="2321061" y="457063"/>
                  </a:lnTo>
                  <a:lnTo>
                    <a:pt x="2308021" y="452150"/>
                  </a:lnTo>
                  <a:lnTo>
                    <a:pt x="2294982" y="450031"/>
                  </a:lnTo>
                  <a:lnTo>
                    <a:pt x="2281942" y="447669"/>
                  </a:lnTo>
                  <a:lnTo>
                    <a:pt x="2268902" y="444223"/>
                  </a:lnTo>
                  <a:lnTo>
                    <a:pt x="2255863" y="442153"/>
                  </a:lnTo>
                  <a:lnTo>
                    <a:pt x="2242823" y="438242"/>
                  </a:lnTo>
                  <a:lnTo>
                    <a:pt x="2229783" y="434849"/>
                  </a:lnTo>
                  <a:lnTo>
                    <a:pt x="2216744" y="432035"/>
                  </a:lnTo>
                  <a:lnTo>
                    <a:pt x="2203704" y="429371"/>
                  </a:lnTo>
                  <a:lnTo>
                    <a:pt x="2190664" y="426853"/>
                  </a:lnTo>
                  <a:lnTo>
                    <a:pt x="2177625" y="424479"/>
                  </a:lnTo>
                  <a:lnTo>
                    <a:pt x="2164585" y="422245"/>
                  </a:lnTo>
                  <a:lnTo>
                    <a:pt x="2151545" y="420148"/>
                  </a:lnTo>
                  <a:lnTo>
                    <a:pt x="2138506" y="418629"/>
                  </a:lnTo>
                  <a:lnTo>
                    <a:pt x="2125466" y="416352"/>
                  </a:lnTo>
                  <a:lnTo>
                    <a:pt x="2112426" y="414646"/>
                  </a:lnTo>
                  <a:lnTo>
                    <a:pt x="2099387" y="413064"/>
                  </a:lnTo>
                  <a:lnTo>
                    <a:pt x="2086347" y="411603"/>
                  </a:lnTo>
                  <a:lnTo>
                    <a:pt x="2073307" y="410259"/>
                  </a:lnTo>
                  <a:lnTo>
                    <a:pt x="2060268" y="409029"/>
                  </a:lnTo>
                  <a:lnTo>
                    <a:pt x="2047228" y="407911"/>
                  </a:lnTo>
                  <a:lnTo>
                    <a:pt x="2034188" y="406899"/>
                  </a:lnTo>
                  <a:lnTo>
                    <a:pt x="2021149" y="405993"/>
                  </a:lnTo>
                  <a:lnTo>
                    <a:pt x="2008109" y="405187"/>
                  </a:lnTo>
                  <a:lnTo>
                    <a:pt x="1995069" y="404479"/>
                  </a:lnTo>
                  <a:lnTo>
                    <a:pt x="1982030" y="403866"/>
                  </a:lnTo>
                  <a:lnTo>
                    <a:pt x="1968990" y="403344"/>
                  </a:lnTo>
                  <a:lnTo>
                    <a:pt x="1955950" y="402911"/>
                  </a:lnTo>
                  <a:lnTo>
                    <a:pt x="1942911" y="404115"/>
                  </a:lnTo>
                  <a:lnTo>
                    <a:pt x="1929871" y="405503"/>
                  </a:lnTo>
                  <a:lnTo>
                    <a:pt x="1916831" y="406915"/>
                  </a:lnTo>
                  <a:lnTo>
                    <a:pt x="1903792" y="408349"/>
                  </a:lnTo>
                  <a:lnTo>
                    <a:pt x="1890752" y="409804"/>
                  </a:lnTo>
                  <a:lnTo>
                    <a:pt x="1877712" y="411276"/>
                  </a:lnTo>
                  <a:lnTo>
                    <a:pt x="1864673" y="412764"/>
                  </a:lnTo>
                  <a:lnTo>
                    <a:pt x="1851633" y="414264"/>
                  </a:lnTo>
                  <a:lnTo>
                    <a:pt x="1838593" y="415776"/>
                  </a:lnTo>
                  <a:lnTo>
                    <a:pt x="1825554" y="417296"/>
                  </a:lnTo>
                  <a:lnTo>
                    <a:pt x="1812514" y="417653"/>
                  </a:lnTo>
                  <a:lnTo>
                    <a:pt x="1799474" y="417261"/>
                  </a:lnTo>
                  <a:lnTo>
                    <a:pt x="1786435" y="415879"/>
                  </a:lnTo>
                  <a:lnTo>
                    <a:pt x="1773395" y="415192"/>
                  </a:lnTo>
                  <a:lnTo>
                    <a:pt x="1760355" y="417155"/>
                  </a:lnTo>
                  <a:lnTo>
                    <a:pt x="1747315" y="418929"/>
                  </a:lnTo>
                  <a:lnTo>
                    <a:pt x="1734276" y="419200"/>
                  </a:lnTo>
                  <a:lnTo>
                    <a:pt x="1721236" y="422204"/>
                  </a:lnTo>
                  <a:lnTo>
                    <a:pt x="1708196" y="425009"/>
                  </a:lnTo>
                  <a:lnTo>
                    <a:pt x="1695157" y="426900"/>
                  </a:lnTo>
                  <a:lnTo>
                    <a:pt x="1682117" y="429503"/>
                  </a:lnTo>
                  <a:lnTo>
                    <a:pt x="1669077" y="432109"/>
                  </a:lnTo>
                  <a:lnTo>
                    <a:pt x="1656038" y="434589"/>
                  </a:lnTo>
                  <a:lnTo>
                    <a:pt x="1642998" y="436940"/>
                  </a:lnTo>
                  <a:lnTo>
                    <a:pt x="1629958" y="438909"/>
                  </a:lnTo>
                  <a:lnTo>
                    <a:pt x="1616919" y="439800"/>
                  </a:lnTo>
                  <a:lnTo>
                    <a:pt x="1603879" y="441623"/>
                  </a:lnTo>
                  <a:lnTo>
                    <a:pt x="1590839" y="443315"/>
                  </a:lnTo>
                  <a:lnTo>
                    <a:pt x="1577800" y="444872"/>
                  </a:lnTo>
                  <a:lnTo>
                    <a:pt x="1564760" y="446290"/>
                  </a:lnTo>
                  <a:lnTo>
                    <a:pt x="1551720" y="447567"/>
                  </a:lnTo>
                  <a:lnTo>
                    <a:pt x="1538681" y="448707"/>
                  </a:lnTo>
                  <a:lnTo>
                    <a:pt x="1525641" y="449725"/>
                  </a:lnTo>
                  <a:lnTo>
                    <a:pt x="1512601" y="452729"/>
                  </a:lnTo>
                  <a:lnTo>
                    <a:pt x="1499562" y="453531"/>
                  </a:lnTo>
                  <a:lnTo>
                    <a:pt x="1486522" y="455041"/>
                  </a:lnTo>
                  <a:lnTo>
                    <a:pt x="1473482" y="457799"/>
                  </a:lnTo>
                  <a:lnTo>
                    <a:pt x="1460443" y="459531"/>
                  </a:lnTo>
                  <a:lnTo>
                    <a:pt x="1447403" y="460338"/>
                  </a:lnTo>
                  <a:lnTo>
                    <a:pt x="1434363" y="461084"/>
                  </a:lnTo>
                  <a:lnTo>
                    <a:pt x="1421324" y="461770"/>
                  </a:lnTo>
                  <a:lnTo>
                    <a:pt x="1408284" y="462399"/>
                  </a:lnTo>
                  <a:lnTo>
                    <a:pt x="1395244" y="462975"/>
                  </a:lnTo>
                  <a:lnTo>
                    <a:pt x="1382205" y="463500"/>
                  </a:lnTo>
                  <a:lnTo>
                    <a:pt x="1369165" y="463977"/>
                  </a:lnTo>
                  <a:lnTo>
                    <a:pt x="1356125" y="464410"/>
                  </a:lnTo>
                  <a:lnTo>
                    <a:pt x="1343086" y="464799"/>
                  </a:lnTo>
                  <a:lnTo>
                    <a:pt x="1330046" y="465150"/>
                  </a:lnTo>
                  <a:lnTo>
                    <a:pt x="1317006" y="465464"/>
                  </a:lnTo>
                  <a:lnTo>
                    <a:pt x="1303967" y="466376"/>
                  </a:lnTo>
                  <a:lnTo>
                    <a:pt x="1290927" y="467653"/>
                  </a:lnTo>
                  <a:lnTo>
                    <a:pt x="1277887" y="468855"/>
                  </a:lnTo>
                  <a:lnTo>
                    <a:pt x="1264848" y="469095"/>
                  </a:lnTo>
                  <a:lnTo>
                    <a:pt x="1251808" y="468766"/>
                  </a:lnTo>
                  <a:lnTo>
                    <a:pt x="1238768" y="469527"/>
                  </a:lnTo>
                  <a:lnTo>
                    <a:pt x="1225729" y="470236"/>
                  </a:lnTo>
                  <a:lnTo>
                    <a:pt x="1212689" y="470896"/>
                  </a:lnTo>
                  <a:lnTo>
                    <a:pt x="1199649" y="471512"/>
                  </a:lnTo>
                  <a:lnTo>
                    <a:pt x="1186610" y="472088"/>
                  </a:lnTo>
                  <a:lnTo>
                    <a:pt x="1173570" y="472629"/>
                  </a:lnTo>
                  <a:lnTo>
                    <a:pt x="1160530" y="472706"/>
                  </a:lnTo>
                  <a:lnTo>
                    <a:pt x="1147491" y="472455"/>
                  </a:lnTo>
                  <a:lnTo>
                    <a:pt x="1134451" y="472264"/>
                  </a:lnTo>
                  <a:lnTo>
                    <a:pt x="1121411" y="472958"/>
                  </a:lnTo>
                  <a:lnTo>
                    <a:pt x="1108372" y="473664"/>
                  </a:lnTo>
                  <a:lnTo>
                    <a:pt x="1095332" y="474384"/>
                  </a:lnTo>
                  <a:lnTo>
                    <a:pt x="1082292" y="475119"/>
                  </a:lnTo>
                  <a:lnTo>
                    <a:pt x="1069253" y="475582"/>
                  </a:lnTo>
                  <a:lnTo>
                    <a:pt x="1056213" y="475773"/>
                  </a:lnTo>
                  <a:lnTo>
                    <a:pt x="1043173" y="476297"/>
                  </a:lnTo>
                  <a:lnTo>
                    <a:pt x="1030134" y="476901"/>
                  </a:lnTo>
                  <a:lnTo>
                    <a:pt x="1017094" y="477501"/>
                  </a:lnTo>
                  <a:lnTo>
                    <a:pt x="1004054" y="478099"/>
                  </a:lnTo>
                  <a:lnTo>
                    <a:pt x="991015" y="478694"/>
                  </a:lnTo>
                  <a:lnTo>
                    <a:pt x="977975" y="479290"/>
                  </a:lnTo>
                  <a:lnTo>
                    <a:pt x="964935" y="479886"/>
                  </a:lnTo>
                  <a:lnTo>
                    <a:pt x="951896" y="480486"/>
                  </a:lnTo>
                  <a:lnTo>
                    <a:pt x="938856" y="481090"/>
                  </a:lnTo>
                  <a:lnTo>
                    <a:pt x="925816" y="481699"/>
                  </a:lnTo>
                  <a:lnTo>
                    <a:pt x="912777" y="482315"/>
                  </a:lnTo>
                  <a:lnTo>
                    <a:pt x="899737" y="482939"/>
                  </a:lnTo>
                  <a:lnTo>
                    <a:pt x="886697" y="483573"/>
                  </a:lnTo>
                  <a:lnTo>
                    <a:pt x="873657" y="484218"/>
                  </a:lnTo>
                  <a:lnTo>
                    <a:pt x="860618" y="484875"/>
                  </a:lnTo>
                  <a:lnTo>
                    <a:pt x="847578" y="486059"/>
                  </a:lnTo>
                  <a:lnTo>
                    <a:pt x="834538" y="487986"/>
                  </a:lnTo>
                  <a:lnTo>
                    <a:pt x="821499" y="489142"/>
                  </a:lnTo>
                  <a:lnTo>
                    <a:pt x="808459" y="490133"/>
                  </a:lnTo>
                  <a:lnTo>
                    <a:pt x="795419" y="491904"/>
                  </a:lnTo>
                  <a:lnTo>
                    <a:pt x="782380" y="493764"/>
                  </a:lnTo>
                  <a:lnTo>
                    <a:pt x="769340" y="495715"/>
                  </a:lnTo>
                  <a:lnTo>
                    <a:pt x="756300" y="497549"/>
                  </a:lnTo>
                  <a:lnTo>
                    <a:pt x="743261" y="499288"/>
                  </a:lnTo>
                  <a:lnTo>
                    <a:pt x="730221" y="500661"/>
                  </a:lnTo>
                  <a:lnTo>
                    <a:pt x="717181" y="502102"/>
                  </a:lnTo>
                  <a:lnTo>
                    <a:pt x="704142" y="504273"/>
                  </a:lnTo>
                  <a:lnTo>
                    <a:pt x="691102" y="506980"/>
                  </a:lnTo>
                  <a:lnTo>
                    <a:pt x="678062" y="509689"/>
                  </a:lnTo>
                  <a:lnTo>
                    <a:pt x="665023" y="511981"/>
                  </a:lnTo>
                  <a:lnTo>
                    <a:pt x="651983" y="514340"/>
                  </a:lnTo>
                  <a:lnTo>
                    <a:pt x="638943" y="516762"/>
                  </a:lnTo>
                  <a:lnTo>
                    <a:pt x="625904" y="519243"/>
                  </a:lnTo>
                  <a:lnTo>
                    <a:pt x="612864" y="521779"/>
                  </a:lnTo>
                  <a:lnTo>
                    <a:pt x="599824" y="525135"/>
                  </a:lnTo>
                  <a:lnTo>
                    <a:pt x="586785" y="527725"/>
                  </a:lnTo>
                  <a:lnTo>
                    <a:pt x="573745" y="530337"/>
                  </a:lnTo>
                  <a:lnTo>
                    <a:pt x="560705" y="534516"/>
                  </a:lnTo>
                  <a:lnTo>
                    <a:pt x="547666" y="538668"/>
                  </a:lnTo>
                  <a:lnTo>
                    <a:pt x="534626" y="541747"/>
                  </a:lnTo>
                  <a:lnTo>
                    <a:pt x="521586" y="544646"/>
                  </a:lnTo>
                  <a:lnTo>
                    <a:pt x="508547" y="547553"/>
                  </a:lnTo>
                  <a:lnTo>
                    <a:pt x="495507" y="550465"/>
                  </a:lnTo>
                  <a:lnTo>
                    <a:pt x="482467" y="553375"/>
                  </a:lnTo>
                  <a:lnTo>
                    <a:pt x="469428" y="556282"/>
                  </a:lnTo>
                  <a:lnTo>
                    <a:pt x="456388" y="559180"/>
                  </a:lnTo>
                  <a:lnTo>
                    <a:pt x="443348" y="562064"/>
                  </a:lnTo>
                  <a:lnTo>
                    <a:pt x="430309" y="564932"/>
                  </a:lnTo>
                  <a:lnTo>
                    <a:pt x="417269" y="567779"/>
                  </a:lnTo>
                  <a:lnTo>
                    <a:pt x="404229" y="570600"/>
                  </a:lnTo>
                  <a:lnTo>
                    <a:pt x="391190" y="573392"/>
                  </a:lnTo>
                  <a:lnTo>
                    <a:pt x="378150" y="577062"/>
                  </a:lnTo>
                  <a:lnTo>
                    <a:pt x="365110" y="579654"/>
                  </a:lnTo>
                  <a:lnTo>
                    <a:pt x="352071" y="582215"/>
                  </a:lnTo>
                  <a:lnTo>
                    <a:pt x="339031" y="585637"/>
                  </a:lnTo>
                  <a:lnTo>
                    <a:pt x="325991" y="589570"/>
                  </a:lnTo>
                  <a:lnTo>
                    <a:pt x="312952" y="593541"/>
                  </a:lnTo>
                  <a:lnTo>
                    <a:pt x="299912" y="597549"/>
                  </a:lnTo>
                  <a:lnTo>
                    <a:pt x="286872" y="601591"/>
                  </a:lnTo>
                  <a:lnTo>
                    <a:pt x="273833" y="605665"/>
                  </a:lnTo>
                  <a:lnTo>
                    <a:pt x="260793" y="609768"/>
                  </a:lnTo>
                  <a:lnTo>
                    <a:pt x="247753" y="613897"/>
                  </a:lnTo>
                  <a:lnTo>
                    <a:pt x="234714" y="618051"/>
                  </a:lnTo>
                  <a:lnTo>
                    <a:pt x="221674" y="620783"/>
                  </a:lnTo>
                  <a:lnTo>
                    <a:pt x="208634" y="625350"/>
                  </a:lnTo>
                  <a:lnTo>
                    <a:pt x="195595" y="628636"/>
                  </a:lnTo>
                  <a:lnTo>
                    <a:pt x="182555" y="629980"/>
                  </a:lnTo>
                  <a:lnTo>
                    <a:pt x="169515" y="635869"/>
                  </a:lnTo>
                  <a:lnTo>
                    <a:pt x="156476" y="642075"/>
                  </a:lnTo>
                  <a:lnTo>
                    <a:pt x="143436" y="647127"/>
                  </a:lnTo>
                  <a:lnTo>
                    <a:pt x="130396" y="649572"/>
                  </a:lnTo>
                  <a:lnTo>
                    <a:pt x="117357" y="651904"/>
                  </a:lnTo>
                  <a:lnTo>
                    <a:pt x="104317" y="654119"/>
                  </a:lnTo>
                  <a:lnTo>
                    <a:pt x="91277" y="656211"/>
                  </a:lnTo>
                  <a:lnTo>
                    <a:pt x="78238" y="658177"/>
                  </a:lnTo>
                  <a:lnTo>
                    <a:pt x="65198" y="660012"/>
                  </a:lnTo>
                  <a:lnTo>
                    <a:pt x="52158" y="662950"/>
                  </a:lnTo>
                  <a:lnTo>
                    <a:pt x="39119" y="669327"/>
                  </a:lnTo>
                  <a:lnTo>
                    <a:pt x="26079" y="675860"/>
                  </a:lnTo>
                  <a:lnTo>
                    <a:pt x="13039" y="682553"/>
                  </a:lnTo>
                  <a:lnTo>
                    <a:pt x="0" y="686552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6" name="pl46"/>
            <p:cNvSpPr/>
            <p:nvPr/>
          </p:nvSpPr>
          <p:spPr>
            <a:xfrm>
              <a:off x="8703334" y="1115332"/>
              <a:ext cx="2334101" cy="520961"/>
            </a:xfrm>
            <a:custGeom>
              <a:avLst/>
              <a:gdLst/>
              <a:ahLst/>
              <a:cxnLst/>
              <a:rect l="0" t="0" r="0" b="0"/>
              <a:pathLst>
                <a:path w="2334101" h="520961">
                  <a:moveTo>
                    <a:pt x="0" y="519583"/>
                  </a:moveTo>
                  <a:lnTo>
                    <a:pt x="13039" y="520961"/>
                  </a:lnTo>
                  <a:lnTo>
                    <a:pt x="26079" y="520238"/>
                  </a:lnTo>
                  <a:lnTo>
                    <a:pt x="39119" y="516323"/>
                  </a:lnTo>
                  <a:lnTo>
                    <a:pt x="52158" y="514882"/>
                  </a:lnTo>
                  <a:lnTo>
                    <a:pt x="65198" y="513675"/>
                  </a:lnTo>
                  <a:lnTo>
                    <a:pt x="78238" y="513141"/>
                  </a:lnTo>
                  <a:lnTo>
                    <a:pt x="91277" y="510780"/>
                  </a:lnTo>
                  <a:lnTo>
                    <a:pt x="104317" y="508512"/>
                  </a:lnTo>
                  <a:lnTo>
                    <a:pt x="117357" y="507488"/>
                  </a:lnTo>
                  <a:lnTo>
                    <a:pt x="130396" y="506170"/>
                  </a:lnTo>
                  <a:lnTo>
                    <a:pt x="143436" y="503233"/>
                  </a:lnTo>
                  <a:lnTo>
                    <a:pt x="156476" y="500308"/>
                  </a:lnTo>
                  <a:lnTo>
                    <a:pt x="169515" y="498112"/>
                  </a:lnTo>
                  <a:lnTo>
                    <a:pt x="182555" y="496432"/>
                  </a:lnTo>
                  <a:lnTo>
                    <a:pt x="195595" y="492992"/>
                  </a:lnTo>
                  <a:lnTo>
                    <a:pt x="208634" y="490342"/>
                  </a:lnTo>
                  <a:lnTo>
                    <a:pt x="221674" y="488375"/>
                  </a:lnTo>
                  <a:lnTo>
                    <a:pt x="234714" y="485553"/>
                  </a:lnTo>
                  <a:lnTo>
                    <a:pt x="247753" y="482555"/>
                  </a:lnTo>
                  <a:lnTo>
                    <a:pt x="260793" y="479633"/>
                  </a:lnTo>
                  <a:lnTo>
                    <a:pt x="273833" y="476786"/>
                  </a:lnTo>
                  <a:lnTo>
                    <a:pt x="286872" y="473827"/>
                  </a:lnTo>
                  <a:lnTo>
                    <a:pt x="299912" y="469663"/>
                  </a:lnTo>
                  <a:lnTo>
                    <a:pt x="312952" y="466438"/>
                  </a:lnTo>
                  <a:lnTo>
                    <a:pt x="325991" y="463631"/>
                  </a:lnTo>
                  <a:lnTo>
                    <a:pt x="339031" y="460943"/>
                  </a:lnTo>
                  <a:lnTo>
                    <a:pt x="352071" y="458278"/>
                  </a:lnTo>
                  <a:lnTo>
                    <a:pt x="365110" y="455661"/>
                  </a:lnTo>
                  <a:lnTo>
                    <a:pt x="378150" y="453404"/>
                  </a:lnTo>
                  <a:lnTo>
                    <a:pt x="391190" y="450431"/>
                  </a:lnTo>
                  <a:lnTo>
                    <a:pt x="404229" y="447867"/>
                  </a:lnTo>
                  <a:lnTo>
                    <a:pt x="417269" y="445330"/>
                  </a:lnTo>
                  <a:lnTo>
                    <a:pt x="430309" y="442822"/>
                  </a:lnTo>
                  <a:lnTo>
                    <a:pt x="443348" y="440342"/>
                  </a:lnTo>
                  <a:lnTo>
                    <a:pt x="456388" y="437892"/>
                  </a:lnTo>
                  <a:lnTo>
                    <a:pt x="469428" y="435817"/>
                  </a:lnTo>
                  <a:lnTo>
                    <a:pt x="482467" y="434039"/>
                  </a:lnTo>
                  <a:lnTo>
                    <a:pt x="495507" y="432363"/>
                  </a:lnTo>
                  <a:lnTo>
                    <a:pt x="508547" y="430785"/>
                  </a:lnTo>
                  <a:lnTo>
                    <a:pt x="521586" y="429301"/>
                  </a:lnTo>
                  <a:lnTo>
                    <a:pt x="534626" y="427906"/>
                  </a:lnTo>
                  <a:lnTo>
                    <a:pt x="547666" y="424709"/>
                  </a:lnTo>
                  <a:lnTo>
                    <a:pt x="560705" y="421287"/>
                  </a:lnTo>
                  <a:lnTo>
                    <a:pt x="573745" y="417899"/>
                  </a:lnTo>
                  <a:lnTo>
                    <a:pt x="586785" y="415214"/>
                  </a:lnTo>
                  <a:lnTo>
                    <a:pt x="599824" y="413146"/>
                  </a:lnTo>
                  <a:lnTo>
                    <a:pt x="612864" y="411314"/>
                  </a:lnTo>
                  <a:lnTo>
                    <a:pt x="625904" y="410416"/>
                  </a:lnTo>
                  <a:lnTo>
                    <a:pt x="638943" y="409608"/>
                  </a:lnTo>
                  <a:lnTo>
                    <a:pt x="651983" y="408032"/>
                  </a:lnTo>
                  <a:lnTo>
                    <a:pt x="665023" y="405788"/>
                  </a:lnTo>
                  <a:lnTo>
                    <a:pt x="678062" y="403663"/>
                  </a:lnTo>
                  <a:lnTo>
                    <a:pt x="691102" y="401662"/>
                  </a:lnTo>
                  <a:lnTo>
                    <a:pt x="704142" y="399791"/>
                  </a:lnTo>
                  <a:lnTo>
                    <a:pt x="717181" y="398055"/>
                  </a:lnTo>
                  <a:lnTo>
                    <a:pt x="730221" y="397203"/>
                  </a:lnTo>
                  <a:lnTo>
                    <a:pt x="743261" y="396524"/>
                  </a:lnTo>
                  <a:lnTo>
                    <a:pt x="756300" y="395933"/>
                  </a:lnTo>
                  <a:lnTo>
                    <a:pt x="769340" y="395427"/>
                  </a:lnTo>
                  <a:lnTo>
                    <a:pt x="782380" y="395002"/>
                  </a:lnTo>
                  <a:lnTo>
                    <a:pt x="795419" y="394287"/>
                  </a:lnTo>
                  <a:lnTo>
                    <a:pt x="808459" y="392494"/>
                  </a:lnTo>
                  <a:lnTo>
                    <a:pt x="821499" y="390808"/>
                  </a:lnTo>
                  <a:lnTo>
                    <a:pt x="834538" y="389225"/>
                  </a:lnTo>
                  <a:lnTo>
                    <a:pt x="847578" y="388706"/>
                  </a:lnTo>
                  <a:lnTo>
                    <a:pt x="860618" y="388503"/>
                  </a:lnTo>
                  <a:lnTo>
                    <a:pt x="873657" y="388411"/>
                  </a:lnTo>
                  <a:lnTo>
                    <a:pt x="886697" y="388423"/>
                  </a:lnTo>
                  <a:lnTo>
                    <a:pt x="899737" y="388533"/>
                  </a:lnTo>
                  <a:lnTo>
                    <a:pt x="912777" y="387704"/>
                  </a:lnTo>
                  <a:lnTo>
                    <a:pt x="925816" y="386372"/>
                  </a:lnTo>
                  <a:lnTo>
                    <a:pt x="938856" y="385126"/>
                  </a:lnTo>
                  <a:lnTo>
                    <a:pt x="951896" y="383961"/>
                  </a:lnTo>
                  <a:lnTo>
                    <a:pt x="964935" y="383250"/>
                  </a:lnTo>
                  <a:lnTo>
                    <a:pt x="977975" y="383142"/>
                  </a:lnTo>
                  <a:lnTo>
                    <a:pt x="991015" y="383065"/>
                  </a:lnTo>
                  <a:lnTo>
                    <a:pt x="1004054" y="383016"/>
                  </a:lnTo>
                  <a:lnTo>
                    <a:pt x="1017094" y="381962"/>
                  </a:lnTo>
                  <a:lnTo>
                    <a:pt x="1030134" y="380828"/>
                  </a:lnTo>
                  <a:lnTo>
                    <a:pt x="1043173" y="379723"/>
                  </a:lnTo>
                  <a:lnTo>
                    <a:pt x="1056213" y="378642"/>
                  </a:lnTo>
                  <a:lnTo>
                    <a:pt x="1069253" y="377581"/>
                  </a:lnTo>
                  <a:lnTo>
                    <a:pt x="1082292" y="376535"/>
                  </a:lnTo>
                  <a:lnTo>
                    <a:pt x="1095332" y="375900"/>
                  </a:lnTo>
                  <a:lnTo>
                    <a:pt x="1108372" y="376068"/>
                  </a:lnTo>
                  <a:lnTo>
                    <a:pt x="1121411" y="376231"/>
                  </a:lnTo>
                  <a:lnTo>
                    <a:pt x="1134451" y="376386"/>
                  </a:lnTo>
                  <a:lnTo>
                    <a:pt x="1147491" y="375620"/>
                  </a:lnTo>
                  <a:lnTo>
                    <a:pt x="1160530" y="374035"/>
                  </a:lnTo>
                  <a:lnTo>
                    <a:pt x="1173570" y="372515"/>
                  </a:lnTo>
                  <a:lnTo>
                    <a:pt x="1186610" y="372089"/>
                  </a:lnTo>
                  <a:lnTo>
                    <a:pt x="1199649" y="371583"/>
                  </a:lnTo>
                  <a:lnTo>
                    <a:pt x="1212689" y="370556"/>
                  </a:lnTo>
                  <a:lnTo>
                    <a:pt x="1225729" y="370118"/>
                  </a:lnTo>
                  <a:lnTo>
                    <a:pt x="1238768" y="369787"/>
                  </a:lnTo>
                  <a:lnTo>
                    <a:pt x="1251808" y="369434"/>
                  </a:lnTo>
                  <a:lnTo>
                    <a:pt x="1264848" y="369056"/>
                  </a:lnTo>
                  <a:lnTo>
                    <a:pt x="1277887" y="368333"/>
                  </a:lnTo>
                  <a:lnTo>
                    <a:pt x="1290927" y="366685"/>
                  </a:lnTo>
                  <a:lnTo>
                    <a:pt x="1303967" y="365034"/>
                  </a:lnTo>
                  <a:lnTo>
                    <a:pt x="1317006" y="363380"/>
                  </a:lnTo>
                  <a:lnTo>
                    <a:pt x="1330046" y="361723"/>
                  </a:lnTo>
                  <a:lnTo>
                    <a:pt x="1343086" y="360064"/>
                  </a:lnTo>
                  <a:lnTo>
                    <a:pt x="1356125" y="358402"/>
                  </a:lnTo>
                  <a:lnTo>
                    <a:pt x="1369165" y="356946"/>
                  </a:lnTo>
                  <a:lnTo>
                    <a:pt x="1382205" y="355655"/>
                  </a:lnTo>
                  <a:lnTo>
                    <a:pt x="1395244" y="354332"/>
                  </a:lnTo>
                  <a:lnTo>
                    <a:pt x="1408284" y="352976"/>
                  </a:lnTo>
                  <a:lnTo>
                    <a:pt x="1421324" y="351585"/>
                  </a:lnTo>
                  <a:lnTo>
                    <a:pt x="1434363" y="349224"/>
                  </a:lnTo>
                  <a:lnTo>
                    <a:pt x="1447403" y="346986"/>
                  </a:lnTo>
                  <a:lnTo>
                    <a:pt x="1460443" y="347184"/>
                  </a:lnTo>
                  <a:lnTo>
                    <a:pt x="1473482" y="345635"/>
                  </a:lnTo>
                  <a:lnTo>
                    <a:pt x="1486522" y="343830"/>
                  </a:lnTo>
                  <a:lnTo>
                    <a:pt x="1499562" y="340773"/>
                  </a:lnTo>
                  <a:lnTo>
                    <a:pt x="1512601" y="338228"/>
                  </a:lnTo>
                  <a:lnTo>
                    <a:pt x="1525641" y="336528"/>
                  </a:lnTo>
                  <a:lnTo>
                    <a:pt x="1538681" y="334825"/>
                  </a:lnTo>
                  <a:lnTo>
                    <a:pt x="1551720" y="333119"/>
                  </a:lnTo>
                  <a:lnTo>
                    <a:pt x="1564760" y="331409"/>
                  </a:lnTo>
                  <a:lnTo>
                    <a:pt x="1577800" y="328660"/>
                  </a:lnTo>
                  <a:lnTo>
                    <a:pt x="1590839" y="326953"/>
                  </a:lnTo>
                  <a:lnTo>
                    <a:pt x="1603879" y="325096"/>
                  </a:lnTo>
                  <a:lnTo>
                    <a:pt x="1616919" y="320854"/>
                  </a:lnTo>
                  <a:lnTo>
                    <a:pt x="1629958" y="316501"/>
                  </a:lnTo>
                  <a:lnTo>
                    <a:pt x="1642998" y="312040"/>
                  </a:lnTo>
                  <a:lnTo>
                    <a:pt x="1656038" y="309319"/>
                  </a:lnTo>
                  <a:lnTo>
                    <a:pt x="1669077" y="307969"/>
                  </a:lnTo>
                  <a:lnTo>
                    <a:pt x="1682117" y="306657"/>
                  </a:lnTo>
                  <a:lnTo>
                    <a:pt x="1695157" y="305386"/>
                  </a:lnTo>
                  <a:lnTo>
                    <a:pt x="1708196" y="303294"/>
                  </a:lnTo>
                  <a:lnTo>
                    <a:pt x="1721236" y="298383"/>
                  </a:lnTo>
                  <a:lnTo>
                    <a:pt x="1734276" y="293359"/>
                  </a:lnTo>
                  <a:lnTo>
                    <a:pt x="1747315" y="288226"/>
                  </a:lnTo>
                  <a:lnTo>
                    <a:pt x="1760355" y="282986"/>
                  </a:lnTo>
                  <a:lnTo>
                    <a:pt x="1773395" y="277643"/>
                  </a:lnTo>
                  <a:lnTo>
                    <a:pt x="1786435" y="272199"/>
                  </a:lnTo>
                  <a:lnTo>
                    <a:pt x="1799474" y="266659"/>
                  </a:lnTo>
                  <a:lnTo>
                    <a:pt x="1812514" y="262424"/>
                  </a:lnTo>
                  <a:lnTo>
                    <a:pt x="1825554" y="257652"/>
                  </a:lnTo>
                  <a:lnTo>
                    <a:pt x="1838593" y="251378"/>
                  </a:lnTo>
                  <a:lnTo>
                    <a:pt x="1851633" y="245015"/>
                  </a:lnTo>
                  <a:lnTo>
                    <a:pt x="1864673" y="238568"/>
                  </a:lnTo>
                  <a:lnTo>
                    <a:pt x="1877712" y="232041"/>
                  </a:lnTo>
                  <a:lnTo>
                    <a:pt x="1890752" y="225441"/>
                  </a:lnTo>
                  <a:lnTo>
                    <a:pt x="1903792" y="219244"/>
                  </a:lnTo>
                  <a:lnTo>
                    <a:pt x="1916831" y="212979"/>
                  </a:lnTo>
                  <a:lnTo>
                    <a:pt x="1929871" y="206650"/>
                  </a:lnTo>
                  <a:lnTo>
                    <a:pt x="1942911" y="200260"/>
                  </a:lnTo>
                  <a:lnTo>
                    <a:pt x="1955950" y="193812"/>
                  </a:lnTo>
                  <a:lnTo>
                    <a:pt x="1968990" y="187310"/>
                  </a:lnTo>
                  <a:lnTo>
                    <a:pt x="1982030" y="180756"/>
                  </a:lnTo>
                  <a:lnTo>
                    <a:pt x="1995069" y="174628"/>
                  </a:lnTo>
                  <a:lnTo>
                    <a:pt x="2008109" y="169983"/>
                  </a:lnTo>
                  <a:lnTo>
                    <a:pt x="2021149" y="165383"/>
                  </a:lnTo>
                  <a:lnTo>
                    <a:pt x="2034188" y="160831"/>
                  </a:lnTo>
                  <a:lnTo>
                    <a:pt x="2047228" y="154985"/>
                  </a:lnTo>
                  <a:lnTo>
                    <a:pt x="2060268" y="146596"/>
                  </a:lnTo>
                  <a:lnTo>
                    <a:pt x="2073307" y="138177"/>
                  </a:lnTo>
                  <a:lnTo>
                    <a:pt x="2086347" y="130187"/>
                  </a:lnTo>
                  <a:lnTo>
                    <a:pt x="2099387" y="125068"/>
                  </a:lnTo>
                  <a:lnTo>
                    <a:pt x="2112426" y="116850"/>
                  </a:lnTo>
                  <a:lnTo>
                    <a:pt x="2125466" y="107731"/>
                  </a:lnTo>
                  <a:lnTo>
                    <a:pt x="2138506" y="99298"/>
                  </a:lnTo>
                  <a:lnTo>
                    <a:pt x="2151545" y="92708"/>
                  </a:lnTo>
                  <a:lnTo>
                    <a:pt x="2164585" y="86930"/>
                  </a:lnTo>
                  <a:lnTo>
                    <a:pt x="2177625" y="81195"/>
                  </a:lnTo>
                  <a:lnTo>
                    <a:pt x="2190664" y="75507"/>
                  </a:lnTo>
                  <a:lnTo>
                    <a:pt x="2203704" y="69868"/>
                  </a:lnTo>
                  <a:lnTo>
                    <a:pt x="2216744" y="64586"/>
                  </a:lnTo>
                  <a:lnTo>
                    <a:pt x="2229783" y="58756"/>
                  </a:lnTo>
                  <a:lnTo>
                    <a:pt x="2242823" y="53289"/>
                  </a:lnTo>
                  <a:lnTo>
                    <a:pt x="2255863" y="47017"/>
                  </a:lnTo>
                  <a:lnTo>
                    <a:pt x="2268902" y="39205"/>
                  </a:lnTo>
                  <a:lnTo>
                    <a:pt x="2281942" y="31380"/>
                  </a:lnTo>
                  <a:lnTo>
                    <a:pt x="2294982" y="23544"/>
                  </a:lnTo>
                  <a:lnTo>
                    <a:pt x="2308021" y="15700"/>
                  </a:lnTo>
                  <a:lnTo>
                    <a:pt x="2321061" y="7851"/>
                  </a:lnTo>
                  <a:lnTo>
                    <a:pt x="2334101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7" name="pl47"/>
            <p:cNvSpPr/>
            <p:nvPr/>
          </p:nvSpPr>
          <p:spPr>
            <a:xfrm>
              <a:off x="8703334" y="1518243"/>
              <a:ext cx="2334101" cy="283641"/>
            </a:xfrm>
            <a:custGeom>
              <a:avLst/>
              <a:gdLst/>
              <a:ahLst/>
              <a:cxnLst/>
              <a:rect l="0" t="0" r="0" b="0"/>
              <a:pathLst>
                <a:path w="2334101" h="283641">
                  <a:moveTo>
                    <a:pt x="2334101" y="59729"/>
                  </a:moveTo>
                  <a:lnTo>
                    <a:pt x="2321061" y="54151"/>
                  </a:lnTo>
                  <a:lnTo>
                    <a:pt x="2308021" y="49239"/>
                  </a:lnTo>
                  <a:lnTo>
                    <a:pt x="2294982" y="47120"/>
                  </a:lnTo>
                  <a:lnTo>
                    <a:pt x="2281942" y="44757"/>
                  </a:lnTo>
                  <a:lnTo>
                    <a:pt x="2268902" y="41311"/>
                  </a:lnTo>
                  <a:lnTo>
                    <a:pt x="2255863" y="39242"/>
                  </a:lnTo>
                  <a:lnTo>
                    <a:pt x="2242823" y="35331"/>
                  </a:lnTo>
                  <a:lnTo>
                    <a:pt x="2229783" y="31937"/>
                  </a:lnTo>
                  <a:lnTo>
                    <a:pt x="2216744" y="29124"/>
                  </a:lnTo>
                  <a:lnTo>
                    <a:pt x="2203704" y="26459"/>
                  </a:lnTo>
                  <a:lnTo>
                    <a:pt x="2190664" y="23942"/>
                  </a:lnTo>
                  <a:lnTo>
                    <a:pt x="2177625" y="21568"/>
                  </a:lnTo>
                  <a:lnTo>
                    <a:pt x="2164585" y="19334"/>
                  </a:lnTo>
                  <a:lnTo>
                    <a:pt x="2151545" y="17237"/>
                  </a:lnTo>
                  <a:lnTo>
                    <a:pt x="2138506" y="15717"/>
                  </a:lnTo>
                  <a:lnTo>
                    <a:pt x="2125466" y="13441"/>
                  </a:lnTo>
                  <a:lnTo>
                    <a:pt x="2112426" y="11735"/>
                  </a:lnTo>
                  <a:lnTo>
                    <a:pt x="2099387" y="10153"/>
                  </a:lnTo>
                  <a:lnTo>
                    <a:pt x="2086347" y="8692"/>
                  </a:lnTo>
                  <a:lnTo>
                    <a:pt x="2073307" y="7348"/>
                  </a:lnTo>
                  <a:lnTo>
                    <a:pt x="2060268" y="6118"/>
                  </a:lnTo>
                  <a:lnTo>
                    <a:pt x="2047228" y="4999"/>
                  </a:lnTo>
                  <a:lnTo>
                    <a:pt x="2034188" y="3988"/>
                  </a:lnTo>
                  <a:lnTo>
                    <a:pt x="2021149" y="3081"/>
                  </a:lnTo>
                  <a:lnTo>
                    <a:pt x="2008109" y="2276"/>
                  </a:lnTo>
                  <a:lnTo>
                    <a:pt x="1995069" y="1568"/>
                  </a:lnTo>
                  <a:lnTo>
                    <a:pt x="1982030" y="955"/>
                  </a:lnTo>
                  <a:lnTo>
                    <a:pt x="1968990" y="433"/>
                  </a:lnTo>
                  <a:lnTo>
                    <a:pt x="1955950" y="0"/>
                  </a:lnTo>
                  <a:lnTo>
                    <a:pt x="1942911" y="1204"/>
                  </a:lnTo>
                  <a:lnTo>
                    <a:pt x="1929871" y="2591"/>
                  </a:lnTo>
                  <a:lnTo>
                    <a:pt x="1916831" y="4004"/>
                  </a:lnTo>
                  <a:lnTo>
                    <a:pt x="1903792" y="5438"/>
                  </a:lnTo>
                  <a:lnTo>
                    <a:pt x="1890752" y="6892"/>
                  </a:lnTo>
                  <a:lnTo>
                    <a:pt x="1877712" y="8365"/>
                  </a:lnTo>
                  <a:lnTo>
                    <a:pt x="1864673" y="9852"/>
                  </a:lnTo>
                  <a:lnTo>
                    <a:pt x="1851633" y="11353"/>
                  </a:lnTo>
                  <a:lnTo>
                    <a:pt x="1838593" y="12865"/>
                  </a:lnTo>
                  <a:lnTo>
                    <a:pt x="1825554" y="14385"/>
                  </a:lnTo>
                  <a:lnTo>
                    <a:pt x="1812514" y="14742"/>
                  </a:lnTo>
                  <a:lnTo>
                    <a:pt x="1799474" y="14350"/>
                  </a:lnTo>
                  <a:lnTo>
                    <a:pt x="1786435" y="12968"/>
                  </a:lnTo>
                  <a:lnTo>
                    <a:pt x="1773395" y="12280"/>
                  </a:lnTo>
                  <a:lnTo>
                    <a:pt x="1760355" y="14244"/>
                  </a:lnTo>
                  <a:lnTo>
                    <a:pt x="1747315" y="16017"/>
                  </a:lnTo>
                  <a:lnTo>
                    <a:pt x="1734276" y="16289"/>
                  </a:lnTo>
                  <a:lnTo>
                    <a:pt x="1721236" y="19293"/>
                  </a:lnTo>
                  <a:lnTo>
                    <a:pt x="1708196" y="22098"/>
                  </a:lnTo>
                  <a:lnTo>
                    <a:pt x="1695157" y="23989"/>
                  </a:lnTo>
                  <a:lnTo>
                    <a:pt x="1682117" y="26592"/>
                  </a:lnTo>
                  <a:lnTo>
                    <a:pt x="1669077" y="29198"/>
                  </a:lnTo>
                  <a:lnTo>
                    <a:pt x="1656038" y="31678"/>
                  </a:lnTo>
                  <a:lnTo>
                    <a:pt x="1642998" y="34029"/>
                  </a:lnTo>
                  <a:lnTo>
                    <a:pt x="1629958" y="35997"/>
                  </a:lnTo>
                  <a:lnTo>
                    <a:pt x="1616919" y="36889"/>
                  </a:lnTo>
                  <a:lnTo>
                    <a:pt x="1603879" y="38712"/>
                  </a:lnTo>
                  <a:lnTo>
                    <a:pt x="1590839" y="40404"/>
                  </a:lnTo>
                  <a:lnTo>
                    <a:pt x="1577800" y="41961"/>
                  </a:lnTo>
                  <a:lnTo>
                    <a:pt x="1564760" y="43379"/>
                  </a:lnTo>
                  <a:lnTo>
                    <a:pt x="1551720" y="44656"/>
                  </a:lnTo>
                  <a:lnTo>
                    <a:pt x="1538681" y="45795"/>
                  </a:lnTo>
                  <a:lnTo>
                    <a:pt x="1525641" y="46814"/>
                  </a:lnTo>
                  <a:lnTo>
                    <a:pt x="1512601" y="49818"/>
                  </a:lnTo>
                  <a:lnTo>
                    <a:pt x="1499562" y="50619"/>
                  </a:lnTo>
                  <a:lnTo>
                    <a:pt x="1486522" y="52130"/>
                  </a:lnTo>
                  <a:lnTo>
                    <a:pt x="1473482" y="54888"/>
                  </a:lnTo>
                  <a:lnTo>
                    <a:pt x="1460443" y="56619"/>
                  </a:lnTo>
                  <a:lnTo>
                    <a:pt x="1447403" y="57427"/>
                  </a:lnTo>
                  <a:lnTo>
                    <a:pt x="1434363" y="58173"/>
                  </a:lnTo>
                  <a:lnTo>
                    <a:pt x="1421324" y="58859"/>
                  </a:lnTo>
                  <a:lnTo>
                    <a:pt x="1408284" y="59488"/>
                  </a:lnTo>
                  <a:lnTo>
                    <a:pt x="1395244" y="60064"/>
                  </a:lnTo>
                  <a:lnTo>
                    <a:pt x="1382205" y="60589"/>
                  </a:lnTo>
                  <a:lnTo>
                    <a:pt x="1369165" y="61066"/>
                  </a:lnTo>
                  <a:lnTo>
                    <a:pt x="1356125" y="61498"/>
                  </a:lnTo>
                  <a:lnTo>
                    <a:pt x="1343086" y="61888"/>
                  </a:lnTo>
                  <a:lnTo>
                    <a:pt x="1330046" y="62239"/>
                  </a:lnTo>
                  <a:lnTo>
                    <a:pt x="1317006" y="62553"/>
                  </a:lnTo>
                  <a:lnTo>
                    <a:pt x="1303967" y="63464"/>
                  </a:lnTo>
                  <a:lnTo>
                    <a:pt x="1290927" y="64741"/>
                  </a:lnTo>
                  <a:lnTo>
                    <a:pt x="1277887" y="65943"/>
                  </a:lnTo>
                  <a:lnTo>
                    <a:pt x="1264848" y="66183"/>
                  </a:lnTo>
                  <a:lnTo>
                    <a:pt x="1251808" y="65855"/>
                  </a:lnTo>
                  <a:lnTo>
                    <a:pt x="1238768" y="66616"/>
                  </a:lnTo>
                  <a:lnTo>
                    <a:pt x="1225729" y="67325"/>
                  </a:lnTo>
                  <a:lnTo>
                    <a:pt x="1212689" y="67985"/>
                  </a:lnTo>
                  <a:lnTo>
                    <a:pt x="1199649" y="68600"/>
                  </a:lnTo>
                  <a:lnTo>
                    <a:pt x="1186610" y="69177"/>
                  </a:lnTo>
                  <a:lnTo>
                    <a:pt x="1173570" y="69717"/>
                  </a:lnTo>
                  <a:lnTo>
                    <a:pt x="1160530" y="69795"/>
                  </a:lnTo>
                  <a:lnTo>
                    <a:pt x="1147491" y="69544"/>
                  </a:lnTo>
                  <a:lnTo>
                    <a:pt x="1134451" y="69352"/>
                  </a:lnTo>
                  <a:lnTo>
                    <a:pt x="1121411" y="70046"/>
                  </a:lnTo>
                  <a:lnTo>
                    <a:pt x="1108372" y="70753"/>
                  </a:lnTo>
                  <a:lnTo>
                    <a:pt x="1095332" y="71472"/>
                  </a:lnTo>
                  <a:lnTo>
                    <a:pt x="1082292" y="72208"/>
                  </a:lnTo>
                  <a:lnTo>
                    <a:pt x="1069253" y="72671"/>
                  </a:lnTo>
                  <a:lnTo>
                    <a:pt x="1056213" y="72862"/>
                  </a:lnTo>
                  <a:lnTo>
                    <a:pt x="1043173" y="73386"/>
                  </a:lnTo>
                  <a:lnTo>
                    <a:pt x="1030134" y="73990"/>
                  </a:lnTo>
                  <a:lnTo>
                    <a:pt x="1017094" y="74590"/>
                  </a:lnTo>
                  <a:lnTo>
                    <a:pt x="1004054" y="75187"/>
                  </a:lnTo>
                  <a:lnTo>
                    <a:pt x="991015" y="75783"/>
                  </a:lnTo>
                  <a:lnTo>
                    <a:pt x="977975" y="76378"/>
                  </a:lnTo>
                  <a:lnTo>
                    <a:pt x="964935" y="76975"/>
                  </a:lnTo>
                  <a:lnTo>
                    <a:pt x="951896" y="77575"/>
                  </a:lnTo>
                  <a:lnTo>
                    <a:pt x="938856" y="78178"/>
                  </a:lnTo>
                  <a:lnTo>
                    <a:pt x="925816" y="78787"/>
                  </a:lnTo>
                  <a:lnTo>
                    <a:pt x="912777" y="79403"/>
                  </a:lnTo>
                  <a:lnTo>
                    <a:pt x="899737" y="80028"/>
                  </a:lnTo>
                  <a:lnTo>
                    <a:pt x="886697" y="80662"/>
                  </a:lnTo>
                  <a:lnTo>
                    <a:pt x="873657" y="81307"/>
                  </a:lnTo>
                  <a:lnTo>
                    <a:pt x="860618" y="81964"/>
                  </a:lnTo>
                  <a:lnTo>
                    <a:pt x="847578" y="83148"/>
                  </a:lnTo>
                  <a:lnTo>
                    <a:pt x="834538" y="85075"/>
                  </a:lnTo>
                  <a:lnTo>
                    <a:pt x="821499" y="86230"/>
                  </a:lnTo>
                  <a:lnTo>
                    <a:pt x="808459" y="87221"/>
                  </a:lnTo>
                  <a:lnTo>
                    <a:pt x="795419" y="88993"/>
                  </a:lnTo>
                  <a:lnTo>
                    <a:pt x="782380" y="90853"/>
                  </a:lnTo>
                  <a:lnTo>
                    <a:pt x="769340" y="92804"/>
                  </a:lnTo>
                  <a:lnTo>
                    <a:pt x="756300" y="94638"/>
                  </a:lnTo>
                  <a:lnTo>
                    <a:pt x="743261" y="96377"/>
                  </a:lnTo>
                  <a:lnTo>
                    <a:pt x="730221" y="97750"/>
                  </a:lnTo>
                  <a:lnTo>
                    <a:pt x="717181" y="99191"/>
                  </a:lnTo>
                  <a:lnTo>
                    <a:pt x="704142" y="101362"/>
                  </a:lnTo>
                  <a:lnTo>
                    <a:pt x="691102" y="104068"/>
                  </a:lnTo>
                  <a:lnTo>
                    <a:pt x="678062" y="106778"/>
                  </a:lnTo>
                  <a:lnTo>
                    <a:pt x="665023" y="109070"/>
                  </a:lnTo>
                  <a:lnTo>
                    <a:pt x="651983" y="111429"/>
                  </a:lnTo>
                  <a:lnTo>
                    <a:pt x="638943" y="113851"/>
                  </a:lnTo>
                  <a:lnTo>
                    <a:pt x="625904" y="116331"/>
                  </a:lnTo>
                  <a:lnTo>
                    <a:pt x="612864" y="118868"/>
                  </a:lnTo>
                  <a:lnTo>
                    <a:pt x="599824" y="122224"/>
                  </a:lnTo>
                  <a:lnTo>
                    <a:pt x="586785" y="124814"/>
                  </a:lnTo>
                  <a:lnTo>
                    <a:pt x="573745" y="127426"/>
                  </a:lnTo>
                  <a:lnTo>
                    <a:pt x="560705" y="131604"/>
                  </a:lnTo>
                  <a:lnTo>
                    <a:pt x="547666" y="135757"/>
                  </a:lnTo>
                  <a:lnTo>
                    <a:pt x="534626" y="138836"/>
                  </a:lnTo>
                  <a:lnTo>
                    <a:pt x="521586" y="141735"/>
                  </a:lnTo>
                  <a:lnTo>
                    <a:pt x="508547" y="144642"/>
                  </a:lnTo>
                  <a:lnTo>
                    <a:pt x="495507" y="147553"/>
                  </a:lnTo>
                  <a:lnTo>
                    <a:pt x="482467" y="150464"/>
                  </a:lnTo>
                  <a:lnTo>
                    <a:pt x="469428" y="153370"/>
                  </a:lnTo>
                  <a:lnTo>
                    <a:pt x="456388" y="156268"/>
                  </a:lnTo>
                  <a:lnTo>
                    <a:pt x="443348" y="159153"/>
                  </a:lnTo>
                  <a:lnTo>
                    <a:pt x="430309" y="162021"/>
                  </a:lnTo>
                  <a:lnTo>
                    <a:pt x="417269" y="164868"/>
                  </a:lnTo>
                  <a:lnTo>
                    <a:pt x="404229" y="167689"/>
                  </a:lnTo>
                  <a:lnTo>
                    <a:pt x="391190" y="170481"/>
                  </a:lnTo>
                  <a:lnTo>
                    <a:pt x="378150" y="174151"/>
                  </a:lnTo>
                  <a:lnTo>
                    <a:pt x="365110" y="176743"/>
                  </a:lnTo>
                  <a:lnTo>
                    <a:pt x="352071" y="179304"/>
                  </a:lnTo>
                  <a:lnTo>
                    <a:pt x="339031" y="182726"/>
                  </a:lnTo>
                  <a:lnTo>
                    <a:pt x="325991" y="186658"/>
                  </a:lnTo>
                  <a:lnTo>
                    <a:pt x="312952" y="190630"/>
                  </a:lnTo>
                  <a:lnTo>
                    <a:pt x="299912" y="194638"/>
                  </a:lnTo>
                  <a:lnTo>
                    <a:pt x="286872" y="198680"/>
                  </a:lnTo>
                  <a:lnTo>
                    <a:pt x="273833" y="202754"/>
                  </a:lnTo>
                  <a:lnTo>
                    <a:pt x="260793" y="206856"/>
                  </a:lnTo>
                  <a:lnTo>
                    <a:pt x="247753" y="210986"/>
                  </a:lnTo>
                  <a:lnTo>
                    <a:pt x="234714" y="215139"/>
                  </a:lnTo>
                  <a:lnTo>
                    <a:pt x="221674" y="217872"/>
                  </a:lnTo>
                  <a:lnTo>
                    <a:pt x="208634" y="222439"/>
                  </a:lnTo>
                  <a:lnTo>
                    <a:pt x="195595" y="225724"/>
                  </a:lnTo>
                  <a:lnTo>
                    <a:pt x="182555" y="227069"/>
                  </a:lnTo>
                  <a:lnTo>
                    <a:pt x="169515" y="232957"/>
                  </a:lnTo>
                  <a:lnTo>
                    <a:pt x="156476" y="239163"/>
                  </a:lnTo>
                  <a:lnTo>
                    <a:pt x="143436" y="244216"/>
                  </a:lnTo>
                  <a:lnTo>
                    <a:pt x="130396" y="246660"/>
                  </a:lnTo>
                  <a:lnTo>
                    <a:pt x="117357" y="248992"/>
                  </a:lnTo>
                  <a:lnTo>
                    <a:pt x="104317" y="251207"/>
                  </a:lnTo>
                  <a:lnTo>
                    <a:pt x="91277" y="253300"/>
                  </a:lnTo>
                  <a:lnTo>
                    <a:pt x="78238" y="255266"/>
                  </a:lnTo>
                  <a:lnTo>
                    <a:pt x="65198" y="257100"/>
                  </a:lnTo>
                  <a:lnTo>
                    <a:pt x="52158" y="260039"/>
                  </a:lnTo>
                  <a:lnTo>
                    <a:pt x="39119" y="266415"/>
                  </a:lnTo>
                  <a:lnTo>
                    <a:pt x="26079" y="272949"/>
                  </a:lnTo>
                  <a:lnTo>
                    <a:pt x="13039" y="279641"/>
                  </a:lnTo>
                  <a:lnTo>
                    <a:pt x="0" y="283641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8" name="pl48"/>
            <p:cNvSpPr/>
            <p:nvPr/>
          </p:nvSpPr>
          <p:spPr>
            <a:xfrm>
              <a:off x="8703334" y="1352320"/>
              <a:ext cx="2334101" cy="358574"/>
            </a:xfrm>
            <a:custGeom>
              <a:avLst/>
              <a:gdLst/>
              <a:ahLst/>
              <a:cxnLst/>
              <a:rect l="0" t="0" r="0" b="0"/>
              <a:pathLst>
                <a:path w="2334101" h="358574">
                  <a:moveTo>
                    <a:pt x="0" y="358574"/>
                  </a:moveTo>
                  <a:lnTo>
                    <a:pt x="13039" y="355876"/>
                  </a:lnTo>
                  <a:lnTo>
                    <a:pt x="26079" y="353153"/>
                  </a:lnTo>
                  <a:lnTo>
                    <a:pt x="39119" y="350405"/>
                  </a:lnTo>
                  <a:lnTo>
                    <a:pt x="52158" y="347635"/>
                  </a:lnTo>
                  <a:lnTo>
                    <a:pt x="65198" y="344845"/>
                  </a:lnTo>
                  <a:lnTo>
                    <a:pt x="78238" y="342035"/>
                  </a:lnTo>
                  <a:lnTo>
                    <a:pt x="91277" y="339207"/>
                  </a:lnTo>
                  <a:lnTo>
                    <a:pt x="104317" y="336364"/>
                  </a:lnTo>
                  <a:lnTo>
                    <a:pt x="117357" y="333506"/>
                  </a:lnTo>
                  <a:lnTo>
                    <a:pt x="130396" y="330635"/>
                  </a:lnTo>
                  <a:lnTo>
                    <a:pt x="143436" y="327754"/>
                  </a:lnTo>
                  <a:lnTo>
                    <a:pt x="156476" y="324863"/>
                  </a:lnTo>
                  <a:lnTo>
                    <a:pt x="169515" y="321964"/>
                  </a:lnTo>
                  <a:lnTo>
                    <a:pt x="182555" y="319059"/>
                  </a:lnTo>
                  <a:lnTo>
                    <a:pt x="195595" y="316150"/>
                  </a:lnTo>
                  <a:lnTo>
                    <a:pt x="208634" y="313237"/>
                  </a:lnTo>
                  <a:lnTo>
                    <a:pt x="221674" y="310324"/>
                  </a:lnTo>
                  <a:lnTo>
                    <a:pt x="234714" y="307410"/>
                  </a:lnTo>
                  <a:lnTo>
                    <a:pt x="247753" y="304499"/>
                  </a:lnTo>
                  <a:lnTo>
                    <a:pt x="260793" y="301591"/>
                  </a:lnTo>
                  <a:lnTo>
                    <a:pt x="273833" y="298689"/>
                  </a:lnTo>
                  <a:lnTo>
                    <a:pt x="286872" y="295793"/>
                  </a:lnTo>
                  <a:lnTo>
                    <a:pt x="299912" y="292905"/>
                  </a:lnTo>
                  <a:lnTo>
                    <a:pt x="312952" y="290028"/>
                  </a:lnTo>
                  <a:lnTo>
                    <a:pt x="325991" y="287163"/>
                  </a:lnTo>
                  <a:lnTo>
                    <a:pt x="339031" y="284311"/>
                  </a:lnTo>
                  <a:lnTo>
                    <a:pt x="352071" y="281473"/>
                  </a:lnTo>
                  <a:lnTo>
                    <a:pt x="365110" y="278653"/>
                  </a:lnTo>
                  <a:lnTo>
                    <a:pt x="378150" y="275850"/>
                  </a:lnTo>
                  <a:lnTo>
                    <a:pt x="391190" y="273068"/>
                  </a:lnTo>
                  <a:lnTo>
                    <a:pt x="404229" y="270307"/>
                  </a:lnTo>
                  <a:lnTo>
                    <a:pt x="417269" y="267569"/>
                  </a:lnTo>
                  <a:lnTo>
                    <a:pt x="430309" y="264856"/>
                  </a:lnTo>
                  <a:lnTo>
                    <a:pt x="443348" y="262169"/>
                  </a:lnTo>
                  <a:lnTo>
                    <a:pt x="456388" y="259510"/>
                  </a:lnTo>
                  <a:lnTo>
                    <a:pt x="469428" y="256881"/>
                  </a:lnTo>
                  <a:lnTo>
                    <a:pt x="482467" y="254282"/>
                  </a:lnTo>
                  <a:lnTo>
                    <a:pt x="495507" y="251717"/>
                  </a:lnTo>
                  <a:lnTo>
                    <a:pt x="508547" y="249186"/>
                  </a:lnTo>
                  <a:lnTo>
                    <a:pt x="521586" y="246692"/>
                  </a:lnTo>
                  <a:lnTo>
                    <a:pt x="534626" y="244235"/>
                  </a:lnTo>
                  <a:lnTo>
                    <a:pt x="547666" y="241817"/>
                  </a:lnTo>
                  <a:lnTo>
                    <a:pt x="560705" y="239441"/>
                  </a:lnTo>
                  <a:lnTo>
                    <a:pt x="573745" y="237107"/>
                  </a:lnTo>
                  <a:lnTo>
                    <a:pt x="586785" y="234817"/>
                  </a:lnTo>
                  <a:lnTo>
                    <a:pt x="599824" y="232573"/>
                  </a:lnTo>
                  <a:lnTo>
                    <a:pt x="612864" y="230377"/>
                  </a:lnTo>
                  <a:lnTo>
                    <a:pt x="625904" y="228230"/>
                  </a:lnTo>
                  <a:lnTo>
                    <a:pt x="638943" y="226133"/>
                  </a:lnTo>
                  <a:lnTo>
                    <a:pt x="651983" y="224089"/>
                  </a:lnTo>
                  <a:lnTo>
                    <a:pt x="665023" y="222099"/>
                  </a:lnTo>
                  <a:lnTo>
                    <a:pt x="678062" y="220164"/>
                  </a:lnTo>
                  <a:lnTo>
                    <a:pt x="691102" y="218287"/>
                  </a:lnTo>
                  <a:lnTo>
                    <a:pt x="704142" y="216469"/>
                  </a:lnTo>
                  <a:lnTo>
                    <a:pt x="717181" y="214711"/>
                  </a:lnTo>
                  <a:lnTo>
                    <a:pt x="730221" y="213015"/>
                  </a:lnTo>
                  <a:lnTo>
                    <a:pt x="743261" y="211383"/>
                  </a:lnTo>
                  <a:lnTo>
                    <a:pt x="756300" y="209816"/>
                  </a:lnTo>
                  <a:lnTo>
                    <a:pt x="769340" y="208317"/>
                  </a:lnTo>
                  <a:lnTo>
                    <a:pt x="782380" y="206885"/>
                  </a:lnTo>
                  <a:lnTo>
                    <a:pt x="795419" y="205522"/>
                  </a:lnTo>
                  <a:lnTo>
                    <a:pt x="808459" y="204226"/>
                  </a:lnTo>
                  <a:lnTo>
                    <a:pt x="821499" y="202993"/>
                  </a:lnTo>
                  <a:lnTo>
                    <a:pt x="834538" y="201822"/>
                  </a:lnTo>
                  <a:lnTo>
                    <a:pt x="847578" y="200709"/>
                  </a:lnTo>
                  <a:lnTo>
                    <a:pt x="860618" y="199653"/>
                  </a:lnTo>
                  <a:lnTo>
                    <a:pt x="873657" y="198649"/>
                  </a:lnTo>
                  <a:lnTo>
                    <a:pt x="886697" y="197697"/>
                  </a:lnTo>
                  <a:lnTo>
                    <a:pt x="899737" y="196793"/>
                  </a:lnTo>
                  <a:lnTo>
                    <a:pt x="912777" y="195934"/>
                  </a:lnTo>
                  <a:lnTo>
                    <a:pt x="925816" y="195118"/>
                  </a:lnTo>
                  <a:lnTo>
                    <a:pt x="938856" y="194343"/>
                  </a:lnTo>
                  <a:lnTo>
                    <a:pt x="951896" y="193605"/>
                  </a:lnTo>
                  <a:lnTo>
                    <a:pt x="964935" y="192902"/>
                  </a:lnTo>
                  <a:lnTo>
                    <a:pt x="977975" y="192232"/>
                  </a:lnTo>
                  <a:lnTo>
                    <a:pt x="991015" y="191591"/>
                  </a:lnTo>
                  <a:lnTo>
                    <a:pt x="1004054" y="190978"/>
                  </a:lnTo>
                  <a:lnTo>
                    <a:pt x="1017094" y="190389"/>
                  </a:lnTo>
                  <a:lnTo>
                    <a:pt x="1030134" y="189822"/>
                  </a:lnTo>
                  <a:lnTo>
                    <a:pt x="1043173" y="189275"/>
                  </a:lnTo>
                  <a:lnTo>
                    <a:pt x="1056213" y="188744"/>
                  </a:lnTo>
                  <a:lnTo>
                    <a:pt x="1069253" y="188227"/>
                  </a:lnTo>
                  <a:lnTo>
                    <a:pt x="1082292" y="187722"/>
                  </a:lnTo>
                  <a:lnTo>
                    <a:pt x="1095332" y="187226"/>
                  </a:lnTo>
                  <a:lnTo>
                    <a:pt x="1108372" y="186736"/>
                  </a:lnTo>
                  <a:lnTo>
                    <a:pt x="1121411" y="186249"/>
                  </a:lnTo>
                  <a:lnTo>
                    <a:pt x="1134451" y="185764"/>
                  </a:lnTo>
                  <a:lnTo>
                    <a:pt x="1147491" y="185276"/>
                  </a:lnTo>
                  <a:lnTo>
                    <a:pt x="1160530" y="184785"/>
                  </a:lnTo>
                  <a:lnTo>
                    <a:pt x="1173570" y="184287"/>
                  </a:lnTo>
                  <a:lnTo>
                    <a:pt x="1186610" y="183779"/>
                  </a:lnTo>
                  <a:lnTo>
                    <a:pt x="1199649" y="183259"/>
                  </a:lnTo>
                  <a:lnTo>
                    <a:pt x="1212689" y="182724"/>
                  </a:lnTo>
                  <a:lnTo>
                    <a:pt x="1225729" y="182172"/>
                  </a:lnTo>
                  <a:lnTo>
                    <a:pt x="1238768" y="181600"/>
                  </a:lnTo>
                  <a:lnTo>
                    <a:pt x="1251808" y="181006"/>
                  </a:lnTo>
                  <a:lnTo>
                    <a:pt x="1264848" y="180386"/>
                  </a:lnTo>
                  <a:lnTo>
                    <a:pt x="1277887" y="179739"/>
                  </a:lnTo>
                  <a:lnTo>
                    <a:pt x="1290927" y="179060"/>
                  </a:lnTo>
                  <a:lnTo>
                    <a:pt x="1303967" y="178349"/>
                  </a:lnTo>
                  <a:lnTo>
                    <a:pt x="1317006" y="177602"/>
                  </a:lnTo>
                  <a:lnTo>
                    <a:pt x="1330046" y="176817"/>
                  </a:lnTo>
                  <a:lnTo>
                    <a:pt x="1343086" y="175991"/>
                  </a:lnTo>
                  <a:lnTo>
                    <a:pt x="1356125" y="175122"/>
                  </a:lnTo>
                  <a:lnTo>
                    <a:pt x="1369165" y="174206"/>
                  </a:lnTo>
                  <a:lnTo>
                    <a:pt x="1382205" y="173241"/>
                  </a:lnTo>
                  <a:lnTo>
                    <a:pt x="1395244" y="172225"/>
                  </a:lnTo>
                  <a:lnTo>
                    <a:pt x="1408284" y="171155"/>
                  </a:lnTo>
                  <a:lnTo>
                    <a:pt x="1421324" y="170028"/>
                  </a:lnTo>
                  <a:lnTo>
                    <a:pt x="1434363" y="168842"/>
                  </a:lnTo>
                  <a:lnTo>
                    <a:pt x="1447403" y="167594"/>
                  </a:lnTo>
                  <a:lnTo>
                    <a:pt x="1460443" y="166281"/>
                  </a:lnTo>
                  <a:lnTo>
                    <a:pt x="1473482" y="164902"/>
                  </a:lnTo>
                  <a:lnTo>
                    <a:pt x="1486522" y="163452"/>
                  </a:lnTo>
                  <a:lnTo>
                    <a:pt x="1499562" y="161930"/>
                  </a:lnTo>
                  <a:lnTo>
                    <a:pt x="1512601" y="160334"/>
                  </a:lnTo>
                  <a:lnTo>
                    <a:pt x="1525641" y="158661"/>
                  </a:lnTo>
                  <a:lnTo>
                    <a:pt x="1538681" y="156908"/>
                  </a:lnTo>
                  <a:lnTo>
                    <a:pt x="1551720" y="155073"/>
                  </a:lnTo>
                  <a:lnTo>
                    <a:pt x="1564760" y="153156"/>
                  </a:lnTo>
                  <a:lnTo>
                    <a:pt x="1577800" y="151155"/>
                  </a:lnTo>
                  <a:lnTo>
                    <a:pt x="1590839" y="149072"/>
                  </a:lnTo>
                  <a:lnTo>
                    <a:pt x="1603879" y="146912"/>
                  </a:lnTo>
                  <a:lnTo>
                    <a:pt x="1616919" y="144677"/>
                  </a:lnTo>
                  <a:lnTo>
                    <a:pt x="1629958" y="142370"/>
                  </a:lnTo>
                  <a:lnTo>
                    <a:pt x="1642998" y="139995"/>
                  </a:lnTo>
                  <a:lnTo>
                    <a:pt x="1656038" y="137554"/>
                  </a:lnTo>
                  <a:lnTo>
                    <a:pt x="1669077" y="135052"/>
                  </a:lnTo>
                  <a:lnTo>
                    <a:pt x="1682117" y="132490"/>
                  </a:lnTo>
                  <a:lnTo>
                    <a:pt x="1695157" y="129873"/>
                  </a:lnTo>
                  <a:lnTo>
                    <a:pt x="1708196" y="127204"/>
                  </a:lnTo>
                  <a:lnTo>
                    <a:pt x="1721236" y="124486"/>
                  </a:lnTo>
                  <a:lnTo>
                    <a:pt x="1734276" y="121721"/>
                  </a:lnTo>
                  <a:lnTo>
                    <a:pt x="1747315" y="118914"/>
                  </a:lnTo>
                  <a:lnTo>
                    <a:pt x="1760355" y="116067"/>
                  </a:lnTo>
                  <a:lnTo>
                    <a:pt x="1773395" y="113184"/>
                  </a:lnTo>
                  <a:lnTo>
                    <a:pt x="1786435" y="110268"/>
                  </a:lnTo>
                  <a:lnTo>
                    <a:pt x="1799474" y="107321"/>
                  </a:lnTo>
                  <a:lnTo>
                    <a:pt x="1812514" y="104348"/>
                  </a:lnTo>
                  <a:lnTo>
                    <a:pt x="1825554" y="101352"/>
                  </a:lnTo>
                  <a:lnTo>
                    <a:pt x="1838593" y="98335"/>
                  </a:lnTo>
                  <a:lnTo>
                    <a:pt x="1851633" y="95300"/>
                  </a:lnTo>
                  <a:lnTo>
                    <a:pt x="1864673" y="92252"/>
                  </a:lnTo>
                  <a:lnTo>
                    <a:pt x="1877712" y="89193"/>
                  </a:lnTo>
                  <a:lnTo>
                    <a:pt x="1890752" y="86127"/>
                  </a:lnTo>
                  <a:lnTo>
                    <a:pt x="1903792" y="83056"/>
                  </a:lnTo>
                  <a:lnTo>
                    <a:pt x="1916831" y="79984"/>
                  </a:lnTo>
                  <a:lnTo>
                    <a:pt x="1929871" y="76914"/>
                  </a:lnTo>
                  <a:lnTo>
                    <a:pt x="1942911" y="73849"/>
                  </a:lnTo>
                  <a:lnTo>
                    <a:pt x="1955950" y="70793"/>
                  </a:lnTo>
                  <a:lnTo>
                    <a:pt x="1968990" y="67748"/>
                  </a:lnTo>
                  <a:lnTo>
                    <a:pt x="1982030" y="64718"/>
                  </a:lnTo>
                  <a:lnTo>
                    <a:pt x="1995069" y="61707"/>
                  </a:lnTo>
                  <a:lnTo>
                    <a:pt x="2008109" y="58716"/>
                  </a:lnTo>
                  <a:lnTo>
                    <a:pt x="2021149" y="55750"/>
                  </a:lnTo>
                  <a:lnTo>
                    <a:pt x="2034188" y="52812"/>
                  </a:lnTo>
                  <a:lnTo>
                    <a:pt x="2047228" y="49905"/>
                  </a:lnTo>
                  <a:lnTo>
                    <a:pt x="2060268" y="47031"/>
                  </a:lnTo>
                  <a:lnTo>
                    <a:pt x="2073307" y="44195"/>
                  </a:lnTo>
                  <a:lnTo>
                    <a:pt x="2086347" y="41400"/>
                  </a:lnTo>
                  <a:lnTo>
                    <a:pt x="2099387" y="38648"/>
                  </a:lnTo>
                  <a:lnTo>
                    <a:pt x="2112426" y="35943"/>
                  </a:lnTo>
                  <a:lnTo>
                    <a:pt x="2125466" y="33288"/>
                  </a:lnTo>
                  <a:lnTo>
                    <a:pt x="2138506" y="30686"/>
                  </a:lnTo>
                  <a:lnTo>
                    <a:pt x="2151545" y="28141"/>
                  </a:lnTo>
                  <a:lnTo>
                    <a:pt x="2164585" y="25655"/>
                  </a:lnTo>
                  <a:lnTo>
                    <a:pt x="2177625" y="23233"/>
                  </a:lnTo>
                  <a:lnTo>
                    <a:pt x="2190664" y="20876"/>
                  </a:lnTo>
                  <a:lnTo>
                    <a:pt x="2203704" y="18589"/>
                  </a:lnTo>
                  <a:lnTo>
                    <a:pt x="2216744" y="16374"/>
                  </a:lnTo>
                  <a:lnTo>
                    <a:pt x="2229783" y="14232"/>
                  </a:lnTo>
                  <a:lnTo>
                    <a:pt x="2242823" y="12166"/>
                  </a:lnTo>
                  <a:lnTo>
                    <a:pt x="2255863" y="10178"/>
                  </a:lnTo>
                  <a:lnTo>
                    <a:pt x="2268902" y="8272"/>
                  </a:lnTo>
                  <a:lnTo>
                    <a:pt x="2281942" y="6449"/>
                  </a:lnTo>
                  <a:lnTo>
                    <a:pt x="2294982" y="4709"/>
                  </a:lnTo>
                  <a:lnTo>
                    <a:pt x="2308021" y="3054"/>
                  </a:lnTo>
                  <a:lnTo>
                    <a:pt x="2321061" y="1484"/>
                  </a:lnTo>
                  <a:lnTo>
                    <a:pt x="233410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l49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gdLst/>
              <a:ahLst/>
              <a:cxnLst/>
              <a:rect l="0" t="0" r="0" b="0"/>
              <a:pathLst>
                <a:path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tx50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743597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431346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2120273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808580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49465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118234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7" name="tx57"/>
            <p:cNvSpPr/>
            <p:nvPr/>
          </p:nvSpPr>
          <p:spPr>
            <a:xfrm>
              <a:off x="8137780" y="870090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8" name="pl58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l59"/>
            <p:cNvSpPr/>
            <p:nvPr/>
          </p:nvSpPr>
          <p:spPr>
            <a:xfrm>
              <a:off x="8298767" y="2785021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l60"/>
            <p:cNvSpPr/>
            <p:nvPr/>
          </p:nvSpPr>
          <p:spPr>
            <a:xfrm>
              <a:off x="8298767" y="247277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61"/>
            <p:cNvSpPr/>
            <p:nvPr/>
          </p:nvSpPr>
          <p:spPr>
            <a:xfrm>
              <a:off x="8298767" y="216051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62"/>
            <p:cNvSpPr/>
            <p:nvPr/>
          </p:nvSpPr>
          <p:spPr>
            <a:xfrm>
              <a:off x="8298767" y="1848267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63"/>
            <p:cNvSpPr/>
            <p:nvPr/>
          </p:nvSpPr>
          <p:spPr>
            <a:xfrm>
              <a:off x="8298767" y="153601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64"/>
            <p:cNvSpPr/>
            <p:nvPr/>
          </p:nvSpPr>
          <p:spPr>
            <a:xfrm>
              <a:off x="8298767" y="122376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65"/>
            <p:cNvSpPr/>
            <p:nvPr/>
          </p:nvSpPr>
          <p:spPr>
            <a:xfrm>
              <a:off x="8298767" y="911514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66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67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68"/>
            <p:cNvSpPr/>
            <p:nvPr/>
          </p:nvSpPr>
          <p:spPr>
            <a:xfrm>
              <a:off x="9038694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69"/>
            <p:cNvSpPr/>
            <p:nvPr/>
          </p:nvSpPr>
          <p:spPr>
            <a:xfrm>
              <a:off x="9374053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70"/>
            <p:cNvSpPr/>
            <p:nvPr/>
          </p:nvSpPr>
          <p:spPr>
            <a:xfrm>
              <a:off x="9709412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71"/>
            <p:cNvSpPr/>
            <p:nvPr/>
          </p:nvSpPr>
          <p:spPr>
            <a:xfrm>
              <a:off x="10044772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72"/>
            <p:cNvSpPr/>
            <p:nvPr/>
          </p:nvSpPr>
          <p:spPr>
            <a:xfrm>
              <a:off x="10380131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73"/>
            <p:cNvSpPr/>
            <p:nvPr/>
          </p:nvSpPr>
          <p:spPr>
            <a:xfrm>
              <a:off x="10715491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74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tx75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8918794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254153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589513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9924872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260232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595591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37.5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rc30"/>
            <p:cNvSpPr/>
            <p:nvPr/>
          </p:nvSpPr>
          <p:spPr>
            <a:xfrm>
              <a:off x="1565498" y="2944058"/>
              <a:ext cx="19184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65498" y="2787725"/>
              <a:ext cx="22371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rc32"/>
            <p:cNvSpPr/>
            <p:nvPr/>
          </p:nvSpPr>
          <p:spPr>
            <a:xfrm>
              <a:off x="1565498" y="2631391"/>
              <a:ext cx="24762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rc33"/>
            <p:cNvSpPr/>
            <p:nvPr/>
          </p:nvSpPr>
          <p:spPr>
            <a:xfrm>
              <a:off x="1565498" y="2475058"/>
              <a:ext cx="27115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rc34"/>
            <p:cNvSpPr/>
            <p:nvPr/>
          </p:nvSpPr>
          <p:spPr>
            <a:xfrm>
              <a:off x="1565498" y="2318724"/>
              <a:ext cx="30613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rc35"/>
            <p:cNvSpPr/>
            <p:nvPr/>
          </p:nvSpPr>
          <p:spPr>
            <a:xfrm>
              <a:off x="1565498" y="2162390"/>
              <a:ext cx="3234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rc36"/>
            <p:cNvSpPr/>
            <p:nvPr/>
          </p:nvSpPr>
          <p:spPr>
            <a:xfrm>
              <a:off x="1565498" y="2006057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rc37"/>
            <p:cNvSpPr/>
            <p:nvPr/>
          </p:nvSpPr>
          <p:spPr>
            <a:xfrm>
              <a:off x="1565498" y="1849723"/>
              <a:ext cx="32516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565498" y="1693390"/>
              <a:ext cx="312043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1565498" y="1537056"/>
              <a:ext cx="2845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rc40"/>
            <p:cNvSpPr/>
            <p:nvPr/>
          </p:nvSpPr>
          <p:spPr>
            <a:xfrm>
              <a:off x="1565498" y="1380723"/>
              <a:ext cx="24643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rc41"/>
            <p:cNvSpPr/>
            <p:nvPr/>
          </p:nvSpPr>
          <p:spPr>
            <a:xfrm>
              <a:off x="1565498" y="1224389"/>
              <a:ext cx="201720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rc42"/>
            <p:cNvSpPr/>
            <p:nvPr/>
          </p:nvSpPr>
          <p:spPr>
            <a:xfrm>
              <a:off x="1565498" y="1068056"/>
              <a:ext cx="17063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rc43"/>
            <p:cNvSpPr/>
            <p:nvPr/>
          </p:nvSpPr>
          <p:spPr>
            <a:xfrm>
              <a:off x="1565498" y="911722"/>
              <a:ext cx="13903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565498" y="755389"/>
              <a:ext cx="1791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1894150" y="2057012"/>
              <a:ext cx="2347515" cy="493598"/>
            </a:xfrm>
            <a:custGeom>
              <a:avLst/>
              <a:gdLst/>
              <a:ahLst/>
              <a:cxnLst/>
              <a:rect l="0" t="0" r="0" b="0"/>
              <a:pathLst>
                <a:path w="2347515" h="493598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137955"/>
                  </a:lnTo>
                  <a:lnTo>
                    <a:pt x="2334400" y="140179"/>
                  </a:lnTo>
                  <a:lnTo>
                    <a:pt x="2321286" y="142404"/>
                  </a:lnTo>
                  <a:lnTo>
                    <a:pt x="2308171" y="144628"/>
                  </a:lnTo>
                  <a:lnTo>
                    <a:pt x="2295057" y="146853"/>
                  </a:lnTo>
                  <a:lnTo>
                    <a:pt x="2281942" y="149078"/>
                  </a:lnTo>
                  <a:lnTo>
                    <a:pt x="2268827" y="151302"/>
                  </a:lnTo>
                  <a:lnTo>
                    <a:pt x="2255713" y="153526"/>
                  </a:lnTo>
                  <a:lnTo>
                    <a:pt x="2242598" y="155751"/>
                  </a:lnTo>
                  <a:lnTo>
                    <a:pt x="2229484" y="157975"/>
                  </a:lnTo>
                  <a:lnTo>
                    <a:pt x="2216369" y="160200"/>
                  </a:lnTo>
                  <a:lnTo>
                    <a:pt x="2203254" y="162424"/>
                  </a:lnTo>
                  <a:lnTo>
                    <a:pt x="2190140" y="164648"/>
                  </a:lnTo>
                  <a:lnTo>
                    <a:pt x="2177025" y="166872"/>
                  </a:lnTo>
                  <a:lnTo>
                    <a:pt x="2163911" y="169095"/>
                  </a:lnTo>
                  <a:lnTo>
                    <a:pt x="2150796" y="171319"/>
                  </a:lnTo>
                  <a:lnTo>
                    <a:pt x="2137681" y="173542"/>
                  </a:lnTo>
                  <a:lnTo>
                    <a:pt x="2124567" y="175764"/>
                  </a:lnTo>
                  <a:lnTo>
                    <a:pt x="2111452" y="177986"/>
                  </a:lnTo>
                  <a:lnTo>
                    <a:pt x="2098337" y="180208"/>
                  </a:lnTo>
                  <a:lnTo>
                    <a:pt x="2085223" y="182429"/>
                  </a:lnTo>
                  <a:lnTo>
                    <a:pt x="2072108" y="184649"/>
                  </a:lnTo>
                  <a:lnTo>
                    <a:pt x="2058994" y="186868"/>
                  </a:lnTo>
                  <a:lnTo>
                    <a:pt x="2045879" y="189087"/>
                  </a:lnTo>
                  <a:lnTo>
                    <a:pt x="2032764" y="191304"/>
                  </a:lnTo>
                  <a:lnTo>
                    <a:pt x="2019650" y="193520"/>
                  </a:lnTo>
                  <a:lnTo>
                    <a:pt x="2006535" y="195735"/>
                  </a:lnTo>
                  <a:lnTo>
                    <a:pt x="1993421" y="197949"/>
                  </a:lnTo>
                  <a:lnTo>
                    <a:pt x="1980306" y="200161"/>
                  </a:lnTo>
                  <a:lnTo>
                    <a:pt x="1967191" y="202371"/>
                  </a:lnTo>
                  <a:lnTo>
                    <a:pt x="1954077" y="204579"/>
                  </a:lnTo>
                  <a:lnTo>
                    <a:pt x="1940962" y="206786"/>
                  </a:lnTo>
                  <a:lnTo>
                    <a:pt x="1927847" y="208990"/>
                  </a:lnTo>
                  <a:lnTo>
                    <a:pt x="1914733" y="211192"/>
                  </a:lnTo>
                  <a:lnTo>
                    <a:pt x="1901618" y="213391"/>
                  </a:lnTo>
                  <a:lnTo>
                    <a:pt x="1888504" y="215588"/>
                  </a:lnTo>
                  <a:lnTo>
                    <a:pt x="1875389" y="217782"/>
                  </a:lnTo>
                  <a:lnTo>
                    <a:pt x="1862274" y="219973"/>
                  </a:lnTo>
                  <a:lnTo>
                    <a:pt x="1849160" y="222161"/>
                  </a:lnTo>
                  <a:lnTo>
                    <a:pt x="1836045" y="224345"/>
                  </a:lnTo>
                  <a:lnTo>
                    <a:pt x="1822931" y="226527"/>
                  </a:lnTo>
                  <a:lnTo>
                    <a:pt x="1809816" y="228704"/>
                  </a:lnTo>
                  <a:lnTo>
                    <a:pt x="1796701" y="230878"/>
                  </a:lnTo>
                  <a:lnTo>
                    <a:pt x="1783587" y="233048"/>
                  </a:lnTo>
                  <a:lnTo>
                    <a:pt x="1770472" y="235214"/>
                  </a:lnTo>
                  <a:lnTo>
                    <a:pt x="1757358" y="237375"/>
                  </a:lnTo>
                  <a:lnTo>
                    <a:pt x="1744243" y="239532"/>
                  </a:lnTo>
                  <a:lnTo>
                    <a:pt x="1731128" y="241685"/>
                  </a:lnTo>
                  <a:lnTo>
                    <a:pt x="1718014" y="243833"/>
                  </a:lnTo>
                  <a:lnTo>
                    <a:pt x="1704899" y="245977"/>
                  </a:lnTo>
                  <a:lnTo>
                    <a:pt x="1691784" y="248116"/>
                  </a:lnTo>
                  <a:lnTo>
                    <a:pt x="1678670" y="250249"/>
                  </a:lnTo>
                  <a:lnTo>
                    <a:pt x="1665555" y="252378"/>
                  </a:lnTo>
                  <a:lnTo>
                    <a:pt x="1652441" y="254502"/>
                  </a:lnTo>
                  <a:lnTo>
                    <a:pt x="1639326" y="256621"/>
                  </a:lnTo>
                  <a:lnTo>
                    <a:pt x="1626211" y="258734"/>
                  </a:lnTo>
                  <a:lnTo>
                    <a:pt x="1613097" y="260842"/>
                  </a:lnTo>
                  <a:lnTo>
                    <a:pt x="1599982" y="262945"/>
                  </a:lnTo>
                  <a:lnTo>
                    <a:pt x="1586868" y="265043"/>
                  </a:lnTo>
                  <a:lnTo>
                    <a:pt x="1573753" y="267135"/>
                  </a:lnTo>
                  <a:lnTo>
                    <a:pt x="1560638" y="269222"/>
                  </a:lnTo>
                  <a:lnTo>
                    <a:pt x="1547524" y="271304"/>
                  </a:lnTo>
                  <a:lnTo>
                    <a:pt x="1534409" y="273380"/>
                  </a:lnTo>
                  <a:lnTo>
                    <a:pt x="1521295" y="275451"/>
                  </a:lnTo>
                  <a:lnTo>
                    <a:pt x="1508180" y="277517"/>
                  </a:lnTo>
                  <a:lnTo>
                    <a:pt x="1495065" y="279578"/>
                  </a:lnTo>
                  <a:lnTo>
                    <a:pt x="1481951" y="281633"/>
                  </a:lnTo>
                  <a:lnTo>
                    <a:pt x="1468836" y="283683"/>
                  </a:lnTo>
                  <a:lnTo>
                    <a:pt x="1455721" y="285728"/>
                  </a:lnTo>
                  <a:lnTo>
                    <a:pt x="1442607" y="287768"/>
                  </a:lnTo>
                  <a:lnTo>
                    <a:pt x="1429492" y="289803"/>
                  </a:lnTo>
                  <a:lnTo>
                    <a:pt x="1416378" y="291833"/>
                  </a:lnTo>
                  <a:lnTo>
                    <a:pt x="1403263" y="293858"/>
                  </a:lnTo>
                  <a:lnTo>
                    <a:pt x="1390148" y="295879"/>
                  </a:lnTo>
                  <a:lnTo>
                    <a:pt x="1377034" y="297894"/>
                  </a:lnTo>
                  <a:lnTo>
                    <a:pt x="1363919" y="299905"/>
                  </a:lnTo>
                  <a:lnTo>
                    <a:pt x="1350805" y="301911"/>
                  </a:lnTo>
                  <a:lnTo>
                    <a:pt x="1337690" y="303912"/>
                  </a:lnTo>
                  <a:lnTo>
                    <a:pt x="1324575" y="305909"/>
                  </a:lnTo>
                  <a:lnTo>
                    <a:pt x="1311461" y="307902"/>
                  </a:lnTo>
                  <a:lnTo>
                    <a:pt x="1298346" y="309890"/>
                  </a:lnTo>
                  <a:lnTo>
                    <a:pt x="1285231" y="311873"/>
                  </a:lnTo>
                  <a:lnTo>
                    <a:pt x="1272117" y="313852"/>
                  </a:lnTo>
                  <a:lnTo>
                    <a:pt x="1259002" y="315827"/>
                  </a:lnTo>
                  <a:lnTo>
                    <a:pt x="1245888" y="317798"/>
                  </a:lnTo>
                  <a:lnTo>
                    <a:pt x="1232773" y="319765"/>
                  </a:lnTo>
                  <a:lnTo>
                    <a:pt x="1219658" y="321727"/>
                  </a:lnTo>
                  <a:lnTo>
                    <a:pt x="1206544" y="323686"/>
                  </a:lnTo>
                  <a:lnTo>
                    <a:pt x="1193429" y="325640"/>
                  </a:lnTo>
                  <a:lnTo>
                    <a:pt x="1180315" y="327590"/>
                  </a:lnTo>
                  <a:lnTo>
                    <a:pt x="1167200" y="329537"/>
                  </a:lnTo>
                  <a:lnTo>
                    <a:pt x="1154085" y="331479"/>
                  </a:lnTo>
                  <a:lnTo>
                    <a:pt x="1140971" y="333418"/>
                  </a:lnTo>
                  <a:lnTo>
                    <a:pt x="1127856" y="335353"/>
                  </a:lnTo>
                  <a:lnTo>
                    <a:pt x="1114742" y="337284"/>
                  </a:lnTo>
                  <a:lnTo>
                    <a:pt x="1101627" y="339212"/>
                  </a:lnTo>
                  <a:lnTo>
                    <a:pt x="1088512" y="341136"/>
                  </a:lnTo>
                  <a:lnTo>
                    <a:pt x="1075398" y="343056"/>
                  </a:lnTo>
                  <a:lnTo>
                    <a:pt x="1062283" y="344972"/>
                  </a:lnTo>
                  <a:lnTo>
                    <a:pt x="1049168" y="346885"/>
                  </a:lnTo>
                  <a:lnTo>
                    <a:pt x="1036054" y="348795"/>
                  </a:lnTo>
                  <a:lnTo>
                    <a:pt x="1022939" y="350700"/>
                  </a:lnTo>
                  <a:lnTo>
                    <a:pt x="1009825" y="352603"/>
                  </a:lnTo>
                  <a:lnTo>
                    <a:pt x="996710" y="354502"/>
                  </a:lnTo>
                  <a:lnTo>
                    <a:pt x="983595" y="356397"/>
                  </a:lnTo>
                  <a:lnTo>
                    <a:pt x="970481" y="358289"/>
                  </a:lnTo>
                  <a:lnTo>
                    <a:pt x="957366" y="360178"/>
                  </a:lnTo>
                  <a:lnTo>
                    <a:pt x="944252" y="362064"/>
                  </a:lnTo>
                  <a:lnTo>
                    <a:pt x="931137" y="363946"/>
                  </a:lnTo>
                  <a:lnTo>
                    <a:pt x="918022" y="365825"/>
                  </a:lnTo>
                  <a:lnTo>
                    <a:pt x="904908" y="367701"/>
                  </a:lnTo>
                  <a:lnTo>
                    <a:pt x="891793" y="369573"/>
                  </a:lnTo>
                  <a:lnTo>
                    <a:pt x="878679" y="371443"/>
                  </a:lnTo>
                  <a:lnTo>
                    <a:pt x="865564" y="373310"/>
                  </a:lnTo>
                  <a:lnTo>
                    <a:pt x="852449" y="375173"/>
                  </a:lnTo>
                  <a:lnTo>
                    <a:pt x="839335" y="377034"/>
                  </a:lnTo>
                  <a:lnTo>
                    <a:pt x="826220" y="378892"/>
                  </a:lnTo>
                  <a:lnTo>
                    <a:pt x="813105" y="380747"/>
                  </a:lnTo>
                  <a:lnTo>
                    <a:pt x="799991" y="382600"/>
                  </a:lnTo>
                  <a:lnTo>
                    <a:pt x="786876" y="384449"/>
                  </a:lnTo>
                  <a:lnTo>
                    <a:pt x="773762" y="386297"/>
                  </a:lnTo>
                  <a:lnTo>
                    <a:pt x="760647" y="388141"/>
                  </a:lnTo>
                  <a:lnTo>
                    <a:pt x="747532" y="389984"/>
                  </a:lnTo>
                  <a:lnTo>
                    <a:pt x="734418" y="391824"/>
                  </a:lnTo>
                  <a:lnTo>
                    <a:pt x="721303" y="393661"/>
                  </a:lnTo>
                  <a:lnTo>
                    <a:pt x="708189" y="395497"/>
                  </a:lnTo>
                  <a:lnTo>
                    <a:pt x="695074" y="397330"/>
                  </a:lnTo>
                  <a:lnTo>
                    <a:pt x="681959" y="399162"/>
                  </a:lnTo>
                  <a:lnTo>
                    <a:pt x="668845" y="400991"/>
                  </a:lnTo>
                  <a:lnTo>
                    <a:pt x="655730" y="402819"/>
                  </a:lnTo>
                  <a:lnTo>
                    <a:pt x="642615" y="404645"/>
                  </a:lnTo>
                  <a:lnTo>
                    <a:pt x="629501" y="406469"/>
                  </a:lnTo>
                  <a:lnTo>
                    <a:pt x="616386" y="408292"/>
                  </a:lnTo>
                  <a:lnTo>
                    <a:pt x="603272" y="410114"/>
                  </a:lnTo>
                  <a:lnTo>
                    <a:pt x="590157" y="411934"/>
                  </a:lnTo>
                  <a:lnTo>
                    <a:pt x="577042" y="413753"/>
                  </a:lnTo>
                  <a:lnTo>
                    <a:pt x="563928" y="415571"/>
                  </a:lnTo>
                  <a:lnTo>
                    <a:pt x="550813" y="417387"/>
                  </a:lnTo>
                  <a:lnTo>
                    <a:pt x="537699" y="419203"/>
                  </a:lnTo>
                  <a:lnTo>
                    <a:pt x="524584" y="421018"/>
                  </a:lnTo>
                  <a:lnTo>
                    <a:pt x="511469" y="422833"/>
                  </a:lnTo>
                  <a:lnTo>
                    <a:pt x="498355" y="424646"/>
                  </a:lnTo>
                  <a:lnTo>
                    <a:pt x="485240" y="426460"/>
                  </a:lnTo>
                  <a:lnTo>
                    <a:pt x="472126" y="428272"/>
                  </a:lnTo>
                  <a:lnTo>
                    <a:pt x="459011" y="430084"/>
                  </a:lnTo>
                  <a:lnTo>
                    <a:pt x="445896" y="431896"/>
                  </a:lnTo>
                  <a:lnTo>
                    <a:pt x="432782" y="433708"/>
                  </a:lnTo>
                  <a:lnTo>
                    <a:pt x="419667" y="435520"/>
                  </a:lnTo>
                  <a:lnTo>
                    <a:pt x="406552" y="437331"/>
                  </a:lnTo>
                  <a:lnTo>
                    <a:pt x="393438" y="439143"/>
                  </a:lnTo>
                  <a:lnTo>
                    <a:pt x="380323" y="440954"/>
                  </a:lnTo>
                  <a:lnTo>
                    <a:pt x="367209" y="442766"/>
                  </a:lnTo>
                  <a:lnTo>
                    <a:pt x="354094" y="444578"/>
                  </a:lnTo>
                  <a:lnTo>
                    <a:pt x="340979" y="446389"/>
                  </a:lnTo>
                  <a:lnTo>
                    <a:pt x="327865" y="448202"/>
                  </a:lnTo>
                  <a:lnTo>
                    <a:pt x="314750" y="450014"/>
                  </a:lnTo>
                  <a:lnTo>
                    <a:pt x="301636" y="451827"/>
                  </a:lnTo>
                  <a:lnTo>
                    <a:pt x="288521" y="453639"/>
                  </a:lnTo>
                  <a:lnTo>
                    <a:pt x="275406" y="455453"/>
                  </a:lnTo>
                  <a:lnTo>
                    <a:pt x="262292" y="457266"/>
                  </a:lnTo>
                  <a:lnTo>
                    <a:pt x="249177" y="459080"/>
                  </a:lnTo>
                  <a:lnTo>
                    <a:pt x="236063" y="460895"/>
                  </a:lnTo>
                  <a:lnTo>
                    <a:pt x="222948" y="462709"/>
                  </a:lnTo>
                  <a:lnTo>
                    <a:pt x="209833" y="464525"/>
                  </a:lnTo>
                  <a:lnTo>
                    <a:pt x="196719" y="466340"/>
                  </a:lnTo>
                  <a:lnTo>
                    <a:pt x="183604" y="468156"/>
                  </a:lnTo>
                  <a:lnTo>
                    <a:pt x="170489" y="469972"/>
                  </a:lnTo>
                  <a:lnTo>
                    <a:pt x="157375" y="471788"/>
                  </a:lnTo>
                  <a:lnTo>
                    <a:pt x="144260" y="473605"/>
                  </a:lnTo>
                  <a:lnTo>
                    <a:pt x="131146" y="475422"/>
                  </a:lnTo>
                  <a:lnTo>
                    <a:pt x="118031" y="477239"/>
                  </a:lnTo>
                  <a:lnTo>
                    <a:pt x="104916" y="479056"/>
                  </a:lnTo>
                  <a:lnTo>
                    <a:pt x="91802" y="480874"/>
                  </a:lnTo>
                  <a:lnTo>
                    <a:pt x="78687" y="482691"/>
                  </a:lnTo>
                  <a:lnTo>
                    <a:pt x="65573" y="484509"/>
                  </a:lnTo>
                  <a:lnTo>
                    <a:pt x="52458" y="486327"/>
                  </a:lnTo>
                  <a:lnTo>
                    <a:pt x="39343" y="488144"/>
                  </a:lnTo>
                  <a:lnTo>
                    <a:pt x="26229" y="489962"/>
                  </a:lnTo>
                  <a:lnTo>
                    <a:pt x="13114" y="491780"/>
                  </a:lnTo>
                  <a:lnTo>
                    <a:pt x="0" y="493598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894150" y="2057012"/>
              <a:ext cx="2347515" cy="245806"/>
            </a:xfrm>
            <a:custGeom>
              <a:avLst/>
              <a:gdLst/>
              <a:ahLst/>
              <a:cxnLst/>
              <a:rect l="0" t="0" r="0" b="0"/>
              <a:pathLst>
                <a:path w="2347515" h="245806">
                  <a:moveTo>
                    <a:pt x="0" y="245806"/>
                  </a:moveTo>
                  <a:lnTo>
                    <a:pt x="13114" y="245172"/>
                  </a:lnTo>
                  <a:lnTo>
                    <a:pt x="26229" y="244537"/>
                  </a:lnTo>
                  <a:lnTo>
                    <a:pt x="39343" y="243903"/>
                  </a:lnTo>
                  <a:lnTo>
                    <a:pt x="52458" y="243268"/>
                  </a:lnTo>
                  <a:lnTo>
                    <a:pt x="65573" y="242633"/>
                  </a:lnTo>
                  <a:lnTo>
                    <a:pt x="78687" y="241998"/>
                  </a:lnTo>
                  <a:lnTo>
                    <a:pt x="91802" y="241362"/>
                  </a:lnTo>
                  <a:lnTo>
                    <a:pt x="104916" y="240726"/>
                  </a:lnTo>
                  <a:lnTo>
                    <a:pt x="118031" y="240089"/>
                  </a:lnTo>
                  <a:lnTo>
                    <a:pt x="131146" y="239452"/>
                  </a:lnTo>
                  <a:lnTo>
                    <a:pt x="144260" y="238813"/>
                  </a:lnTo>
                  <a:lnTo>
                    <a:pt x="157375" y="238173"/>
                  </a:lnTo>
                  <a:lnTo>
                    <a:pt x="170489" y="237532"/>
                  </a:lnTo>
                  <a:lnTo>
                    <a:pt x="183604" y="236889"/>
                  </a:lnTo>
                  <a:lnTo>
                    <a:pt x="196719" y="236244"/>
                  </a:lnTo>
                  <a:lnTo>
                    <a:pt x="209833" y="235598"/>
                  </a:lnTo>
                  <a:lnTo>
                    <a:pt x="222948" y="234949"/>
                  </a:lnTo>
                  <a:lnTo>
                    <a:pt x="236063" y="234297"/>
                  </a:lnTo>
                  <a:lnTo>
                    <a:pt x="249177" y="233643"/>
                  </a:lnTo>
                  <a:lnTo>
                    <a:pt x="262292" y="232986"/>
                  </a:lnTo>
                  <a:lnTo>
                    <a:pt x="275406" y="232326"/>
                  </a:lnTo>
                  <a:lnTo>
                    <a:pt x="288521" y="231662"/>
                  </a:lnTo>
                  <a:lnTo>
                    <a:pt x="301636" y="230995"/>
                  </a:lnTo>
                  <a:lnTo>
                    <a:pt x="314750" y="230324"/>
                  </a:lnTo>
                  <a:lnTo>
                    <a:pt x="327865" y="229648"/>
                  </a:lnTo>
                  <a:lnTo>
                    <a:pt x="340979" y="228968"/>
                  </a:lnTo>
                  <a:lnTo>
                    <a:pt x="354094" y="228283"/>
                  </a:lnTo>
                  <a:lnTo>
                    <a:pt x="367209" y="227593"/>
                  </a:lnTo>
                  <a:lnTo>
                    <a:pt x="380323" y="226898"/>
                  </a:lnTo>
                  <a:lnTo>
                    <a:pt x="393438" y="226197"/>
                  </a:lnTo>
                  <a:lnTo>
                    <a:pt x="406552" y="225490"/>
                  </a:lnTo>
                  <a:lnTo>
                    <a:pt x="419667" y="224776"/>
                  </a:lnTo>
                  <a:lnTo>
                    <a:pt x="432782" y="224057"/>
                  </a:lnTo>
                  <a:lnTo>
                    <a:pt x="445896" y="223330"/>
                  </a:lnTo>
                  <a:lnTo>
                    <a:pt x="459011" y="222597"/>
                  </a:lnTo>
                  <a:lnTo>
                    <a:pt x="472126" y="221856"/>
                  </a:lnTo>
                  <a:lnTo>
                    <a:pt x="485240" y="221107"/>
                  </a:lnTo>
                  <a:lnTo>
                    <a:pt x="498355" y="220351"/>
                  </a:lnTo>
                  <a:lnTo>
                    <a:pt x="511469" y="219586"/>
                  </a:lnTo>
                  <a:lnTo>
                    <a:pt x="524584" y="218813"/>
                  </a:lnTo>
                  <a:lnTo>
                    <a:pt x="537699" y="218031"/>
                  </a:lnTo>
                  <a:lnTo>
                    <a:pt x="550813" y="217240"/>
                  </a:lnTo>
                  <a:lnTo>
                    <a:pt x="563928" y="216440"/>
                  </a:lnTo>
                  <a:lnTo>
                    <a:pt x="577042" y="215630"/>
                  </a:lnTo>
                  <a:lnTo>
                    <a:pt x="590157" y="214811"/>
                  </a:lnTo>
                  <a:lnTo>
                    <a:pt x="603272" y="213981"/>
                  </a:lnTo>
                  <a:lnTo>
                    <a:pt x="616386" y="213142"/>
                  </a:lnTo>
                  <a:lnTo>
                    <a:pt x="629501" y="212291"/>
                  </a:lnTo>
                  <a:lnTo>
                    <a:pt x="642615" y="211430"/>
                  </a:lnTo>
                  <a:lnTo>
                    <a:pt x="655730" y="210558"/>
                  </a:lnTo>
                  <a:lnTo>
                    <a:pt x="668845" y="209675"/>
                  </a:lnTo>
                  <a:lnTo>
                    <a:pt x="681959" y="208780"/>
                  </a:lnTo>
                  <a:lnTo>
                    <a:pt x="695074" y="207874"/>
                  </a:lnTo>
                  <a:lnTo>
                    <a:pt x="708189" y="206956"/>
                  </a:lnTo>
                  <a:lnTo>
                    <a:pt x="721303" y="206026"/>
                  </a:lnTo>
                  <a:lnTo>
                    <a:pt x="734418" y="205083"/>
                  </a:lnTo>
                  <a:lnTo>
                    <a:pt x="747532" y="204129"/>
                  </a:lnTo>
                  <a:lnTo>
                    <a:pt x="760647" y="203162"/>
                  </a:lnTo>
                  <a:lnTo>
                    <a:pt x="773762" y="202182"/>
                  </a:lnTo>
                  <a:lnTo>
                    <a:pt x="786876" y="201189"/>
                  </a:lnTo>
                  <a:lnTo>
                    <a:pt x="799991" y="200184"/>
                  </a:lnTo>
                  <a:lnTo>
                    <a:pt x="813105" y="199165"/>
                  </a:lnTo>
                  <a:lnTo>
                    <a:pt x="826220" y="198133"/>
                  </a:lnTo>
                  <a:lnTo>
                    <a:pt x="839335" y="197088"/>
                  </a:lnTo>
                  <a:lnTo>
                    <a:pt x="852449" y="196029"/>
                  </a:lnTo>
                  <a:lnTo>
                    <a:pt x="865564" y="194957"/>
                  </a:lnTo>
                  <a:lnTo>
                    <a:pt x="878679" y="193871"/>
                  </a:lnTo>
                  <a:lnTo>
                    <a:pt x="891793" y="192772"/>
                  </a:lnTo>
                  <a:lnTo>
                    <a:pt x="904908" y="191659"/>
                  </a:lnTo>
                  <a:lnTo>
                    <a:pt x="918022" y="190532"/>
                  </a:lnTo>
                  <a:lnTo>
                    <a:pt x="931137" y="189391"/>
                  </a:lnTo>
                  <a:lnTo>
                    <a:pt x="944252" y="188236"/>
                  </a:lnTo>
                  <a:lnTo>
                    <a:pt x="957366" y="187067"/>
                  </a:lnTo>
                  <a:lnTo>
                    <a:pt x="970481" y="185884"/>
                  </a:lnTo>
                  <a:lnTo>
                    <a:pt x="983595" y="184687"/>
                  </a:lnTo>
                  <a:lnTo>
                    <a:pt x="996710" y="183476"/>
                  </a:lnTo>
                  <a:lnTo>
                    <a:pt x="1009825" y="182251"/>
                  </a:lnTo>
                  <a:lnTo>
                    <a:pt x="1022939" y="181012"/>
                  </a:lnTo>
                  <a:lnTo>
                    <a:pt x="1036054" y="179759"/>
                  </a:lnTo>
                  <a:lnTo>
                    <a:pt x="1049168" y="178492"/>
                  </a:lnTo>
                  <a:lnTo>
                    <a:pt x="1062283" y="177211"/>
                  </a:lnTo>
                  <a:lnTo>
                    <a:pt x="1075398" y="175915"/>
                  </a:lnTo>
                  <a:lnTo>
                    <a:pt x="1088512" y="174606"/>
                  </a:lnTo>
                  <a:lnTo>
                    <a:pt x="1101627" y="173283"/>
                  </a:lnTo>
                  <a:lnTo>
                    <a:pt x="1114742" y="171946"/>
                  </a:lnTo>
                  <a:lnTo>
                    <a:pt x="1127856" y="170594"/>
                  </a:lnTo>
                  <a:lnTo>
                    <a:pt x="1140971" y="169229"/>
                  </a:lnTo>
                  <a:lnTo>
                    <a:pt x="1154085" y="167850"/>
                  </a:lnTo>
                  <a:lnTo>
                    <a:pt x="1167200" y="166458"/>
                  </a:lnTo>
                  <a:lnTo>
                    <a:pt x="1180315" y="165051"/>
                  </a:lnTo>
                  <a:lnTo>
                    <a:pt x="1193429" y="163631"/>
                  </a:lnTo>
                  <a:lnTo>
                    <a:pt x="1206544" y="162197"/>
                  </a:lnTo>
                  <a:lnTo>
                    <a:pt x="1219658" y="160749"/>
                  </a:lnTo>
                  <a:lnTo>
                    <a:pt x="1232773" y="159288"/>
                  </a:lnTo>
                  <a:lnTo>
                    <a:pt x="1245888" y="157813"/>
                  </a:lnTo>
                  <a:lnTo>
                    <a:pt x="1259002" y="156325"/>
                  </a:lnTo>
                  <a:lnTo>
                    <a:pt x="1272117" y="154824"/>
                  </a:lnTo>
                  <a:lnTo>
                    <a:pt x="1285231" y="153309"/>
                  </a:lnTo>
                  <a:lnTo>
                    <a:pt x="1298346" y="151781"/>
                  </a:lnTo>
                  <a:lnTo>
                    <a:pt x="1311461" y="150239"/>
                  </a:lnTo>
                  <a:lnTo>
                    <a:pt x="1324575" y="148685"/>
                  </a:lnTo>
                  <a:lnTo>
                    <a:pt x="1337690" y="147117"/>
                  </a:lnTo>
                  <a:lnTo>
                    <a:pt x="1350805" y="145537"/>
                  </a:lnTo>
                  <a:lnTo>
                    <a:pt x="1363919" y="143943"/>
                  </a:lnTo>
                  <a:lnTo>
                    <a:pt x="1377034" y="142337"/>
                  </a:lnTo>
                  <a:lnTo>
                    <a:pt x="1390148" y="140717"/>
                  </a:lnTo>
                  <a:lnTo>
                    <a:pt x="1403263" y="139086"/>
                  </a:lnTo>
                  <a:lnTo>
                    <a:pt x="1416378" y="137441"/>
                  </a:lnTo>
                  <a:lnTo>
                    <a:pt x="1429492" y="135784"/>
                  </a:lnTo>
                  <a:lnTo>
                    <a:pt x="1442607" y="134115"/>
                  </a:lnTo>
                  <a:lnTo>
                    <a:pt x="1455721" y="132433"/>
                  </a:lnTo>
                  <a:lnTo>
                    <a:pt x="1468836" y="130739"/>
                  </a:lnTo>
                  <a:lnTo>
                    <a:pt x="1481951" y="129033"/>
                  </a:lnTo>
                  <a:lnTo>
                    <a:pt x="1495065" y="127315"/>
                  </a:lnTo>
                  <a:lnTo>
                    <a:pt x="1508180" y="125585"/>
                  </a:lnTo>
                  <a:lnTo>
                    <a:pt x="1521295" y="123843"/>
                  </a:lnTo>
                  <a:lnTo>
                    <a:pt x="1534409" y="122089"/>
                  </a:lnTo>
                  <a:lnTo>
                    <a:pt x="1547524" y="120325"/>
                  </a:lnTo>
                  <a:lnTo>
                    <a:pt x="1560638" y="118548"/>
                  </a:lnTo>
                  <a:lnTo>
                    <a:pt x="1573753" y="116761"/>
                  </a:lnTo>
                  <a:lnTo>
                    <a:pt x="1586868" y="114962"/>
                  </a:lnTo>
                  <a:lnTo>
                    <a:pt x="1599982" y="113153"/>
                  </a:lnTo>
                  <a:lnTo>
                    <a:pt x="1613097" y="111333"/>
                  </a:lnTo>
                  <a:lnTo>
                    <a:pt x="1626211" y="109503"/>
                  </a:lnTo>
                  <a:lnTo>
                    <a:pt x="1639326" y="107662"/>
                  </a:lnTo>
                  <a:lnTo>
                    <a:pt x="1652441" y="105811"/>
                  </a:lnTo>
                  <a:lnTo>
                    <a:pt x="1665555" y="103951"/>
                  </a:lnTo>
                  <a:lnTo>
                    <a:pt x="1678670" y="102081"/>
                  </a:lnTo>
                  <a:lnTo>
                    <a:pt x="1691784" y="100201"/>
                  </a:lnTo>
                  <a:lnTo>
                    <a:pt x="1704899" y="98313"/>
                  </a:lnTo>
                  <a:lnTo>
                    <a:pt x="1718014" y="96415"/>
                  </a:lnTo>
                  <a:lnTo>
                    <a:pt x="1731128" y="94509"/>
                  </a:lnTo>
                  <a:lnTo>
                    <a:pt x="1744243" y="92595"/>
                  </a:lnTo>
                  <a:lnTo>
                    <a:pt x="1757358" y="90672"/>
                  </a:lnTo>
                  <a:lnTo>
                    <a:pt x="1770472" y="88742"/>
                  </a:lnTo>
                  <a:lnTo>
                    <a:pt x="1783587" y="86805"/>
                  </a:lnTo>
                  <a:lnTo>
                    <a:pt x="1796701" y="84860"/>
                  </a:lnTo>
                  <a:lnTo>
                    <a:pt x="1809816" y="82908"/>
                  </a:lnTo>
                  <a:lnTo>
                    <a:pt x="1822931" y="80950"/>
                  </a:lnTo>
                  <a:lnTo>
                    <a:pt x="1836045" y="78985"/>
                  </a:lnTo>
                  <a:lnTo>
                    <a:pt x="1849160" y="77014"/>
                  </a:lnTo>
                  <a:lnTo>
                    <a:pt x="1862274" y="75038"/>
                  </a:lnTo>
                  <a:lnTo>
                    <a:pt x="1875389" y="73056"/>
                  </a:lnTo>
                  <a:lnTo>
                    <a:pt x="1888504" y="71069"/>
                  </a:lnTo>
                  <a:lnTo>
                    <a:pt x="1901618" y="69078"/>
                  </a:lnTo>
                  <a:lnTo>
                    <a:pt x="1914733" y="67081"/>
                  </a:lnTo>
                  <a:lnTo>
                    <a:pt x="1927847" y="65080"/>
                  </a:lnTo>
                  <a:lnTo>
                    <a:pt x="1940962" y="63076"/>
                  </a:lnTo>
                  <a:lnTo>
                    <a:pt x="1954077" y="61067"/>
                  </a:lnTo>
                  <a:lnTo>
                    <a:pt x="1967191" y="59055"/>
                  </a:lnTo>
                  <a:lnTo>
                    <a:pt x="1980306" y="57040"/>
                  </a:lnTo>
                  <a:lnTo>
                    <a:pt x="1993421" y="55022"/>
                  </a:lnTo>
                  <a:lnTo>
                    <a:pt x="2006535" y="53001"/>
                  </a:lnTo>
                  <a:lnTo>
                    <a:pt x="2019650" y="50977"/>
                  </a:lnTo>
                  <a:lnTo>
                    <a:pt x="2032764" y="48951"/>
                  </a:lnTo>
                  <a:lnTo>
                    <a:pt x="2045879" y="46923"/>
                  </a:lnTo>
                  <a:lnTo>
                    <a:pt x="2058994" y="44893"/>
                  </a:lnTo>
                  <a:lnTo>
                    <a:pt x="2072108" y="42861"/>
                  </a:lnTo>
                  <a:lnTo>
                    <a:pt x="2085223" y="40828"/>
                  </a:lnTo>
                  <a:lnTo>
                    <a:pt x="2098337" y="38793"/>
                  </a:lnTo>
                  <a:lnTo>
                    <a:pt x="2111452" y="36757"/>
                  </a:lnTo>
                  <a:lnTo>
                    <a:pt x="2124567" y="34720"/>
                  </a:lnTo>
                  <a:lnTo>
                    <a:pt x="2137681" y="32681"/>
                  </a:lnTo>
                  <a:lnTo>
                    <a:pt x="2150796" y="30642"/>
                  </a:lnTo>
                  <a:lnTo>
                    <a:pt x="2163911" y="28602"/>
                  </a:lnTo>
                  <a:lnTo>
                    <a:pt x="2177025" y="26561"/>
                  </a:lnTo>
                  <a:lnTo>
                    <a:pt x="2190140" y="24520"/>
                  </a:lnTo>
                  <a:lnTo>
                    <a:pt x="2203254" y="22478"/>
                  </a:lnTo>
                  <a:lnTo>
                    <a:pt x="2216369" y="20435"/>
                  </a:lnTo>
                  <a:lnTo>
                    <a:pt x="2229484" y="18392"/>
                  </a:lnTo>
                  <a:lnTo>
                    <a:pt x="2242598" y="16349"/>
                  </a:lnTo>
                  <a:lnTo>
                    <a:pt x="2255713" y="14306"/>
                  </a:lnTo>
                  <a:lnTo>
                    <a:pt x="2268827" y="12263"/>
                  </a:lnTo>
                  <a:lnTo>
                    <a:pt x="2281942" y="10219"/>
                  </a:lnTo>
                  <a:lnTo>
                    <a:pt x="2295057" y="8175"/>
                  </a:lnTo>
                  <a:lnTo>
                    <a:pt x="2308171" y="6131"/>
                  </a:lnTo>
                  <a:lnTo>
                    <a:pt x="2321286" y="4087"/>
                  </a:lnTo>
                  <a:lnTo>
                    <a:pt x="2334400" y="2043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894150" y="2194967"/>
              <a:ext cx="2347515" cy="355643"/>
            </a:xfrm>
            <a:custGeom>
              <a:avLst/>
              <a:gdLst/>
              <a:ahLst/>
              <a:cxnLst/>
              <a:rect l="0" t="0" r="0" b="0"/>
              <a:pathLst>
                <a:path w="2347515" h="355643">
                  <a:moveTo>
                    <a:pt x="2347515" y="0"/>
                  </a:moveTo>
                  <a:lnTo>
                    <a:pt x="2334400" y="2224"/>
                  </a:lnTo>
                  <a:lnTo>
                    <a:pt x="2321286" y="4449"/>
                  </a:lnTo>
                  <a:lnTo>
                    <a:pt x="2308171" y="6673"/>
                  </a:lnTo>
                  <a:lnTo>
                    <a:pt x="2295057" y="8898"/>
                  </a:lnTo>
                  <a:lnTo>
                    <a:pt x="2281942" y="11122"/>
                  </a:lnTo>
                  <a:lnTo>
                    <a:pt x="2268827" y="13347"/>
                  </a:lnTo>
                  <a:lnTo>
                    <a:pt x="2255713" y="15571"/>
                  </a:lnTo>
                  <a:lnTo>
                    <a:pt x="2242598" y="17795"/>
                  </a:lnTo>
                  <a:lnTo>
                    <a:pt x="2229484" y="20020"/>
                  </a:lnTo>
                  <a:lnTo>
                    <a:pt x="2216369" y="22244"/>
                  </a:lnTo>
                  <a:lnTo>
                    <a:pt x="2203254" y="24468"/>
                  </a:lnTo>
                  <a:lnTo>
                    <a:pt x="2190140" y="26692"/>
                  </a:lnTo>
                  <a:lnTo>
                    <a:pt x="2177025" y="28916"/>
                  </a:lnTo>
                  <a:lnTo>
                    <a:pt x="2163911" y="31140"/>
                  </a:lnTo>
                  <a:lnTo>
                    <a:pt x="2150796" y="33363"/>
                  </a:lnTo>
                  <a:lnTo>
                    <a:pt x="2137681" y="35586"/>
                  </a:lnTo>
                  <a:lnTo>
                    <a:pt x="2124567" y="37809"/>
                  </a:lnTo>
                  <a:lnTo>
                    <a:pt x="2111452" y="40031"/>
                  </a:lnTo>
                  <a:lnTo>
                    <a:pt x="2098337" y="42252"/>
                  </a:lnTo>
                  <a:lnTo>
                    <a:pt x="2085223" y="44473"/>
                  </a:lnTo>
                  <a:lnTo>
                    <a:pt x="2072108" y="46694"/>
                  </a:lnTo>
                  <a:lnTo>
                    <a:pt x="2058994" y="48913"/>
                  </a:lnTo>
                  <a:lnTo>
                    <a:pt x="2045879" y="51131"/>
                  </a:lnTo>
                  <a:lnTo>
                    <a:pt x="2032764" y="53349"/>
                  </a:lnTo>
                  <a:lnTo>
                    <a:pt x="2019650" y="55565"/>
                  </a:lnTo>
                  <a:lnTo>
                    <a:pt x="2006535" y="57780"/>
                  </a:lnTo>
                  <a:lnTo>
                    <a:pt x="1993421" y="59993"/>
                  </a:lnTo>
                  <a:lnTo>
                    <a:pt x="1980306" y="62205"/>
                  </a:lnTo>
                  <a:lnTo>
                    <a:pt x="1967191" y="64415"/>
                  </a:lnTo>
                  <a:lnTo>
                    <a:pt x="1954077" y="66624"/>
                  </a:lnTo>
                  <a:lnTo>
                    <a:pt x="1940962" y="68830"/>
                  </a:lnTo>
                  <a:lnTo>
                    <a:pt x="1927847" y="71034"/>
                  </a:lnTo>
                  <a:lnTo>
                    <a:pt x="1914733" y="73236"/>
                  </a:lnTo>
                  <a:lnTo>
                    <a:pt x="1901618" y="75436"/>
                  </a:lnTo>
                  <a:lnTo>
                    <a:pt x="1888504" y="77632"/>
                  </a:lnTo>
                  <a:lnTo>
                    <a:pt x="1875389" y="79826"/>
                  </a:lnTo>
                  <a:lnTo>
                    <a:pt x="1862274" y="82017"/>
                  </a:lnTo>
                  <a:lnTo>
                    <a:pt x="1849160" y="84205"/>
                  </a:lnTo>
                  <a:lnTo>
                    <a:pt x="1836045" y="86390"/>
                  </a:lnTo>
                  <a:lnTo>
                    <a:pt x="1822931" y="88571"/>
                  </a:lnTo>
                  <a:lnTo>
                    <a:pt x="1809816" y="90749"/>
                  </a:lnTo>
                  <a:lnTo>
                    <a:pt x="1796701" y="92922"/>
                  </a:lnTo>
                  <a:lnTo>
                    <a:pt x="1783587" y="95092"/>
                  </a:lnTo>
                  <a:lnTo>
                    <a:pt x="1770472" y="97258"/>
                  </a:lnTo>
                  <a:lnTo>
                    <a:pt x="1757358" y="99420"/>
                  </a:lnTo>
                  <a:lnTo>
                    <a:pt x="1744243" y="101577"/>
                  </a:lnTo>
                  <a:lnTo>
                    <a:pt x="1731128" y="103730"/>
                  </a:lnTo>
                  <a:lnTo>
                    <a:pt x="1718014" y="105878"/>
                  </a:lnTo>
                  <a:lnTo>
                    <a:pt x="1704899" y="108021"/>
                  </a:lnTo>
                  <a:lnTo>
                    <a:pt x="1691784" y="110160"/>
                  </a:lnTo>
                  <a:lnTo>
                    <a:pt x="1678670" y="112294"/>
                  </a:lnTo>
                  <a:lnTo>
                    <a:pt x="1665555" y="114423"/>
                  </a:lnTo>
                  <a:lnTo>
                    <a:pt x="1652441" y="116547"/>
                  </a:lnTo>
                  <a:lnTo>
                    <a:pt x="1639326" y="118665"/>
                  </a:lnTo>
                  <a:lnTo>
                    <a:pt x="1626211" y="120779"/>
                  </a:lnTo>
                  <a:lnTo>
                    <a:pt x="1613097" y="122887"/>
                  </a:lnTo>
                  <a:lnTo>
                    <a:pt x="1599982" y="124990"/>
                  </a:lnTo>
                  <a:lnTo>
                    <a:pt x="1586868" y="127087"/>
                  </a:lnTo>
                  <a:lnTo>
                    <a:pt x="1573753" y="129180"/>
                  </a:lnTo>
                  <a:lnTo>
                    <a:pt x="1560638" y="131267"/>
                  </a:lnTo>
                  <a:lnTo>
                    <a:pt x="1547524" y="133348"/>
                  </a:lnTo>
                  <a:lnTo>
                    <a:pt x="1534409" y="135425"/>
                  </a:lnTo>
                  <a:lnTo>
                    <a:pt x="1521295" y="137496"/>
                  </a:lnTo>
                  <a:lnTo>
                    <a:pt x="1508180" y="139562"/>
                  </a:lnTo>
                  <a:lnTo>
                    <a:pt x="1495065" y="141622"/>
                  </a:lnTo>
                  <a:lnTo>
                    <a:pt x="1481951" y="143678"/>
                  </a:lnTo>
                  <a:lnTo>
                    <a:pt x="1468836" y="145728"/>
                  </a:lnTo>
                  <a:lnTo>
                    <a:pt x="1455721" y="147773"/>
                  </a:lnTo>
                  <a:lnTo>
                    <a:pt x="1442607" y="149813"/>
                  </a:lnTo>
                  <a:lnTo>
                    <a:pt x="1429492" y="151848"/>
                  </a:lnTo>
                  <a:lnTo>
                    <a:pt x="1416378" y="153878"/>
                  </a:lnTo>
                  <a:lnTo>
                    <a:pt x="1403263" y="155903"/>
                  </a:lnTo>
                  <a:lnTo>
                    <a:pt x="1390148" y="157923"/>
                  </a:lnTo>
                  <a:lnTo>
                    <a:pt x="1377034" y="159939"/>
                  </a:lnTo>
                  <a:lnTo>
                    <a:pt x="1363919" y="161949"/>
                  </a:lnTo>
                  <a:lnTo>
                    <a:pt x="1350805" y="163955"/>
                  </a:lnTo>
                  <a:lnTo>
                    <a:pt x="1337690" y="165957"/>
                  </a:lnTo>
                  <a:lnTo>
                    <a:pt x="1324575" y="167954"/>
                  </a:lnTo>
                  <a:lnTo>
                    <a:pt x="1311461" y="169946"/>
                  </a:lnTo>
                  <a:lnTo>
                    <a:pt x="1298346" y="171934"/>
                  </a:lnTo>
                  <a:lnTo>
                    <a:pt x="1285231" y="173918"/>
                  </a:lnTo>
                  <a:lnTo>
                    <a:pt x="1272117" y="175897"/>
                  </a:lnTo>
                  <a:lnTo>
                    <a:pt x="1259002" y="177872"/>
                  </a:lnTo>
                  <a:lnTo>
                    <a:pt x="1245888" y="179843"/>
                  </a:lnTo>
                  <a:lnTo>
                    <a:pt x="1232773" y="181809"/>
                  </a:lnTo>
                  <a:lnTo>
                    <a:pt x="1219658" y="183772"/>
                  </a:lnTo>
                  <a:lnTo>
                    <a:pt x="1206544" y="185730"/>
                  </a:lnTo>
                  <a:lnTo>
                    <a:pt x="1193429" y="187685"/>
                  </a:lnTo>
                  <a:lnTo>
                    <a:pt x="1180315" y="189635"/>
                  </a:lnTo>
                  <a:lnTo>
                    <a:pt x="1167200" y="191581"/>
                  </a:lnTo>
                  <a:lnTo>
                    <a:pt x="1154085" y="193524"/>
                  </a:lnTo>
                  <a:lnTo>
                    <a:pt x="1140971" y="195463"/>
                  </a:lnTo>
                  <a:lnTo>
                    <a:pt x="1127856" y="197398"/>
                  </a:lnTo>
                  <a:lnTo>
                    <a:pt x="1114742" y="199329"/>
                  </a:lnTo>
                  <a:lnTo>
                    <a:pt x="1101627" y="201256"/>
                  </a:lnTo>
                  <a:lnTo>
                    <a:pt x="1088512" y="203180"/>
                  </a:lnTo>
                  <a:lnTo>
                    <a:pt x="1075398" y="205100"/>
                  </a:lnTo>
                  <a:lnTo>
                    <a:pt x="1062283" y="207017"/>
                  </a:lnTo>
                  <a:lnTo>
                    <a:pt x="1049168" y="208930"/>
                  </a:lnTo>
                  <a:lnTo>
                    <a:pt x="1036054" y="210839"/>
                  </a:lnTo>
                  <a:lnTo>
                    <a:pt x="1022939" y="212745"/>
                  </a:lnTo>
                  <a:lnTo>
                    <a:pt x="1009825" y="214647"/>
                  </a:lnTo>
                  <a:lnTo>
                    <a:pt x="996710" y="216546"/>
                  </a:lnTo>
                  <a:lnTo>
                    <a:pt x="983595" y="218442"/>
                  </a:lnTo>
                  <a:lnTo>
                    <a:pt x="970481" y="220334"/>
                  </a:lnTo>
                  <a:lnTo>
                    <a:pt x="957366" y="222223"/>
                  </a:lnTo>
                  <a:lnTo>
                    <a:pt x="944252" y="224108"/>
                  </a:lnTo>
                  <a:lnTo>
                    <a:pt x="931137" y="225990"/>
                  </a:lnTo>
                  <a:lnTo>
                    <a:pt x="918022" y="227869"/>
                  </a:lnTo>
                  <a:lnTo>
                    <a:pt x="904908" y="229745"/>
                  </a:lnTo>
                  <a:lnTo>
                    <a:pt x="891793" y="231618"/>
                  </a:lnTo>
                  <a:lnTo>
                    <a:pt x="878679" y="233488"/>
                  </a:lnTo>
                  <a:lnTo>
                    <a:pt x="865564" y="235354"/>
                  </a:lnTo>
                  <a:lnTo>
                    <a:pt x="852449" y="237218"/>
                  </a:lnTo>
                  <a:lnTo>
                    <a:pt x="839335" y="239079"/>
                  </a:lnTo>
                  <a:lnTo>
                    <a:pt x="826220" y="240937"/>
                  </a:lnTo>
                  <a:lnTo>
                    <a:pt x="813105" y="242792"/>
                  </a:lnTo>
                  <a:lnTo>
                    <a:pt x="799991" y="244644"/>
                  </a:lnTo>
                  <a:lnTo>
                    <a:pt x="786876" y="246494"/>
                  </a:lnTo>
                  <a:lnTo>
                    <a:pt x="773762" y="248341"/>
                  </a:lnTo>
                  <a:lnTo>
                    <a:pt x="760647" y="250186"/>
                  </a:lnTo>
                  <a:lnTo>
                    <a:pt x="747532" y="252028"/>
                  </a:lnTo>
                  <a:lnTo>
                    <a:pt x="734418" y="253868"/>
                  </a:lnTo>
                  <a:lnTo>
                    <a:pt x="721303" y="255706"/>
                  </a:lnTo>
                  <a:lnTo>
                    <a:pt x="708189" y="257541"/>
                  </a:lnTo>
                  <a:lnTo>
                    <a:pt x="695074" y="259375"/>
                  </a:lnTo>
                  <a:lnTo>
                    <a:pt x="681959" y="261206"/>
                  </a:lnTo>
                  <a:lnTo>
                    <a:pt x="668845" y="263036"/>
                  </a:lnTo>
                  <a:lnTo>
                    <a:pt x="655730" y="264864"/>
                  </a:lnTo>
                  <a:lnTo>
                    <a:pt x="642615" y="266690"/>
                  </a:lnTo>
                  <a:lnTo>
                    <a:pt x="629501" y="268514"/>
                  </a:lnTo>
                  <a:lnTo>
                    <a:pt x="616386" y="270337"/>
                  </a:lnTo>
                  <a:lnTo>
                    <a:pt x="603272" y="272158"/>
                  </a:lnTo>
                  <a:lnTo>
                    <a:pt x="590157" y="273978"/>
                  </a:lnTo>
                  <a:lnTo>
                    <a:pt x="577042" y="275797"/>
                  </a:lnTo>
                  <a:lnTo>
                    <a:pt x="563928" y="277615"/>
                  </a:lnTo>
                  <a:lnTo>
                    <a:pt x="550813" y="279432"/>
                  </a:lnTo>
                  <a:lnTo>
                    <a:pt x="537699" y="281248"/>
                  </a:lnTo>
                  <a:lnTo>
                    <a:pt x="524584" y="283063"/>
                  </a:lnTo>
                  <a:lnTo>
                    <a:pt x="511469" y="284877"/>
                  </a:lnTo>
                  <a:lnTo>
                    <a:pt x="498355" y="286691"/>
                  </a:lnTo>
                  <a:lnTo>
                    <a:pt x="485240" y="288504"/>
                  </a:lnTo>
                  <a:lnTo>
                    <a:pt x="472126" y="290317"/>
                  </a:lnTo>
                  <a:lnTo>
                    <a:pt x="459011" y="292129"/>
                  </a:lnTo>
                  <a:lnTo>
                    <a:pt x="445896" y="293941"/>
                  </a:lnTo>
                  <a:lnTo>
                    <a:pt x="432782" y="295753"/>
                  </a:lnTo>
                  <a:lnTo>
                    <a:pt x="419667" y="297564"/>
                  </a:lnTo>
                  <a:lnTo>
                    <a:pt x="406552" y="299376"/>
                  </a:lnTo>
                  <a:lnTo>
                    <a:pt x="393438" y="301187"/>
                  </a:lnTo>
                  <a:lnTo>
                    <a:pt x="380323" y="302999"/>
                  </a:lnTo>
                  <a:lnTo>
                    <a:pt x="367209" y="304810"/>
                  </a:lnTo>
                  <a:lnTo>
                    <a:pt x="354094" y="306622"/>
                  </a:lnTo>
                  <a:lnTo>
                    <a:pt x="340979" y="308434"/>
                  </a:lnTo>
                  <a:lnTo>
                    <a:pt x="327865" y="310246"/>
                  </a:lnTo>
                  <a:lnTo>
                    <a:pt x="314750" y="312058"/>
                  </a:lnTo>
                  <a:lnTo>
                    <a:pt x="301636" y="313871"/>
                  </a:lnTo>
                  <a:lnTo>
                    <a:pt x="288521" y="315684"/>
                  </a:lnTo>
                  <a:lnTo>
                    <a:pt x="275406" y="317497"/>
                  </a:lnTo>
                  <a:lnTo>
                    <a:pt x="262292" y="319311"/>
                  </a:lnTo>
                  <a:lnTo>
                    <a:pt x="249177" y="321125"/>
                  </a:lnTo>
                  <a:lnTo>
                    <a:pt x="236063" y="322939"/>
                  </a:lnTo>
                  <a:lnTo>
                    <a:pt x="222948" y="324754"/>
                  </a:lnTo>
                  <a:lnTo>
                    <a:pt x="209833" y="326569"/>
                  </a:lnTo>
                  <a:lnTo>
                    <a:pt x="196719" y="328385"/>
                  </a:lnTo>
                  <a:lnTo>
                    <a:pt x="183604" y="330200"/>
                  </a:lnTo>
                  <a:lnTo>
                    <a:pt x="170489" y="332016"/>
                  </a:lnTo>
                  <a:lnTo>
                    <a:pt x="157375" y="333833"/>
                  </a:lnTo>
                  <a:lnTo>
                    <a:pt x="144260" y="335649"/>
                  </a:lnTo>
                  <a:lnTo>
                    <a:pt x="131146" y="337466"/>
                  </a:lnTo>
                  <a:lnTo>
                    <a:pt x="118031" y="339283"/>
                  </a:lnTo>
                  <a:lnTo>
                    <a:pt x="104916" y="341101"/>
                  </a:lnTo>
                  <a:lnTo>
                    <a:pt x="91802" y="342918"/>
                  </a:lnTo>
                  <a:lnTo>
                    <a:pt x="78687" y="344736"/>
                  </a:lnTo>
                  <a:lnTo>
                    <a:pt x="65573" y="346553"/>
                  </a:lnTo>
                  <a:lnTo>
                    <a:pt x="52458" y="348371"/>
                  </a:lnTo>
                  <a:lnTo>
                    <a:pt x="39343" y="350189"/>
                  </a:lnTo>
                  <a:lnTo>
                    <a:pt x="26229" y="352007"/>
                  </a:lnTo>
                  <a:lnTo>
                    <a:pt x="13114" y="353825"/>
                  </a:lnTo>
                  <a:lnTo>
                    <a:pt x="0" y="355643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894150" y="2122196"/>
              <a:ext cx="2347515" cy="308846"/>
            </a:xfrm>
            <a:custGeom>
              <a:avLst/>
              <a:gdLst/>
              <a:ahLst/>
              <a:cxnLst/>
              <a:rect l="0" t="0" r="0" b="0"/>
              <a:pathLst>
                <a:path w="2347515" h="308846">
                  <a:moveTo>
                    <a:pt x="0" y="308846"/>
                  </a:moveTo>
                  <a:lnTo>
                    <a:pt x="13114" y="307562"/>
                  </a:lnTo>
                  <a:lnTo>
                    <a:pt x="26229" y="306278"/>
                  </a:lnTo>
                  <a:lnTo>
                    <a:pt x="39343" y="304994"/>
                  </a:lnTo>
                  <a:lnTo>
                    <a:pt x="52458" y="303710"/>
                  </a:lnTo>
                  <a:lnTo>
                    <a:pt x="65573" y="302425"/>
                  </a:lnTo>
                  <a:lnTo>
                    <a:pt x="78687" y="301141"/>
                  </a:lnTo>
                  <a:lnTo>
                    <a:pt x="91802" y="299857"/>
                  </a:lnTo>
                  <a:lnTo>
                    <a:pt x="104916" y="298572"/>
                  </a:lnTo>
                  <a:lnTo>
                    <a:pt x="118031" y="297287"/>
                  </a:lnTo>
                  <a:lnTo>
                    <a:pt x="131146" y="296002"/>
                  </a:lnTo>
                  <a:lnTo>
                    <a:pt x="144260" y="294716"/>
                  </a:lnTo>
                  <a:lnTo>
                    <a:pt x="157375" y="293430"/>
                  </a:lnTo>
                  <a:lnTo>
                    <a:pt x="170489" y="292144"/>
                  </a:lnTo>
                  <a:lnTo>
                    <a:pt x="183604" y="290857"/>
                  </a:lnTo>
                  <a:lnTo>
                    <a:pt x="196719" y="289569"/>
                  </a:lnTo>
                  <a:lnTo>
                    <a:pt x="209833" y="288281"/>
                  </a:lnTo>
                  <a:lnTo>
                    <a:pt x="222948" y="286991"/>
                  </a:lnTo>
                  <a:lnTo>
                    <a:pt x="236063" y="285701"/>
                  </a:lnTo>
                  <a:lnTo>
                    <a:pt x="249177" y="284409"/>
                  </a:lnTo>
                  <a:lnTo>
                    <a:pt x="262292" y="283117"/>
                  </a:lnTo>
                  <a:lnTo>
                    <a:pt x="275406" y="281823"/>
                  </a:lnTo>
                  <a:lnTo>
                    <a:pt x="288521" y="280527"/>
                  </a:lnTo>
                  <a:lnTo>
                    <a:pt x="301636" y="279230"/>
                  </a:lnTo>
                  <a:lnTo>
                    <a:pt x="314750" y="277931"/>
                  </a:lnTo>
                  <a:lnTo>
                    <a:pt x="327865" y="276631"/>
                  </a:lnTo>
                  <a:lnTo>
                    <a:pt x="340979" y="275328"/>
                  </a:lnTo>
                  <a:lnTo>
                    <a:pt x="354094" y="274023"/>
                  </a:lnTo>
                  <a:lnTo>
                    <a:pt x="367209" y="272716"/>
                  </a:lnTo>
                  <a:lnTo>
                    <a:pt x="380323" y="271406"/>
                  </a:lnTo>
                  <a:lnTo>
                    <a:pt x="393438" y="270093"/>
                  </a:lnTo>
                  <a:lnTo>
                    <a:pt x="406552" y="268778"/>
                  </a:lnTo>
                  <a:lnTo>
                    <a:pt x="419667" y="267460"/>
                  </a:lnTo>
                  <a:lnTo>
                    <a:pt x="432782" y="266138"/>
                  </a:lnTo>
                  <a:lnTo>
                    <a:pt x="445896" y="264813"/>
                  </a:lnTo>
                  <a:lnTo>
                    <a:pt x="459011" y="263485"/>
                  </a:lnTo>
                  <a:lnTo>
                    <a:pt x="472126" y="262153"/>
                  </a:lnTo>
                  <a:lnTo>
                    <a:pt x="485240" y="260817"/>
                  </a:lnTo>
                  <a:lnTo>
                    <a:pt x="498355" y="259477"/>
                  </a:lnTo>
                  <a:lnTo>
                    <a:pt x="511469" y="258132"/>
                  </a:lnTo>
                  <a:lnTo>
                    <a:pt x="524584" y="256783"/>
                  </a:lnTo>
                  <a:lnTo>
                    <a:pt x="537699" y="255430"/>
                  </a:lnTo>
                  <a:lnTo>
                    <a:pt x="550813" y="254072"/>
                  </a:lnTo>
                  <a:lnTo>
                    <a:pt x="563928" y="252708"/>
                  </a:lnTo>
                  <a:lnTo>
                    <a:pt x="577042" y="251340"/>
                  </a:lnTo>
                  <a:lnTo>
                    <a:pt x="590157" y="249966"/>
                  </a:lnTo>
                  <a:lnTo>
                    <a:pt x="603272" y="248587"/>
                  </a:lnTo>
                  <a:lnTo>
                    <a:pt x="616386" y="247202"/>
                  </a:lnTo>
                  <a:lnTo>
                    <a:pt x="629501" y="245811"/>
                  </a:lnTo>
                  <a:lnTo>
                    <a:pt x="642615" y="244415"/>
                  </a:lnTo>
                  <a:lnTo>
                    <a:pt x="655730" y="243012"/>
                  </a:lnTo>
                  <a:lnTo>
                    <a:pt x="668845" y="241602"/>
                  </a:lnTo>
                  <a:lnTo>
                    <a:pt x="681959" y="240187"/>
                  </a:lnTo>
                  <a:lnTo>
                    <a:pt x="695074" y="238764"/>
                  </a:lnTo>
                  <a:lnTo>
                    <a:pt x="708189" y="237335"/>
                  </a:lnTo>
                  <a:lnTo>
                    <a:pt x="721303" y="235899"/>
                  </a:lnTo>
                  <a:lnTo>
                    <a:pt x="734418" y="234456"/>
                  </a:lnTo>
                  <a:lnTo>
                    <a:pt x="747532" y="233006"/>
                  </a:lnTo>
                  <a:lnTo>
                    <a:pt x="760647" y="231549"/>
                  </a:lnTo>
                  <a:lnTo>
                    <a:pt x="773762" y="230084"/>
                  </a:lnTo>
                  <a:lnTo>
                    <a:pt x="786876" y="228611"/>
                  </a:lnTo>
                  <a:lnTo>
                    <a:pt x="799991" y="227132"/>
                  </a:lnTo>
                  <a:lnTo>
                    <a:pt x="813105" y="225644"/>
                  </a:lnTo>
                  <a:lnTo>
                    <a:pt x="826220" y="224149"/>
                  </a:lnTo>
                  <a:lnTo>
                    <a:pt x="839335" y="222645"/>
                  </a:lnTo>
                  <a:lnTo>
                    <a:pt x="852449" y="221134"/>
                  </a:lnTo>
                  <a:lnTo>
                    <a:pt x="865564" y="219615"/>
                  </a:lnTo>
                  <a:lnTo>
                    <a:pt x="878679" y="218088"/>
                  </a:lnTo>
                  <a:lnTo>
                    <a:pt x="891793" y="216553"/>
                  </a:lnTo>
                  <a:lnTo>
                    <a:pt x="904908" y="215009"/>
                  </a:lnTo>
                  <a:lnTo>
                    <a:pt x="918022" y="213457"/>
                  </a:lnTo>
                  <a:lnTo>
                    <a:pt x="931137" y="211897"/>
                  </a:lnTo>
                  <a:lnTo>
                    <a:pt x="944252" y="210328"/>
                  </a:lnTo>
                  <a:lnTo>
                    <a:pt x="957366" y="208752"/>
                  </a:lnTo>
                  <a:lnTo>
                    <a:pt x="970481" y="207166"/>
                  </a:lnTo>
                  <a:lnTo>
                    <a:pt x="983595" y="205573"/>
                  </a:lnTo>
                  <a:lnTo>
                    <a:pt x="996710" y="203970"/>
                  </a:lnTo>
                  <a:lnTo>
                    <a:pt x="1009825" y="202360"/>
                  </a:lnTo>
                  <a:lnTo>
                    <a:pt x="1022939" y="200740"/>
                  </a:lnTo>
                  <a:lnTo>
                    <a:pt x="1036054" y="199113"/>
                  </a:lnTo>
                  <a:lnTo>
                    <a:pt x="1049168" y="197476"/>
                  </a:lnTo>
                  <a:lnTo>
                    <a:pt x="1062283" y="195831"/>
                  </a:lnTo>
                  <a:lnTo>
                    <a:pt x="1075398" y="194178"/>
                  </a:lnTo>
                  <a:lnTo>
                    <a:pt x="1088512" y="192516"/>
                  </a:lnTo>
                  <a:lnTo>
                    <a:pt x="1101627" y="190845"/>
                  </a:lnTo>
                  <a:lnTo>
                    <a:pt x="1114742" y="189166"/>
                  </a:lnTo>
                  <a:lnTo>
                    <a:pt x="1127856" y="187478"/>
                  </a:lnTo>
                  <a:lnTo>
                    <a:pt x="1140971" y="185782"/>
                  </a:lnTo>
                  <a:lnTo>
                    <a:pt x="1154085" y="184077"/>
                  </a:lnTo>
                  <a:lnTo>
                    <a:pt x="1167200" y="182364"/>
                  </a:lnTo>
                  <a:lnTo>
                    <a:pt x="1180315" y="180642"/>
                  </a:lnTo>
                  <a:lnTo>
                    <a:pt x="1193429" y="178911"/>
                  </a:lnTo>
                  <a:lnTo>
                    <a:pt x="1206544" y="177172"/>
                  </a:lnTo>
                  <a:lnTo>
                    <a:pt x="1219658" y="175424"/>
                  </a:lnTo>
                  <a:lnTo>
                    <a:pt x="1232773" y="173668"/>
                  </a:lnTo>
                  <a:lnTo>
                    <a:pt x="1245888" y="171903"/>
                  </a:lnTo>
                  <a:lnTo>
                    <a:pt x="1259002" y="170129"/>
                  </a:lnTo>
                  <a:lnTo>
                    <a:pt x="1272117" y="168348"/>
                  </a:lnTo>
                  <a:lnTo>
                    <a:pt x="1285231" y="166557"/>
                  </a:lnTo>
                  <a:lnTo>
                    <a:pt x="1298346" y="164758"/>
                  </a:lnTo>
                  <a:lnTo>
                    <a:pt x="1311461" y="162950"/>
                  </a:lnTo>
                  <a:lnTo>
                    <a:pt x="1324575" y="161134"/>
                  </a:lnTo>
                  <a:lnTo>
                    <a:pt x="1337690" y="159309"/>
                  </a:lnTo>
                  <a:lnTo>
                    <a:pt x="1350805" y="157476"/>
                  </a:lnTo>
                  <a:lnTo>
                    <a:pt x="1363919" y="155634"/>
                  </a:lnTo>
                  <a:lnTo>
                    <a:pt x="1377034" y="153784"/>
                  </a:lnTo>
                  <a:lnTo>
                    <a:pt x="1390148" y="151925"/>
                  </a:lnTo>
                  <a:lnTo>
                    <a:pt x="1403263" y="150058"/>
                  </a:lnTo>
                  <a:lnTo>
                    <a:pt x="1416378" y="148182"/>
                  </a:lnTo>
                  <a:lnTo>
                    <a:pt x="1429492" y="146297"/>
                  </a:lnTo>
                  <a:lnTo>
                    <a:pt x="1442607" y="144404"/>
                  </a:lnTo>
                  <a:lnTo>
                    <a:pt x="1455721" y="142503"/>
                  </a:lnTo>
                  <a:lnTo>
                    <a:pt x="1468836" y="140593"/>
                  </a:lnTo>
                  <a:lnTo>
                    <a:pt x="1481951" y="138675"/>
                  </a:lnTo>
                  <a:lnTo>
                    <a:pt x="1495065" y="136748"/>
                  </a:lnTo>
                  <a:lnTo>
                    <a:pt x="1508180" y="134813"/>
                  </a:lnTo>
                  <a:lnTo>
                    <a:pt x="1521295" y="132870"/>
                  </a:lnTo>
                  <a:lnTo>
                    <a:pt x="1534409" y="130918"/>
                  </a:lnTo>
                  <a:lnTo>
                    <a:pt x="1547524" y="128958"/>
                  </a:lnTo>
                  <a:lnTo>
                    <a:pt x="1560638" y="126990"/>
                  </a:lnTo>
                  <a:lnTo>
                    <a:pt x="1573753" y="125014"/>
                  </a:lnTo>
                  <a:lnTo>
                    <a:pt x="1586868" y="123030"/>
                  </a:lnTo>
                  <a:lnTo>
                    <a:pt x="1599982" y="121038"/>
                  </a:lnTo>
                  <a:lnTo>
                    <a:pt x="1613097" y="119039"/>
                  </a:lnTo>
                  <a:lnTo>
                    <a:pt x="1626211" y="117031"/>
                  </a:lnTo>
                  <a:lnTo>
                    <a:pt x="1639326" y="115016"/>
                  </a:lnTo>
                  <a:lnTo>
                    <a:pt x="1652441" y="112994"/>
                  </a:lnTo>
                  <a:lnTo>
                    <a:pt x="1665555" y="110964"/>
                  </a:lnTo>
                  <a:lnTo>
                    <a:pt x="1678670" y="108927"/>
                  </a:lnTo>
                  <a:lnTo>
                    <a:pt x="1691784" y="106883"/>
                  </a:lnTo>
                  <a:lnTo>
                    <a:pt x="1704899" y="104832"/>
                  </a:lnTo>
                  <a:lnTo>
                    <a:pt x="1718014" y="102774"/>
                  </a:lnTo>
                  <a:lnTo>
                    <a:pt x="1731128" y="100710"/>
                  </a:lnTo>
                  <a:lnTo>
                    <a:pt x="1744243" y="98640"/>
                  </a:lnTo>
                  <a:lnTo>
                    <a:pt x="1757358" y="96564"/>
                  </a:lnTo>
                  <a:lnTo>
                    <a:pt x="1770472" y="94481"/>
                  </a:lnTo>
                  <a:lnTo>
                    <a:pt x="1783587" y="92393"/>
                  </a:lnTo>
                  <a:lnTo>
                    <a:pt x="1796701" y="90300"/>
                  </a:lnTo>
                  <a:lnTo>
                    <a:pt x="1809816" y="88201"/>
                  </a:lnTo>
                  <a:lnTo>
                    <a:pt x="1822931" y="86097"/>
                  </a:lnTo>
                  <a:lnTo>
                    <a:pt x="1836045" y="83989"/>
                  </a:lnTo>
                  <a:lnTo>
                    <a:pt x="1849160" y="81876"/>
                  </a:lnTo>
                  <a:lnTo>
                    <a:pt x="1862274" y="79758"/>
                  </a:lnTo>
                  <a:lnTo>
                    <a:pt x="1875389" y="77636"/>
                  </a:lnTo>
                  <a:lnTo>
                    <a:pt x="1888504" y="75511"/>
                  </a:lnTo>
                  <a:lnTo>
                    <a:pt x="1901618" y="73382"/>
                  </a:lnTo>
                  <a:lnTo>
                    <a:pt x="1914733" y="71249"/>
                  </a:lnTo>
                  <a:lnTo>
                    <a:pt x="1927847" y="69113"/>
                  </a:lnTo>
                  <a:lnTo>
                    <a:pt x="1940962" y="66974"/>
                  </a:lnTo>
                  <a:lnTo>
                    <a:pt x="1954077" y="64832"/>
                  </a:lnTo>
                  <a:lnTo>
                    <a:pt x="1967191" y="62688"/>
                  </a:lnTo>
                  <a:lnTo>
                    <a:pt x="1980306" y="60541"/>
                  </a:lnTo>
                  <a:lnTo>
                    <a:pt x="1993421" y="58392"/>
                  </a:lnTo>
                  <a:lnTo>
                    <a:pt x="2006535" y="56241"/>
                  </a:lnTo>
                  <a:lnTo>
                    <a:pt x="2019650" y="54088"/>
                  </a:lnTo>
                  <a:lnTo>
                    <a:pt x="2032764" y="51934"/>
                  </a:lnTo>
                  <a:lnTo>
                    <a:pt x="2045879" y="49777"/>
                  </a:lnTo>
                  <a:lnTo>
                    <a:pt x="2058994" y="47620"/>
                  </a:lnTo>
                  <a:lnTo>
                    <a:pt x="2072108" y="45461"/>
                  </a:lnTo>
                  <a:lnTo>
                    <a:pt x="2085223" y="43301"/>
                  </a:lnTo>
                  <a:lnTo>
                    <a:pt x="2098337" y="41140"/>
                  </a:lnTo>
                  <a:lnTo>
                    <a:pt x="2111452" y="38979"/>
                  </a:lnTo>
                  <a:lnTo>
                    <a:pt x="2124567" y="36816"/>
                  </a:lnTo>
                  <a:lnTo>
                    <a:pt x="2137681" y="34653"/>
                  </a:lnTo>
                  <a:lnTo>
                    <a:pt x="2150796" y="32489"/>
                  </a:lnTo>
                  <a:lnTo>
                    <a:pt x="2163911" y="30325"/>
                  </a:lnTo>
                  <a:lnTo>
                    <a:pt x="2177025" y="28160"/>
                  </a:lnTo>
                  <a:lnTo>
                    <a:pt x="2190140" y="25995"/>
                  </a:lnTo>
                  <a:lnTo>
                    <a:pt x="2203254" y="23829"/>
                  </a:lnTo>
                  <a:lnTo>
                    <a:pt x="2216369" y="21663"/>
                  </a:lnTo>
                  <a:lnTo>
                    <a:pt x="2229484" y="19497"/>
                  </a:lnTo>
                  <a:lnTo>
                    <a:pt x="2242598" y="17331"/>
                  </a:lnTo>
                  <a:lnTo>
                    <a:pt x="2255713" y="15165"/>
                  </a:lnTo>
                  <a:lnTo>
                    <a:pt x="2268827" y="12999"/>
                  </a:lnTo>
                  <a:lnTo>
                    <a:pt x="2281942" y="10832"/>
                  </a:lnTo>
                  <a:lnTo>
                    <a:pt x="2295057" y="8666"/>
                  </a:lnTo>
                  <a:lnTo>
                    <a:pt x="2308171" y="6499"/>
                  </a:lnTo>
                  <a:lnTo>
                    <a:pt x="2321286" y="4333"/>
                  </a:lnTo>
                  <a:lnTo>
                    <a:pt x="2334400" y="2166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gdLst/>
              <a:ahLst/>
              <a:cxnLst/>
              <a:rect l="0" t="0" r="0" b="0"/>
              <a:pathLst>
                <a:path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74630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4336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2122145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810036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49569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1182965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328596" y="87029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8" name="pl58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489583" y="278772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1489583" y="247505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1489583" y="216239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1489583" y="18497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l63"/>
            <p:cNvSpPr/>
            <p:nvPr/>
          </p:nvSpPr>
          <p:spPr>
            <a:xfrm>
              <a:off x="1489583" y="153705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1489583" y="122438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1489583" y="91172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l67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l71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tx75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7" name="tx97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98" name="组合 97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9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1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2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30"/>
            <p:cNvSpPr/>
            <p:nvPr/>
          </p:nvSpPr>
          <p:spPr>
            <a:xfrm>
              <a:off x="4971578" y="2944058"/>
              <a:ext cx="17140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31"/>
            <p:cNvSpPr/>
            <p:nvPr/>
          </p:nvSpPr>
          <p:spPr>
            <a:xfrm>
              <a:off x="4971578" y="2787725"/>
              <a:ext cx="19752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rc32"/>
            <p:cNvSpPr/>
            <p:nvPr/>
          </p:nvSpPr>
          <p:spPr>
            <a:xfrm>
              <a:off x="4971578" y="2631391"/>
              <a:ext cx="23122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33"/>
            <p:cNvSpPr/>
            <p:nvPr/>
          </p:nvSpPr>
          <p:spPr>
            <a:xfrm>
              <a:off x="4971578" y="2475058"/>
              <a:ext cx="26117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rc34"/>
            <p:cNvSpPr/>
            <p:nvPr/>
          </p:nvSpPr>
          <p:spPr>
            <a:xfrm>
              <a:off x="4971578" y="2318724"/>
              <a:ext cx="30667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35"/>
            <p:cNvSpPr/>
            <p:nvPr/>
          </p:nvSpPr>
          <p:spPr>
            <a:xfrm>
              <a:off x="4971578" y="2162390"/>
              <a:ext cx="32258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rc36"/>
            <p:cNvSpPr/>
            <p:nvPr/>
          </p:nvSpPr>
          <p:spPr>
            <a:xfrm>
              <a:off x="4971578" y="2006057"/>
              <a:ext cx="32846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rc37"/>
            <p:cNvSpPr/>
            <p:nvPr/>
          </p:nvSpPr>
          <p:spPr>
            <a:xfrm>
              <a:off x="4971578" y="1849723"/>
              <a:ext cx="32353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38"/>
            <p:cNvSpPr/>
            <p:nvPr/>
          </p:nvSpPr>
          <p:spPr>
            <a:xfrm>
              <a:off x="4971578" y="1693390"/>
              <a:ext cx="321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39"/>
            <p:cNvSpPr/>
            <p:nvPr/>
          </p:nvSpPr>
          <p:spPr>
            <a:xfrm>
              <a:off x="4971578" y="1537056"/>
              <a:ext cx="287464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rc40"/>
            <p:cNvSpPr/>
            <p:nvPr/>
          </p:nvSpPr>
          <p:spPr>
            <a:xfrm>
              <a:off x="4971578" y="1380723"/>
              <a:ext cx="23799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rc41"/>
            <p:cNvSpPr/>
            <p:nvPr/>
          </p:nvSpPr>
          <p:spPr>
            <a:xfrm>
              <a:off x="4971578" y="1224389"/>
              <a:ext cx="19698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rc42"/>
            <p:cNvSpPr/>
            <p:nvPr/>
          </p:nvSpPr>
          <p:spPr>
            <a:xfrm>
              <a:off x="4971578" y="1068056"/>
              <a:ext cx="16157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43"/>
            <p:cNvSpPr/>
            <p:nvPr/>
          </p:nvSpPr>
          <p:spPr>
            <a:xfrm>
              <a:off x="4971578" y="911722"/>
              <a:ext cx="13328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rc44"/>
            <p:cNvSpPr/>
            <p:nvPr/>
          </p:nvSpPr>
          <p:spPr>
            <a:xfrm>
              <a:off x="4971578" y="755389"/>
              <a:ext cx="171739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g45"/>
            <p:cNvSpPr/>
            <p:nvPr/>
          </p:nvSpPr>
          <p:spPr>
            <a:xfrm>
              <a:off x="5300048" y="2077116"/>
              <a:ext cx="2346210" cy="543386"/>
            </a:xfrm>
            <a:custGeom>
              <a:avLst/>
              <a:gdLst/>
              <a:ahLst/>
              <a:cxnLst/>
              <a:rect l="0" t="0" r="0" b="0"/>
              <a:pathLst>
                <a:path w="2346210" h="543386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126407"/>
                  </a:lnTo>
                  <a:lnTo>
                    <a:pt x="2333102" y="128863"/>
                  </a:lnTo>
                  <a:lnTo>
                    <a:pt x="2319995" y="131319"/>
                  </a:lnTo>
                  <a:lnTo>
                    <a:pt x="2306888" y="133776"/>
                  </a:lnTo>
                  <a:lnTo>
                    <a:pt x="2293780" y="136232"/>
                  </a:lnTo>
                  <a:lnTo>
                    <a:pt x="2280673" y="138688"/>
                  </a:lnTo>
                  <a:lnTo>
                    <a:pt x="2267566" y="141144"/>
                  </a:lnTo>
                  <a:lnTo>
                    <a:pt x="2254458" y="143600"/>
                  </a:lnTo>
                  <a:lnTo>
                    <a:pt x="2241351" y="146056"/>
                  </a:lnTo>
                  <a:lnTo>
                    <a:pt x="2228244" y="148512"/>
                  </a:lnTo>
                  <a:lnTo>
                    <a:pt x="2215136" y="150968"/>
                  </a:lnTo>
                  <a:lnTo>
                    <a:pt x="2202029" y="153423"/>
                  </a:lnTo>
                  <a:lnTo>
                    <a:pt x="2188922" y="155879"/>
                  </a:lnTo>
                  <a:lnTo>
                    <a:pt x="2175814" y="158334"/>
                  </a:lnTo>
                  <a:lnTo>
                    <a:pt x="2162707" y="160790"/>
                  </a:lnTo>
                  <a:lnTo>
                    <a:pt x="2149600" y="163245"/>
                  </a:lnTo>
                  <a:lnTo>
                    <a:pt x="2136492" y="165700"/>
                  </a:lnTo>
                  <a:lnTo>
                    <a:pt x="2123385" y="168155"/>
                  </a:lnTo>
                  <a:lnTo>
                    <a:pt x="2110278" y="170610"/>
                  </a:lnTo>
                  <a:lnTo>
                    <a:pt x="2097171" y="173065"/>
                  </a:lnTo>
                  <a:lnTo>
                    <a:pt x="2084063" y="175519"/>
                  </a:lnTo>
                  <a:lnTo>
                    <a:pt x="2070956" y="177974"/>
                  </a:lnTo>
                  <a:lnTo>
                    <a:pt x="2057849" y="180428"/>
                  </a:lnTo>
                  <a:lnTo>
                    <a:pt x="2044741" y="182882"/>
                  </a:lnTo>
                  <a:lnTo>
                    <a:pt x="2031634" y="185336"/>
                  </a:lnTo>
                  <a:lnTo>
                    <a:pt x="2018527" y="187789"/>
                  </a:lnTo>
                  <a:lnTo>
                    <a:pt x="2005419" y="190242"/>
                  </a:lnTo>
                  <a:lnTo>
                    <a:pt x="1992312" y="192695"/>
                  </a:lnTo>
                  <a:lnTo>
                    <a:pt x="1979205" y="195147"/>
                  </a:lnTo>
                  <a:lnTo>
                    <a:pt x="1966097" y="197599"/>
                  </a:lnTo>
                  <a:lnTo>
                    <a:pt x="1952990" y="200051"/>
                  </a:lnTo>
                  <a:lnTo>
                    <a:pt x="1939883" y="202501"/>
                  </a:lnTo>
                  <a:lnTo>
                    <a:pt x="1926775" y="204952"/>
                  </a:lnTo>
                  <a:lnTo>
                    <a:pt x="1913668" y="207401"/>
                  </a:lnTo>
                  <a:lnTo>
                    <a:pt x="1900561" y="209850"/>
                  </a:lnTo>
                  <a:lnTo>
                    <a:pt x="1887453" y="212297"/>
                  </a:lnTo>
                  <a:lnTo>
                    <a:pt x="1874346" y="214744"/>
                  </a:lnTo>
                  <a:lnTo>
                    <a:pt x="1861239" y="217190"/>
                  </a:lnTo>
                  <a:lnTo>
                    <a:pt x="1848131" y="219634"/>
                  </a:lnTo>
                  <a:lnTo>
                    <a:pt x="1835024" y="222078"/>
                  </a:lnTo>
                  <a:lnTo>
                    <a:pt x="1821917" y="224520"/>
                  </a:lnTo>
                  <a:lnTo>
                    <a:pt x="1808810" y="226960"/>
                  </a:lnTo>
                  <a:lnTo>
                    <a:pt x="1795702" y="229399"/>
                  </a:lnTo>
                  <a:lnTo>
                    <a:pt x="1782595" y="231836"/>
                  </a:lnTo>
                  <a:lnTo>
                    <a:pt x="1769488" y="234272"/>
                  </a:lnTo>
                  <a:lnTo>
                    <a:pt x="1756380" y="236706"/>
                  </a:lnTo>
                  <a:lnTo>
                    <a:pt x="1743273" y="239138"/>
                  </a:lnTo>
                  <a:lnTo>
                    <a:pt x="1730166" y="241567"/>
                  </a:lnTo>
                  <a:lnTo>
                    <a:pt x="1717058" y="243995"/>
                  </a:lnTo>
                  <a:lnTo>
                    <a:pt x="1703951" y="246421"/>
                  </a:lnTo>
                  <a:lnTo>
                    <a:pt x="1690844" y="248844"/>
                  </a:lnTo>
                  <a:lnTo>
                    <a:pt x="1677736" y="251265"/>
                  </a:lnTo>
                  <a:lnTo>
                    <a:pt x="1664629" y="253683"/>
                  </a:lnTo>
                  <a:lnTo>
                    <a:pt x="1651522" y="256099"/>
                  </a:lnTo>
                  <a:lnTo>
                    <a:pt x="1638414" y="258512"/>
                  </a:lnTo>
                  <a:lnTo>
                    <a:pt x="1625307" y="260923"/>
                  </a:lnTo>
                  <a:lnTo>
                    <a:pt x="1612200" y="263331"/>
                  </a:lnTo>
                  <a:lnTo>
                    <a:pt x="1599092" y="265736"/>
                  </a:lnTo>
                  <a:lnTo>
                    <a:pt x="1585985" y="268138"/>
                  </a:lnTo>
                  <a:lnTo>
                    <a:pt x="1572878" y="270538"/>
                  </a:lnTo>
                  <a:lnTo>
                    <a:pt x="1559770" y="272934"/>
                  </a:lnTo>
                  <a:lnTo>
                    <a:pt x="1546663" y="275328"/>
                  </a:lnTo>
                  <a:lnTo>
                    <a:pt x="1533556" y="277719"/>
                  </a:lnTo>
                  <a:lnTo>
                    <a:pt x="1520448" y="280106"/>
                  </a:lnTo>
                  <a:lnTo>
                    <a:pt x="1507341" y="282491"/>
                  </a:lnTo>
                  <a:lnTo>
                    <a:pt x="1494234" y="284873"/>
                  </a:lnTo>
                  <a:lnTo>
                    <a:pt x="1481127" y="287252"/>
                  </a:lnTo>
                  <a:lnTo>
                    <a:pt x="1468019" y="289628"/>
                  </a:lnTo>
                  <a:lnTo>
                    <a:pt x="1454912" y="292001"/>
                  </a:lnTo>
                  <a:lnTo>
                    <a:pt x="1441805" y="294371"/>
                  </a:lnTo>
                  <a:lnTo>
                    <a:pt x="1428697" y="296738"/>
                  </a:lnTo>
                  <a:lnTo>
                    <a:pt x="1415590" y="299102"/>
                  </a:lnTo>
                  <a:lnTo>
                    <a:pt x="1402483" y="301463"/>
                  </a:lnTo>
                  <a:lnTo>
                    <a:pt x="1389375" y="303822"/>
                  </a:lnTo>
                  <a:lnTo>
                    <a:pt x="1376268" y="306178"/>
                  </a:lnTo>
                  <a:lnTo>
                    <a:pt x="1363161" y="308531"/>
                  </a:lnTo>
                  <a:lnTo>
                    <a:pt x="1350053" y="310881"/>
                  </a:lnTo>
                  <a:lnTo>
                    <a:pt x="1336946" y="313229"/>
                  </a:lnTo>
                  <a:lnTo>
                    <a:pt x="1323839" y="315574"/>
                  </a:lnTo>
                  <a:lnTo>
                    <a:pt x="1310731" y="317916"/>
                  </a:lnTo>
                  <a:lnTo>
                    <a:pt x="1297624" y="320256"/>
                  </a:lnTo>
                  <a:lnTo>
                    <a:pt x="1284517" y="322593"/>
                  </a:lnTo>
                  <a:lnTo>
                    <a:pt x="1271409" y="324927"/>
                  </a:lnTo>
                  <a:lnTo>
                    <a:pt x="1258302" y="327259"/>
                  </a:lnTo>
                  <a:lnTo>
                    <a:pt x="1245195" y="329589"/>
                  </a:lnTo>
                  <a:lnTo>
                    <a:pt x="1232087" y="331916"/>
                  </a:lnTo>
                  <a:lnTo>
                    <a:pt x="1218980" y="334241"/>
                  </a:lnTo>
                  <a:lnTo>
                    <a:pt x="1205873" y="336563"/>
                  </a:lnTo>
                  <a:lnTo>
                    <a:pt x="1192766" y="338883"/>
                  </a:lnTo>
                  <a:lnTo>
                    <a:pt x="1179658" y="341200"/>
                  </a:lnTo>
                  <a:lnTo>
                    <a:pt x="1166551" y="343515"/>
                  </a:lnTo>
                  <a:lnTo>
                    <a:pt x="1153444" y="345828"/>
                  </a:lnTo>
                  <a:lnTo>
                    <a:pt x="1140336" y="348139"/>
                  </a:lnTo>
                  <a:lnTo>
                    <a:pt x="1127229" y="350447"/>
                  </a:lnTo>
                  <a:lnTo>
                    <a:pt x="1114122" y="352753"/>
                  </a:lnTo>
                  <a:lnTo>
                    <a:pt x="1101014" y="355056"/>
                  </a:lnTo>
                  <a:lnTo>
                    <a:pt x="1087907" y="357357"/>
                  </a:lnTo>
                  <a:lnTo>
                    <a:pt x="1074800" y="359657"/>
                  </a:lnTo>
                  <a:lnTo>
                    <a:pt x="1061692" y="361953"/>
                  </a:lnTo>
                  <a:lnTo>
                    <a:pt x="1048585" y="364248"/>
                  </a:lnTo>
                  <a:lnTo>
                    <a:pt x="1035478" y="366540"/>
                  </a:lnTo>
                  <a:lnTo>
                    <a:pt x="1022370" y="368830"/>
                  </a:lnTo>
                  <a:lnTo>
                    <a:pt x="1009263" y="371118"/>
                  </a:lnTo>
                  <a:lnTo>
                    <a:pt x="996156" y="373404"/>
                  </a:lnTo>
                  <a:lnTo>
                    <a:pt x="983048" y="375687"/>
                  </a:lnTo>
                  <a:lnTo>
                    <a:pt x="969941" y="377968"/>
                  </a:lnTo>
                  <a:lnTo>
                    <a:pt x="956834" y="380247"/>
                  </a:lnTo>
                  <a:lnTo>
                    <a:pt x="943726" y="382524"/>
                  </a:lnTo>
                  <a:lnTo>
                    <a:pt x="930619" y="384799"/>
                  </a:lnTo>
                  <a:lnTo>
                    <a:pt x="917512" y="387072"/>
                  </a:lnTo>
                  <a:lnTo>
                    <a:pt x="904405" y="389343"/>
                  </a:lnTo>
                  <a:lnTo>
                    <a:pt x="891297" y="391612"/>
                  </a:lnTo>
                  <a:lnTo>
                    <a:pt x="878190" y="393878"/>
                  </a:lnTo>
                  <a:lnTo>
                    <a:pt x="865083" y="396143"/>
                  </a:lnTo>
                  <a:lnTo>
                    <a:pt x="851975" y="398406"/>
                  </a:lnTo>
                  <a:lnTo>
                    <a:pt x="838868" y="400667"/>
                  </a:lnTo>
                  <a:lnTo>
                    <a:pt x="825761" y="402926"/>
                  </a:lnTo>
                  <a:lnTo>
                    <a:pt x="812653" y="405183"/>
                  </a:lnTo>
                  <a:lnTo>
                    <a:pt x="799546" y="407438"/>
                  </a:lnTo>
                  <a:lnTo>
                    <a:pt x="786439" y="409692"/>
                  </a:lnTo>
                  <a:lnTo>
                    <a:pt x="773331" y="411944"/>
                  </a:lnTo>
                  <a:lnTo>
                    <a:pt x="760224" y="414194"/>
                  </a:lnTo>
                  <a:lnTo>
                    <a:pt x="747117" y="416443"/>
                  </a:lnTo>
                  <a:lnTo>
                    <a:pt x="734009" y="418690"/>
                  </a:lnTo>
                  <a:lnTo>
                    <a:pt x="720902" y="420936"/>
                  </a:lnTo>
                  <a:lnTo>
                    <a:pt x="707795" y="423180"/>
                  </a:lnTo>
                  <a:lnTo>
                    <a:pt x="694687" y="425423"/>
                  </a:lnTo>
                  <a:lnTo>
                    <a:pt x="681580" y="427664"/>
                  </a:lnTo>
                  <a:lnTo>
                    <a:pt x="668473" y="429905"/>
                  </a:lnTo>
                  <a:lnTo>
                    <a:pt x="655365" y="432144"/>
                  </a:lnTo>
                  <a:lnTo>
                    <a:pt x="642258" y="434382"/>
                  </a:lnTo>
                  <a:lnTo>
                    <a:pt x="629151" y="436619"/>
                  </a:lnTo>
                  <a:lnTo>
                    <a:pt x="616043" y="438855"/>
                  </a:lnTo>
                  <a:lnTo>
                    <a:pt x="602936" y="441089"/>
                  </a:lnTo>
                  <a:lnTo>
                    <a:pt x="589829" y="443323"/>
                  </a:lnTo>
                  <a:lnTo>
                    <a:pt x="576722" y="445556"/>
                  </a:lnTo>
                  <a:lnTo>
                    <a:pt x="563614" y="447788"/>
                  </a:lnTo>
                  <a:lnTo>
                    <a:pt x="550507" y="450019"/>
                  </a:lnTo>
                  <a:lnTo>
                    <a:pt x="537400" y="452250"/>
                  </a:lnTo>
                  <a:lnTo>
                    <a:pt x="524292" y="454480"/>
                  </a:lnTo>
                  <a:lnTo>
                    <a:pt x="511185" y="456709"/>
                  </a:lnTo>
                  <a:lnTo>
                    <a:pt x="498078" y="458937"/>
                  </a:lnTo>
                  <a:lnTo>
                    <a:pt x="484970" y="461165"/>
                  </a:lnTo>
                  <a:lnTo>
                    <a:pt x="471863" y="463392"/>
                  </a:lnTo>
                  <a:lnTo>
                    <a:pt x="458756" y="465618"/>
                  </a:lnTo>
                  <a:lnTo>
                    <a:pt x="445648" y="467844"/>
                  </a:lnTo>
                  <a:lnTo>
                    <a:pt x="432541" y="470069"/>
                  </a:lnTo>
                  <a:lnTo>
                    <a:pt x="419434" y="472294"/>
                  </a:lnTo>
                  <a:lnTo>
                    <a:pt x="406326" y="474518"/>
                  </a:lnTo>
                  <a:lnTo>
                    <a:pt x="393219" y="476742"/>
                  </a:lnTo>
                  <a:lnTo>
                    <a:pt x="380112" y="478966"/>
                  </a:lnTo>
                  <a:lnTo>
                    <a:pt x="367004" y="481189"/>
                  </a:lnTo>
                  <a:lnTo>
                    <a:pt x="353897" y="483411"/>
                  </a:lnTo>
                  <a:lnTo>
                    <a:pt x="340790" y="485634"/>
                  </a:lnTo>
                  <a:lnTo>
                    <a:pt x="327682" y="487855"/>
                  </a:lnTo>
                  <a:lnTo>
                    <a:pt x="314575" y="490077"/>
                  </a:lnTo>
                  <a:lnTo>
                    <a:pt x="301468" y="492298"/>
                  </a:lnTo>
                  <a:lnTo>
                    <a:pt x="288361" y="494519"/>
                  </a:lnTo>
                  <a:lnTo>
                    <a:pt x="275253" y="496740"/>
                  </a:lnTo>
                  <a:lnTo>
                    <a:pt x="262146" y="498961"/>
                  </a:lnTo>
                  <a:lnTo>
                    <a:pt x="249039" y="501182"/>
                  </a:lnTo>
                  <a:lnTo>
                    <a:pt x="235931" y="503402"/>
                  </a:lnTo>
                  <a:lnTo>
                    <a:pt x="222824" y="505623"/>
                  </a:lnTo>
                  <a:lnTo>
                    <a:pt x="209717" y="507843"/>
                  </a:lnTo>
                  <a:lnTo>
                    <a:pt x="196609" y="510064"/>
                  </a:lnTo>
                  <a:lnTo>
                    <a:pt x="183502" y="512284"/>
                  </a:lnTo>
                  <a:lnTo>
                    <a:pt x="170395" y="514505"/>
                  </a:lnTo>
                  <a:lnTo>
                    <a:pt x="157287" y="516726"/>
                  </a:lnTo>
                  <a:lnTo>
                    <a:pt x="144180" y="518947"/>
                  </a:lnTo>
                  <a:lnTo>
                    <a:pt x="131073" y="521168"/>
                  </a:lnTo>
                  <a:lnTo>
                    <a:pt x="117965" y="523389"/>
                  </a:lnTo>
                  <a:lnTo>
                    <a:pt x="104858" y="525611"/>
                  </a:lnTo>
                  <a:lnTo>
                    <a:pt x="91751" y="527832"/>
                  </a:lnTo>
                  <a:lnTo>
                    <a:pt x="78643" y="530054"/>
                  </a:lnTo>
                  <a:lnTo>
                    <a:pt x="65536" y="532276"/>
                  </a:lnTo>
                  <a:lnTo>
                    <a:pt x="52429" y="534498"/>
                  </a:lnTo>
                  <a:lnTo>
                    <a:pt x="39321" y="536720"/>
                  </a:lnTo>
                  <a:lnTo>
                    <a:pt x="26214" y="538942"/>
                  </a:lnTo>
                  <a:lnTo>
                    <a:pt x="13107" y="541164"/>
                  </a:lnTo>
                  <a:lnTo>
                    <a:pt x="0" y="54338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2" name="pl46"/>
            <p:cNvSpPr/>
            <p:nvPr/>
          </p:nvSpPr>
          <p:spPr>
            <a:xfrm>
              <a:off x="5300048" y="2077116"/>
              <a:ext cx="2346210" cy="214825"/>
            </a:xfrm>
            <a:custGeom>
              <a:avLst/>
              <a:gdLst/>
              <a:ahLst/>
              <a:cxnLst/>
              <a:rect l="0" t="0" r="0" b="0"/>
              <a:pathLst>
                <a:path w="2346210" h="214825">
                  <a:moveTo>
                    <a:pt x="0" y="214825"/>
                  </a:moveTo>
                  <a:lnTo>
                    <a:pt x="13107" y="214577"/>
                  </a:lnTo>
                  <a:lnTo>
                    <a:pt x="26214" y="214329"/>
                  </a:lnTo>
                  <a:lnTo>
                    <a:pt x="39321" y="214081"/>
                  </a:lnTo>
                  <a:lnTo>
                    <a:pt x="52429" y="213833"/>
                  </a:lnTo>
                  <a:lnTo>
                    <a:pt x="65536" y="213584"/>
                  </a:lnTo>
                  <a:lnTo>
                    <a:pt x="78643" y="213335"/>
                  </a:lnTo>
                  <a:lnTo>
                    <a:pt x="91751" y="213085"/>
                  </a:lnTo>
                  <a:lnTo>
                    <a:pt x="104858" y="212835"/>
                  </a:lnTo>
                  <a:lnTo>
                    <a:pt x="117965" y="212583"/>
                  </a:lnTo>
                  <a:lnTo>
                    <a:pt x="131073" y="212329"/>
                  </a:lnTo>
                  <a:lnTo>
                    <a:pt x="144180" y="212074"/>
                  </a:lnTo>
                  <a:lnTo>
                    <a:pt x="157287" y="211816"/>
                  </a:lnTo>
                  <a:lnTo>
                    <a:pt x="170395" y="211556"/>
                  </a:lnTo>
                  <a:lnTo>
                    <a:pt x="183502" y="211293"/>
                  </a:lnTo>
                  <a:lnTo>
                    <a:pt x="196609" y="211027"/>
                  </a:lnTo>
                  <a:lnTo>
                    <a:pt x="209717" y="210757"/>
                  </a:lnTo>
                  <a:lnTo>
                    <a:pt x="222824" y="210483"/>
                  </a:lnTo>
                  <a:lnTo>
                    <a:pt x="235931" y="210204"/>
                  </a:lnTo>
                  <a:lnTo>
                    <a:pt x="249039" y="209921"/>
                  </a:lnTo>
                  <a:lnTo>
                    <a:pt x="262146" y="209632"/>
                  </a:lnTo>
                  <a:lnTo>
                    <a:pt x="275253" y="209337"/>
                  </a:lnTo>
                  <a:lnTo>
                    <a:pt x="288361" y="209037"/>
                  </a:lnTo>
                  <a:lnTo>
                    <a:pt x="301468" y="208729"/>
                  </a:lnTo>
                  <a:lnTo>
                    <a:pt x="314575" y="208415"/>
                  </a:lnTo>
                  <a:lnTo>
                    <a:pt x="327682" y="208093"/>
                  </a:lnTo>
                  <a:lnTo>
                    <a:pt x="340790" y="207763"/>
                  </a:lnTo>
                  <a:lnTo>
                    <a:pt x="353897" y="207425"/>
                  </a:lnTo>
                  <a:lnTo>
                    <a:pt x="367004" y="207079"/>
                  </a:lnTo>
                  <a:lnTo>
                    <a:pt x="380112" y="206723"/>
                  </a:lnTo>
                  <a:lnTo>
                    <a:pt x="393219" y="206359"/>
                  </a:lnTo>
                  <a:lnTo>
                    <a:pt x="406326" y="205984"/>
                  </a:lnTo>
                  <a:lnTo>
                    <a:pt x="419434" y="205600"/>
                  </a:lnTo>
                  <a:lnTo>
                    <a:pt x="432541" y="205205"/>
                  </a:lnTo>
                  <a:lnTo>
                    <a:pt x="445648" y="204800"/>
                  </a:lnTo>
                  <a:lnTo>
                    <a:pt x="458756" y="204383"/>
                  </a:lnTo>
                  <a:lnTo>
                    <a:pt x="471863" y="203956"/>
                  </a:lnTo>
                  <a:lnTo>
                    <a:pt x="484970" y="203517"/>
                  </a:lnTo>
                  <a:lnTo>
                    <a:pt x="498078" y="203066"/>
                  </a:lnTo>
                  <a:lnTo>
                    <a:pt x="511185" y="202603"/>
                  </a:lnTo>
                  <a:lnTo>
                    <a:pt x="524292" y="202127"/>
                  </a:lnTo>
                  <a:lnTo>
                    <a:pt x="537400" y="201639"/>
                  </a:lnTo>
                  <a:lnTo>
                    <a:pt x="550507" y="201138"/>
                  </a:lnTo>
                  <a:lnTo>
                    <a:pt x="563614" y="200624"/>
                  </a:lnTo>
                  <a:lnTo>
                    <a:pt x="576722" y="200096"/>
                  </a:lnTo>
                  <a:lnTo>
                    <a:pt x="589829" y="199555"/>
                  </a:lnTo>
                  <a:lnTo>
                    <a:pt x="602936" y="199000"/>
                  </a:lnTo>
                  <a:lnTo>
                    <a:pt x="616043" y="198430"/>
                  </a:lnTo>
                  <a:lnTo>
                    <a:pt x="629151" y="197846"/>
                  </a:lnTo>
                  <a:lnTo>
                    <a:pt x="642258" y="197248"/>
                  </a:lnTo>
                  <a:lnTo>
                    <a:pt x="655365" y="196634"/>
                  </a:lnTo>
                  <a:lnTo>
                    <a:pt x="668473" y="196005"/>
                  </a:lnTo>
                  <a:lnTo>
                    <a:pt x="681580" y="195361"/>
                  </a:lnTo>
                  <a:lnTo>
                    <a:pt x="694687" y="194701"/>
                  </a:lnTo>
                  <a:lnTo>
                    <a:pt x="707795" y="194026"/>
                  </a:lnTo>
                  <a:lnTo>
                    <a:pt x="720902" y="193335"/>
                  </a:lnTo>
                  <a:lnTo>
                    <a:pt x="734009" y="192627"/>
                  </a:lnTo>
                  <a:lnTo>
                    <a:pt x="747117" y="191903"/>
                  </a:lnTo>
                  <a:lnTo>
                    <a:pt x="760224" y="191162"/>
                  </a:lnTo>
                  <a:lnTo>
                    <a:pt x="773331" y="190405"/>
                  </a:lnTo>
                  <a:lnTo>
                    <a:pt x="786439" y="189631"/>
                  </a:lnTo>
                  <a:lnTo>
                    <a:pt x="799546" y="188840"/>
                  </a:lnTo>
                  <a:lnTo>
                    <a:pt x="812653" y="188031"/>
                  </a:lnTo>
                  <a:lnTo>
                    <a:pt x="825761" y="187206"/>
                  </a:lnTo>
                  <a:lnTo>
                    <a:pt x="838868" y="186363"/>
                  </a:lnTo>
                  <a:lnTo>
                    <a:pt x="851975" y="185503"/>
                  </a:lnTo>
                  <a:lnTo>
                    <a:pt x="865083" y="184625"/>
                  </a:lnTo>
                  <a:lnTo>
                    <a:pt x="878190" y="183729"/>
                  </a:lnTo>
                  <a:lnTo>
                    <a:pt x="891297" y="182816"/>
                  </a:lnTo>
                  <a:lnTo>
                    <a:pt x="904405" y="181885"/>
                  </a:lnTo>
                  <a:lnTo>
                    <a:pt x="917512" y="180936"/>
                  </a:lnTo>
                  <a:lnTo>
                    <a:pt x="930619" y="179970"/>
                  </a:lnTo>
                  <a:lnTo>
                    <a:pt x="943726" y="178985"/>
                  </a:lnTo>
                  <a:lnTo>
                    <a:pt x="956834" y="177983"/>
                  </a:lnTo>
                  <a:lnTo>
                    <a:pt x="969941" y="176963"/>
                  </a:lnTo>
                  <a:lnTo>
                    <a:pt x="983048" y="175925"/>
                  </a:lnTo>
                  <a:lnTo>
                    <a:pt x="996156" y="174869"/>
                  </a:lnTo>
                  <a:lnTo>
                    <a:pt x="1009263" y="173795"/>
                  </a:lnTo>
                  <a:lnTo>
                    <a:pt x="1022370" y="172704"/>
                  </a:lnTo>
                  <a:lnTo>
                    <a:pt x="1035478" y="171594"/>
                  </a:lnTo>
                  <a:lnTo>
                    <a:pt x="1048585" y="170467"/>
                  </a:lnTo>
                  <a:lnTo>
                    <a:pt x="1061692" y="169323"/>
                  </a:lnTo>
                  <a:lnTo>
                    <a:pt x="1074800" y="168161"/>
                  </a:lnTo>
                  <a:lnTo>
                    <a:pt x="1087907" y="166981"/>
                  </a:lnTo>
                  <a:lnTo>
                    <a:pt x="1101014" y="165784"/>
                  </a:lnTo>
                  <a:lnTo>
                    <a:pt x="1114122" y="164570"/>
                  </a:lnTo>
                  <a:lnTo>
                    <a:pt x="1127229" y="163339"/>
                  </a:lnTo>
                  <a:lnTo>
                    <a:pt x="1140336" y="162090"/>
                  </a:lnTo>
                  <a:lnTo>
                    <a:pt x="1153444" y="160824"/>
                  </a:lnTo>
                  <a:lnTo>
                    <a:pt x="1166551" y="159542"/>
                  </a:lnTo>
                  <a:lnTo>
                    <a:pt x="1179658" y="158242"/>
                  </a:lnTo>
                  <a:lnTo>
                    <a:pt x="1192766" y="156926"/>
                  </a:lnTo>
                  <a:lnTo>
                    <a:pt x="1205873" y="155594"/>
                  </a:lnTo>
                  <a:lnTo>
                    <a:pt x="1218980" y="154245"/>
                  </a:lnTo>
                  <a:lnTo>
                    <a:pt x="1232087" y="152880"/>
                  </a:lnTo>
                  <a:lnTo>
                    <a:pt x="1245195" y="151498"/>
                  </a:lnTo>
                  <a:lnTo>
                    <a:pt x="1258302" y="150101"/>
                  </a:lnTo>
                  <a:lnTo>
                    <a:pt x="1271409" y="148687"/>
                  </a:lnTo>
                  <a:lnTo>
                    <a:pt x="1284517" y="147258"/>
                  </a:lnTo>
                  <a:lnTo>
                    <a:pt x="1297624" y="145814"/>
                  </a:lnTo>
                  <a:lnTo>
                    <a:pt x="1310731" y="144354"/>
                  </a:lnTo>
                  <a:lnTo>
                    <a:pt x="1323839" y="142879"/>
                  </a:lnTo>
                  <a:lnTo>
                    <a:pt x="1336946" y="141388"/>
                  </a:lnTo>
                  <a:lnTo>
                    <a:pt x="1350053" y="139883"/>
                  </a:lnTo>
                  <a:lnTo>
                    <a:pt x="1363161" y="138363"/>
                  </a:lnTo>
                  <a:lnTo>
                    <a:pt x="1376268" y="136829"/>
                  </a:lnTo>
                  <a:lnTo>
                    <a:pt x="1389375" y="135280"/>
                  </a:lnTo>
                  <a:lnTo>
                    <a:pt x="1402483" y="133717"/>
                  </a:lnTo>
                  <a:lnTo>
                    <a:pt x="1415590" y="132140"/>
                  </a:lnTo>
                  <a:lnTo>
                    <a:pt x="1428697" y="130549"/>
                  </a:lnTo>
                  <a:lnTo>
                    <a:pt x="1441805" y="128945"/>
                  </a:lnTo>
                  <a:lnTo>
                    <a:pt x="1454912" y="127327"/>
                  </a:lnTo>
                  <a:lnTo>
                    <a:pt x="1468019" y="125696"/>
                  </a:lnTo>
                  <a:lnTo>
                    <a:pt x="1481127" y="124052"/>
                  </a:lnTo>
                  <a:lnTo>
                    <a:pt x="1494234" y="122395"/>
                  </a:lnTo>
                  <a:lnTo>
                    <a:pt x="1507341" y="120726"/>
                  </a:lnTo>
                  <a:lnTo>
                    <a:pt x="1520448" y="119045"/>
                  </a:lnTo>
                  <a:lnTo>
                    <a:pt x="1533556" y="117351"/>
                  </a:lnTo>
                  <a:lnTo>
                    <a:pt x="1546663" y="115646"/>
                  </a:lnTo>
                  <a:lnTo>
                    <a:pt x="1559770" y="113930"/>
                  </a:lnTo>
                  <a:lnTo>
                    <a:pt x="1572878" y="112202"/>
                  </a:lnTo>
                  <a:lnTo>
                    <a:pt x="1585985" y="110463"/>
                  </a:lnTo>
                  <a:lnTo>
                    <a:pt x="1599092" y="108714"/>
                  </a:lnTo>
                  <a:lnTo>
                    <a:pt x="1612200" y="106954"/>
                  </a:lnTo>
                  <a:lnTo>
                    <a:pt x="1625307" y="105184"/>
                  </a:lnTo>
                  <a:lnTo>
                    <a:pt x="1638414" y="103404"/>
                  </a:lnTo>
                  <a:lnTo>
                    <a:pt x="1651522" y="101615"/>
                  </a:lnTo>
                  <a:lnTo>
                    <a:pt x="1664629" y="99817"/>
                  </a:lnTo>
                  <a:lnTo>
                    <a:pt x="1677736" y="98010"/>
                  </a:lnTo>
                  <a:lnTo>
                    <a:pt x="1690844" y="96194"/>
                  </a:lnTo>
                  <a:lnTo>
                    <a:pt x="1703951" y="94370"/>
                  </a:lnTo>
                  <a:lnTo>
                    <a:pt x="1717058" y="92538"/>
                  </a:lnTo>
                  <a:lnTo>
                    <a:pt x="1730166" y="90698"/>
                  </a:lnTo>
                  <a:lnTo>
                    <a:pt x="1743273" y="88851"/>
                  </a:lnTo>
                  <a:lnTo>
                    <a:pt x="1756380" y="86997"/>
                  </a:lnTo>
                  <a:lnTo>
                    <a:pt x="1769488" y="85136"/>
                  </a:lnTo>
                  <a:lnTo>
                    <a:pt x="1782595" y="83269"/>
                  </a:lnTo>
                  <a:lnTo>
                    <a:pt x="1795702" y="81396"/>
                  </a:lnTo>
                  <a:lnTo>
                    <a:pt x="1808810" y="79516"/>
                  </a:lnTo>
                  <a:lnTo>
                    <a:pt x="1821917" y="77632"/>
                  </a:lnTo>
                  <a:lnTo>
                    <a:pt x="1835024" y="75742"/>
                  </a:lnTo>
                  <a:lnTo>
                    <a:pt x="1848131" y="73847"/>
                  </a:lnTo>
                  <a:lnTo>
                    <a:pt x="1861239" y="71947"/>
                  </a:lnTo>
                  <a:lnTo>
                    <a:pt x="1874346" y="70043"/>
                  </a:lnTo>
                  <a:lnTo>
                    <a:pt x="1887453" y="68135"/>
                  </a:lnTo>
                  <a:lnTo>
                    <a:pt x="1900561" y="66222"/>
                  </a:lnTo>
                  <a:lnTo>
                    <a:pt x="1913668" y="64306"/>
                  </a:lnTo>
                  <a:lnTo>
                    <a:pt x="1926775" y="62386"/>
                  </a:lnTo>
                  <a:lnTo>
                    <a:pt x="1939883" y="60463"/>
                  </a:lnTo>
                  <a:lnTo>
                    <a:pt x="1952990" y="58537"/>
                  </a:lnTo>
                  <a:lnTo>
                    <a:pt x="1966097" y="56608"/>
                  </a:lnTo>
                  <a:lnTo>
                    <a:pt x="1979205" y="54677"/>
                  </a:lnTo>
                  <a:lnTo>
                    <a:pt x="1992312" y="52742"/>
                  </a:lnTo>
                  <a:lnTo>
                    <a:pt x="2005419" y="50806"/>
                  </a:lnTo>
                  <a:lnTo>
                    <a:pt x="2018527" y="48867"/>
                  </a:lnTo>
                  <a:lnTo>
                    <a:pt x="2031634" y="46926"/>
                  </a:lnTo>
                  <a:lnTo>
                    <a:pt x="2044741" y="44983"/>
                  </a:lnTo>
                  <a:lnTo>
                    <a:pt x="2057849" y="43038"/>
                  </a:lnTo>
                  <a:lnTo>
                    <a:pt x="2070956" y="41092"/>
                  </a:lnTo>
                  <a:lnTo>
                    <a:pt x="2084063" y="39144"/>
                  </a:lnTo>
                  <a:lnTo>
                    <a:pt x="2097171" y="37194"/>
                  </a:lnTo>
                  <a:lnTo>
                    <a:pt x="2110278" y="35244"/>
                  </a:lnTo>
                  <a:lnTo>
                    <a:pt x="2123385" y="33292"/>
                  </a:lnTo>
                  <a:lnTo>
                    <a:pt x="2136492" y="31338"/>
                  </a:lnTo>
                  <a:lnTo>
                    <a:pt x="2149600" y="29384"/>
                  </a:lnTo>
                  <a:lnTo>
                    <a:pt x="2162707" y="27429"/>
                  </a:lnTo>
                  <a:lnTo>
                    <a:pt x="2175814" y="25473"/>
                  </a:lnTo>
                  <a:lnTo>
                    <a:pt x="2188922" y="23516"/>
                  </a:lnTo>
                  <a:lnTo>
                    <a:pt x="2202029" y="21559"/>
                  </a:lnTo>
                  <a:lnTo>
                    <a:pt x="2215136" y="19600"/>
                  </a:lnTo>
                  <a:lnTo>
                    <a:pt x="2228244" y="17642"/>
                  </a:lnTo>
                  <a:lnTo>
                    <a:pt x="2241351" y="15682"/>
                  </a:lnTo>
                  <a:lnTo>
                    <a:pt x="2254458" y="13723"/>
                  </a:lnTo>
                  <a:lnTo>
                    <a:pt x="2267566" y="11763"/>
                  </a:lnTo>
                  <a:lnTo>
                    <a:pt x="2280673" y="9803"/>
                  </a:lnTo>
                  <a:lnTo>
                    <a:pt x="2293780" y="7842"/>
                  </a:lnTo>
                  <a:lnTo>
                    <a:pt x="2306888" y="5882"/>
                  </a:lnTo>
                  <a:lnTo>
                    <a:pt x="2319995" y="3921"/>
                  </a:lnTo>
                  <a:lnTo>
                    <a:pt x="2333102" y="1960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3" name="pl47"/>
            <p:cNvSpPr/>
            <p:nvPr/>
          </p:nvSpPr>
          <p:spPr>
            <a:xfrm>
              <a:off x="5300048" y="2203524"/>
              <a:ext cx="2346210" cy="416979"/>
            </a:xfrm>
            <a:custGeom>
              <a:avLst/>
              <a:gdLst/>
              <a:ahLst/>
              <a:cxnLst/>
              <a:rect l="0" t="0" r="0" b="0"/>
              <a:pathLst>
                <a:path w="2346210" h="416979">
                  <a:moveTo>
                    <a:pt x="2346210" y="0"/>
                  </a:moveTo>
                  <a:lnTo>
                    <a:pt x="2333102" y="2456"/>
                  </a:lnTo>
                  <a:lnTo>
                    <a:pt x="2319995" y="4912"/>
                  </a:lnTo>
                  <a:lnTo>
                    <a:pt x="2306888" y="7368"/>
                  </a:lnTo>
                  <a:lnTo>
                    <a:pt x="2293780" y="9824"/>
                  </a:lnTo>
                  <a:lnTo>
                    <a:pt x="2280673" y="12281"/>
                  </a:lnTo>
                  <a:lnTo>
                    <a:pt x="2267566" y="14737"/>
                  </a:lnTo>
                  <a:lnTo>
                    <a:pt x="2254458" y="17193"/>
                  </a:lnTo>
                  <a:lnTo>
                    <a:pt x="2241351" y="19649"/>
                  </a:lnTo>
                  <a:lnTo>
                    <a:pt x="2228244" y="22105"/>
                  </a:lnTo>
                  <a:lnTo>
                    <a:pt x="2215136" y="24560"/>
                  </a:lnTo>
                  <a:lnTo>
                    <a:pt x="2202029" y="27016"/>
                  </a:lnTo>
                  <a:lnTo>
                    <a:pt x="2188922" y="29472"/>
                  </a:lnTo>
                  <a:lnTo>
                    <a:pt x="2175814" y="31927"/>
                  </a:lnTo>
                  <a:lnTo>
                    <a:pt x="2162707" y="34382"/>
                  </a:lnTo>
                  <a:lnTo>
                    <a:pt x="2149600" y="36838"/>
                  </a:lnTo>
                  <a:lnTo>
                    <a:pt x="2136492" y="39293"/>
                  </a:lnTo>
                  <a:lnTo>
                    <a:pt x="2123385" y="41748"/>
                  </a:lnTo>
                  <a:lnTo>
                    <a:pt x="2110278" y="44203"/>
                  </a:lnTo>
                  <a:lnTo>
                    <a:pt x="2097171" y="46657"/>
                  </a:lnTo>
                  <a:lnTo>
                    <a:pt x="2084063" y="49112"/>
                  </a:lnTo>
                  <a:lnTo>
                    <a:pt x="2070956" y="51566"/>
                  </a:lnTo>
                  <a:lnTo>
                    <a:pt x="2057849" y="54021"/>
                  </a:lnTo>
                  <a:lnTo>
                    <a:pt x="2044741" y="56475"/>
                  </a:lnTo>
                  <a:lnTo>
                    <a:pt x="2031634" y="58928"/>
                  </a:lnTo>
                  <a:lnTo>
                    <a:pt x="2018527" y="61382"/>
                  </a:lnTo>
                  <a:lnTo>
                    <a:pt x="2005419" y="63835"/>
                  </a:lnTo>
                  <a:lnTo>
                    <a:pt x="1992312" y="66288"/>
                  </a:lnTo>
                  <a:lnTo>
                    <a:pt x="1979205" y="68740"/>
                  </a:lnTo>
                  <a:lnTo>
                    <a:pt x="1966097" y="71192"/>
                  </a:lnTo>
                  <a:lnTo>
                    <a:pt x="1952990" y="73643"/>
                  </a:lnTo>
                  <a:lnTo>
                    <a:pt x="1939883" y="76094"/>
                  </a:lnTo>
                  <a:lnTo>
                    <a:pt x="1926775" y="78544"/>
                  </a:lnTo>
                  <a:lnTo>
                    <a:pt x="1913668" y="80994"/>
                  </a:lnTo>
                  <a:lnTo>
                    <a:pt x="1900561" y="83442"/>
                  </a:lnTo>
                  <a:lnTo>
                    <a:pt x="1887453" y="85890"/>
                  </a:lnTo>
                  <a:lnTo>
                    <a:pt x="1874346" y="88337"/>
                  </a:lnTo>
                  <a:lnTo>
                    <a:pt x="1861239" y="90782"/>
                  </a:lnTo>
                  <a:lnTo>
                    <a:pt x="1848131" y="93227"/>
                  </a:lnTo>
                  <a:lnTo>
                    <a:pt x="1835024" y="95670"/>
                  </a:lnTo>
                  <a:lnTo>
                    <a:pt x="1821917" y="98112"/>
                  </a:lnTo>
                  <a:lnTo>
                    <a:pt x="1808810" y="100553"/>
                  </a:lnTo>
                  <a:lnTo>
                    <a:pt x="1795702" y="102992"/>
                  </a:lnTo>
                  <a:lnTo>
                    <a:pt x="1782595" y="105429"/>
                  </a:lnTo>
                  <a:lnTo>
                    <a:pt x="1769488" y="107865"/>
                  </a:lnTo>
                  <a:lnTo>
                    <a:pt x="1756380" y="110298"/>
                  </a:lnTo>
                  <a:lnTo>
                    <a:pt x="1743273" y="112730"/>
                  </a:lnTo>
                  <a:lnTo>
                    <a:pt x="1730166" y="115160"/>
                  </a:lnTo>
                  <a:lnTo>
                    <a:pt x="1717058" y="117588"/>
                  </a:lnTo>
                  <a:lnTo>
                    <a:pt x="1703951" y="120013"/>
                  </a:lnTo>
                  <a:lnTo>
                    <a:pt x="1690844" y="122437"/>
                  </a:lnTo>
                  <a:lnTo>
                    <a:pt x="1677736" y="124857"/>
                  </a:lnTo>
                  <a:lnTo>
                    <a:pt x="1664629" y="127276"/>
                  </a:lnTo>
                  <a:lnTo>
                    <a:pt x="1651522" y="129692"/>
                  </a:lnTo>
                  <a:lnTo>
                    <a:pt x="1638414" y="132105"/>
                  </a:lnTo>
                  <a:lnTo>
                    <a:pt x="1625307" y="134516"/>
                  </a:lnTo>
                  <a:lnTo>
                    <a:pt x="1612200" y="136924"/>
                  </a:lnTo>
                  <a:lnTo>
                    <a:pt x="1599092" y="139329"/>
                  </a:lnTo>
                  <a:lnTo>
                    <a:pt x="1585985" y="141731"/>
                  </a:lnTo>
                  <a:lnTo>
                    <a:pt x="1572878" y="144130"/>
                  </a:lnTo>
                  <a:lnTo>
                    <a:pt x="1559770" y="146527"/>
                  </a:lnTo>
                  <a:lnTo>
                    <a:pt x="1546663" y="148921"/>
                  </a:lnTo>
                  <a:lnTo>
                    <a:pt x="1533556" y="151311"/>
                  </a:lnTo>
                  <a:lnTo>
                    <a:pt x="1520448" y="153699"/>
                  </a:lnTo>
                  <a:lnTo>
                    <a:pt x="1507341" y="156084"/>
                  </a:lnTo>
                  <a:lnTo>
                    <a:pt x="1494234" y="158466"/>
                  </a:lnTo>
                  <a:lnTo>
                    <a:pt x="1481127" y="160845"/>
                  </a:lnTo>
                  <a:lnTo>
                    <a:pt x="1468019" y="163220"/>
                  </a:lnTo>
                  <a:lnTo>
                    <a:pt x="1454912" y="165593"/>
                  </a:lnTo>
                  <a:lnTo>
                    <a:pt x="1441805" y="167963"/>
                  </a:lnTo>
                  <a:lnTo>
                    <a:pt x="1428697" y="170330"/>
                  </a:lnTo>
                  <a:lnTo>
                    <a:pt x="1415590" y="172695"/>
                  </a:lnTo>
                  <a:lnTo>
                    <a:pt x="1402483" y="175056"/>
                  </a:lnTo>
                  <a:lnTo>
                    <a:pt x="1389375" y="177415"/>
                  </a:lnTo>
                  <a:lnTo>
                    <a:pt x="1376268" y="179770"/>
                  </a:lnTo>
                  <a:lnTo>
                    <a:pt x="1363161" y="182123"/>
                  </a:lnTo>
                  <a:lnTo>
                    <a:pt x="1350053" y="184474"/>
                  </a:lnTo>
                  <a:lnTo>
                    <a:pt x="1336946" y="186821"/>
                  </a:lnTo>
                  <a:lnTo>
                    <a:pt x="1323839" y="189166"/>
                  </a:lnTo>
                  <a:lnTo>
                    <a:pt x="1310731" y="191509"/>
                  </a:lnTo>
                  <a:lnTo>
                    <a:pt x="1297624" y="193848"/>
                  </a:lnTo>
                  <a:lnTo>
                    <a:pt x="1284517" y="196185"/>
                  </a:lnTo>
                  <a:lnTo>
                    <a:pt x="1271409" y="198520"/>
                  </a:lnTo>
                  <a:lnTo>
                    <a:pt x="1258302" y="200852"/>
                  </a:lnTo>
                  <a:lnTo>
                    <a:pt x="1245195" y="203182"/>
                  </a:lnTo>
                  <a:lnTo>
                    <a:pt x="1232087" y="205509"/>
                  </a:lnTo>
                  <a:lnTo>
                    <a:pt x="1218980" y="207833"/>
                  </a:lnTo>
                  <a:lnTo>
                    <a:pt x="1205873" y="210156"/>
                  </a:lnTo>
                  <a:lnTo>
                    <a:pt x="1192766" y="212475"/>
                  </a:lnTo>
                  <a:lnTo>
                    <a:pt x="1179658" y="214793"/>
                  </a:lnTo>
                  <a:lnTo>
                    <a:pt x="1166551" y="217108"/>
                  </a:lnTo>
                  <a:lnTo>
                    <a:pt x="1153444" y="219421"/>
                  </a:lnTo>
                  <a:lnTo>
                    <a:pt x="1140336" y="221731"/>
                  </a:lnTo>
                  <a:lnTo>
                    <a:pt x="1127229" y="224039"/>
                  </a:lnTo>
                  <a:lnTo>
                    <a:pt x="1114122" y="226345"/>
                  </a:lnTo>
                  <a:lnTo>
                    <a:pt x="1101014" y="228649"/>
                  </a:lnTo>
                  <a:lnTo>
                    <a:pt x="1087907" y="230950"/>
                  </a:lnTo>
                  <a:lnTo>
                    <a:pt x="1074800" y="233249"/>
                  </a:lnTo>
                  <a:lnTo>
                    <a:pt x="1061692" y="235546"/>
                  </a:lnTo>
                  <a:lnTo>
                    <a:pt x="1048585" y="237840"/>
                  </a:lnTo>
                  <a:lnTo>
                    <a:pt x="1035478" y="240133"/>
                  </a:lnTo>
                  <a:lnTo>
                    <a:pt x="1022370" y="242423"/>
                  </a:lnTo>
                  <a:lnTo>
                    <a:pt x="1009263" y="244711"/>
                  </a:lnTo>
                  <a:lnTo>
                    <a:pt x="996156" y="246996"/>
                  </a:lnTo>
                  <a:lnTo>
                    <a:pt x="983048" y="249280"/>
                  </a:lnTo>
                  <a:lnTo>
                    <a:pt x="969941" y="251561"/>
                  </a:lnTo>
                  <a:lnTo>
                    <a:pt x="956834" y="253840"/>
                  </a:lnTo>
                  <a:lnTo>
                    <a:pt x="943726" y="256117"/>
                  </a:lnTo>
                  <a:lnTo>
                    <a:pt x="930619" y="258392"/>
                  </a:lnTo>
                  <a:lnTo>
                    <a:pt x="917512" y="260665"/>
                  </a:lnTo>
                  <a:lnTo>
                    <a:pt x="904405" y="262935"/>
                  </a:lnTo>
                  <a:lnTo>
                    <a:pt x="891297" y="265204"/>
                  </a:lnTo>
                  <a:lnTo>
                    <a:pt x="878190" y="267471"/>
                  </a:lnTo>
                  <a:lnTo>
                    <a:pt x="865083" y="269736"/>
                  </a:lnTo>
                  <a:lnTo>
                    <a:pt x="851975" y="271998"/>
                  </a:lnTo>
                  <a:lnTo>
                    <a:pt x="838868" y="274259"/>
                  </a:lnTo>
                  <a:lnTo>
                    <a:pt x="825761" y="276518"/>
                  </a:lnTo>
                  <a:lnTo>
                    <a:pt x="812653" y="278775"/>
                  </a:lnTo>
                  <a:lnTo>
                    <a:pt x="799546" y="281031"/>
                  </a:lnTo>
                  <a:lnTo>
                    <a:pt x="786439" y="283284"/>
                  </a:lnTo>
                  <a:lnTo>
                    <a:pt x="773331" y="285536"/>
                  </a:lnTo>
                  <a:lnTo>
                    <a:pt x="760224" y="287787"/>
                  </a:lnTo>
                  <a:lnTo>
                    <a:pt x="747117" y="290035"/>
                  </a:lnTo>
                  <a:lnTo>
                    <a:pt x="734009" y="292283"/>
                  </a:lnTo>
                  <a:lnTo>
                    <a:pt x="720902" y="294528"/>
                  </a:lnTo>
                  <a:lnTo>
                    <a:pt x="707795" y="296773"/>
                  </a:lnTo>
                  <a:lnTo>
                    <a:pt x="694687" y="299016"/>
                  </a:lnTo>
                  <a:lnTo>
                    <a:pt x="681580" y="301257"/>
                  </a:lnTo>
                  <a:lnTo>
                    <a:pt x="668473" y="303497"/>
                  </a:lnTo>
                  <a:lnTo>
                    <a:pt x="655365" y="305737"/>
                  </a:lnTo>
                  <a:lnTo>
                    <a:pt x="642258" y="307975"/>
                  </a:lnTo>
                  <a:lnTo>
                    <a:pt x="629151" y="310211"/>
                  </a:lnTo>
                  <a:lnTo>
                    <a:pt x="616043" y="312447"/>
                  </a:lnTo>
                  <a:lnTo>
                    <a:pt x="602936" y="314682"/>
                  </a:lnTo>
                  <a:lnTo>
                    <a:pt x="589829" y="316916"/>
                  </a:lnTo>
                  <a:lnTo>
                    <a:pt x="576722" y="319149"/>
                  </a:lnTo>
                  <a:lnTo>
                    <a:pt x="563614" y="321381"/>
                  </a:lnTo>
                  <a:lnTo>
                    <a:pt x="550507" y="323612"/>
                  </a:lnTo>
                  <a:lnTo>
                    <a:pt x="537400" y="325843"/>
                  </a:lnTo>
                  <a:lnTo>
                    <a:pt x="524292" y="328072"/>
                  </a:lnTo>
                  <a:lnTo>
                    <a:pt x="511185" y="330301"/>
                  </a:lnTo>
                  <a:lnTo>
                    <a:pt x="498078" y="332530"/>
                  </a:lnTo>
                  <a:lnTo>
                    <a:pt x="484970" y="334757"/>
                  </a:lnTo>
                  <a:lnTo>
                    <a:pt x="471863" y="336984"/>
                  </a:lnTo>
                  <a:lnTo>
                    <a:pt x="458756" y="339211"/>
                  </a:lnTo>
                  <a:lnTo>
                    <a:pt x="445648" y="341437"/>
                  </a:lnTo>
                  <a:lnTo>
                    <a:pt x="432541" y="343662"/>
                  </a:lnTo>
                  <a:lnTo>
                    <a:pt x="419434" y="345887"/>
                  </a:lnTo>
                  <a:lnTo>
                    <a:pt x="406326" y="348111"/>
                  </a:lnTo>
                  <a:lnTo>
                    <a:pt x="393219" y="350335"/>
                  </a:lnTo>
                  <a:lnTo>
                    <a:pt x="380112" y="352558"/>
                  </a:lnTo>
                  <a:lnTo>
                    <a:pt x="367004" y="354781"/>
                  </a:lnTo>
                  <a:lnTo>
                    <a:pt x="353897" y="357004"/>
                  </a:lnTo>
                  <a:lnTo>
                    <a:pt x="340790" y="359226"/>
                  </a:lnTo>
                  <a:lnTo>
                    <a:pt x="327682" y="361448"/>
                  </a:lnTo>
                  <a:lnTo>
                    <a:pt x="314575" y="363670"/>
                  </a:lnTo>
                  <a:lnTo>
                    <a:pt x="301468" y="365891"/>
                  </a:lnTo>
                  <a:lnTo>
                    <a:pt x="288361" y="368112"/>
                  </a:lnTo>
                  <a:lnTo>
                    <a:pt x="275253" y="370333"/>
                  </a:lnTo>
                  <a:lnTo>
                    <a:pt x="262146" y="372554"/>
                  </a:lnTo>
                  <a:lnTo>
                    <a:pt x="249039" y="374774"/>
                  </a:lnTo>
                  <a:lnTo>
                    <a:pt x="235931" y="376995"/>
                  </a:lnTo>
                  <a:lnTo>
                    <a:pt x="222824" y="379215"/>
                  </a:lnTo>
                  <a:lnTo>
                    <a:pt x="209717" y="381436"/>
                  </a:lnTo>
                  <a:lnTo>
                    <a:pt x="196609" y="383657"/>
                  </a:lnTo>
                  <a:lnTo>
                    <a:pt x="183502" y="385877"/>
                  </a:lnTo>
                  <a:lnTo>
                    <a:pt x="170395" y="388098"/>
                  </a:lnTo>
                  <a:lnTo>
                    <a:pt x="157287" y="390319"/>
                  </a:lnTo>
                  <a:lnTo>
                    <a:pt x="144180" y="392540"/>
                  </a:lnTo>
                  <a:lnTo>
                    <a:pt x="131073" y="394761"/>
                  </a:lnTo>
                  <a:lnTo>
                    <a:pt x="117965" y="396982"/>
                  </a:lnTo>
                  <a:lnTo>
                    <a:pt x="104858" y="399203"/>
                  </a:lnTo>
                  <a:lnTo>
                    <a:pt x="91751" y="401425"/>
                  </a:lnTo>
                  <a:lnTo>
                    <a:pt x="78643" y="403646"/>
                  </a:lnTo>
                  <a:lnTo>
                    <a:pt x="65536" y="405868"/>
                  </a:lnTo>
                  <a:lnTo>
                    <a:pt x="52429" y="408090"/>
                  </a:lnTo>
                  <a:lnTo>
                    <a:pt x="39321" y="410312"/>
                  </a:lnTo>
                  <a:lnTo>
                    <a:pt x="26214" y="412535"/>
                  </a:lnTo>
                  <a:lnTo>
                    <a:pt x="13107" y="414757"/>
                  </a:lnTo>
                  <a:lnTo>
                    <a:pt x="0" y="416979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144" name="pl48"/>
            <p:cNvSpPr/>
            <p:nvPr/>
          </p:nvSpPr>
          <p:spPr>
            <a:xfrm>
              <a:off x="5300048" y="2142002"/>
              <a:ext cx="2346210" cy="313501"/>
            </a:xfrm>
            <a:custGeom>
              <a:avLst/>
              <a:gdLst/>
              <a:ahLst/>
              <a:cxnLst/>
              <a:rect l="0" t="0" r="0" b="0"/>
              <a:pathLst>
                <a:path w="2346210" h="313501">
                  <a:moveTo>
                    <a:pt x="0" y="313501"/>
                  </a:moveTo>
                  <a:lnTo>
                    <a:pt x="13107" y="312284"/>
                  </a:lnTo>
                  <a:lnTo>
                    <a:pt x="26214" y="311067"/>
                  </a:lnTo>
                  <a:lnTo>
                    <a:pt x="39321" y="309850"/>
                  </a:lnTo>
                  <a:lnTo>
                    <a:pt x="52429" y="308633"/>
                  </a:lnTo>
                  <a:lnTo>
                    <a:pt x="65536" y="307416"/>
                  </a:lnTo>
                  <a:lnTo>
                    <a:pt x="78643" y="306198"/>
                  </a:lnTo>
                  <a:lnTo>
                    <a:pt x="91751" y="304981"/>
                  </a:lnTo>
                  <a:lnTo>
                    <a:pt x="104858" y="303763"/>
                  </a:lnTo>
                  <a:lnTo>
                    <a:pt x="117965" y="302545"/>
                  </a:lnTo>
                  <a:lnTo>
                    <a:pt x="131073" y="301326"/>
                  </a:lnTo>
                  <a:lnTo>
                    <a:pt x="144180" y="300107"/>
                  </a:lnTo>
                  <a:lnTo>
                    <a:pt x="157287" y="298887"/>
                  </a:lnTo>
                  <a:lnTo>
                    <a:pt x="170395" y="297665"/>
                  </a:lnTo>
                  <a:lnTo>
                    <a:pt x="183502" y="296443"/>
                  </a:lnTo>
                  <a:lnTo>
                    <a:pt x="196609" y="295219"/>
                  </a:lnTo>
                  <a:lnTo>
                    <a:pt x="209717" y="293994"/>
                  </a:lnTo>
                  <a:lnTo>
                    <a:pt x="222824" y="292766"/>
                  </a:lnTo>
                  <a:lnTo>
                    <a:pt x="235931" y="291537"/>
                  </a:lnTo>
                  <a:lnTo>
                    <a:pt x="249039" y="290305"/>
                  </a:lnTo>
                  <a:lnTo>
                    <a:pt x="262146" y="289071"/>
                  </a:lnTo>
                  <a:lnTo>
                    <a:pt x="275253" y="287834"/>
                  </a:lnTo>
                  <a:lnTo>
                    <a:pt x="288361" y="286594"/>
                  </a:lnTo>
                  <a:lnTo>
                    <a:pt x="301468" y="285350"/>
                  </a:lnTo>
                  <a:lnTo>
                    <a:pt x="314575" y="284103"/>
                  </a:lnTo>
                  <a:lnTo>
                    <a:pt x="327682" y="282853"/>
                  </a:lnTo>
                  <a:lnTo>
                    <a:pt x="340790" y="281598"/>
                  </a:lnTo>
                  <a:lnTo>
                    <a:pt x="353897" y="280339"/>
                  </a:lnTo>
                  <a:lnTo>
                    <a:pt x="367004" y="279076"/>
                  </a:lnTo>
                  <a:lnTo>
                    <a:pt x="380112" y="277808"/>
                  </a:lnTo>
                  <a:lnTo>
                    <a:pt x="393219" y="276536"/>
                  </a:lnTo>
                  <a:lnTo>
                    <a:pt x="406326" y="275258"/>
                  </a:lnTo>
                  <a:lnTo>
                    <a:pt x="419434" y="273975"/>
                  </a:lnTo>
                  <a:lnTo>
                    <a:pt x="432541" y="272687"/>
                  </a:lnTo>
                  <a:lnTo>
                    <a:pt x="445648" y="271393"/>
                  </a:lnTo>
                  <a:lnTo>
                    <a:pt x="458756" y="270094"/>
                  </a:lnTo>
                  <a:lnTo>
                    <a:pt x="471863" y="268789"/>
                  </a:lnTo>
                  <a:lnTo>
                    <a:pt x="484970" y="267477"/>
                  </a:lnTo>
                  <a:lnTo>
                    <a:pt x="498078" y="266160"/>
                  </a:lnTo>
                  <a:lnTo>
                    <a:pt x="511185" y="264836"/>
                  </a:lnTo>
                  <a:lnTo>
                    <a:pt x="524292" y="263505"/>
                  </a:lnTo>
                  <a:lnTo>
                    <a:pt x="537400" y="262168"/>
                  </a:lnTo>
                  <a:lnTo>
                    <a:pt x="550507" y="260824"/>
                  </a:lnTo>
                  <a:lnTo>
                    <a:pt x="563614" y="259472"/>
                  </a:lnTo>
                  <a:lnTo>
                    <a:pt x="576722" y="258114"/>
                  </a:lnTo>
                  <a:lnTo>
                    <a:pt x="589829" y="256748"/>
                  </a:lnTo>
                  <a:lnTo>
                    <a:pt x="602936" y="255375"/>
                  </a:lnTo>
                  <a:lnTo>
                    <a:pt x="616043" y="253994"/>
                  </a:lnTo>
                  <a:lnTo>
                    <a:pt x="629151" y="252605"/>
                  </a:lnTo>
                  <a:lnTo>
                    <a:pt x="642258" y="251208"/>
                  </a:lnTo>
                  <a:lnTo>
                    <a:pt x="655365" y="249804"/>
                  </a:lnTo>
                  <a:lnTo>
                    <a:pt x="668473" y="248391"/>
                  </a:lnTo>
                  <a:lnTo>
                    <a:pt x="681580" y="246969"/>
                  </a:lnTo>
                  <a:lnTo>
                    <a:pt x="694687" y="245539"/>
                  </a:lnTo>
                  <a:lnTo>
                    <a:pt x="707795" y="244100"/>
                  </a:lnTo>
                  <a:lnTo>
                    <a:pt x="720902" y="242653"/>
                  </a:lnTo>
                  <a:lnTo>
                    <a:pt x="734009" y="241196"/>
                  </a:lnTo>
                  <a:lnTo>
                    <a:pt x="747117" y="239731"/>
                  </a:lnTo>
                  <a:lnTo>
                    <a:pt x="760224" y="238256"/>
                  </a:lnTo>
                  <a:lnTo>
                    <a:pt x="773331" y="236772"/>
                  </a:lnTo>
                  <a:lnTo>
                    <a:pt x="786439" y="235279"/>
                  </a:lnTo>
                  <a:lnTo>
                    <a:pt x="799546" y="233776"/>
                  </a:lnTo>
                  <a:lnTo>
                    <a:pt x="812653" y="232264"/>
                  </a:lnTo>
                  <a:lnTo>
                    <a:pt x="825761" y="230741"/>
                  </a:lnTo>
                  <a:lnTo>
                    <a:pt x="838868" y="229210"/>
                  </a:lnTo>
                  <a:lnTo>
                    <a:pt x="851975" y="227668"/>
                  </a:lnTo>
                  <a:lnTo>
                    <a:pt x="865083" y="226116"/>
                  </a:lnTo>
                  <a:lnTo>
                    <a:pt x="878190" y="224555"/>
                  </a:lnTo>
                  <a:lnTo>
                    <a:pt x="891297" y="222983"/>
                  </a:lnTo>
                  <a:lnTo>
                    <a:pt x="904405" y="221401"/>
                  </a:lnTo>
                  <a:lnTo>
                    <a:pt x="917512" y="219810"/>
                  </a:lnTo>
                  <a:lnTo>
                    <a:pt x="930619" y="218208"/>
                  </a:lnTo>
                  <a:lnTo>
                    <a:pt x="943726" y="216596"/>
                  </a:lnTo>
                  <a:lnTo>
                    <a:pt x="956834" y="214973"/>
                  </a:lnTo>
                  <a:lnTo>
                    <a:pt x="969941" y="213341"/>
                  </a:lnTo>
                  <a:lnTo>
                    <a:pt x="983048" y="211699"/>
                  </a:lnTo>
                  <a:lnTo>
                    <a:pt x="996156" y="210046"/>
                  </a:lnTo>
                  <a:lnTo>
                    <a:pt x="1009263" y="208383"/>
                  </a:lnTo>
                  <a:lnTo>
                    <a:pt x="1022370" y="206710"/>
                  </a:lnTo>
                  <a:lnTo>
                    <a:pt x="1035478" y="205026"/>
                  </a:lnTo>
                  <a:lnTo>
                    <a:pt x="1048585" y="203333"/>
                  </a:lnTo>
                  <a:lnTo>
                    <a:pt x="1061692" y="201629"/>
                  </a:lnTo>
                  <a:lnTo>
                    <a:pt x="1074800" y="199916"/>
                  </a:lnTo>
                  <a:lnTo>
                    <a:pt x="1087907" y="198192"/>
                  </a:lnTo>
                  <a:lnTo>
                    <a:pt x="1101014" y="196458"/>
                  </a:lnTo>
                  <a:lnTo>
                    <a:pt x="1114122" y="194715"/>
                  </a:lnTo>
                  <a:lnTo>
                    <a:pt x="1127229" y="192961"/>
                  </a:lnTo>
                  <a:lnTo>
                    <a:pt x="1140336" y="191197"/>
                  </a:lnTo>
                  <a:lnTo>
                    <a:pt x="1153444" y="189424"/>
                  </a:lnTo>
                  <a:lnTo>
                    <a:pt x="1166551" y="187641"/>
                  </a:lnTo>
                  <a:lnTo>
                    <a:pt x="1179658" y="185848"/>
                  </a:lnTo>
                  <a:lnTo>
                    <a:pt x="1192766" y="184045"/>
                  </a:lnTo>
                  <a:lnTo>
                    <a:pt x="1205873" y="182232"/>
                  </a:lnTo>
                  <a:lnTo>
                    <a:pt x="1218980" y="180410"/>
                  </a:lnTo>
                  <a:lnTo>
                    <a:pt x="1232087" y="178579"/>
                  </a:lnTo>
                  <a:lnTo>
                    <a:pt x="1245195" y="176738"/>
                  </a:lnTo>
                  <a:lnTo>
                    <a:pt x="1258302" y="174887"/>
                  </a:lnTo>
                  <a:lnTo>
                    <a:pt x="1271409" y="173027"/>
                  </a:lnTo>
                  <a:lnTo>
                    <a:pt x="1284517" y="171158"/>
                  </a:lnTo>
                  <a:lnTo>
                    <a:pt x="1297624" y="169279"/>
                  </a:lnTo>
                  <a:lnTo>
                    <a:pt x="1310731" y="167391"/>
                  </a:lnTo>
                  <a:lnTo>
                    <a:pt x="1323839" y="165494"/>
                  </a:lnTo>
                  <a:lnTo>
                    <a:pt x="1336946" y="163588"/>
                  </a:lnTo>
                  <a:lnTo>
                    <a:pt x="1350053" y="161673"/>
                  </a:lnTo>
                  <a:lnTo>
                    <a:pt x="1363161" y="159749"/>
                  </a:lnTo>
                  <a:lnTo>
                    <a:pt x="1376268" y="157817"/>
                  </a:lnTo>
                  <a:lnTo>
                    <a:pt x="1389375" y="155875"/>
                  </a:lnTo>
                  <a:lnTo>
                    <a:pt x="1402483" y="153925"/>
                  </a:lnTo>
                  <a:lnTo>
                    <a:pt x="1415590" y="151966"/>
                  </a:lnTo>
                  <a:lnTo>
                    <a:pt x="1428697" y="149998"/>
                  </a:lnTo>
                  <a:lnTo>
                    <a:pt x="1441805" y="148022"/>
                  </a:lnTo>
                  <a:lnTo>
                    <a:pt x="1454912" y="146038"/>
                  </a:lnTo>
                  <a:lnTo>
                    <a:pt x="1468019" y="144045"/>
                  </a:lnTo>
                  <a:lnTo>
                    <a:pt x="1481127" y="142044"/>
                  </a:lnTo>
                  <a:lnTo>
                    <a:pt x="1494234" y="140035"/>
                  </a:lnTo>
                  <a:lnTo>
                    <a:pt x="1507341" y="138018"/>
                  </a:lnTo>
                  <a:lnTo>
                    <a:pt x="1520448" y="135994"/>
                  </a:lnTo>
                  <a:lnTo>
                    <a:pt x="1533556" y="133962"/>
                  </a:lnTo>
                  <a:lnTo>
                    <a:pt x="1546663" y="131922"/>
                  </a:lnTo>
                  <a:lnTo>
                    <a:pt x="1559770" y="129875"/>
                  </a:lnTo>
                  <a:lnTo>
                    <a:pt x="1572878" y="127820"/>
                  </a:lnTo>
                  <a:lnTo>
                    <a:pt x="1585985" y="125759"/>
                  </a:lnTo>
                  <a:lnTo>
                    <a:pt x="1599092" y="123690"/>
                  </a:lnTo>
                  <a:lnTo>
                    <a:pt x="1612200" y="121615"/>
                  </a:lnTo>
                  <a:lnTo>
                    <a:pt x="1625307" y="119533"/>
                  </a:lnTo>
                  <a:lnTo>
                    <a:pt x="1638414" y="117445"/>
                  </a:lnTo>
                  <a:lnTo>
                    <a:pt x="1651522" y="115351"/>
                  </a:lnTo>
                  <a:lnTo>
                    <a:pt x="1664629" y="113251"/>
                  </a:lnTo>
                  <a:lnTo>
                    <a:pt x="1677736" y="111144"/>
                  </a:lnTo>
                  <a:lnTo>
                    <a:pt x="1690844" y="109033"/>
                  </a:lnTo>
                  <a:lnTo>
                    <a:pt x="1703951" y="106915"/>
                  </a:lnTo>
                  <a:lnTo>
                    <a:pt x="1717058" y="104793"/>
                  </a:lnTo>
                  <a:lnTo>
                    <a:pt x="1730166" y="102665"/>
                  </a:lnTo>
                  <a:lnTo>
                    <a:pt x="1743273" y="100533"/>
                  </a:lnTo>
                  <a:lnTo>
                    <a:pt x="1756380" y="98396"/>
                  </a:lnTo>
                  <a:lnTo>
                    <a:pt x="1769488" y="96255"/>
                  </a:lnTo>
                  <a:lnTo>
                    <a:pt x="1782595" y="94110"/>
                  </a:lnTo>
                  <a:lnTo>
                    <a:pt x="1795702" y="91960"/>
                  </a:lnTo>
                  <a:lnTo>
                    <a:pt x="1808810" y="89807"/>
                  </a:lnTo>
                  <a:lnTo>
                    <a:pt x="1821917" y="87650"/>
                  </a:lnTo>
                  <a:lnTo>
                    <a:pt x="1835024" y="85490"/>
                  </a:lnTo>
                  <a:lnTo>
                    <a:pt x="1848131" y="83326"/>
                  </a:lnTo>
                  <a:lnTo>
                    <a:pt x="1861239" y="81160"/>
                  </a:lnTo>
                  <a:lnTo>
                    <a:pt x="1874346" y="78991"/>
                  </a:lnTo>
                  <a:lnTo>
                    <a:pt x="1887453" y="76819"/>
                  </a:lnTo>
                  <a:lnTo>
                    <a:pt x="1900561" y="74644"/>
                  </a:lnTo>
                  <a:lnTo>
                    <a:pt x="1913668" y="72468"/>
                  </a:lnTo>
                  <a:lnTo>
                    <a:pt x="1926775" y="70289"/>
                  </a:lnTo>
                  <a:lnTo>
                    <a:pt x="1939883" y="68108"/>
                  </a:lnTo>
                  <a:lnTo>
                    <a:pt x="1952990" y="65925"/>
                  </a:lnTo>
                  <a:lnTo>
                    <a:pt x="1966097" y="63740"/>
                  </a:lnTo>
                  <a:lnTo>
                    <a:pt x="1979205" y="61554"/>
                  </a:lnTo>
                  <a:lnTo>
                    <a:pt x="1992312" y="59366"/>
                  </a:lnTo>
                  <a:lnTo>
                    <a:pt x="2005419" y="57177"/>
                  </a:lnTo>
                  <a:lnTo>
                    <a:pt x="2018527" y="54986"/>
                  </a:lnTo>
                  <a:lnTo>
                    <a:pt x="2031634" y="52794"/>
                  </a:lnTo>
                  <a:lnTo>
                    <a:pt x="2044741" y="50602"/>
                  </a:lnTo>
                  <a:lnTo>
                    <a:pt x="2057849" y="48408"/>
                  </a:lnTo>
                  <a:lnTo>
                    <a:pt x="2070956" y="46213"/>
                  </a:lnTo>
                  <a:lnTo>
                    <a:pt x="2084063" y="44017"/>
                  </a:lnTo>
                  <a:lnTo>
                    <a:pt x="2097171" y="41821"/>
                  </a:lnTo>
                  <a:lnTo>
                    <a:pt x="2110278" y="39623"/>
                  </a:lnTo>
                  <a:lnTo>
                    <a:pt x="2123385" y="37426"/>
                  </a:lnTo>
                  <a:lnTo>
                    <a:pt x="2136492" y="35227"/>
                  </a:lnTo>
                  <a:lnTo>
                    <a:pt x="2149600" y="33028"/>
                  </a:lnTo>
                  <a:lnTo>
                    <a:pt x="2162707" y="30828"/>
                  </a:lnTo>
                  <a:lnTo>
                    <a:pt x="2175814" y="28628"/>
                  </a:lnTo>
                  <a:lnTo>
                    <a:pt x="2188922" y="26427"/>
                  </a:lnTo>
                  <a:lnTo>
                    <a:pt x="2202029" y="24226"/>
                  </a:lnTo>
                  <a:lnTo>
                    <a:pt x="2215136" y="22025"/>
                  </a:lnTo>
                  <a:lnTo>
                    <a:pt x="2228244" y="19823"/>
                  </a:lnTo>
                  <a:lnTo>
                    <a:pt x="2241351" y="17621"/>
                  </a:lnTo>
                  <a:lnTo>
                    <a:pt x="2254458" y="15419"/>
                  </a:lnTo>
                  <a:lnTo>
                    <a:pt x="2267566" y="13216"/>
                  </a:lnTo>
                  <a:lnTo>
                    <a:pt x="2280673" y="11014"/>
                  </a:lnTo>
                  <a:lnTo>
                    <a:pt x="2293780" y="8811"/>
                  </a:lnTo>
                  <a:lnTo>
                    <a:pt x="2306888" y="6608"/>
                  </a:lnTo>
                  <a:lnTo>
                    <a:pt x="2319995" y="4405"/>
                  </a:lnTo>
                  <a:lnTo>
                    <a:pt x="2333102" y="2202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49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gdLst/>
              <a:ahLst/>
              <a:cxnLst/>
              <a:rect l="0" t="0" r="0" b="0"/>
              <a:pathLst>
                <a:path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tx50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7" name="tx51"/>
            <p:cNvSpPr/>
            <p:nvPr/>
          </p:nvSpPr>
          <p:spPr>
            <a:xfrm>
              <a:off x="4734676" y="274630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8" name="tx52"/>
            <p:cNvSpPr/>
            <p:nvPr/>
          </p:nvSpPr>
          <p:spPr>
            <a:xfrm>
              <a:off x="4734676" y="24336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9" name="tx53"/>
            <p:cNvSpPr/>
            <p:nvPr/>
          </p:nvSpPr>
          <p:spPr>
            <a:xfrm>
              <a:off x="4734676" y="2122145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50" name="tx54"/>
            <p:cNvSpPr/>
            <p:nvPr/>
          </p:nvSpPr>
          <p:spPr>
            <a:xfrm>
              <a:off x="4734676" y="1810036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51" name="tx55"/>
            <p:cNvSpPr/>
            <p:nvPr/>
          </p:nvSpPr>
          <p:spPr>
            <a:xfrm>
              <a:off x="4734676" y="149569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2" name="tx56"/>
            <p:cNvSpPr/>
            <p:nvPr/>
          </p:nvSpPr>
          <p:spPr>
            <a:xfrm>
              <a:off x="4734676" y="1182965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3" name="tx57"/>
            <p:cNvSpPr/>
            <p:nvPr/>
          </p:nvSpPr>
          <p:spPr>
            <a:xfrm>
              <a:off x="4734676" y="87029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4" name="pl58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59"/>
            <p:cNvSpPr/>
            <p:nvPr/>
          </p:nvSpPr>
          <p:spPr>
            <a:xfrm>
              <a:off x="4895663" y="278772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60"/>
            <p:cNvSpPr/>
            <p:nvPr/>
          </p:nvSpPr>
          <p:spPr>
            <a:xfrm>
              <a:off x="4895663" y="247505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l61"/>
            <p:cNvSpPr/>
            <p:nvPr/>
          </p:nvSpPr>
          <p:spPr>
            <a:xfrm>
              <a:off x="4895663" y="216239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62"/>
            <p:cNvSpPr/>
            <p:nvPr/>
          </p:nvSpPr>
          <p:spPr>
            <a:xfrm>
              <a:off x="4895663" y="18497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63"/>
            <p:cNvSpPr/>
            <p:nvPr/>
          </p:nvSpPr>
          <p:spPr>
            <a:xfrm>
              <a:off x="4895663" y="153705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64"/>
            <p:cNvSpPr/>
            <p:nvPr/>
          </p:nvSpPr>
          <p:spPr>
            <a:xfrm>
              <a:off x="4895663" y="122438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65"/>
            <p:cNvSpPr/>
            <p:nvPr/>
          </p:nvSpPr>
          <p:spPr>
            <a:xfrm>
              <a:off x="4895663" y="91172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66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gdLst/>
              <a:ahLst/>
              <a:cxnLst/>
              <a:rect l="0" t="0" r="0" b="0"/>
              <a:pathLst>
                <a:path w="2674679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67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68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69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70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l71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72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73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74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tx75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2" name="tx76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3" name="tx77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4" name="tx78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5" name="tx79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6" name="tx80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7" name="tx81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8" name="tx82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9" name="tx83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80" name="tx84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81" name="tx85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2" name="tx86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3" name="tx87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4" name="tx88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5" name="tx89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6" name="tx90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7" name="tx91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8" name="tx92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9" name="tx93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90" name="tx94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91" name="tx95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2" name="tx96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3" name="tx97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>
        <p:nvGrpSpPr>
          <p:cNvPr id="194" name="组合 193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5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7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8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rc30"/>
            <p:cNvSpPr/>
            <p:nvPr/>
          </p:nvSpPr>
          <p:spPr>
            <a:xfrm>
              <a:off x="8374682" y="2944058"/>
              <a:ext cx="4792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rc31"/>
            <p:cNvSpPr/>
            <p:nvPr/>
          </p:nvSpPr>
          <p:spPr>
            <a:xfrm>
              <a:off x="8374682" y="2787725"/>
              <a:ext cx="59707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rc32"/>
            <p:cNvSpPr/>
            <p:nvPr/>
          </p:nvSpPr>
          <p:spPr>
            <a:xfrm>
              <a:off x="8374682" y="2631391"/>
              <a:ext cx="7630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rc33"/>
            <p:cNvSpPr/>
            <p:nvPr/>
          </p:nvSpPr>
          <p:spPr>
            <a:xfrm>
              <a:off x="8374682" y="2475058"/>
              <a:ext cx="9987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rc34"/>
            <p:cNvSpPr/>
            <p:nvPr/>
          </p:nvSpPr>
          <p:spPr>
            <a:xfrm>
              <a:off x="8374682" y="2318724"/>
              <a:ext cx="13004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rc35"/>
            <p:cNvSpPr/>
            <p:nvPr/>
          </p:nvSpPr>
          <p:spPr>
            <a:xfrm>
              <a:off x="8374682" y="2162390"/>
              <a:ext cx="15507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rc36"/>
            <p:cNvSpPr/>
            <p:nvPr/>
          </p:nvSpPr>
          <p:spPr>
            <a:xfrm>
              <a:off x="8374682" y="2006057"/>
              <a:ext cx="183666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rc37"/>
            <p:cNvSpPr/>
            <p:nvPr/>
          </p:nvSpPr>
          <p:spPr>
            <a:xfrm>
              <a:off x="8374682" y="1849723"/>
              <a:ext cx="211771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rc38"/>
            <p:cNvSpPr/>
            <p:nvPr/>
          </p:nvSpPr>
          <p:spPr>
            <a:xfrm>
              <a:off x="8374682" y="1693390"/>
              <a:ext cx="23814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rc39"/>
            <p:cNvSpPr/>
            <p:nvPr/>
          </p:nvSpPr>
          <p:spPr>
            <a:xfrm>
              <a:off x="8374682" y="1537056"/>
              <a:ext cx="247775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0"/>
            <p:cNvSpPr/>
            <p:nvPr/>
          </p:nvSpPr>
          <p:spPr>
            <a:xfrm>
              <a:off x="8374682" y="1380723"/>
              <a:ext cx="25230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rc41"/>
            <p:cNvSpPr/>
            <p:nvPr/>
          </p:nvSpPr>
          <p:spPr>
            <a:xfrm>
              <a:off x="8374682" y="1224389"/>
              <a:ext cx="241148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rc42"/>
            <p:cNvSpPr/>
            <p:nvPr/>
          </p:nvSpPr>
          <p:spPr>
            <a:xfrm>
              <a:off x="8374682" y="1068056"/>
              <a:ext cx="22796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rc43"/>
            <p:cNvSpPr/>
            <p:nvPr/>
          </p:nvSpPr>
          <p:spPr>
            <a:xfrm>
              <a:off x="8374682" y="911722"/>
              <a:ext cx="20531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rc44"/>
            <p:cNvSpPr/>
            <p:nvPr/>
          </p:nvSpPr>
          <p:spPr>
            <a:xfrm>
              <a:off x="8374682" y="755389"/>
              <a:ext cx="328652" cy="15633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g45"/>
            <p:cNvSpPr/>
            <p:nvPr/>
          </p:nvSpPr>
          <p:spPr>
            <a:xfrm>
              <a:off x="8770406" y="1378124"/>
              <a:ext cx="2280443" cy="182491"/>
            </a:xfrm>
            <a:custGeom>
              <a:avLst/>
              <a:gdLst/>
              <a:ahLst/>
              <a:cxnLst/>
              <a:rect l="0" t="0" r="0" b="0"/>
              <a:pathLst>
                <a:path w="2280443" h="182491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169696"/>
                  </a:lnTo>
                  <a:lnTo>
                    <a:pt x="2267703" y="169753"/>
                  </a:lnTo>
                  <a:lnTo>
                    <a:pt x="2254963" y="169809"/>
                  </a:lnTo>
                  <a:lnTo>
                    <a:pt x="2242223" y="169866"/>
                  </a:lnTo>
                  <a:lnTo>
                    <a:pt x="2229484" y="169923"/>
                  </a:lnTo>
                  <a:lnTo>
                    <a:pt x="2216744" y="169979"/>
                  </a:lnTo>
                  <a:lnTo>
                    <a:pt x="2204004" y="170036"/>
                  </a:lnTo>
                  <a:lnTo>
                    <a:pt x="2191264" y="170093"/>
                  </a:lnTo>
                  <a:lnTo>
                    <a:pt x="2178524" y="170149"/>
                  </a:lnTo>
                  <a:lnTo>
                    <a:pt x="2165784" y="170206"/>
                  </a:lnTo>
                  <a:lnTo>
                    <a:pt x="2153044" y="170262"/>
                  </a:lnTo>
                  <a:lnTo>
                    <a:pt x="2140304" y="170319"/>
                  </a:lnTo>
                  <a:lnTo>
                    <a:pt x="2127564" y="170375"/>
                  </a:lnTo>
                  <a:lnTo>
                    <a:pt x="2114824" y="170431"/>
                  </a:lnTo>
                  <a:lnTo>
                    <a:pt x="2102084" y="170487"/>
                  </a:lnTo>
                  <a:lnTo>
                    <a:pt x="2089345" y="170543"/>
                  </a:lnTo>
                  <a:lnTo>
                    <a:pt x="2076605" y="170598"/>
                  </a:lnTo>
                  <a:lnTo>
                    <a:pt x="2063865" y="170654"/>
                  </a:lnTo>
                  <a:lnTo>
                    <a:pt x="2051125" y="170709"/>
                  </a:lnTo>
                  <a:lnTo>
                    <a:pt x="2038385" y="170764"/>
                  </a:lnTo>
                  <a:lnTo>
                    <a:pt x="2025645" y="170818"/>
                  </a:lnTo>
                  <a:lnTo>
                    <a:pt x="2012905" y="170872"/>
                  </a:lnTo>
                  <a:lnTo>
                    <a:pt x="2000165" y="170926"/>
                  </a:lnTo>
                  <a:lnTo>
                    <a:pt x="1987425" y="170980"/>
                  </a:lnTo>
                  <a:lnTo>
                    <a:pt x="1974685" y="171033"/>
                  </a:lnTo>
                  <a:lnTo>
                    <a:pt x="1961945" y="171086"/>
                  </a:lnTo>
                  <a:lnTo>
                    <a:pt x="1949206" y="171138"/>
                  </a:lnTo>
                  <a:lnTo>
                    <a:pt x="1936466" y="171190"/>
                  </a:lnTo>
                  <a:lnTo>
                    <a:pt x="1923726" y="171241"/>
                  </a:lnTo>
                  <a:lnTo>
                    <a:pt x="1910986" y="171292"/>
                  </a:lnTo>
                  <a:lnTo>
                    <a:pt x="1898246" y="171342"/>
                  </a:lnTo>
                  <a:lnTo>
                    <a:pt x="1885506" y="171392"/>
                  </a:lnTo>
                  <a:lnTo>
                    <a:pt x="1872766" y="171441"/>
                  </a:lnTo>
                  <a:lnTo>
                    <a:pt x="1860026" y="171490"/>
                  </a:lnTo>
                  <a:lnTo>
                    <a:pt x="1847286" y="171539"/>
                  </a:lnTo>
                  <a:lnTo>
                    <a:pt x="1834546" y="171586"/>
                  </a:lnTo>
                  <a:lnTo>
                    <a:pt x="1821806" y="171634"/>
                  </a:lnTo>
                  <a:lnTo>
                    <a:pt x="1809067" y="171680"/>
                  </a:lnTo>
                  <a:lnTo>
                    <a:pt x="1796327" y="171726"/>
                  </a:lnTo>
                  <a:lnTo>
                    <a:pt x="1783587" y="171772"/>
                  </a:lnTo>
                  <a:lnTo>
                    <a:pt x="1770847" y="171817"/>
                  </a:lnTo>
                  <a:lnTo>
                    <a:pt x="1758107" y="171862"/>
                  </a:lnTo>
                  <a:lnTo>
                    <a:pt x="1745367" y="171906"/>
                  </a:lnTo>
                  <a:lnTo>
                    <a:pt x="1732627" y="171950"/>
                  </a:lnTo>
                  <a:lnTo>
                    <a:pt x="1719887" y="171993"/>
                  </a:lnTo>
                  <a:lnTo>
                    <a:pt x="1707147" y="172035"/>
                  </a:lnTo>
                  <a:lnTo>
                    <a:pt x="1694407" y="172078"/>
                  </a:lnTo>
                  <a:lnTo>
                    <a:pt x="1681667" y="172119"/>
                  </a:lnTo>
                  <a:lnTo>
                    <a:pt x="1668928" y="172160"/>
                  </a:lnTo>
                  <a:lnTo>
                    <a:pt x="1656188" y="172201"/>
                  </a:lnTo>
                  <a:lnTo>
                    <a:pt x="1643448" y="172242"/>
                  </a:lnTo>
                  <a:lnTo>
                    <a:pt x="1630708" y="172282"/>
                  </a:lnTo>
                  <a:lnTo>
                    <a:pt x="1617968" y="172321"/>
                  </a:lnTo>
                  <a:lnTo>
                    <a:pt x="1605228" y="172360"/>
                  </a:lnTo>
                  <a:lnTo>
                    <a:pt x="1592488" y="172399"/>
                  </a:lnTo>
                  <a:lnTo>
                    <a:pt x="1579748" y="172437"/>
                  </a:lnTo>
                  <a:lnTo>
                    <a:pt x="1567008" y="172475"/>
                  </a:lnTo>
                  <a:lnTo>
                    <a:pt x="1554268" y="172513"/>
                  </a:lnTo>
                  <a:lnTo>
                    <a:pt x="1541528" y="172551"/>
                  </a:lnTo>
                  <a:lnTo>
                    <a:pt x="1528789" y="172588"/>
                  </a:lnTo>
                  <a:lnTo>
                    <a:pt x="1516049" y="172624"/>
                  </a:lnTo>
                  <a:lnTo>
                    <a:pt x="1503309" y="172661"/>
                  </a:lnTo>
                  <a:lnTo>
                    <a:pt x="1490569" y="172697"/>
                  </a:lnTo>
                  <a:lnTo>
                    <a:pt x="1477829" y="172733"/>
                  </a:lnTo>
                  <a:lnTo>
                    <a:pt x="1465089" y="172768"/>
                  </a:lnTo>
                  <a:lnTo>
                    <a:pt x="1452349" y="172803"/>
                  </a:lnTo>
                  <a:lnTo>
                    <a:pt x="1439609" y="172838"/>
                  </a:lnTo>
                  <a:lnTo>
                    <a:pt x="1426869" y="172873"/>
                  </a:lnTo>
                  <a:lnTo>
                    <a:pt x="1414129" y="172907"/>
                  </a:lnTo>
                  <a:lnTo>
                    <a:pt x="1401389" y="172941"/>
                  </a:lnTo>
                  <a:lnTo>
                    <a:pt x="1388650" y="172975"/>
                  </a:lnTo>
                  <a:lnTo>
                    <a:pt x="1375910" y="173008"/>
                  </a:lnTo>
                  <a:lnTo>
                    <a:pt x="1363170" y="173041"/>
                  </a:lnTo>
                  <a:lnTo>
                    <a:pt x="1350430" y="173074"/>
                  </a:lnTo>
                  <a:lnTo>
                    <a:pt x="1337690" y="173106"/>
                  </a:lnTo>
                  <a:lnTo>
                    <a:pt x="1324950" y="173138"/>
                  </a:lnTo>
                  <a:lnTo>
                    <a:pt x="1312210" y="173170"/>
                  </a:lnTo>
                  <a:lnTo>
                    <a:pt x="1299470" y="173202"/>
                  </a:lnTo>
                  <a:lnTo>
                    <a:pt x="1286730" y="173233"/>
                  </a:lnTo>
                  <a:lnTo>
                    <a:pt x="1273990" y="173264"/>
                  </a:lnTo>
                  <a:lnTo>
                    <a:pt x="1261250" y="173295"/>
                  </a:lnTo>
                  <a:lnTo>
                    <a:pt x="1248511" y="173325"/>
                  </a:lnTo>
                  <a:lnTo>
                    <a:pt x="1235771" y="173355"/>
                  </a:lnTo>
                  <a:lnTo>
                    <a:pt x="1223031" y="173385"/>
                  </a:lnTo>
                  <a:lnTo>
                    <a:pt x="1210291" y="173415"/>
                  </a:lnTo>
                  <a:lnTo>
                    <a:pt x="1197551" y="173444"/>
                  </a:lnTo>
                  <a:lnTo>
                    <a:pt x="1184811" y="173473"/>
                  </a:lnTo>
                  <a:lnTo>
                    <a:pt x="1172071" y="173502"/>
                  </a:lnTo>
                  <a:lnTo>
                    <a:pt x="1159331" y="173530"/>
                  </a:lnTo>
                  <a:lnTo>
                    <a:pt x="1146591" y="173559"/>
                  </a:lnTo>
                  <a:lnTo>
                    <a:pt x="1133851" y="173587"/>
                  </a:lnTo>
                  <a:lnTo>
                    <a:pt x="1121111" y="173615"/>
                  </a:lnTo>
                  <a:lnTo>
                    <a:pt x="1108372" y="173642"/>
                  </a:lnTo>
                  <a:lnTo>
                    <a:pt x="1095632" y="173670"/>
                  </a:lnTo>
                  <a:lnTo>
                    <a:pt x="1082892" y="173698"/>
                  </a:lnTo>
                  <a:lnTo>
                    <a:pt x="1070152" y="173725"/>
                  </a:lnTo>
                  <a:lnTo>
                    <a:pt x="1057412" y="173752"/>
                  </a:lnTo>
                  <a:lnTo>
                    <a:pt x="1044672" y="173780"/>
                  </a:lnTo>
                  <a:lnTo>
                    <a:pt x="1031932" y="173807"/>
                  </a:lnTo>
                  <a:lnTo>
                    <a:pt x="1019192" y="173835"/>
                  </a:lnTo>
                  <a:lnTo>
                    <a:pt x="1006452" y="173862"/>
                  </a:lnTo>
                  <a:lnTo>
                    <a:pt x="993712" y="173890"/>
                  </a:lnTo>
                  <a:lnTo>
                    <a:pt x="980972" y="173918"/>
                  </a:lnTo>
                  <a:lnTo>
                    <a:pt x="968233" y="173946"/>
                  </a:lnTo>
                  <a:lnTo>
                    <a:pt x="955493" y="173975"/>
                  </a:lnTo>
                  <a:lnTo>
                    <a:pt x="942753" y="174004"/>
                  </a:lnTo>
                  <a:lnTo>
                    <a:pt x="930013" y="174033"/>
                  </a:lnTo>
                  <a:lnTo>
                    <a:pt x="917273" y="174063"/>
                  </a:lnTo>
                  <a:lnTo>
                    <a:pt x="904533" y="174094"/>
                  </a:lnTo>
                  <a:lnTo>
                    <a:pt x="891793" y="174125"/>
                  </a:lnTo>
                  <a:lnTo>
                    <a:pt x="879053" y="174157"/>
                  </a:lnTo>
                  <a:lnTo>
                    <a:pt x="866313" y="174190"/>
                  </a:lnTo>
                  <a:lnTo>
                    <a:pt x="853573" y="174224"/>
                  </a:lnTo>
                  <a:lnTo>
                    <a:pt x="840833" y="174259"/>
                  </a:lnTo>
                  <a:lnTo>
                    <a:pt x="828094" y="174295"/>
                  </a:lnTo>
                  <a:lnTo>
                    <a:pt x="815354" y="174333"/>
                  </a:lnTo>
                  <a:lnTo>
                    <a:pt x="802614" y="174371"/>
                  </a:lnTo>
                  <a:lnTo>
                    <a:pt x="789874" y="174412"/>
                  </a:lnTo>
                  <a:lnTo>
                    <a:pt x="777134" y="174453"/>
                  </a:lnTo>
                  <a:lnTo>
                    <a:pt x="764394" y="174497"/>
                  </a:lnTo>
                  <a:lnTo>
                    <a:pt x="751654" y="174542"/>
                  </a:lnTo>
                  <a:lnTo>
                    <a:pt x="738914" y="174589"/>
                  </a:lnTo>
                  <a:lnTo>
                    <a:pt x="726174" y="174638"/>
                  </a:lnTo>
                  <a:lnTo>
                    <a:pt x="713434" y="174689"/>
                  </a:lnTo>
                  <a:lnTo>
                    <a:pt x="700694" y="174742"/>
                  </a:lnTo>
                  <a:lnTo>
                    <a:pt x="687955" y="174798"/>
                  </a:lnTo>
                  <a:lnTo>
                    <a:pt x="675215" y="174856"/>
                  </a:lnTo>
                  <a:lnTo>
                    <a:pt x="662475" y="174917"/>
                  </a:lnTo>
                  <a:lnTo>
                    <a:pt x="649735" y="174980"/>
                  </a:lnTo>
                  <a:lnTo>
                    <a:pt x="636995" y="175046"/>
                  </a:lnTo>
                  <a:lnTo>
                    <a:pt x="624255" y="175115"/>
                  </a:lnTo>
                  <a:lnTo>
                    <a:pt x="611515" y="175187"/>
                  </a:lnTo>
                  <a:lnTo>
                    <a:pt x="598775" y="175262"/>
                  </a:lnTo>
                  <a:lnTo>
                    <a:pt x="586035" y="175340"/>
                  </a:lnTo>
                  <a:lnTo>
                    <a:pt x="573295" y="175422"/>
                  </a:lnTo>
                  <a:lnTo>
                    <a:pt x="560555" y="175507"/>
                  </a:lnTo>
                  <a:lnTo>
                    <a:pt x="547816" y="175595"/>
                  </a:lnTo>
                  <a:lnTo>
                    <a:pt x="535076" y="175687"/>
                  </a:lnTo>
                  <a:lnTo>
                    <a:pt x="522336" y="175783"/>
                  </a:lnTo>
                  <a:lnTo>
                    <a:pt x="509596" y="175882"/>
                  </a:lnTo>
                  <a:lnTo>
                    <a:pt x="496856" y="175985"/>
                  </a:lnTo>
                  <a:lnTo>
                    <a:pt x="484116" y="176091"/>
                  </a:lnTo>
                  <a:lnTo>
                    <a:pt x="471376" y="176202"/>
                  </a:lnTo>
                  <a:lnTo>
                    <a:pt x="458636" y="176316"/>
                  </a:lnTo>
                  <a:lnTo>
                    <a:pt x="445896" y="176434"/>
                  </a:lnTo>
                  <a:lnTo>
                    <a:pt x="433156" y="176556"/>
                  </a:lnTo>
                  <a:lnTo>
                    <a:pt x="420416" y="176682"/>
                  </a:lnTo>
                  <a:lnTo>
                    <a:pt x="407677" y="176812"/>
                  </a:lnTo>
                  <a:lnTo>
                    <a:pt x="394937" y="176946"/>
                  </a:lnTo>
                  <a:lnTo>
                    <a:pt x="382197" y="177083"/>
                  </a:lnTo>
                  <a:lnTo>
                    <a:pt x="369457" y="177225"/>
                  </a:lnTo>
                  <a:lnTo>
                    <a:pt x="356717" y="177370"/>
                  </a:lnTo>
                  <a:lnTo>
                    <a:pt x="343977" y="177519"/>
                  </a:lnTo>
                  <a:lnTo>
                    <a:pt x="331237" y="177671"/>
                  </a:lnTo>
                  <a:lnTo>
                    <a:pt x="318497" y="177827"/>
                  </a:lnTo>
                  <a:lnTo>
                    <a:pt x="305757" y="177987"/>
                  </a:lnTo>
                  <a:lnTo>
                    <a:pt x="293017" y="178150"/>
                  </a:lnTo>
                  <a:lnTo>
                    <a:pt x="280277" y="178316"/>
                  </a:lnTo>
                  <a:lnTo>
                    <a:pt x="267538" y="178485"/>
                  </a:lnTo>
                  <a:lnTo>
                    <a:pt x="254798" y="178658"/>
                  </a:lnTo>
                  <a:lnTo>
                    <a:pt x="242058" y="178833"/>
                  </a:lnTo>
                  <a:lnTo>
                    <a:pt x="229318" y="179011"/>
                  </a:lnTo>
                  <a:lnTo>
                    <a:pt x="216578" y="179191"/>
                  </a:lnTo>
                  <a:lnTo>
                    <a:pt x="203838" y="179374"/>
                  </a:lnTo>
                  <a:lnTo>
                    <a:pt x="191098" y="179560"/>
                  </a:lnTo>
                  <a:lnTo>
                    <a:pt x="178358" y="179747"/>
                  </a:lnTo>
                  <a:lnTo>
                    <a:pt x="165618" y="179936"/>
                  </a:lnTo>
                  <a:lnTo>
                    <a:pt x="152878" y="180127"/>
                  </a:lnTo>
                  <a:lnTo>
                    <a:pt x="140138" y="180320"/>
                  </a:lnTo>
                  <a:lnTo>
                    <a:pt x="127399" y="180513"/>
                  </a:lnTo>
                  <a:lnTo>
                    <a:pt x="114659" y="180708"/>
                  </a:lnTo>
                  <a:lnTo>
                    <a:pt x="101919" y="180904"/>
                  </a:lnTo>
                  <a:lnTo>
                    <a:pt x="89179" y="181101"/>
                  </a:lnTo>
                  <a:lnTo>
                    <a:pt x="76439" y="181299"/>
                  </a:lnTo>
                  <a:lnTo>
                    <a:pt x="63699" y="181497"/>
                  </a:lnTo>
                  <a:lnTo>
                    <a:pt x="50959" y="181695"/>
                  </a:lnTo>
                  <a:lnTo>
                    <a:pt x="38219" y="181894"/>
                  </a:lnTo>
                  <a:lnTo>
                    <a:pt x="25479" y="182093"/>
                  </a:lnTo>
                  <a:lnTo>
                    <a:pt x="12739" y="182292"/>
                  </a:lnTo>
                  <a:lnTo>
                    <a:pt x="0" y="18249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8" name="pl46"/>
            <p:cNvSpPr/>
            <p:nvPr/>
          </p:nvSpPr>
          <p:spPr>
            <a:xfrm>
              <a:off x="8770406" y="1378124"/>
              <a:ext cx="2280443" cy="49007"/>
            </a:xfrm>
            <a:custGeom>
              <a:avLst/>
              <a:gdLst/>
              <a:ahLst/>
              <a:cxnLst/>
              <a:rect l="0" t="0" r="0" b="0"/>
              <a:pathLst>
                <a:path w="2280443" h="49007">
                  <a:moveTo>
                    <a:pt x="0" y="0"/>
                  </a:moveTo>
                  <a:lnTo>
                    <a:pt x="12739" y="562"/>
                  </a:lnTo>
                  <a:lnTo>
                    <a:pt x="25479" y="1124"/>
                  </a:lnTo>
                  <a:lnTo>
                    <a:pt x="38219" y="1686"/>
                  </a:lnTo>
                  <a:lnTo>
                    <a:pt x="50959" y="2249"/>
                  </a:lnTo>
                  <a:lnTo>
                    <a:pt x="63699" y="2811"/>
                  </a:lnTo>
                  <a:lnTo>
                    <a:pt x="76439" y="3374"/>
                  </a:lnTo>
                  <a:lnTo>
                    <a:pt x="89179" y="3936"/>
                  </a:lnTo>
                  <a:lnTo>
                    <a:pt x="101919" y="4499"/>
                  </a:lnTo>
                  <a:lnTo>
                    <a:pt x="114659" y="5062"/>
                  </a:lnTo>
                  <a:lnTo>
                    <a:pt x="127399" y="5625"/>
                  </a:lnTo>
                  <a:lnTo>
                    <a:pt x="140138" y="6188"/>
                  </a:lnTo>
                  <a:lnTo>
                    <a:pt x="152878" y="6751"/>
                  </a:lnTo>
                  <a:lnTo>
                    <a:pt x="165618" y="7315"/>
                  </a:lnTo>
                  <a:lnTo>
                    <a:pt x="178358" y="7878"/>
                  </a:lnTo>
                  <a:lnTo>
                    <a:pt x="191098" y="8442"/>
                  </a:lnTo>
                  <a:lnTo>
                    <a:pt x="203838" y="9006"/>
                  </a:lnTo>
                  <a:lnTo>
                    <a:pt x="216578" y="9571"/>
                  </a:lnTo>
                  <a:lnTo>
                    <a:pt x="229318" y="10135"/>
                  </a:lnTo>
                  <a:lnTo>
                    <a:pt x="242058" y="10699"/>
                  </a:lnTo>
                  <a:lnTo>
                    <a:pt x="254798" y="11264"/>
                  </a:lnTo>
                  <a:lnTo>
                    <a:pt x="267538" y="11829"/>
                  </a:lnTo>
                  <a:lnTo>
                    <a:pt x="280277" y="12393"/>
                  </a:lnTo>
                  <a:lnTo>
                    <a:pt x="293017" y="12958"/>
                  </a:lnTo>
                  <a:lnTo>
                    <a:pt x="305757" y="13522"/>
                  </a:lnTo>
                  <a:lnTo>
                    <a:pt x="318497" y="14087"/>
                  </a:lnTo>
                  <a:lnTo>
                    <a:pt x="331237" y="14651"/>
                  </a:lnTo>
                  <a:lnTo>
                    <a:pt x="343977" y="15215"/>
                  </a:lnTo>
                  <a:lnTo>
                    <a:pt x="356717" y="15778"/>
                  </a:lnTo>
                  <a:lnTo>
                    <a:pt x="369457" y="16341"/>
                  </a:lnTo>
                  <a:lnTo>
                    <a:pt x="382197" y="16903"/>
                  </a:lnTo>
                  <a:lnTo>
                    <a:pt x="394937" y="17465"/>
                  </a:lnTo>
                  <a:lnTo>
                    <a:pt x="407677" y="18025"/>
                  </a:lnTo>
                  <a:lnTo>
                    <a:pt x="420416" y="18585"/>
                  </a:lnTo>
                  <a:lnTo>
                    <a:pt x="433156" y="19144"/>
                  </a:lnTo>
                  <a:lnTo>
                    <a:pt x="445896" y="19701"/>
                  </a:lnTo>
                  <a:lnTo>
                    <a:pt x="458636" y="20257"/>
                  </a:lnTo>
                  <a:lnTo>
                    <a:pt x="471376" y="20812"/>
                  </a:lnTo>
                  <a:lnTo>
                    <a:pt x="484116" y="21364"/>
                  </a:lnTo>
                  <a:lnTo>
                    <a:pt x="496856" y="21915"/>
                  </a:lnTo>
                  <a:lnTo>
                    <a:pt x="509596" y="22464"/>
                  </a:lnTo>
                  <a:lnTo>
                    <a:pt x="522336" y="23011"/>
                  </a:lnTo>
                  <a:lnTo>
                    <a:pt x="535076" y="23555"/>
                  </a:lnTo>
                  <a:lnTo>
                    <a:pt x="547816" y="24097"/>
                  </a:lnTo>
                  <a:lnTo>
                    <a:pt x="560555" y="24636"/>
                  </a:lnTo>
                  <a:lnTo>
                    <a:pt x="573295" y="25173"/>
                  </a:lnTo>
                  <a:lnTo>
                    <a:pt x="586035" y="25706"/>
                  </a:lnTo>
                  <a:lnTo>
                    <a:pt x="598775" y="26236"/>
                  </a:lnTo>
                  <a:lnTo>
                    <a:pt x="611515" y="26762"/>
                  </a:lnTo>
                  <a:lnTo>
                    <a:pt x="624255" y="27285"/>
                  </a:lnTo>
                  <a:lnTo>
                    <a:pt x="636995" y="27803"/>
                  </a:lnTo>
                  <a:lnTo>
                    <a:pt x="649735" y="28318"/>
                  </a:lnTo>
                  <a:lnTo>
                    <a:pt x="662475" y="28829"/>
                  </a:lnTo>
                  <a:lnTo>
                    <a:pt x="675215" y="29335"/>
                  </a:lnTo>
                  <a:lnTo>
                    <a:pt x="687955" y="29837"/>
                  </a:lnTo>
                  <a:lnTo>
                    <a:pt x="700694" y="30333"/>
                  </a:lnTo>
                  <a:lnTo>
                    <a:pt x="713434" y="30825"/>
                  </a:lnTo>
                  <a:lnTo>
                    <a:pt x="726174" y="31312"/>
                  </a:lnTo>
                  <a:lnTo>
                    <a:pt x="738914" y="31793"/>
                  </a:lnTo>
                  <a:lnTo>
                    <a:pt x="751654" y="32269"/>
                  </a:lnTo>
                  <a:lnTo>
                    <a:pt x="764394" y="32739"/>
                  </a:lnTo>
                  <a:lnTo>
                    <a:pt x="777134" y="33204"/>
                  </a:lnTo>
                  <a:lnTo>
                    <a:pt x="789874" y="33663"/>
                  </a:lnTo>
                  <a:lnTo>
                    <a:pt x="802614" y="34115"/>
                  </a:lnTo>
                  <a:lnTo>
                    <a:pt x="815354" y="34561"/>
                  </a:lnTo>
                  <a:lnTo>
                    <a:pt x="828094" y="35001"/>
                  </a:lnTo>
                  <a:lnTo>
                    <a:pt x="840833" y="35435"/>
                  </a:lnTo>
                  <a:lnTo>
                    <a:pt x="853573" y="35862"/>
                  </a:lnTo>
                  <a:lnTo>
                    <a:pt x="866313" y="36282"/>
                  </a:lnTo>
                  <a:lnTo>
                    <a:pt x="879053" y="36696"/>
                  </a:lnTo>
                  <a:lnTo>
                    <a:pt x="891793" y="37102"/>
                  </a:lnTo>
                  <a:lnTo>
                    <a:pt x="904533" y="37502"/>
                  </a:lnTo>
                  <a:lnTo>
                    <a:pt x="917273" y="37894"/>
                  </a:lnTo>
                  <a:lnTo>
                    <a:pt x="930013" y="38279"/>
                  </a:lnTo>
                  <a:lnTo>
                    <a:pt x="942753" y="38658"/>
                  </a:lnTo>
                  <a:lnTo>
                    <a:pt x="955493" y="39028"/>
                  </a:lnTo>
                  <a:lnTo>
                    <a:pt x="968233" y="39392"/>
                  </a:lnTo>
                  <a:lnTo>
                    <a:pt x="980972" y="39748"/>
                  </a:lnTo>
                  <a:lnTo>
                    <a:pt x="993712" y="40097"/>
                  </a:lnTo>
                  <a:lnTo>
                    <a:pt x="1006452" y="40438"/>
                  </a:lnTo>
                  <a:lnTo>
                    <a:pt x="1019192" y="40772"/>
                  </a:lnTo>
                  <a:lnTo>
                    <a:pt x="1031932" y="41098"/>
                  </a:lnTo>
                  <a:lnTo>
                    <a:pt x="1044672" y="41417"/>
                  </a:lnTo>
                  <a:lnTo>
                    <a:pt x="1057412" y="41728"/>
                  </a:lnTo>
                  <a:lnTo>
                    <a:pt x="1070152" y="42031"/>
                  </a:lnTo>
                  <a:lnTo>
                    <a:pt x="1082892" y="42328"/>
                  </a:lnTo>
                  <a:lnTo>
                    <a:pt x="1095632" y="42616"/>
                  </a:lnTo>
                  <a:lnTo>
                    <a:pt x="1108372" y="42897"/>
                  </a:lnTo>
                  <a:lnTo>
                    <a:pt x="1121111" y="43171"/>
                  </a:lnTo>
                  <a:lnTo>
                    <a:pt x="1133851" y="43437"/>
                  </a:lnTo>
                  <a:lnTo>
                    <a:pt x="1146591" y="43696"/>
                  </a:lnTo>
                  <a:lnTo>
                    <a:pt x="1159331" y="43948"/>
                  </a:lnTo>
                  <a:lnTo>
                    <a:pt x="1172071" y="44192"/>
                  </a:lnTo>
                  <a:lnTo>
                    <a:pt x="1184811" y="44429"/>
                  </a:lnTo>
                  <a:lnTo>
                    <a:pt x="1197551" y="44659"/>
                  </a:lnTo>
                  <a:lnTo>
                    <a:pt x="1210291" y="44882"/>
                  </a:lnTo>
                  <a:lnTo>
                    <a:pt x="1223031" y="45098"/>
                  </a:lnTo>
                  <a:lnTo>
                    <a:pt x="1235771" y="45306"/>
                  </a:lnTo>
                  <a:lnTo>
                    <a:pt x="1248511" y="45508"/>
                  </a:lnTo>
                  <a:lnTo>
                    <a:pt x="1261250" y="45703"/>
                  </a:lnTo>
                  <a:lnTo>
                    <a:pt x="1273990" y="45891"/>
                  </a:lnTo>
                  <a:lnTo>
                    <a:pt x="1286730" y="46073"/>
                  </a:lnTo>
                  <a:lnTo>
                    <a:pt x="1299470" y="46248"/>
                  </a:lnTo>
                  <a:lnTo>
                    <a:pt x="1312210" y="46416"/>
                  </a:lnTo>
                  <a:lnTo>
                    <a:pt x="1324950" y="46579"/>
                  </a:lnTo>
                  <a:lnTo>
                    <a:pt x="1337690" y="46734"/>
                  </a:lnTo>
                  <a:lnTo>
                    <a:pt x="1350430" y="46884"/>
                  </a:lnTo>
                  <a:lnTo>
                    <a:pt x="1363170" y="47027"/>
                  </a:lnTo>
                  <a:lnTo>
                    <a:pt x="1375910" y="47165"/>
                  </a:lnTo>
                  <a:lnTo>
                    <a:pt x="1388650" y="47297"/>
                  </a:lnTo>
                  <a:lnTo>
                    <a:pt x="1401389" y="47422"/>
                  </a:lnTo>
                  <a:lnTo>
                    <a:pt x="1414129" y="47542"/>
                  </a:lnTo>
                  <a:lnTo>
                    <a:pt x="1426869" y="47657"/>
                  </a:lnTo>
                  <a:lnTo>
                    <a:pt x="1439609" y="47766"/>
                  </a:lnTo>
                  <a:lnTo>
                    <a:pt x="1452349" y="47870"/>
                  </a:lnTo>
                  <a:lnTo>
                    <a:pt x="1465089" y="47968"/>
                  </a:lnTo>
                  <a:lnTo>
                    <a:pt x="1477829" y="48061"/>
                  </a:lnTo>
                  <a:lnTo>
                    <a:pt x="1490569" y="48149"/>
                  </a:lnTo>
                  <a:lnTo>
                    <a:pt x="1503309" y="48232"/>
                  </a:lnTo>
                  <a:lnTo>
                    <a:pt x="1516049" y="48310"/>
                  </a:lnTo>
                  <a:lnTo>
                    <a:pt x="1528789" y="48384"/>
                  </a:lnTo>
                  <a:lnTo>
                    <a:pt x="1541528" y="48452"/>
                  </a:lnTo>
                  <a:lnTo>
                    <a:pt x="1554268" y="48517"/>
                  </a:lnTo>
                  <a:lnTo>
                    <a:pt x="1567008" y="48576"/>
                  </a:lnTo>
                  <a:lnTo>
                    <a:pt x="1579748" y="48632"/>
                  </a:lnTo>
                  <a:lnTo>
                    <a:pt x="1592488" y="48683"/>
                  </a:lnTo>
                  <a:lnTo>
                    <a:pt x="1605228" y="48730"/>
                  </a:lnTo>
                  <a:lnTo>
                    <a:pt x="1617968" y="48773"/>
                  </a:lnTo>
                  <a:lnTo>
                    <a:pt x="1630708" y="48812"/>
                  </a:lnTo>
                  <a:lnTo>
                    <a:pt x="1643448" y="48847"/>
                  </a:lnTo>
                  <a:lnTo>
                    <a:pt x="1656188" y="48878"/>
                  </a:lnTo>
                  <a:lnTo>
                    <a:pt x="1668928" y="48906"/>
                  </a:lnTo>
                  <a:lnTo>
                    <a:pt x="1681667" y="48930"/>
                  </a:lnTo>
                  <a:lnTo>
                    <a:pt x="1694407" y="48951"/>
                  </a:lnTo>
                  <a:lnTo>
                    <a:pt x="1707147" y="48968"/>
                  </a:lnTo>
                  <a:lnTo>
                    <a:pt x="1719887" y="48982"/>
                  </a:lnTo>
                  <a:lnTo>
                    <a:pt x="1732627" y="48993"/>
                  </a:lnTo>
                  <a:lnTo>
                    <a:pt x="1745367" y="49001"/>
                  </a:lnTo>
                  <a:lnTo>
                    <a:pt x="1758107" y="49005"/>
                  </a:lnTo>
                  <a:lnTo>
                    <a:pt x="1770847" y="49007"/>
                  </a:lnTo>
                  <a:lnTo>
                    <a:pt x="1783587" y="49007"/>
                  </a:lnTo>
                  <a:lnTo>
                    <a:pt x="1796327" y="49003"/>
                  </a:lnTo>
                  <a:lnTo>
                    <a:pt x="1809067" y="48997"/>
                  </a:lnTo>
                  <a:lnTo>
                    <a:pt x="1821806" y="48988"/>
                  </a:lnTo>
                  <a:lnTo>
                    <a:pt x="1834546" y="48977"/>
                  </a:lnTo>
                  <a:lnTo>
                    <a:pt x="1847286" y="48964"/>
                  </a:lnTo>
                  <a:lnTo>
                    <a:pt x="1860026" y="48948"/>
                  </a:lnTo>
                  <a:lnTo>
                    <a:pt x="1872766" y="48930"/>
                  </a:lnTo>
                  <a:lnTo>
                    <a:pt x="1885506" y="48910"/>
                  </a:lnTo>
                  <a:lnTo>
                    <a:pt x="1898246" y="48888"/>
                  </a:lnTo>
                  <a:lnTo>
                    <a:pt x="1910986" y="48864"/>
                  </a:lnTo>
                  <a:lnTo>
                    <a:pt x="1923726" y="48839"/>
                  </a:lnTo>
                  <a:lnTo>
                    <a:pt x="1936466" y="48811"/>
                  </a:lnTo>
                  <a:lnTo>
                    <a:pt x="1949206" y="48782"/>
                  </a:lnTo>
                  <a:lnTo>
                    <a:pt x="1961945" y="48752"/>
                  </a:lnTo>
                  <a:lnTo>
                    <a:pt x="1974685" y="48720"/>
                  </a:lnTo>
                  <a:lnTo>
                    <a:pt x="1987425" y="48686"/>
                  </a:lnTo>
                  <a:lnTo>
                    <a:pt x="2000165" y="48651"/>
                  </a:lnTo>
                  <a:lnTo>
                    <a:pt x="2012905" y="48615"/>
                  </a:lnTo>
                  <a:lnTo>
                    <a:pt x="2025645" y="48578"/>
                  </a:lnTo>
                  <a:lnTo>
                    <a:pt x="2038385" y="48539"/>
                  </a:lnTo>
                  <a:lnTo>
                    <a:pt x="2051125" y="48500"/>
                  </a:lnTo>
                  <a:lnTo>
                    <a:pt x="2063865" y="48460"/>
                  </a:lnTo>
                  <a:lnTo>
                    <a:pt x="2076605" y="48418"/>
                  </a:lnTo>
                  <a:lnTo>
                    <a:pt x="2089345" y="48376"/>
                  </a:lnTo>
                  <a:lnTo>
                    <a:pt x="2102084" y="48334"/>
                  </a:lnTo>
                  <a:lnTo>
                    <a:pt x="2114824" y="48290"/>
                  </a:lnTo>
                  <a:lnTo>
                    <a:pt x="2127564" y="48246"/>
                  </a:lnTo>
                  <a:lnTo>
                    <a:pt x="2140304" y="48202"/>
                  </a:lnTo>
                  <a:lnTo>
                    <a:pt x="2153044" y="48157"/>
                  </a:lnTo>
                  <a:lnTo>
                    <a:pt x="2165784" y="48111"/>
                  </a:lnTo>
                  <a:lnTo>
                    <a:pt x="2178524" y="48066"/>
                  </a:lnTo>
                  <a:lnTo>
                    <a:pt x="2191264" y="48020"/>
                  </a:lnTo>
                  <a:lnTo>
                    <a:pt x="2204004" y="47974"/>
                  </a:lnTo>
                  <a:lnTo>
                    <a:pt x="2216744" y="47927"/>
                  </a:lnTo>
                  <a:lnTo>
                    <a:pt x="2229484" y="47881"/>
                  </a:lnTo>
                  <a:lnTo>
                    <a:pt x="2242223" y="47834"/>
                  </a:lnTo>
                  <a:lnTo>
                    <a:pt x="2254963" y="47788"/>
                  </a:lnTo>
                  <a:lnTo>
                    <a:pt x="2267703" y="47741"/>
                  </a:lnTo>
                  <a:lnTo>
                    <a:pt x="2280443" y="47694"/>
                  </a:lnTo>
                  <a:lnTo>
                    <a:pt x="2280443" y="47694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39" name="pl47"/>
            <p:cNvSpPr/>
            <p:nvPr/>
          </p:nvSpPr>
          <p:spPr>
            <a:xfrm>
              <a:off x="8770406" y="1547821"/>
              <a:ext cx="2280443" cy="12794"/>
            </a:xfrm>
            <a:custGeom>
              <a:avLst/>
              <a:gdLst/>
              <a:ahLst/>
              <a:cxnLst/>
              <a:rect l="0" t="0" r="0" b="0"/>
              <a:pathLst>
                <a:path w="2280443" h="12794">
                  <a:moveTo>
                    <a:pt x="2280443" y="0"/>
                  </a:moveTo>
                  <a:lnTo>
                    <a:pt x="2267703" y="56"/>
                  </a:lnTo>
                  <a:lnTo>
                    <a:pt x="2254963" y="113"/>
                  </a:lnTo>
                  <a:lnTo>
                    <a:pt x="2242223" y="170"/>
                  </a:lnTo>
                  <a:lnTo>
                    <a:pt x="2229484" y="226"/>
                  </a:lnTo>
                  <a:lnTo>
                    <a:pt x="2216744" y="283"/>
                  </a:lnTo>
                  <a:lnTo>
                    <a:pt x="2204004" y="340"/>
                  </a:lnTo>
                  <a:lnTo>
                    <a:pt x="2191264" y="396"/>
                  </a:lnTo>
                  <a:lnTo>
                    <a:pt x="2178524" y="453"/>
                  </a:lnTo>
                  <a:lnTo>
                    <a:pt x="2165784" y="509"/>
                  </a:lnTo>
                  <a:lnTo>
                    <a:pt x="2153044" y="566"/>
                  </a:lnTo>
                  <a:lnTo>
                    <a:pt x="2140304" y="622"/>
                  </a:lnTo>
                  <a:lnTo>
                    <a:pt x="2127564" y="678"/>
                  </a:lnTo>
                  <a:lnTo>
                    <a:pt x="2114824" y="735"/>
                  </a:lnTo>
                  <a:lnTo>
                    <a:pt x="2102084" y="791"/>
                  </a:lnTo>
                  <a:lnTo>
                    <a:pt x="2089345" y="846"/>
                  </a:lnTo>
                  <a:lnTo>
                    <a:pt x="2076605" y="902"/>
                  </a:lnTo>
                  <a:lnTo>
                    <a:pt x="2063865" y="957"/>
                  </a:lnTo>
                  <a:lnTo>
                    <a:pt x="2051125" y="1012"/>
                  </a:lnTo>
                  <a:lnTo>
                    <a:pt x="2038385" y="1067"/>
                  </a:lnTo>
                  <a:lnTo>
                    <a:pt x="2025645" y="1122"/>
                  </a:lnTo>
                  <a:lnTo>
                    <a:pt x="2012905" y="1176"/>
                  </a:lnTo>
                  <a:lnTo>
                    <a:pt x="2000165" y="1230"/>
                  </a:lnTo>
                  <a:lnTo>
                    <a:pt x="1987425" y="1283"/>
                  </a:lnTo>
                  <a:lnTo>
                    <a:pt x="1974685" y="1336"/>
                  </a:lnTo>
                  <a:lnTo>
                    <a:pt x="1961945" y="1389"/>
                  </a:lnTo>
                  <a:lnTo>
                    <a:pt x="1949206" y="1441"/>
                  </a:lnTo>
                  <a:lnTo>
                    <a:pt x="1936466" y="1493"/>
                  </a:lnTo>
                  <a:lnTo>
                    <a:pt x="1923726" y="1545"/>
                  </a:lnTo>
                  <a:lnTo>
                    <a:pt x="1910986" y="1595"/>
                  </a:lnTo>
                  <a:lnTo>
                    <a:pt x="1898246" y="1646"/>
                  </a:lnTo>
                  <a:lnTo>
                    <a:pt x="1885506" y="1696"/>
                  </a:lnTo>
                  <a:lnTo>
                    <a:pt x="1872766" y="1745"/>
                  </a:lnTo>
                  <a:lnTo>
                    <a:pt x="1860026" y="1794"/>
                  </a:lnTo>
                  <a:lnTo>
                    <a:pt x="1847286" y="1842"/>
                  </a:lnTo>
                  <a:lnTo>
                    <a:pt x="1834546" y="1890"/>
                  </a:lnTo>
                  <a:lnTo>
                    <a:pt x="1821806" y="1937"/>
                  </a:lnTo>
                  <a:lnTo>
                    <a:pt x="1809067" y="1984"/>
                  </a:lnTo>
                  <a:lnTo>
                    <a:pt x="1796327" y="2030"/>
                  </a:lnTo>
                  <a:lnTo>
                    <a:pt x="1783587" y="2076"/>
                  </a:lnTo>
                  <a:lnTo>
                    <a:pt x="1770847" y="2121"/>
                  </a:lnTo>
                  <a:lnTo>
                    <a:pt x="1758107" y="2165"/>
                  </a:lnTo>
                  <a:lnTo>
                    <a:pt x="1745367" y="2210"/>
                  </a:lnTo>
                  <a:lnTo>
                    <a:pt x="1732627" y="2253"/>
                  </a:lnTo>
                  <a:lnTo>
                    <a:pt x="1719887" y="2296"/>
                  </a:lnTo>
                  <a:lnTo>
                    <a:pt x="1707147" y="2339"/>
                  </a:lnTo>
                  <a:lnTo>
                    <a:pt x="1694407" y="2381"/>
                  </a:lnTo>
                  <a:lnTo>
                    <a:pt x="1681667" y="2423"/>
                  </a:lnTo>
                  <a:lnTo>
                    <a:pt x="1668928" y="2464"/>
                  </a:lnTo>
                  <a:lnTo>
                    <a:pt x="1656188" y="2505"/>
                  </a:lnTo>
                  <a:lnTo>
                    <a:pt x="1643448" y="2545"/>
                  </a:lnTo>
                  <a:lnTo>
                    <a:pt x="1630708" y="2585"/>
                  </a:lnTo>
                  <a:lnTo>
                    <a:pt x="1617968" y="2625"/>
                  </a:lnTo>
                  <a:lnTo>
                    <a:pt x="1605228" y="2664"/>
                  </a:lnTo>
                  <a:lnTo>
                    <a:pt x="1592488" y="2703"/>
                  </a:lnTo>
                  <a:lnTo>
                    <a:pt x="1579748" y="2741"/>
                  </a:lnTo>
                  <a:lnTo>
                    <a:pt x="1567008" y="2779"/>
                  </a:lnTo>
                  <a:lnTo>
                    <a:pt x="1554268" y="2817"/>
                  </a:lnTo>
                  <a:lnTo>
                    <a:pt x="1541528" y="2854"/>
                  </a:lnTo>
                  <a:lnTo>
                    <a:pt x="1528789" y="2891"/>
                  </a:lnTo>
                  <a:lnTo>
                    <a:pt x="1516049" y="2928"/>
                  </a:lnTo>
                  <a:lnTo>
                    <a:pt x="1503309" y="2964"/>
                  </a:lnTo>
                  <a:lnTo>
                    <a:pt x="1490569" y="3000"/>
                  </a:lnTo>
                  <a:lnTo>
                    <a:pt x="1477829" y="3036"/>
                  </a:lnTo>
                  <a:lnTo>
                    <a:pt x="1465089" y="3072"/>
                  </a:lnTo>
                  <a:lnTo>
                    <a:pt x="1452349" y="3107"/>
                  </a:lnTo>
                  <a:lnTo>
                    <a:pt x="1439609" y="3142"/>
                  </a:lnTo>
                  <a:lnTo>
                    <a:pt x="1426869" y="3176"/>
                  </a:lnTo>
                  <a:lnTo>
                    <a:pt x="1414129" y="3210"/>
                  </a:lnTo>
                  <a:lnTo>
                    <a:pt x="1401389" y="3244"/>
                  </a:lnTo>
                  <a:lnTo>
                    <a:pt x="1388650" y="3278"/>
                  </a:lnTo>
                  <a:lnTo>
                    <a:pt x="1375910" y="3312"/>
                  </a:lnTo>
                  <a:lnTo>
                    <a:pt x="1363170" y="3345"/>
                  </a:lnTo>
                  <a:lnTo>
                    <a:pt x="1350430" y="3377"/>
                  </a:lnTo>
                  <a:lnTo>
                    <a:pt x="1337690" y="3410"/>
                  </a:lnTo>
                  <a:lnTo>
                    <a:pt x="1324950" y="3442"/>
                  </a:lnTo>
                  <a:lnTo>
                    <a:pt x="1312210" y="3474"/>
                  </a:lnTo>
                  <a:lnTo>
                    <a:pt x="1299470" y="3506"/>
                  </a:lnTo>
                  <a:lnTo>
                    <a:pt x="1286730" y="3537"/>
                  </a:lnTo>
                  <a:lnTo>
                    <a:pt x="1273990" y="3568"/>
                  </a:lnTo>
                  <a:lnTo>
                    <a:pt x="1261250" y="3599"/>
                  </a:lnTo>
                  <a:lnTo>
                    <a:pt x="1248511" y="3629"/>
                  </a:lnTo>
                  <a:lnTo>
                    <a:pt x="1235771" y="3659"/>
                  </a:lnTo>
                  <a:lnTo>
                    <a:pt x="1223031" y="3689"/>
                  </a:lnTo>
                  <a:lnTo>
                    <a:pt x="1210291" y="3718"/>
                  </a:lnTo>
                  <a:lnTo>
                    <a:pt x="1197551" y="3748"/>
                  </a:lnTo>
                  <a:lnTo>
                    <a:pt x="1184811" y="3777"/>
                  </a:lnTo>
                  <a:lnTo>
                    <a:pt x="1172071" y="3805"/>
                  </a:lnTo>
                  <a:lnTo>
                    <a:pt x="1159331" y="3834"/>
                  </a:lnTo>
                  <a:lnTo>
                    <a:pt x="1146591" y="3862"/>
                  </a:lnTo>
                  <a:lnTo>
                    <a:pt x="1133851" y="3890"/>
                  </a:lnTo>
                  <a:lnTo>
                    <a:pt x="1121111" y="3918"/>
                  </a:lnTo>
                  <a:lnTo>
                    <a:pt x="1108372" y="3946"/>
                  </a:lnTo>
                  <a:lnTo>
                    <a:pt x="1095632" y="3974"/>
                  </a:lnTo>
                  <a:lnTo>
                    <a:pt x="1082892" y="4001"/>
                  </a:lnTo>
                  <a:lnTo>
                    <a:pt x="1070152" y="4029"/>
                  </a:lnTo>
                  <a:lnTo>
                    <a:pt x="1057412" y="4056"/>
                  </a:lnTo>
                  <a:lnTo>
                    <a:pt x="1044672" y="4083"/>
                  </a:lnTo>
                  <a:lnTo>
                    <a:pt x="1031932" y="4111"/>
                  </a:lnTo>
                  <a:lnTo>
                    <a:pt x="1019192" y="4138"/>
                  </a:lnTo>
                  <a:lnTo>
                    <a:pt x="1006452" y="4166"/>
                  </a:lnTo>
                  <a:lnTo>
                    <a:pt x="993712" y="4193"/>
                  </a:lnTo>
                  <a:lnTo>
                    <a:pt x="980972" y="4221"/>
                  </a:lnTo>
                  <a:lnTo>
                    <a:pt x="968233" y="4250"/>
                  </a:lnTo>
                  <a:lnTo>
                    <a:pt x="955493" y="4278"/>
                  </a:lnTo>
                  <a:lnTo>
                    <a:pt x="942753" y="4307"/>
                  </a:lnTo>
                  <a:lnTo>
                    <a:pt x="930013" y="4337"/>
                  </a:lnTo>
                  <a:lnTo>
                    <a:pt x="917273" y="4367"/>
                  </a:lnTo>
                  <a:lnTo>
                    <a:pt x="904533" y="4397"/>
                  </a:lnTo>
                  <a:lnTo>
                    <a:pt x="891793" y="4429"/>
                  </a:lnTo>
                  <a:lnTo>
                    <a:pt x="879053" y="4461"/>
                  </a:lnTo>
                  <a:lnTo>
                    <a:pt x="866313" y="4494"/>
                  </a:lnTo>
                  <a:lnTo>
                    <a:pt x="853573" y="4528"/>
                  </a:lnTo>
                  <a:lnTo>
                    <a:pt x="840833" y="4563"/>
                  </a:lnTo>
                  <a:lnTo>
                    <a:pt x="828094" y="4599"/>
                  </a:lnTo>
                  <a:lnTo>
                    <a:pt x="815354" y="4636"/>
                  </a:lnTo>
                  <a:lnTo>
                    <a:pt x="802614" y="4675"/>
                  </a:lnTo>
                  <a:lnTo>
                    <a:pt x="789874" y="4715"/>
                  </a:lnTo>
                  <a:lnTo>
                    <a:pt x="777134" y="4757"/>
                  </a:lnTo>
                  <a:lnTo>
                    <a:pt x="764394" y="4800"/>
                  </a:lnTo>
                  <a:lnTo>
                    <a:pt x="751654" y="4845"/>
                  </a:lnTo>
                  <a:lnTo>
                    <a:pt x="738914" y="4892"/>
                  </a:lnTo>
                  <a:lnTo>
                    <a:pt x="726174" y="4941"/>
                  </a:lnTo>
                  <a:lnTo>
                    <a:pt x="713434" y="4992"/>
                  </a:lnTo>
                  <a:lnTo>
                    <a:pt x="700694" y="5046"/>
                  </a:lnTo>
                  <a:lnTo>
                    <a:pt x="687955" y="5101"/>
                  </a:lnTo>
                  <a:lnTo>
                    <a:pt x="675215" y="5160"/>
                  </a:lnTo>
                  <a:lnTo>
                    <a:pt x="662475" y="5220"/>
                  </a:lnTo>
                  <a:lnTo>
                    <a:pt x="649735" y="5284"/>
                  </a:lnTo>
                  <a:lnTo>
                    <a:pt x="636995" y="5350"/>
                  </a:lnTo>
                  <a:lnTo>
                    <a:pt x="624255" y="5419"/>
                  </a:lnTo>
                  <a:lnTo>
                    <a:pt x="611515" y="5491"/>
                  </a:lnTo>
                  <a:lnTo>
                    <a:pt x="598775" y="5566"/>
                  </a:lnTo>
                  <a:lnTo>
                    <a:pt x="586035" y="5644"/>
                  </a:lnTo>
                  <a:lnTo>
                    <a:pt x="573295" y="5726"/>
                  </a:lnTo>
                  <a:lnTo>
                    <a:pt x="560555" y="5810"/>
                  </a:lnTo>
                  <a:lnTo>
                    <a:pt x="547816" y="5899"/>
                  </a:lnTo>
                  <a:lnTo>
                    <a:pt x="535076" y="5991"/>
                  </a:lnTo>
                  <a:lnTo>
                    <a:pt x="522336" y="6086"/>
                  </a:lnTo>
                  <a:lnTo>
                    <a:pt x="509596" y="6185"/>
                  </a:lnTo>
                  <a:lnTo>
                    <a:pt x="496856" y="6288"/>
                  </a:lnTo>
                  <a:lnTo>
                    <a:pt x="484116" y="6395"/>
                  </a:lnTo>
                  <a:lnTo>
                    <a:pt x="471376" y="6505"/>
                  </a:lnTo>
                  <a:lnTo>
                    <a:pt x="458636" y="6620"/>
                  </a:lnTo>
                  <a:lnTo>
                    <a:pt x="445896" y="6738"/>
                  </a:lnTo>
                  <a:lnTo>
                    <a:pt x="433156" y="6860"/>
                  </a:lnTo>
                  <a:lnTo>
                    <a:pt x="420416" y="6986"/>
                  </a:lnTo>
                  <a:lnTo>
                    <a:pt x="407677" y="7116"/>
                  </a:lnTo>
                  <a:lnTo>
                    <a:pt x="394937" y="7249"/>
                  </a:lnTo>
                  <a:lnTo>
                    <a:pt x="382197" y="7387"/>
                  </a:lnTo>
                  <a:lnTo>
                    <a:pt x="369457" y="7528"/>
                  </a:lnTo>
                  <a:lnTo>
                    <a:pt x="356717" y="7674"/>
                  </a:lnTo>
                  <a:lnTo>
                    <a:pt x="343977" y="7822"/>
                  </a:lnTo>
                  <a:lnTo>
                    <a:pt x="331237" y="7975"/>
                  </a:lnTo>
                  <a:lnTo>
                    <a:pt x="318497" y="8131"/>
                  </a:lnTo>
                  <a:lnTo>
                    <a:pt x="305757" y="8290"/>
                  </a:lnTo>
                  <a:lnTo>
                    <a:pt x="293017" y="8453"/>
                  </a:lnTo>
                  <a:lnTo>
                    <a:pt x="280277" y="8620"/>
                  </a:lnTo>
                  <a:lnTo>
                    <a:pt x="267538" y="8789"/>
                  </a:lnTo>
                  <a:lnTo>
                    <a:pt x="254798" y="8961"/>
                  </a:lnTo>
                  <a:lnTo>
                    <a:pt x="242058" y="9136"/>
                  </a:lnTo>
                  <a:lnTo>
                    <a:pt x="229318" y="9314"/>
                  </a:lnTo>
                  <a:lnTo>
                    <a:pt x="216578" y="9495"/>
                  </a:lnTo>
                  <a:lnTo>
                    <a:pt x="203838" y="9678"/>
                  </a:lnTo>
                  <a:lnTo>
                    <a:pt x="191098" y="9863"/>
                  </a:lnTo>
                  <a:lnTo>
                    <a:pt x="178358" y="10051"/>
                  </a:lnTo>
                  <a:lnTo>
                    <a:pt x="165618" y="10240"/>
                  </a:lnTo>
                  <a:lnTo>
                    <a:pt x="152878" y="10431"/>
                  </a:lnTo>
                  <a:lnTo>
                    <a:pt x="140138" y="10623"/>
                  </a:lnTo>
                  <a:lnTo>
                    <a:pt x="127399" y="10817"/>
                  </a:lnTo>
                  <a:lnTo>
                    <a:pt x="114659" y="11012"/>
                  </a:lnTo>
                  <a:lnTo>
                    <a:pt x="101919" y="11208"/>
                  </a:lnTo>
                  <a:lnTo>
                    <a:pt x="89179" y="11405"/>
                  </a:lnTo>
                  <a:lnTo>
                    <a:pt x="76439" y="11602"/>
                  </a:lnTo>
                  <a:lnTo>
                    <a:pt x="63699" y="11800"/>
                  </a:lnTo>
                  <a:lnTo>
                    <a:pt x="50959" y="11999"/>
                  </a:lnTo>
                  <a:lnTo>
                    <a:pt x="38219" y="12197"/>
                  </a:lnTo>
                  <a:lnTo>
                    <a:pt x="25479" y="12396"/>
                  </a:lnTo>
                  <a:lnTo>
                    <a:pt x="12739" y="12595"/>
                  </a:lnTo>
                  <a:lnTo>
                    <a:pt x="0" y="12794"/>
                  </a:lnTo>
                </a:path>
              </a:pathLst>
            </a:custGeom>
          </p:spPr>
          <p:txBody>
            <a:bodyPr/>
            <a:lstStyle/>
            <a:p>
              <a:endParaRPr/>
            </a:p>
          </p:txBody>
        </p:sp>
        <p:sp>
          <p:nvSpPr>
            <p:cNvPr id="240" name="pl48"/>
            <p:cNvSpPr/>
            <p:nvPr/>
          </p:nvSpPr>
          <p:spPr>
            <a:xfrm>
              <a:off x="8770406" y="1471532"/>
              <a:ext cx="2280443" cy="15039"/>
            </a:xfrm>
            <a:custGeom>
              <a:avLst/>
              <a:gdLst/>
              <a:ahLst/>
              <a:cxnLst/>
              <a:rect l="0" t="0" r="0" b="0"/>
              <a:pathLst>
                <a:path w="2280443" h="15039">
                  <a:moveTo>
                    <a:pt x="0" y="0"/>
                  </a:moveTo>
                  <a:lnTo>
                    <a:pt x="12739" y="151"/>
                  </a:lnTo>
                  <a:lnTo>
                    <a:pt x="25479" y="303"/>
                  </a:lnTo>
                  <a:lnTo>
                    <a:pt x="38219" y="455"/>
                  </a:lnTo>
                  <a:lnTo>
                    <a:pt x="50959" y="606"/>
                  </a:lnTo>
                  <a:lnTo>
                    <a:pt x="63699" y="758"/>
                  </a:lnTo>
                  <a:lnTo>
                    <a:pt x="76439" y="911"/>
                  </a:lnTo>
                  <a:lnTo>
                    <a:pt x="89179" y="1063"/>
                  </a:lnTo>
                  <a:lnTo>
                    <a:pt x="101919" y="1216"/>
                  </a:lnTo>
                  <a:lnTo>
                    <a:pt x="114659" y="1370"/>
                  </a:lnTo>
                  <a:lnTo>
                    <a:pt x="127399" y="1524"/>
                  </a:lnTo>
                  <a:lnTo>
                    <a:pt x="140138" y="1678"/>
                  </a:lnTo>
                  <a:lnTo>
                    <a:pt x="152878" y="1833"/>
                  </a:lnTo>
                  <a:lnTo>
                    <a:pt x="165618" y="1990"/>
                  </a:lnTo>
                  <a:lnTo>
                    <a:pt x="178358" y="2147"/>
                  </a:lnTo>
                  <a:lnTo>
                    <a:pt x="191098" y="2305"/>
                  </a:lnTo>
                  <a:lnTo>
                    <a:pt x="203838" y="2464"/>
                  </a:lnTo>
                  <a:lnTo>
                    <a:pt x="216578" y="2624"/>
                  </a:lnTo>
                  <a:lnTo>
                    <a:pt x="229318" y="2786"/>
                  </a:lnTo>
                  <a:lnTo>
                    <a:pt x="242058" y="2949"/>
                  </a:lnTo>
                  <a:lnTo>
                    <a:pt x="254798" y="3113"/>
                  </a:lnTo>
                  <a:lnTo>
                    <a:pt x="267538" y="3278"/>
                  </a:lnTo>
                  <a:lnTo>
                    <a:pt x="280277" y="3445"/>
                  </a:lnTo>
                  <a:lnTo>
                    <a:pt x="293017" y="3614"/>
                  </a:lnTo>
                  <a:lnTo>
                    <a:pt x="305757" y="3784"/>
                  </a:lnTo>
                  <a:lnTo>
                    <a:pt x="318497" y="3956"/>
                  </a:lnTo>
                  <a:lnTo>
                    <a:pt x="331237" y="4129"/>
                  </a:lnTo>
                  <a:lnTo>
                    <a:pt x="343977" y="4303"/>
                  </a:lnTo>
                  <a:lnTo>
                    <a:pt x="356717" y="4479"/>
                  </a:lnTo>
                  <a:lnTo>
                    <a:pt x="369457" y="4657"/>
                  </a:lnTo>
                  <a:lnTo>
                    <a:pt x="382197" y="4836"/>
                  </a:lnTo>
                  <a:lnTo>
                    <a:pt x="394937" y="5017"/>
                  </a:lnTo>
                  <a:lnTo>
                    <a:pt x="407677" y="5198"/>
                  </a:lnTo>
                  <a:lnTo>
                    <a:pt x="420416" y="5382"/>
                  </a:lnTo>
                  <a:lnTo>
                    <a:pt x="433156" y="5566"/>
                  </a:lnTo>
                  <a:lnTo>
                    <a:pt x="445896" y="5752"/>
                  </a:lnTo>
                  <a:lnTo>
                    <a:pt x="458636" y="5939"/>
                  </a:lnTo>
                  <a:lnTo>
                    <a:pt x="471376" y="6127"/>
                  </a:lnTo>
                  <a:lnTo>
                    <a:pt x="484116" y="6315"/>
                  </a:lnTo>
                  <a:lnTo>
                    <a:pt x="496856" y="6505"/>
                  </a:lnTo>
                  <a:lnTo>
                    <a:pt x="509596" y="6696"/>
                  </a:lnTo>
                  <a:lnTo>
                    <a:pt x="522336" y="6887"/>
                  </a:lnTo>
                  <a:lnTo>
                    <a:pt x="535076" y="7078"/>
                  </a:lnTo>
                  <a:lnTo>
                    <a:pt x="547816" y="7270"/>
                  </a:lnTo>
                  <a:lnTo>
                    <a:pt x="560555" y="7462"/>
                  </a:lnTo>
                  <a:lnTo>
                    <a:pt x="573295" y="7655"/>
                  </a:lnTo>
                  <a:lnTo>
                    <a:pt x="586035" y="7847"/>
                  </a:lnTo>
                  <a:lnTo>
                    <a:pt x="598775" y="8039"/>
                  </a:lnTo>
                  <a:lnTo>
                    <a:pt x="611515" y="8231"/>
                  </a:lnTo>
                  <a:lnTo>
                    <a:pt x="624255" y="8422"/>
                  </a:lnTo>
                  <a:lnTo>
                    <a:pt x="636995" y="8613"/>
                  </a:lnTo>
                  <a:lnTo>
                    <a:pt x="649735" y="8803"/>
                  </a:lnTo>
                  <a:lnTo>
                    <a:pt x="662475" y="8992"/>
                  </a:lnTo>
                  <a:lnTo>
                    <a:pt x="675215" y="9181"/>
                  </a:lnTo>
                  <a:lnTo>
                    <a:pt x="687955" y="9368"/>
                  </a:lnTo>
                  <a:lnTo>
                    <a:pt x="700694" y="9553"/>
                  </a:lnTo>
                  <a:lnTo>
                    <a:pt x="713434" y="9738"/>
                  </a:lnTo>
                  <a:lnTo>
                    <a:pt x="726174" y="9920"/>
                  </a:lnTo>
                  <a:lnTo>
                    <a:pt x="738914" y="10101"/>
                  </a:lnTo>
                  <a:lnTo>
                    <a:pt x="751654" y="10280"/>
                  </a:lnTo>
                  <a:lnTo>
                    <a:pt x="764394" y="10457"/>
                  </a:lnTo>
                  <a:lnTo>
                    <a:pt x="777134" y="10632"/>
                  </a:lnTo>
                  <a:lnTo>
                    <a:pt x="789874" y="10805"/>
                  </a:lnTo>
                  <a:lnTo>
                    <a:pt x="802614" y="10975"/>
                  </a:lnTo>
                  <a:lnTo>
                    <a:pt x="815354" y="11143"/>
                  </a:lnTo>
                  <a:lnTo>
                    <a:pt x="828094" y="11308"/>
                  </a:lnTo>
                  <a:lnTo>
                    <a:pt x="840833" y="11470"/>
                  </a:lnTo>
                  <a:lnTo>
                    <a:pt x="853573" y="11630"/>
                  </a:lnTo>
                  <a:lnTo>
                    <a:pt x="866313" y="11786"/>
                  </a:lnTo>
                  <a:lnTo>
                    <a:pt x="879053" y="11940"/>
                  </a:lnTo>
                  <a:lnTo>
                    <a:pt x="891793" y="12090"/>
                  </a:lnTo>
                  <a:lnTo>
                    <a:pt x="904533" y="12237"/>
                  </a:lnTo>
                  <a:lnTo>
                    <a:pt x="917273" y="12380"/>
                  </a:lnTo>
                  <a:lnTo>
                    <a:pt x="930013" y="12521"/>
                  </a:lnTo>
                  <a:lnTo>
                    <a:pt x="942753" y="12657"/>
                  </a:lnTo>
                  <a:lnTo>
                    <a:pt x="955493" y="12791"/>
                  </a:lnTo>
                  <a:lnTo>
                    <a:pt x="968233" y="12920"/>
                  </a:lnTo>
                  <a:lnTo>
                    <a:pt x="980972" y="13046"/>
                  </a:lnTo>
                  <a:lnTo>
                    <a:pt x="993712" y="13168"/>
                  </a:lnTo>
                  <a:lnTo>
                    <a:pt x="1006452" y="13287"/>
                  </a:lnTo>
                  <a:lnTo>
                    <a:pt x="1019192" y="13402"/>
                  </a:lnTo>
                  <a:lnTo>
                    <a:pt x="1031932" y="13512"/>
                  </a:lnTo>
                  <a:lnTo>
                    <a:pt x="1044672" y="13619"/>
                  </a:lnTo>
                  <a:lnTo>
                    <a:pt x="1057412" y="13722"/>
                  </a:lnTo>
                  <a:lnTo>
                    <a:pt x="1070152" y="13821"/>
                  </a:lnTo>
                  <a:lnTo>
                    <a:pt x="1082892" y="13916"/>
                  </a:lnTo>
                  <a:lnTo>
                    <a:pt x="1095632" y="14007"/>
                  </a:lnTo>
                  <a:lnTo>
                    <a:pt x="1108372" y="14094"/>
                  </a:lnTo>
                  <a:lnTo>
                    <a:pt x="1121111" y="14178"/>
                  </a:lnTo>
                  <a:lnTo>
                    <a:pt x="1133851" y="14257"/>
                  </a:lnTo>
                  <a:lnTo>
                    <a:pt x="1146591" y="14332"/>
                  </a:lnTo>
                  <a:lnTo>
                    <a:pt x="1159331" y="14403"/>
                  </a:lnTo>
                  <a:lnTo>
                    <a:pt x="1172071" y="14471"/>
                  </a:lnTo>
                  <a:lnTo>
                    <a:pt x="1184811" y="14534"/>
                  </a:lnTo>
                  <a:lnTo>
                    <a:pt x="1197551" y="14593"/>
                  </a:lnTo>
                  <a:lnTo>
                    <a:pt x="1210291" y="14649"/>
                  </a:lnTo>
                  <a:lnTo>
                    <a:pt x="1223031" y="14701"/>
                  </a:lnTo>
                  <a:lnTo>
                    <a:pt x="1235771" y="14748"/>
                  </a:lnTo>
                  <a:lnTo>
                    <a:pt x="1248511" y="14793"/>
                  </a:lnTo>
                  <a:lnTo>
                    <a:pt x="1261250" y="14833"/>
                  </a:lnTo>
                  <a:lnTo>
                    <a:pt x="1273990" y="14869"/>
                  </a:lnTo>
                  <a:lnTo>
                    <a:pt x="1286730" y="14902"/>
                  </a:lnTo>
                  <a:lnTo>
                    <a:pt x="1299470" y="14931"/>
                  </a:lnTo>
                  <a:lnTo>
                    <a:pt x="1312210" y="14957"/>
                  </a:lnTo>
                  <a:lnTo>
                    <a:pt x="1324950" y="14979"/>
                  </a:lnTo>
                  <a:lnTo>
                    <a:pt x="1337690" y="14998"/>
                  </a:lnTo>
                  <a:lnTo>
                    <a:pt x="1350430" y="15013"/>
                  </a:lnTo>
                  <a:lnTo>
                    <a:pt x="1363170" y="15024"/>
                  </a:lnTo>
                  <a:lnTo>
                    <a:pt x="1375910" y="15033"/>
                  </a:lnTo>
                  <a:lnTo>
                    <a:pt x="1388650" y="15037"/>
                  </a:lnTo>
                  <a:lnTo>
                    <a:pt x="1401389" y="15039"/>
                  </a:lnTo>
                  <a:lnTo>
                    <a:pt x="1414129" y="15038"/>
                  </a:lnTo>
                  <a:lnTo>
                    <a:pt x="1426869" y="15033"/>
                  </a:lnTo>
                  <a:lnTo>
                    <a:pt x="1439609" y="15025"/>
                  </a:lnTo>
                  <a:lnTo>
                    <a:pt x="1452349" y="15014"/>
                  </a:lnTo>
                  <a:lnTo>
                    <a:pt x="1465089" y="15001"/>
                  </a:lnTo>
                  <a:lnTo>
                    <a:pt x="1477829" y="14984"/>
                  </a:lnTo>
                  <a:lnTo>
                    <a:pt x="1490569" y="14964"/>
                  </a:lnTo>
                  <a:lnTo>
                    <a:pt x="1503309" y="14942"/>
                  </a:lnTo>
                  <a:lnTo>
                    <a:pt x="1516049" y="14916"/>
                  </a:lnTo>
                  <a:lnTo>
                    <a:pt x="1528789" y="14888"/>
                  </a:lnTo>
                  <a:lnTo>
                    <a:pt x="1541528" y="14858"/>
                  </a:lnTo>
                  <a:lnTo>
                    <a:pt x="1554268" y="14825"/>
                  </a:lnTo>
                  <a:lnTo>
                    <a:pt x="1567008" y="14789"/>
                  </a:lnTo>
                  <a:lnTo>
                    <a:pt x="1579748" y="14750"/>
                  </a:lnTo>
                  <a:lnTo>
                    <a:pt x="1592488" y="14710"/>
                  </a:lnTo>
                  <a:lnTo>
                    <a:pt x="1605228" y="14666"/>
                  </a:lnTo>
                  <a:lnTo>
                    <a:pt x="1617968" y="14621"/>
                  </a:lnTo>
                  <a:lnTo>
                    <a:pt x="1630708" y="14573"/>
                  </a:lnTo>
                  <a:lnTo>
                    <a:pt x="1643448" y="14523"/>
                  </a:lnTo>
                  <a:lnTo>
                    <a:pt x="1656188" y="14470"/>
                  </a:lnTo>
                  <a:lnTo>
                    <a:pt x="1668928" y="14416"/>
                  </a:lnTo>
                  <a:lnTo>
                    <a:pt x="1681667" y="14359"/>
                  </a:lnTo>
                  <a:lnTo>
                    <a:pt x="1694407" y="14300"/>
                  </a:lnTo>
                  <a:lnTo>
                    <a:pt x="1707147" y="14239"/>
                  </a:lnTo>
                  <a:lnTo>
                    <a:pt x="1719887" y="14177"/>
                  </a:lnTo>
                  <a:lnTo>
                    <a:pt x="1732627" y="14112"/>
                  </a:lnTo>
                  <a:lnTo>
                    <a:pt x="1745367" y="14045"/>
                  </a:lnTo>
                  <a:lnTo>
                    <a:pt x="1758107" y="13977"/>
                  </a:lnTo>
                  <a:lnTo>
                    <a:pt x="1770847" y="13907"/>
                  </a:lnTo>
                  <a:lnTo>
                    <a:pt x="1783587" y="13835"/>
                  </a:lnTo>
                  <a:lnTo>
                    <a:pt x="1796327" y="13761"/>
                  </a:lnTo>
                  <a:lnTo>
                    <a:pt x="1809067" y="13686"/>
                  </a:lnTo>
                  <a:lnTo>
                    <a:pt x="1821806" y="13609"/>
                  </a:lnTo>
                  <a:lnTo>
                    <a:pt x="1834546" y="13531"/>
                  </a:lnTo>
                  <a:lnTo>
                    <a:pt x="1847286" y="13451"/>
                  </a:lnTo>
                  <a:lnTo>
                    <a:pt x="1860026" y="13370"/>
                  </a:lnTo>
                  <a:lnTo>
                    <a:pt x="1872766" y="13287"/>
                  </a:lnTo>
                  <a:lnTo>
                    <a:pt x="1885506" y="13203"/>
                  </a:lnTo>
                  <a:lnTo>
                    <a:pt x="1898246" y="13117"/>
                  </a:lnTo>
                  <a:lnTo>
                    <a:pt x="1910986" y="13030"/>
                  </a:lnTo>
                  <a:lnTo>
                    <a:pt x="1923726" y="12943"/>
                  </a:lnTo>
                  <a:lnTo>
                    <a:pt x="1936466" y="12854"/>
                  </a:lnTo>
                  <a:lnTo>
                    <a:pt x="1949206" y="12763"/>
                  </a:lnTo>
                  <a:lnTo>
                    <a:pt x="1961945" y="12672"/>
                  </a:lnTo>
                  <a:lnTo>
                    <a:pt x="1974685" y="12580"/>
                  </a:lnTo>
                  <a:lnTo>
                    <a:pt x="1987425" y="12487"/>
                  </a:lnTo>
                  <a:lnTo>
                    <a:pt x="2000165" y="12393"/>
                  </a:lnTo>
                  <a:lnTo>
                    <a:pt x="2012905" y="12298"/>
                  </a:lnTo>
                  <a:lnTo>
                    <a:pt x="2025645" y="12202"/>
                  </a:lnTo>
                  <a:lnTo>
                    <a:pt x="2038385" y="12105"/>
                  </a:lnTo>
                  <a:lnTo>
                    <a:pt x="2051125" y="12008"/>
                  </a:lnTo>
                  <a:lnTo>
                    <a:pt x="2063865" y="11910"/>
                  </a:lnTo>
                  <a:lnTo>
                    <a:pt x="2076605" y="11812"/>
                  </a:lnTo>
                  <a:lnTo>
                    <a:pt x="2089345" y="11713"/>
                  </a:lnTo>
                  <a:lnTo>
                    <a:pt x="2102084" y="11613"/>
                  </a:lnTo>
                  <a:lnTo>
                    <a:pt x="2114824" y="11513"/>
                  </a:lnTo>
                  <a:lnTo>
                    <a:pt x="2127564" y="11413"/>
                  </a:lnTo>
                  <a:lnTo>
                    <a:pt x="2140304" y="11312"/>
                  </a:lnTo>
                  <a:lnTo>
                    <a:pt x="2153044" y="11211"/>
                  </a:lnTo>
                  <a:lnTo>
                    <a:pt x="2165784" y="11110"/>
                  </a:lnTo>
                  <a:lnTo>
                    <a:pt x="2178524" y="11009"/>
                  </a:lnTo>
                  <a:lnTo>
                    <a:pt x="2191264" y="10907"/>
                  </a:lnTo>
                  <a:lnTo>
                    <a:pt x="2204004" y="10805"/>
                  </a:lnTo>
                  <a:lnTo>
                    <a:pt x="2216744" y="10704"/>
                  </a:lnTo>
                  <a:lnTo>
                    <a:pt x="2229484" y="10602"/>
                  </a:lnTo>
                  <a:lnTo>
                    <a:pt x="2242223" y="10500"/>
                  </a:lnTo>
                  <a:lnTo>
                    <a:pt x="2254963" y="10397"/>
                  </a:lnTo>
                  <a:lnTo>
                    <a:pt x="2267703" y="10295"/>
                  </a:lnTo>
                  <a:lnTo>
                    <a:pt x="2280443" y="10193"/>
                  </a:lnTo>
                  <a:lnTo>
                    <a:pt x="2280443" y="10193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l49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gdLst/>
              <a:ahLst/>
              <a:cxnLst/>
              <a:rect l="0" t="0" r="0" b="0"/>
              <a:pathLst>
                <a:path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tx50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3" name="tx51"/>
            <p:cNvSpPr/>
            <p:nvPr/>
          </p:nvSpPr>
          <p:spPr>
            <a:xfrm>
              <a:off x="8137780" y="2746301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4" name="tx52"/>
            <p:cNvSpPr/>
            <p:nvPr/>
          </p:nvSpPr>
          <p:spPr>
            <a:xfrm>
              <a:off x="8137780" y="2433634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5" name="tx53"/>
            <p:cNvSpPr/>
            <p:nvPr/>
          </p:nvSpPr>
          <p:spPr>
            <a:xfrm>
              <a:off x="8137780" y="2122145"/>
              <a:ext cx="135681" cy="819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6" name="tx54"/>
            <p:cNvSpPr/>
            <p:nvPr/>
          </p:nvSpPr>
          <p:spPr>
            <a:xfrm>
              <a:off x="8137780" y="1810036"/>
              <a:ext cx="135681" cy="814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7" name="tx55"/>
            <p:cNvSpPr/>
            <p:nvPr/>
          </p:nvSpPr>
          <p:spPr>
            <a:xfrm>
              <a:off x="8137780" y="1495694"/>
              <a:ext cx="135681" cy="830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8" name="tx56"/>
            <p:cNvSpPr/>
            <p:nvPr/>
          </p:nvSpPr>
          <p:spPr>
            <a:xfrm>
              <a:off x="8137780" y="1182965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9" name="tx57"/>
            <p:cNvSpPr/>
            <p:nvPr/>
          </p:nvSpPr>
          <p:spPr>
            <a:xfrm>
              <a:off x="8137780" y="870298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50" name="pl58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l59"/>
            <p:cNvSpPr/>
            <p:nvPr/>
          </p:nvSpPr>
          <p:spPr>
            <a:xfrm>
              <a:off x="8298767" y="2787725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l60"/>
            <p:cNvSpPr/>
            <p:nvPr/>
          </p:nvSpPr>
          <p:spPr>
            <a:xfrm>
              <a:off x="8298767" y="2475058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l61"/>
            <p:cNvSpPr/>
            <p:nvPr/>
          </p:nvSpPr>
          <p:spPr>
            <a:xfrm>
              <a:off x="8298767" y="2162390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l62"/>
            <p:cNvSpPr/>
            <p:nvPr/>
          </p:nvSpPr>
          <p:spPr>
            <a:xfrm>
              <a:off x="8298767" y="1849723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l63"/>
            <p:cNvSpPr/>
            <p:nvPr/>
          </p:nvSpPr>
          <p:spPr>
            <a:xfrm>
              <a:off x="8298767" y="1537056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l64"/>
            <p:cNvSpPr/>
            <p:nvPr/>
          </p:nvSpPr>
          <p:spPr>
            <a:xfrm>
              <a:off x="8298767" y="1224389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l65"/>
            <p:cNvSpPr/>
            <p:nvPr/>
          </p:nvSpPr>
          <p:spPr>
            <a:xfrm>
              <a:off x="8298767" y="911722"/>
              <a:ext cx="75915" cy="0"/>
            </a:xfrm>
            <a:custGeom>
              <a:avLst/>
              <a:gdLst/>
              <a:ahLst/>
              <a:cxnLst/>
              <a:rect l="0" t="0" r="0" b="0"/>
              <a:pathLst>
                <a:path w="75915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l66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gdLst/>
              <a:ahLst/>
              <a:cxnLst/>
              <a:rect l="0" t="0" r="0" b="0"/>
              <a:pathLst>
                <a:path w="2676167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l67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l68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l69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l70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l71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l72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l73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l74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gdLst/>
              <a:ahLst/>
              <a:cxnLst/>
              <a:rect l="0" t="0" r="0" b="0"/>
              <a:pathLst>
                <a:path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tx75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8" name="tx76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9" name="tx77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70" name="tx78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71" name="tx79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72" name="tx80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3" name="tx81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4" name="tx82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5" name="tx83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6" name="tx84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7" name="tx85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8" name="tx86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9" name="tx87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0" name="tx88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81" name="tx89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82" name="tx90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3" name="tx91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4" name="tx92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5" name="tx93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6" name="tx94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7" name="tx95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4C862A2-86A4-E4AA-9AF0-4C8E98800D80}"/>
              </a:ext>
            </a:extLst>
          </p:cNvPr>
          <p:cNvSpPr txBox="1"/>
          <p:nvPr/>
        </p:nvSpPr>
        <p:spPr>
          <a:xfrm>
            <a:off x="4145280" y="240030"/>
            <a:ext cx="390144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800" b="1">
                <a:solidFill>
                  <a:srgbClr val="000000"/>
                </a:solidFill>
                <a:latin typeface="Arial" panose="020B0604020202020204" pitchFamily="34" charset="0"/>
              </a:rPr>
              <a:t>Signed clinical-step effect</a:t>
            </a:r>
            <a:endParaRPr lang="zh-CN" altLang="en-US" sz="8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835F57-A713-9226-E474-336B187CD234}"/>
              </a:ext>
            </a:extLst>
          </p:cNvPr>
          <p:cNvSpPr txBox="1"/>
          <p:nvPr/>
        </p:nvSpPr>
        <p:spPr>
          <a:xfrm>
            <a:off x="914400" y="800100"/>
            <a:ext cx="312928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580" b="1">
                <a:solidFill>
                  <a:srgbClr val="000000"/>
                </a:solidFill>
                <a:latin typeface="Arial" panose="020B0604020202020204" pitchFamily="34" charset="0"/>
              </a:rPr>
              <a:t>Left SctO2</a:t>
            </a:r>
            <a:endParaRPr lang="zh-CN" altLang="en-US" sz="58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DA11DF7-659E-F00F-0EC7-67435C6926C2}"/>
              </a:ext>
            </a:extLst>
          </p:cNvPr>
          <p:cNvCxnSpPr/>
          <p:nvPr/>
        </p:nvCxnSpPr>
        <p:spPr>
          <a:xfrm>
            <a:off x="1143000" y="1028700"/>
            <a:ext cx="0" cy="384048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14074E2E-2C0F-85FB-12C2-DB939F14246E}"/>
              </a:ext>
            </a:extLst>
          </p:cNvPr>
          <p:cNvCxnSpPr/>
          <p:nvPr/>
        </p:nvCxnSpPr>
        <p:spPr>
          <a:xfrm>
            <a:off x="1143000" y="4869180"/>
            <a:ext cx="2849880" cy="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1D62F35F-24D7-C7F6-3C48-77949846AAF5}"/>
              </a:ext>
            </a:extLst>
          </p:cNvPr>
          <p:cNvCxnSpPr/>
          <p:nvPr/>
        </p:nvCxnSpPr>
        <p:spPr>
          <a:xfrm>
            <a:off x="1143000" y="4449128"/>
            <a:ext cx="2849880" cy="0"/>
          </a:xfrm>
          <a:prstGeom prst="line">
            <a:avLst/>
          </a:prstGeom>
          <a:ln w="698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6696A7A-786E-9AAB-0511-39FD8A1BAAEE}"/>
              </a:ext>
            </a:extLst>
          </p:cNvPr>
          <p:cNvCxnSpPr/>
          <p:nvPr/>
        </p:nvCxnSpPr>
        <p:spPr>
          <a:xfrm>
            <a:off x="1111250" y="4449128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10CFA36-CEC9-9FEB-F1EC-4AFA739FD70B}"/>
              </a:ext>
            </a:extLst>
          </p:cNvPr>
          <p:cNvSpPr txBox="1"/>
          <p:nvPr/>
        </p:nvSpPr>
        <p:spPr>
          <a:xfrm>
            <a:off x="927100" y="4404678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48E05D7-2E51-CBEC-030A-D6896B441B7A}"/>
              </a:ext>
            </a:extLst>
          </p:cNvPr>
          <p:cNvCxnSpPr/>
          <p:nvPr/>
        </p:nvCxnSpPr>
        <p:spPr>
          <a:xfrm>
            <a:off x="1111250" y="3449003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08D9B509-6B3F-B7F1-0562-B5A7D5C23A59}"/>
              </a:ext>
            </a:extLst>
          </p:cNvPr>
          <p:cNvSpPr txBox="1"/>
          <p:nvPr/>
        </p:nvSpPr>
        <p:spPr>
          <a:xfrm>
            <a:off x="927100" y="3404553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95EA94A-B15D-6180-D641-843849761C16}"/>
              </a:ext>
            </a:extLst>
          </p:cNvPr>
          <p:cNvCxnSpPr/>
          <p:nvPr/>
        </p:nvCxnSpPr>
        <p:spPr>
          <a:xfrm>
            <a:off x="1111250" y="2448877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7067234-B9D0-D110-B03A-B49B3D1C32C7}"/>
              </a:ext>
            </a:extLst>
          </p:cNvPr>
          <p:cNvSpPr txBox="1"/>
          <p:nvPr/>
        </p:nvSpPr>
        <p:spPr>
          <a:xfrm>
            <a:off x="927100" y="2404427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7D1DB1C-E02B-85CA-15C8-C4F6D5D70B2A}"/>
              </a:ext>
            </a:extLst>
          </p:cNvPr>
          <p:cNvCxnSpPr/>
          <p:nvPr/>
        </p:nvCxnSpPr>
        <p:spPr>
          <a:xfrm>
            <a:off x="1111250" y="1448752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0EB64EB4-3A8A-CA0E-B6B5-2A68BEDBC8BF}"/>
              </a:ext>
            </a:extLst>
          </p:cNvPr>
          <p:cNvSpPr txBox="1"/>
          <p:nvPr/>
        </p:nvSpPr>
        <p:spPr>
          <a:xfrm>
            <a:off x="927100" y="1404302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C1E741-7F8C-503A-DD82-79270F780A32}"/>
              </a:ext>
            </a:extLst>
          </p:cNvPr>
          <p:cNvSpPr txBox="1"/>
          <p:nvPr/>
        </p:nvSpPr>
        <p:spPr>
          <a:xfrm>
            <a:off x="850900" y="2104034"/>
            <a:ext cx="457200" cy="646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Tissue O2 change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3515F43-F07F-EE31-5E72-BF4A5C2AB267}"/>
              </a:ext>
            </a:extLst>
          </p:cNvPr>
          <p:cNvSpPr txBox="1"/>
          <p:nvPr/>
        </p:nvSpPr>
        <p:spPr>
          <a:xfrm>
            <a:off x="850900" y="2372868"/>
            <a:ext cx="457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(% per clinical increment)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CDC0763-69B5-4BBD-9416-1657366208F3}"/>
              </a:ext>
            </a:extLst>
          </p:cNvPr>
          <p:cNvSpPr/>
          <p:nvPr/>
        </p:nvSpPr>
        <p:spPr>
          <a:xfrm>
            <a:off x="1503680" y="1937867"/>
            <a:ext cx="228600" cy="2511261"/>
          </a:xfrm>
          <a:prstGeom prst="rect">
            <a:avLst/>
          </a:prstGeom>
          <a:solidFill>
            <a:srgbClr val="FFFFFF"/>
          </a:solidFill>
          <a:ln w="1143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36B847AB-02DD-8A2F-90A4-D60443FE4CC9}"/>
              </a:ext>
            </a:extLst>
          </p:cNvPr>
          <p:cNvCxnSpPr/>
          <p:nvPr/>
        </p:nvCxnSpPr>
        <p:spPr>
          <a:xfrm flipV="1">
            <a:off x="1617980" y="1456789"/>
            <a:ext cx="0" cy="820740"/>
          </a:xfrm>
          <a:prstGeom prst="line">
            <a:avLst/>
          </a:prstGeom>
          <a:ln w="825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D8026D2-6691-B314-66D9-9EB7A36942BA}"/>
              </a:ext>
            </a:extLst>
          </p:cNvPr>
          <p:cNvCxnSpPr/>
          <p:nvPr/>
        </p:nvCxnSpPr>
        <p:spPr>
          <a:xfrm>
            <a:off x="1567180" y="2277529"/>
            <a:ext cx="101600" cy="0"/>
          </a:xfrm>
          <a:prstGeom prst="line">
            <a:avLst/>
          </a:prstGeom>
          <a:ln w="825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84781441-93E5-F893-6D45-8F3E81AA85BA}"/>
              </a:ext>
            </a:extLst>
          </p:cNvPr>
          <p:cNvCxnSpPr/>
          <p:nvPr/>
        </p:nvCxnSpPr>
        <p:spPr>
          <a:xfrm>
            <a:off x="1567180" y="1456789"/>
            <a:ext cx="101600" cy="0"/>
          </a:xfrm>
          <a:prstGeom prst="line">
            <a:avLst/>
          </a:prstGeom>
          <a:ln w="825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45186CBA-53D1-FF8F-4553-242F5CDA4D22}"/>
              </a:ext>
            </a:extLst>
          </p:cNvPr>
          <p:cNvSpPr txBox="1"/>
          <p:nvPr/>
        </p:nvSpPr>
        <p:spPr>
          <a:xfrm>
            <a:off x="136398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EtCO2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C96609D-EAEA-0D64-2CBF-D902A773C824}"/>
              </a:ext>
            </a:extLst>
          </p:cNvPr>
          <p:cNvSpPr/>
          <p:nvPr/>
        </p:nvSpPr>
        <p:spPr>
          <a:xfrm>
            <a:off x="2453640" y="4282847"/>
            <a:ext cx="228600" cy="166280"/>
          </a:xfrm>
          <a:prstGeom prst="rect">
            <a:avLst/>
          </a:prstGeom>
          <a:solidFill>
            <a:srgbClr val="FFFFFF"/>
          </a:solidFill>
          <a:ln w="1143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A0FE09AF-F34D-EFCB-69EC-204A8303B854}"/>
              </a:ext>
            </a:extLst>
          </p:cNvPr>
          <p:cNvCxnSpPr/>
          <p:nvPr/>
        </p:nvCxnSpPr>
        <p:spPr>
          <a:xfrm flipV="1">
            <a:off x="2567940" y="4148339"/>
            <a:ext cx="0" cy="287512"/>
          </a:xfrm>
          <a:prstGeom prst="line">
            <a:avLst/>
          </a:prstGeom>
          <a:ln w="8255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2A57BC05-2116-757E-3B0A-8924332FC8DB}"/>
              </a:ext>
            </a:extLst>
          </p:cNvPr>
          <p:cNvCxnSpPr/>
          <p:nvPr/>
        </p:nvCxnSpPr>
        <p:spPr>
          <a:xfrm>
            <a:off x="2517140" y="4435851"/>
            <a:ext cx="101600" cy="0"/>
          </a:xfrm>
          <a:prstGeom prst="line">
            <a:avLst/>
          </a:prstGeom>
          <a:ln w="8255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5A3565EB-C23F-EA5A-407A-39AA22241E99}"/>
              </a:ext>
            </a:extLst>
          </p:cNvPr>
          <p:cNvCxnSpPr/>
          <p:nvPr/>
        </p:nvCxnSpPr>
        <p:spPr>
          <a:xfrm>
            <a:off x="2517140" y="4148339"/>
            <a:ext cx="101600" cy="0"/>
          </a:xfrm>
          <a:prstGeom prst="line">
            <a:avLst/>
          </a:prstGeom>
          <a:ln w="8255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E08AF33-A8CB-E09E-2099-758CFF99405F}"/>
              </a:ext>
            </a:extLst>
          </p:cNvPr>
          <p:cNvSpPr txBox="1"/>
          <p:nvPr/>
        </p:nvSpPr>
        <p:spPr>
          <a:xfrm>
            <a:off x="231394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TEMP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E0CA88-A1AB-7812-2EA1-7F315E745561}"/>
              </a:ext>
            </a:extLst>
          </p:cNvPr>
          <p:cNvSpPr/>
          <p:nvPr/>
        </p:nvSpPr>
        <p:spPr>
          <a:xfrm>
            <a:off x="3403600" y="4272037"/>
            <a:ext cx="228600" cy="177091"/>
          </a:xfrm>
          <a:prstGeom prst="rect">
            <a:avLst/>
          </a:prstGeom>
          <a:solidFill>
            <a:srgbClr val="FFFFFF"/>
          </a:solidFill>
          <a:ln w="11430">
            <a:solidFill>
              <a:srgbClr val="BF9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E24724C4-1A35-D544-4EA6-CB56ECADAEEC}"/>
              </a:ext>
            </a:extLst>
          </p:cNvPr>
          <p:cNvCxnSpPr/>
          <p:nvPr/>
        </p:nvCxnSpPr>
        <p:spPr>
          <a:xfrm flipV="1">
            <a:off x="3517900" y="4089381"/>
            <a:ext cx="0" cy="477127"/>
          </a:xfrm>
          <a:prstGeom prst="line">
            <a:avLst/>
          </a:prstGeom>
          <a:ln w="8255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9D7D3690-80B7-57AF-BA5E-2ACCE083014A}"/>
              </a:ext>
            </a:extLst>
          </p:cNvPr>
          <p:cNvCxnSpPr/>
          <p:nvPr/>
        </p:nvCxnSpPr>
        <p:spPr>
          <a:xfrm>
            <a:off x="3467100" y="4566508"/>
            <a:ext cx="101600" cy="0"/>
          </a:xfrm>
          <a:prstGeom prst="line">
            <a:avLst/>
          </a:prstGeom>
          <a:ln w="8255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06684D26-E8B0-AD44-972A-4BA6F0A7A293}"/>
              </a:ext>
            </a:extLst>
          </p:cNvPr>
          <p:cNvCxnSpPr/>
          <p:nvPr/>
        </p:nvCxnSpPr>
        <p:spPr>
          <a:xfrm>
            <a:off x="3467100" y="4089381"/>
            <a:ext cx="101600" cy="0"/>
          </a:xfrm>
          <a:prstGeom prst="line">
            <a:avLst/>
          </a:prstGeom>
          <a:ln w="8255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DD34336E-233B-CDEB-0527-5840A2EF410E}"/>
              </a:ext>
            </a:extLst>
          </p:cNvPr>
          <p:cNvSpPr txBox="1"/>
          <p:nvPr/>
        </p:nvSpPr>
        <p:spPr>
          <a:xfrm>
            <a:off x="326390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FiO2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08EAB42-722A-13C5-7F1D-873238751949}"/>
              </a:ext>
            </a:extLst>
          </p:cNvPr>
          <p:cNvSpPr txBox="1"/>
          <p:nvPr/>
        </p:nvSpPr>
        <p:spPr>
          <a:xfrm>
            <a:off x="4714240" y="800100"/>
            <a:ext cx="312928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580" b="1">
                <a:solidFill>
                  <a:srgbClr val="000000"/>
                </a:solidFill>
                <a:latin typeface="Arial" panose="020B0604020202020204" pitchFamily="34" charset="0"/>
              </a:rPr>
              <a:t>Right SctO2</a:t>
            </a:r>
            <a:endParaRPr lang="zh-CN" altLang="en-US" sz="58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FF2542A9-B85A-5621-B7C2-40C49DCBF9E9}"/>
              </a:ext>
            </a:extLst>
          </p:cNvPr>
          <p:cNvCxnSpPr/>
          <p:nvPr/>
        </p:nvCxnSpPr>
        <p:spPr>
          <a:xfrm>
            <a:off x="4942840" y="1028700"/>
            <a:ext cx="0" cy="384048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12D03284-8C97-15F8-422B-2CC5237E490F}"/>
              </a:ext>
            </a:extLst>
          </p:cNvPr>
          <p:cNvCxnSpPr/>
          <p:nvPr/>
        </p:nvCxnSpPr>
        <p:spPr>
          <a:xfrm>
            <a:off x="4942840" y="4869180"/>
            <a:ext cx="2849880" cy="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BED88D3D-59AE-95B8-F8A5-843694D1E382}"/>
              </a:ext>
            </a:extLst>
          </p:cNvPr>
          <p:cNvCxnSpPr/>
          <p:nvPr/>
        </p:nvCxnSpPr>
        <p:spPr>
          <a:xfrm>
            <a:off x="4942840" y="4449128"/>
            <a:ext cx="2849880" cy="0"/>
          </a:xfrm>
          <a:prstGeom prst="line">
            <a:avLst/>
          </a:prstGeom>
          <a:ln w="698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79EBC5BB-7496-19F9-88ED-8585B8634E81}"/>
              </a:ext>
            </a:extLst>
          </p:cNvPr>
          <p:cNvCxnSpPr/>
          <p:nvPr/>
        </p:nvCxnSpPr>
        <p:spPr>
          <a:xfrm>
            <a:off x="4911090" y="4449128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1A034782-BCB0-B411-3AD0-A9BF1796D87D}"/>
              </a:ext>
            </a:extLst>
          </p:cNvPr>
          <p:cNvSpPr txBox="1"/>
          <p:nvPr/>
        </p:nvSpPr>
        <p:spPr>
          <a:xfrm>
            <a:off x="4726940" y="4404678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0E57DFB6-11A4-EFC1-EDC1-4953ADA1DAAF}"/>
              </a:ext>
            </a:extLst>
          </p:cNvPr>
          <p:cNvCxnSpPr/>
          <p:nvPr/>
        </p:nvCxnSpPr>
        <p:spPr>
          <a:xfrm>
            <a:off x="4911090" y="3449003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232FB36E-A2A4-5DDB-B78B-4642F5A9EFD4}"/>
              </a:ext>
            </a:extLst>
          </p:cNvPr>
          <p:cNvSpPr txBox="1"/>
          <p:nvPr/>
        </p:nvSpPr>
        <p:spPr>
          <a:xfrm>
            <a:off x="4726940" y="3404553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362C3F51-CB8B-CF1E-DC50-300C71640673}"/>
              </a:ext>
            </a:extLst>
          </p:cNvPr>
          <p:cNvCxnSpPr/>
          <p:nvPr/>
        </p:nvCxnSpPr>
        <p:spPr>
          <a:xfrm>
            <a:off x="4911090" y="2448877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B75FE6E-DFA7-BFD6-423F-6D0AD73135B1}"/>
              </a:ext>
            </a:extLst>
          </p:cNvPr>
          <p:cNvSpPr txBox="1"/>
          <p:nvPr/>
        </p:nvSpPr>
        <p:spPr>
          <a:xfrm>
            <a:off x="4726940" y="2404427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F53FD29D-2A90-8B34-5EB2-A998826C13D3}"/>
              </a:ext>
            </a:extLst>
          </p:cNvPr>
          <p:cNvCxnSpPr/>
          <p:nvPr/>
        </p:nvCxnSpPr>
        <p:spPr>
          <a:xfrm>
            <a:off x="4911090" y="1448752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17DA26CA-3048-4096-68A4-260653D55EBC}"/>
              </a:ext>
            </a:extLst>
          </p:cNvPr>
          <p:cNvSpPr txBox="1"/>
          <p:nvPr/>
        </p:nvSpPr>
        <p:spPr>
          <a:xfrm>
            <a:off x="4726940" y="1404302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D01AD7D-994A-0D1E-CA39-B82A6B36C4D8}"/>
              </a:ext>
            </a:extLst>
          </p:cNvPr>
          <p:cNvSpPr txBox="1"/>
          <p:nvPr/>
        </p:nvSpPr>
        <p:spPr>
          <a:xfrm>
            <a:off x="4650740" y="2104034"/>
            <a:ext cx="457200" cy="646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Tissue O2 change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D9E44B0-CE94-D12A-AD17-A5D09B79BAFB}"/>
              </a:ext>
            </a:extLst>
          </p:cNvPr>
          <p:cNvSpPr txBox="1"/>
          <p:nvPr/>
        </p:nvSpPr>
        <p:spPr>
          <a:xfrm>
            <a:off x="4650740" y="2372868"/>
            <a:ext cx="457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(% per clinical increment)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A329944-7362-7735-2011-1A0DEF9100FF}"/>
              </a:ext>
            </a:extLst>
          </p:cNvPr>
          <p:cNvSpPr/>
          <p:nvPr/>
        </p:nvSpPr>
        <p:spPr>
          <a:xfrm>
            <a:off x="5303520" y="2082027"/>
            <a:ext cx="228600" cy="2367101"/>
          </a:xfrm>
          <a:prstGeom prst="rect">
            <a:avLst/>
          </a:prstGeom>
          <a:solidFill>
            <a:srgbClr val="FFFFFF"/>
          </a:solidFill>
          <a:ln w="1143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3267B493-BC5F-56A9-25FE-BF396C697110}"/>
              </a:ext>
            </a:extLst>
          </p:cNvPr>
          <p:cNvCxnSpPr/>
          <p:nvPr/>
        </p:nvCxnSpPr>
        <p:spPr>
          <a:xfrm flipV="1">
            <a:off x="5417820" y="1604079"/>
            <a:ext cx="0" cy="817612"/>
          </a:xfrm>
          <a:prstGeom prst="line">
            <a:avLst/>
          </a:prstGeom>
          <a:ln w="825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id="{7EB9040D-FFC4-B54A-E812-3D6DFECD52F8}"/>
              </a:ext>
            </a:extLst>
          </p:cNvPr>
          <p:cNvCxnSpPr/>
          <p:nvPr/>
        </p:nvCxnSpPr>
        <p:spPr>
          <a:xfrm>
            <a:off x="5367020" y="2421691"/>
            <a:ext cx="101600" cy="0"/>
          </a:xfrm>
          <a:prstGeom prst="line">
            <a:avLst/>
          </a:prstGeom>
          <a:ln w="825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7661A927-E992-4710-BE43-3C5EA5666639}"/>
              </a:ext>
            </a:extLst>
          </p:cNvPr>
          <p:cNvCxnSpPr/>
          <p:nvPr/>
        </p:nvCxnSpPr>
        <p:spPr>
          <a:xfrm>
            <a:off x="5367020" y="1604079"/>
            <a:ext cx="101600" cy="0"/>
          </a:xfrm>
          <a:prstGeom prst="line">
            <a:avLst/>
          </a:prstGeom>
          <a:ln w="825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47E96BF7-1EC2-756D-78D3-95254B2B2DD6}"/>
              </a:ext>
            </a:extLst>
          </p:cNvPr>
          <p:cNvSpPr txBox="1"/>
          <p:nvPr/>
        </p:nvSpPr>
        <p:spPr>
          <a:xfrm>
            <a:off x="516382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EtCO2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B29AFB7-FD01-571F-5716-266A33FF1A33}"/>
              </a:ext>
            </a:extLst>
          </p:cNvPr>
          <p:cNvSpPr/>
          <p:nvPr/>
        </p:nvSpPr>
        <p:spPr>
          <a:xfrm>
            <a:off x="6253480" y="4154808"/>
            <a:ext cx="228600" cy="294319"/>
          </a:xfrm>
          <a:prstGeom prst="rect">
            <a:avLst/>
          </a:prstGeom>
          <a:solidFill>
            <a:srgbClr val="FFFFFF"/>
          </a:solidFill>
          <a:ln w="1143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48B79E4C-9C22-3475-F73F-5DFFFF7751F8}"/>
              </a:ext>
            </a:extLst>
          </p:cNvPr>
          <p:cNvCxnSpPr/>
          <p:nvPr/>
        </p:nvCxnSpPr>
        <p:spPr>
          <a:xfrm flipV="1">
            <a:off x="6367780" y="3832086"/>
            <a:ext cx="0" cy="711971"/>
          </a:xfrm>
          <a:prstGeom prst="line">
            <a:avLst/>
          </a:prstGeom>
          <a:ln w="8255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1D935FC-2960-399C-511D-00DED08473DE}"/>
              </a:ext>
            </a:extLst>
          </p:cNvPr>
          <p:cNvCxnSpPr/>
          <p:nvPr/>
        </p:nvCxnSpPr>
        <p:spPr>
          <a:xfrm>
            <a:off x="6316980" y="4544057"/>
            <a:ext cx="101600" cy="0"/>
          </a:xfrm>
          <a:prstGeom prst="line">
            <a:avLst/>
          </a:prstGeom>
          <a:ln w="8255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2909BE79-D817-4AA7-20F1-1C30629000FA}"/>
              </a:ext>
            </a:extLst>
          </p:cNvPr>
          <p:cNvCxnSpPr/>
          <p:nvPr/>
        </p:nvCxnSpPr>
        <p:spPr>
          <a:xfrm>
            <a:off x="6316980" y="3832086"/>
            <a:ext cx="101600" cy="0"/>
          </a:xfrm>
          <a:prstGeom prst="line">
            <a:avLst/>
          </a:prstGeom>
          <a:ln w="8255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B47D638A-0DE2-3C7E-68EC-B505093A05E8}"/>
              </a:ext>
            </a:extLst>
          </p:cNvPr>
          <p:cNvSpPr txBox="1"/>
          <p:nvPr/>
        </p:nvSpPr>
        <p:spPr>
          <a:xfrm>
            <a:off x="611378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TEMP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2071669-6B01-5840-A24C-331C3B6601C3}"/>
              </a:ext>
            </a:extLst>
          </p:cNvPr>
          <p:cNvSpPr/>
          <p:nvPr/>
        </p:nvSpPr>
        <p:spPr>
          <a:xfrm>
            <a:off x="7203440" y="4296490"/>
            <a:ext cx="228600" cy="152638"/>
          </a:xfrm>
          <a:prstGeom prst="rect">
            <a:avLst/>
          </a:prstGeom>
          <a:solidFill>
            <a:srgbClr val="FFFFFF"/>
          </a:solidFill>
          <a:ln w="11430">
            <a:solidFill>
              <a:srgbClr val="BF9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1B5F653D-CB13-EFE3-067E-1B3CF2807617}"/>
              </a:ext>
            </a:extLst>
          </p:cNvPr>
          <p:cNvCxnSpPr/>
          <p:nvPr/>
        </p:nvCxnSpPr>
        <p:spPr>
          <a:xfrm flipV="1">
            <a:off x="7317740" y="4054665"/>
            <a:ext cx="0" cy="488793"/>
          </a:xfrm>
          <a:prstGeom prst="line">
            <a:avLst/>
          </a:prstGeom>
          <a:ln w="8255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16E8B3E9-EB3D-43C4-F0FF-7D14274F2377}"/>
              </a:ext>
            </a:extLst>
          </p:cNvPr>
          <p:cNvCxnSpPr/>
          <p:nvPr/>
        </p:nvCxnSpPr>
        <p:spPr>
          <a:xfrm>
            <a:off x="7266940" y="4543458"/>
            <a:ext cx="101600" cy="0"/>
          </a:xfrm>
          <a:prstGeom prst="line">
            <a:avLst/>
          </a:prstGeom>
          <a:ln w="8255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8D7565DE-A7CC-DA78-7AE0-5D4703378DCE}"/>
              </a:ext>
            </a:extLst>
          </p:cNvPr>
          <p:cNvCxnSpPr/>
          <p:nvPr/>
        </p:nvCxnSpPr>
        <p:spPr>
          <a:xfrm>
            <a:off x="7266940" y="4054665"/>
            <a:ext cx="101600" cy="0"/>
          </a:xfrm>
          <a:prstGeom prst="line">
            <a:avLst/>
          </a:prstGeom>
          <a:ln w="8255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3C033658-3947-DBB0-F9D8-9A907EC4F27F}"/>
              </a:ext>
            </a:extLst>
          </p:cNvPr>
          <p:cNvSpPr txBox="1"/>
          <p:nvPr/>
        </p:nvSpPr>
        <p:spPr>
          <a:xfrm>
            <a:off x="706374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FiO2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69255F7-F074-0225-A5AF-3AAA09F2C4FC}"/>
              </a:ext>
            </a:extLst>
          </p:cNvPr>
          <p:cNvSpPr txBox="1"/>
          <p:nvPr/>
        </p:nvSpPr>
        <p:spPr>
          <a:xfrm>
            <a:off x="8514080" y="800100"/>
            <a:ext cx="3129280" cy="892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580" b="1">
                <a:solidFill>
                  <a:srgbClr val="000000"/>
                </a:solidFill>
                <a:latin typeface="Arial" panose="020B0604020202020204" pitchFamily="34" charset="0"/>
              </a:rPr>
              <a:t>SftO2</a:t>
            </a:r>
            <a:endParaRPr lang="zh-CN" altLang="en-US" sz="58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6314D59-95DF-F4CD-3609-EA0E046E5CE8}"/>
              </a:ext>
            </a:extLst>
          </p:cNvPr>
          <p:cNvCxnSpPr/>
          <p:nvPr/>
        </p:nvCxnSpPr>
        <p:spPr>
          <a:xfrm>
            <a:off x="8742680" y="1028700"/>
            <a:ext cx="0" cy="384048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A4EBC4C7-B87F-BB79-27DE-99DD85B811F8}"/>
              </a:ext>
            </a:extLst>
          </p:cNvPr>
          <p:cNvCxnSpPr/>
          <p:nvPr/>
        </p:nvCxnSpPr>
        <p:spPr>
          <a:xfrm>
            <a:off x="8742680" y="4869180"/>
            <a:ext cx="2849880" cy="0"/>
          </a:xfrm>
          <a:prstGeom prst="line">
            <a:avLst/>
          </a:prstGeom>
          <a:ln w="1016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3DD7FB37-C4F5-A472-70BF-F2EE057BC4FF}"/>
              </a:ext>
            </a:extLst>
          </p:cNvPr>
          <p:cNvCxnSpPr/>
          <p:nvPr/>
        </p:nvCxnSpPr>
        <p:spPr>
          <a:xfrm>
            <a:off x="8742680" y="4449128"/>
            <a:ext cx="2849880" cy="0"/>
          </a:xfrm>
          <a:prstGeom prst="line">
            <a:avLst/>
          </a:prstGeom>
          <a:ln w="6985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8DD95A02-8FE6-DAE7-E340-58C4A1B0F9FC}"/>
              </a:ext>
            </a:extLst>
          </p:cNvPr>
          <p:cNvCxnSpPr/>
          <p:nvPr/>
        </p:nvCxnSpPr>
        <p:spPr>
          <a:xfrm>
            <a:off x="8710930" y="4449128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BB83B18F-454E-1080-87A3-7354ED846244}"/>
              </a:ext>
            </a:extLst>
          </p:cNvPr>
          <p:cNvSpPr txBox="1"/>
          <p:nvPr/>
        </p:nvSpPr>
        <p:spPr>
          <a:xfrm>
            <a:off x="8526780" y="4404678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0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C56BC07F-BF14-D23B-05E8-B595F0270775}"/>
              </a:ext>
            </a:extLst>
          </p:cNvPr>
          <p:cNvCxnSpPr/>
          <p:nvPr/>
        </p:nvCxnSpPr>
        <p:spPr>
          <a:xfrm>
            <a:off x="8710930" y="3449003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>
            <a:extLst>
              <a:ext uri="{FF2B5EF4-FFF2-40B4-BE49-F238E27FC236}">
                <a16:creationId xmlns:a16="http://schemas.microsoft.com/office/drawing/2014/main" id="{64D4D4EF-FF5D-F760-B98B-C33A691A52A6}"/>
              </a:ext>
            </a:extLst>
          </p:cNvPr>
          <p:cNvSpPr txBox="1"/>
          <p:nvPr/>
        </p:nvSpPr>
        <p:spPr>
          <a:xfrm>
            <a:off x="8526780" y="3404553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1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E7806924-DE43-CADE-4474-8AC94E3526B8}"/>
              </a:ext>
            </a:extLst>
          </p:cNvPr>
          <p:cNvCxnSpPr/>
          <p:nvPr/>
        </p:nvCxnSpPr>
        <p:spPr>
          <a:xfrm>
            <a:off x="8710930" y="2448877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>
            <a:extLst>
              <a:ext uri="{FF2B5EF4-FFF2-40B4-BE49-F238E27FC236}">
                <a16:creationId xmlns:a16="http://schemas.microsoft.com/office/drawing/2014/main" id="{BDBEE652-C9E0-E21B-563D-CAD7EB874FA7}"/>
              </a:ext>
            </a:extLst>
          </p:cNvPr>
          <p:cNvSpPr txBox="1"/>
          <p:nvPr/>
        </p:nvSpPr>
        <p:spPr>
          <a:xfrm>
            <a:off x="8526780" y="2404427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2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0DB33698-7143-E0A7-58F3-DE23DB6B76C8}"/>
              </a:ext>
            </a:extLst>
          </p:cNvPr>
          <p:cNvCxnSpPr/>
          <p:nvPr/>
        </p:nvCxnSpPr>
        <p:spPr>
          <a:xfrm>
            <a:off x="8710930" y="1448752"/>
            <a:ext cx="31750" cy="0"/>
          </a:xfrm>
          <a:prstGeom prst="line">
            <a:avLst/>
          </a:prstGeom>
          <a:ln w="7620">
            <a:solidFill>
              <a:srgbClr val="6666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E83DC6B5-7103-94A1-72D4-3804BF4F34CA}"/>
              </a:ext>
            </a:extLst>
          </p:cNvPr>
          <p:cNvSpPr txBox="1"/>
          <p:nvPr/>
        </p:nvSpPr>
        <p:spPr>
          <a:xfrm>
            <a:off x="8526780" y="1404302"/>
            <a:ext cx="152400" cy="7078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60">
                <a:solidFill>
                  <a:srgbClr val="000000"/>
                </a:solidFill>
                <a:latin typeface="Arial" panose="020B0604020202020204" pitchFamily="34" charset="0"/>
              </a:rPr>
              <a:t>3</a:t>
            </a:r>
            <a:endParaRPr lang="zh-CN" altLang="en-US" sz="46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583C52B2-7CA6-8E77-3337-B27C0484EAE6}"/>
              </a:ext>
            </a:extLst>
          </p:cNvPr>
          <p:cNvSpPr txBox="1"/>
          <p:nvPr/>
        </p:nvSpPr>
        <p:spPr>
          <a:xfrm>
            <a:off x="8450580" y="2104034"/>
            <a:ext cx="457200" cy="6463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Tissue O2 change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C11342F7-5E34-3E02-F2CB-645FD36CB3FF}"/>
              </a:ext>
            </a:extLst>
          </p:cNvPr>
          <p:cNvSpPr txBox="1"/>
          <p:nvPr/>
        </p:nvSpPr>
        <p:spPr>
          <a:xfrm>
            <a:off x="8450580" y="2372868"/>
            <a:ext cx="457200" cy="1292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20">
                <a:solidFill>
                  <a:srgbClr val="000000"/>
                </a:solidFill>
                <a:latin typeface="Arial" panose="020B0604020202020204" pitchFamily="34" charset="0"/>
              </a:rPr>
              <a:t>(% per clinical increment)</a:t>
            </a:r>
            <a:endParaRPr lang="zh-CN" altLang="en-US" sz="42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B993880C-BEF4-0FC3-F290-62A21F6541F2}"/>
              </a:ext>
            </a:extLst>
          </p:cNvPr>
          <p:cNvSpPr/>
          <p:nvPr/>
        </p:nvSpPr>
        <p:spPr>
          <a:xfrm>
            <a:off x="9103360" y="3178136"/>
            <a:ext cx="228600" cy="1270992"/>
          </a:xfrm>
          <a:prstGeom prst="rect">
            <a:avLst/>
          </a:prstGeom>
          <a:solidFill>
            <a:srgbClr val="FFFFFF"/>
          </a:solidFill>
          <a:ln w="11430">
            <a:solidFill>
              <a:srgbClr val="C55A1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CB9650BB-8EB0-501A-5CFA-5E39490BC1C4}"/>
              </a:ext>
            </a:extLst>
          </p:cNvPr>
          <p:cNvCxnSpPr/>
          <p:nvPr/>
        </p:nvCxnSpPr>
        <p:spPr>
          <a:xfrm flipV="1">
            <a:off x="9217660" y="3060765"/>
            <a:ext cx="0" cy="265483"/>
          </a:xfrm>
          <a:prstGeom prst="line">
            <a:avLst/>
          </a:prstGeom>
          <a:ln w="825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1D6B1676-F714-9217-CDBA-31E7AFE5510B}"/>
              </a:ext>
            </a:extLst>
          </p:cNvPr>
          <p:cNvCxnSpPr/>
          <p:nvPr/>
        </p:nvCxnSpPr>
        <p:spPr>
          <a:xfrm>
            <a:off x="9166860" y="3326248"/>
            <a:ext cx="101600" cy="0"/>
          </a:xfrm>
          <a:prstGeom prst="line">
            <a:avLst/>
          </a:prstGeom>
          <a:ln w="825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F916A676-C94E-68D8-FB0C-36FD2C8FE2D4}"/>
              </a:ext>
            </a:extLst>
          </p:cNvPr>
          <p:cNvCxnSpPr/>
          <p:nvPr/>
        </p:nvCxnSpPr>
        <p:spPr>
          <a:xfrm>
            <a:off x="9166860" y="3060765"/>
            <a:ext cx="101600" cy="0"/>
          </a:xfrm>
          <a:prstGeom prst="line">
            <a:avLst/>
          </a:prstGeom>
          <a:ln w="8255">
            <a:solidFill>
              <a:srgbClr val="C55A1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C611D880-5AA2-3CC4-9F4B-F0158DD0BB6E}"/>
              </a:ext>
            </a:extLst>
          </p:cNvPr>
          <p:cNvSpPr txBox="1"/>
          <p:nvPr/>
        </p:nvSpPr>
        <p:spPr>
          <a:xfrm>
            <a:off x="896366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EtCO2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59D971FD-CB9C-5EF3-E6F2-38763837B5B5}"/>
              </a:ext>
            </a:extLst>
          </p:cNvPr>
          <p:cNvSpPr/>
          <p:nvPr/>
        </p:nvSpPr>
        <p:spPr>
          <a:xfrm>
            <a:off x="10053320" y="4205640"/>
            <a:ext cx="228600" cy="243488"/>
          </a:xfrm>
          <a:prstGeom prst="rect">
            <a:avLst/>
          </a:prstGeom>
          <a:solidFill>
            <a:srgbClr val="FFFFFF"/>
          </a:solidFill>
          <a:ln w="11430">
            <a:solidFill>
              <a:srgbClr val="2E75B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E74DCD04-7292-8944-919C-E8AB6F0CCB19}"/>
              </a:ext>
            </a:extLst>
          </p:cNvPr>
          <p:cNvCxnSpPr/>
          <p:nvPr/>
        </p:nvCxnSpPr>
        <p:spPr>
          <a:xfrm flipV="1">
            <a:off x="10167620" y="4066394"/>
            <a:ext cx="0" cy="259869"/>
          </a:xfrm>
          <a:prstGeom prst="line">
            <a:avLst/>
          </a:prstGeom>
          <a:ln w="8255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F933972F-4275-E4A5-B0A5-CF83AA5F37D6}"/>
              </a:ext>
            </a:extLst>
          </p:cNvPr>
          <p:cNvCxnSpPr/>
          <p:nvPr/>
        </p:nvCxnSpPr>
        <p:spPr>
          <a:xfrm>
            <a:off x="10116820" y="4326263"/>
            <a:ext cx="101600" cy="0"/>
          </a:xfrm>
          <a:prstGeom prst="line">
            <a:avLst/>
          </a:prstGeom>
          <a:ln w="8255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0D8BDF67-05CB-BBE9-88EF-6E06114B5A9B}"/>
              </a:ext>
            </a:extLst>
          </p:cNvPr>
          <p:cNvCxnSpPr/>
          <p:nvPr/>
        </p:nvCxnSpPr>
        <p:spPr>
          <a:xfrm>
            <a:off x="10116820" y="4066394"/>
            <a:ext cx="101600" cy="0"/>
          </a:xfrm>
          <a:prstGeom prst="line">
            <a:avLst/>
          </a:prstGeom>
          <a:ln w="8255">
            <a:solidFill>
              <a:srgbClr val="2E75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3513DBBB-AFEC-5951-C4E4-DB095AE02124}"/>
              </a:ext>
            </a:extLst>
          </p:cNvPr>
          <p:cNvSpPr txBox="1"/>
          <p:nvPr/>
        </p:nvSpPr>
        <p:spPr>
          <a:xfrm>
            <a:off x="991362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TEMP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C58F2C77-DE88-466E-D9BD-9763E40B26D3}"/>
              </a:ext>
            </a:extLst>
          </p:cNvPr>
          <p:cNvSpPr/>
          <p:nvPr/>
        </p:nvSpPr>
        <p:spPr>
          <a:xfrm>
            <a:off x="11003280" y="4440268"/>
            <a:ext cx="228600" cy="8859"/>
          </a:xfrm>
          <a:prstGeom prst="rect">
            <a:avLst/>
          </a:prstGeom>
          <a:solidFill>
            <a:srgbClr val="FFFFFF"/>
          </a:solidFill>
          <a:ln w="11430">
            <a:solidFill>
              <a:srgbClr val="BF9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EAB7F463-9C75-3F9D-2723-359CBC573F2E}"/>
              </a:ext>
            </a:extLst>
          </p:cNvPr>
          <p:cNvCxnSpPr/>
          <p:nvPr/>
        </p:nvCxnSpPr>
        <p:spPr>
          <a:xfrm flipV="1">
            <a:off x="11117580" y="4333802"/>
            <a:ext cx="0" cy="189250"/>
          </a:xfrm>
          <a:prstGeom prst="line">
            <a:avLst/>
          </a:prstGeom>
          <a:ln w="8255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4CF54099-5AE7-2CDC-437B-E3D4119E069A}"/>
              </a:ext>
            </a:extLst>
          </p:cNvPr>
          <p:cNvCxnSpPr/>
          <p:nvPr/>
        </p:nvCxnSpPr>
        <p:spPr>
          <a:xfrm>
            <a:off x="11066780" y="4523052"/>
            <a:ext cx="101600" cy="0"/>
          </a:xfrm>
          <a:prstGeom prst="line">
            <a:avLst/>
          </a:prstGeom>
          <a:ln w="8255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B8E3B7BE-663E-2DD2-ED5A-4AA26B1AAA1A}"/>
              </a:ext>
            </a:extLst>
          </p:cNvPr>
          <p:cNvCxnSpPr/>
          <p:nvPr/>
        </p:nvCxnSpPr>
        <p:spPr>
          <a:xfrm>
            <a:off x="11066780" y="4333802"/>
            <a:ext cx="101600" cy="0"/>
          </a:xfrm>
          <a:prstGeom prst="line">
            <a:avLst/>
          </a:prstGeom>
          <a:ln w="8255">
            <a:solidFill>
              <a:srgbClr val="BF9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>
            <a:extLst>
              <a:ext uri="{FF2B5EF4-FFF2-40B4-BE49-F238E27FC236}">
                <a16:creationId xmlns:a16="http://schemas.microsoft.com/office/drawing/2014/main" id="{4054A801-D9B4-A211-57F9-7EAC1660769F}"/>
              </a:ext>
            </a:extLst>
          </p:cNvPr>
          <p:cNvSpPr txBox="1"/>
          <p:nvPr/>
        </p:nvSpPr>
        <p:spPr>
          <a:xfrm>
            <a:off x="10863580" y="4907280"/>
            <a:ext cx="508000" cy="5847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380">
                <a:solidFill>
                  <a:srgbClr val="000000"/>
                </a:solidFill>
                <a:latin typeface="Arial" panose="020B0604020202020204" pitchFamily="34" charset="0"/>
              </a:rPr>
              <a:t>FiO2</a:t>
            </a:r>
            <a:endParaRPr lang="zh-CN" altLang="en-US" sz="38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A8ED9B42-CCC8-DE79-4748-59289F71F3E6}"/>
              </a:ext>
            </a:extLst>
          </p:cNvPr>
          <p:cNvSpPr txBox="1"/>
          <p:nvPr/>
        </p:nvSpPr>
        <p:spPr>
          <a:xfrm>
            <a:off x="3291840" y="5623560"/>
            <a:ext cx="5608320" cy="6925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US" altLang="zh-CN" sz="450">
                <a:solidFill>
                  <a:srgbClr val="000000"/>
                </a:solidFill>
                <a:latin typeface="Arial" panose="020B0604020202020204" pitchFamily="34" charset="0"/>
              </a:rPr>
              <a:t>Median signed effect; error bars show IQR across 20 segments within model-input 5%-95% range.</a:t>
            </a:r>
            <a:endParaRPr lang="zh-CN" altLang="en-US" sz="45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7009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宽屏</PresentationFormat>
  <Paragraphs>302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Standard Symbols PS</vt:lpstr>
      <vt:lpstr>Aptos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Zhang, Zhao</cp:lastModifiedBy>
  <cp:revision>4</cp:revision>
  <dcterms:created xsi:type="dcterms:W3CDTF">2017-02-13T16:18:36Z</dcterms:created>
  <dcterms:modified xsi:type="dcterms:W3CDTF">2026-06-09T20:47:57Z</dcterms:modified>
  <cp:category/>
</cp:coreProperties>
</file>