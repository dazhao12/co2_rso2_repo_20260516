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972401" y="755389"/>
              <a:ext cx="2191014" cy="2295002"/>
            </a:xfrm>
            <a:custGeom>
              <a:avLst/>
              <a:pathLst>
                <a:path w="2191014" h="2295002">
                  <a:moveTo>
                    <a:pt x="0" y="1801332"/>
                  </a:moveTo>
                  <a:lnTo>
                    <a:pt x="12240" y="1841089"/>
                  </a:lnTo>
                  <a:lnTo>
                    <a:pt x="24480" y="1853079"/>
                  </a:lnTo>
                  <a:lnTo>
                    <a:pt x="36720" y="1878807"/>
                  </a:lnTo>
                  <a:lnTo>
                    <a:pt x="48961" y="1901157"/>
                  </a:lnTo>
                  <a:lnTo>
                    <a:pt x="61201" y="1920289"/>
                  </a:lnTo>
                  <a:lnTo>
                    <a:pt x="73441" y="1929544"/>
                  </a:lnTo>
                  <a:lnTo>
                    <a:pt x="85682" y="1925370"/>
                  </a:lnTo>
                  <a:lnTo>
                    <a:pt x="97922" y="1926898"/>
                  </a:lnTo>
                  <a:lnTo>
                    <a:pt x="110162" y="1924054"/>
                  </a:lnTo>
                  <a:lnTo>
                    <a:pt x="122403" y="1922715"/>
                  </a:lnTo>
                  <a:lnTo>
                    <a:pt x="134643" y="1917938"/>
                  </a:lnTo>
                  <a:lnTo>
                    <a:pt x="146883" y="1918809"/>
                  </a:lnTo>
                  <a:lnTo>
                    <a:pt x="159123" y="1915789"/>
                  </a:lnTo>
                  <a:lnTo>
                    <a:pt x="171364" y="1908831"/>
                  </a:lnTo>
                  <a:lnTo>
                    <a:pt x="183604" y="1902738"/>
                  </a:lnTo>
                  <a:lnTo>
                    <a:pt x="195844" y="1895479"/>
                  </a:lnTo>
                  <a:lnTo>
                    <a:pt x="208085" y="1887175"/>
                  </a:lnTo>
                  <a:lnTo>
                    <a:pt x="220325" y="1880457"/>
                  </a:lnTo>
                  <a:lnTo>
                    <a:pt x="232565" y="1871934"/>
                  </a:lnTo>
                  <a:lnTo>
                    <a:pt x="244806" y="1865893"/>
                  </a:lnTo>
                  <a:lnTo>
                    <a:pt x="257046" y="1859081"/>
                  </a:lnTo>
                  <a:lnTo>
                    <a:pt x="269286" y="1852841"/>
                  </a:lnTo>
                  <a:lnTo>
                    <a:pt x="281527" y="1841411"/>
                  </a:lnTo>
                  <a:lnTo>
                    <a:pt x="293767" y="1830849"/>
                  </a:lnTo>
                  <a:lnTo>
                    <a:pt x="306007" y="1823277"/>
                  </a:lnTo>
                  <a:lnTo>
                    <a:pt x="318247" y="1811347"/>
                  </a:lnTo>
                  <a:lnTo>
                    <a:pt x="330488" y="1796682"/>
                  </a:lnTo>
                  <a:lnTo>
                    <a:pt x="342728" y="1785089"/>
                  </a:lnTo>
                  <a:lnTo>
                    <a:pt x="354968" y="1774110"/>
                  </a:lnTo>
                  <a:lnTo>
                    <a:pt x="367209" y="1764285"/>
                  </a:lnTo>
                  <a:lnTo>
                    <a:pt x="379449" y="1754583"/>
                  </a:lnTo>
                  <a:lnTo>
                    <a:pt x="391689" y="1744700"/>
                  </a:lnTo>
                  <a:lnTo>
                    <a:pt x="403930" y="1733571"/>
                  </a:lnTo>
                  <a:lnTo>
                    <a:pt x="416170" y="1723235"/>
                  </a:lnTo>
                  <a:lnTo>
                    <a:pt x="428410" y="1713519"/>
                  </a:lnTo>
                  <a:lnTo>
                    <a:pt x="440650" y="1702704"/>
                  </a:lnTo>
                  <a:lnTo>
                    <a:pt x="452891" y="1692080"/>
                  </a:lnTo>
                  <a:lnTo>
                    <a:pt x="465131" y="1682082"/>
                  </a:lnTo>
                  <a:lnTo>
                    <a:pt x="477371" y="1672636"/>
                  </a:lnTo>
                  <a:lnTo>
                    <a:pt x="489612" y="1663267"/>
                  </a:lnTo>
                  <a:lnTo>
                    <a:pt x="501852" y="1653953"/>
                  </a:lnTo>
                  <a:lnTo>
                    <a:pt x="514092" y="1644676"/>
                  </a:lnTo>
                  <a:lnTo>
                    <a:pt x="526333" y="1637019"/>
                  </a:lnTo>
                  <a:lnTo>
                    <a:pt x="538573" y="1626745"/>
                  </a:lnTo>
                  <a:lnTo>
                    <a:pt x="550813" y="1617781"/>
                  </a:lnTo>
                  <a:lnTo>
                    <a:pt x="563054" y="1608859"/>
                  </a:lnTo>
                  <a:lnTo>
                    <a:pt x="575294" y="1599793"/>
                  </a:lnTo>
                  <a:lnTo>
                    <a:pt x="587534" y="1590560"/>
                  </a:lnTo>
                  <a:lnTo>
                    <a:pt x="599774" y="1579073"/>
                  </a:lnTo>
                  <a:lnTo>
                    <a:pt x="612015" y="1569368"/>
                  </a:lnTo>
                  <a:lnTo>
                    <a:pt x="624255" y="1558097"/>
                  </a:lnTo>
                  <a:lnTo>
                    <a:pt x="636495" y="1547219"/>
                  </a:lnTo>
                  <a:lnTo>
                    <a:pt x="648736" y="1536660"/>
                  </a:lnTo>
                  <a:lnTo>
                    <a:pt x="660976" y="1527139"/>
                  </a:lnTo>
                  <a:lnTo>
                    <a:pt x="673216" y="1517552"/>
                  </a:lnTo>
                  <a:lnTo>
                    <a:pt x="685457" y="1507766"/>
                  </a:lnTo>
                  <a:lnTo>
                    <a:pt x="697697" y="1496890"/>
                  </a:lnTo>
                  <a:lnTo>
                    <a:pt x="709937" y="1485590"/>
                  </a:lnTo>
                  <a:lnTo>
                    <a:pt x="722177" y="1475032"/>
                  </a:lnTo>
                  <a:lnTo>
                    <a:pt x="734418" y="1464928"/>
                  </a:lnTo>
                  <a:lnTo>
                    <a:pt x="746658" y="1453530"/>
                  </a:lnTo>
                  <a:lnTo>
                    <a:pt x="758898" y="1440538"/>
                  </a:lnTo>
                  <a:lnTo>
                    <a:pt x="771139" y="1427366"/>
                  </a:lnTo>
                  <a:lnTo>
                    <a:pt x="783379" y="1414024"/>
                  </a:lnTo>
                  <a:lnTo>
                    <a:pt x="795619" y="1400536"/>
                  </a:lnTo>
                  <a:lnTo>
                    <a:pt x="807860" y="1387896"/>
                  </a:lnTo>
                  <a:lnTo>
                    <a:pt x="820100" y="1375170"/>
                  </a:lnTo>
                  <a:lnTo>
                    <a:pt x="832340" y="1360286"/>
                  </a:lnTo>
                  <a:lnTo>
                    <a:pt x="844581" y="1345116"/>
                  </a:lnTo>
                  <a:lnTo>
                    <a:pt x="856821" y="1333252"/>
                  </a:lnTo>
                  <a:lnTo>
                    <a:pt x="869061" y="1320901"/>
                  </a:lnTo>
                  <a:lnTo>
                    <a:pt x="881301" y="1306336"/>
                  </a:lnTo>
                  <a:lnTo>
                    <a:pt x="893542" y="1292379"/>
                  </a:lnTo>
                  <a:lnTo>
                    <a:pt x="905782" y="1277403"/>
                  </a:lnTo>
                  <a:lnTo>
                    <a:pt x="918022" y="1262172"/>
                  </a:lnTo>
                  <a:lnTo>
                    <a:pt x="930263" y="1246682"/>
                  </a:lnTo>
                  <a:lnTo>
                    <a:pt x="942503" y="1230930"/>
                  </a:lnTo>
                  <a:lnTo>
                    <a:pt x="954743" y="1215041"/>
                  </a:lnTo>
                  <a:lnTo>
                    <a:pt x="966984" y="1200341"/>
                  </a:lnTo>
                  <a:lnTo>
                    <a:pt x="979224" y="1185060"/>
                  </a:lnTo>
                  <a:lnTo>
                    <a:pt x="991464" y="1167903"/>
                  </a:lnTo>
                  <a:lnTo>
                    <a:pt x="1003704" y="1152360"/>
                  </a:lnTo>
                  <a:lnTo>
                    <a:pt x="1015945" y="1136113"/>
                  </a:lnTo>
                  <a:lnTo>
                    <a:pt x="1028185" y="1119927"/>
                  </a:lnTo>
                  <a:lnTo>
                    <a:pt x="1040425" y="1103797"/>
                  </a:lnTo>
                  <a:lnTo>
                    <a:pt x="1052666" y="1087621"/>
                  </a:lnTo>
                  <a:lnTo>
                    <a:pt x="1064906" y="1070957"/>
                  </a:lnTo>
                  <a:lnTo>
                    <a:pt x="1077146" y="1055454"/>
                  </a:lnTo>
                  <a:lnTo>
                    <a:pt x="1089387" y="1038140"/>
                  </a:lnTo>
                  <a:lnTo>
                    <a:pt x="1101627" y="1021253"/>
                  </a:lnTo>
                  <a:lnTo>
                    <a:pt x="1113867" y="1004819"/>
                  </a:lnTo>
                  <a:lnTo>
                    <a:pt x="1126108" y="988470"/>
                  </a:lnTo>
                  <a:lnTo>
                    <a:pt x="1138348" y="971287"/>
                  </a:lnTo>
                  <a:lnTo>
                    <a:pt x="1150588" y="956077"/>
                  </a:lnTo>
                  <a:lnTo>
                    <a:pt x="1162828" y="939145"/>
                  </a:lnTo>
                  <a:lnTo>
                    <a:pt x="1175069" y="921789"/>
                  </a:lnTo>
                  <a:lnTo>
                    <a:pt x="1187309" y="904924"/>
                  </a:lnTo>
                  <a:lnTo>
                    <a:pt x="1199549" y="885843"/>
                  </a:lnTo>
                  <a:lnTo>
                    <a:pt x="1211790" y="867096"/>
                  </a:lnTo>
                  <a:lnTo>
                    <a:pt x="1224030" y="848876"/>
                  </a:lnTo>
                  <a:lnTo>
                    <a:pt x="1236270" y="831188"/>
                  </a:lnTo>
                  <a:lnTo>
                    <a:pt x="1248511" y="815984"/>
                  </a:lnTo>
                  <a:lnTo>
                    <a:pt x="1260751" y="801370"/>
                  </a:lnTo>
                  <a:lnTo>
                    <a:pt x="1272991" y="787101"/>
                  </a:lnTo>
                  <a:lnTo>
                    <a:pt x="1285231" y="773164"/>
                  </a:lnTo>
                  <a:lnTo>
                    <a:pt x="1297472" y="759547"/>
                  </a:lnTo>
                  <a:lnTo>
                    <a:pt x="1309712" y="746237"/>
                  </a:lnTo>
                  <a:lnTo>
                    <a:pt x="1321952" y="733222"/>
                  </a:lnTo>
                  <a:lnTo>
                    <a:pt x="1334193" y="720490"/>
                  </a:lnTo>
                  <a:lnTo>
                    <a:pt x="1346433" y="706517"/>
                  </a:lnTo>
                  <a:lnTo>
                    <a:pt x="1358673" y="691504"/>
                  </a:lnTo>
                  <a:lnTo>
                    <a:pt x="1370914" y="676801"/>
                  </a:lnTo>
                  <a:lnTo>
                    <a:pt x="1383154" y="662449"/>
                  </a:lnTo>
                  <a:lnTo>
                    <a:pt x="1395394" y="646211"/>
                  </a:lnTo>
                  <a:lnTo>
                    <a:pt x="1407635" y="630327"/>
                  </a:lnTo>
                  <a:lnTo>
                    <a:pt x="1419875" y="614674"/>
                  </a:lnTo>
                  <a:lnTo>
                    <a:pt x="1432115" y="599279"/>
                  </a:lnTo>
                  <a:lnTo>
                    <a:pt x="1444355" y="584170"/>
                  </a:lnTo>
                  <a:lnTo>
                    <a:pt x="1456596" y="569373"/>
                  </a:lnTo>
                  <a:lnTo>
                    <a:pt x="1468836" y="554065"/>
                  </a:lnTo>
                  <a:lnTo>
                    <a:pt x="1481076" y="540827"/>
                  </a:lnTo>
                  <a:lnTo>
                    <a:pt x="1493317" y="531366"/>
                  </a:lnTo>
                  <a:lnTo>
                    <a:pt x="1505557" y="523372"/>
                  </a:lnTo>
                  <a:lnTo>
                    <a:pt x="1517797" y="511592"/>
                  </a:lnTo>
                  <a:lnTo>
                    <a:pt x="1530038" y="498192"/>
                  </a:lnTo>
                  <a:lnTo>
                    <a:pt x="1542278" y="484982"/>
                  </a:lnTo>
                  <a:lnTo>
                    <a:pt x="1554518" y="471965"/>
                  </a:lnTo>
                  <a:lnTo>
                    <a:pt x="1566759" y="464107"/>
                  </a:lnTo>
                  <a:lnTo>
                    <a:pt x="1578999" y="459331"/>
                  </a:lnTo>
                  <a:lnTo>
                    <a:pt x="1591239" y="453441"/>
                  </a:lnTo>
                  <a:lnTo>
                    <a:pt x="1603479" y="443366"/>
                  </a:lnTo>
                  <a:lnTo>
                    <a:pt x="1615720" y="431020"/>
                  </a:lnTo>
                  <a:lnTo>
                    <a:pt x="1627960" y="414064"/>
                  </a:lnTo>
                  <a:lnTo>
                    <a:pt x="1640200" y="401356"/>
                  </a:lnTo>
                  <a:lnTo>
                    <a:pt x="1652441" y="381987"/>
                  </a:lnTo>
                  <a:lnTo>
                    <a:pt x="1664681" y="366944"/>
                  </a:lnTo>
                  <a:lnTo>
                    <a:pt x="1676921" y="357277"/>
                  </a:lnTo>
                  <a:lnTo>
                    <a:pt x="1689162" y="348149"/>
                  </a:lnTo>
                  <a:lnTo>
                    <a:pt x="1701402" y="338672"/>
                  </a:lnTo>
                  <a:lnTo>
                    <a:pt x="1713642" y="322629"/>
                  </a:lnTo>
                  <a:lnTo>
                    <a:pt x="1725882" y="310427"/>
                  </a:lnTo>
                  <a:lnTo>
                    <a:pt x="1738123" y="289136"/>
                  </a:lnTo>
                  <a:lnTo>
                    <a:pt x="1750363" y="269109"/>
                  </a:lnTo>
                  <a:lnTo>
                    <a:pt x="1762603" y="257952"/>
                  </a:lnTo>
                  <a:lnTo>
                    <a:pt x="1774844" y="249589"/>
                  </a:lnTo>
                  <a:lnTo>
                    <a:pt x="1787084" y="242709"/>
                  </a:lnTo>
                  <a:lnTo>
                    <a:pt x="1799324" y="233685"/>
                  </a:lnTo>
                  <a:lnTo>
                    <a:pt x="1811565" y="221938"/>
                  </a:lnTo>
                  <a:lnTo>
                    <a:pt x="1823805" y="210592"/>
                  </a:lnTo>
                  <a:lnTo>
                    <a:pt x="1836045" y="199675"/>
                  </a:lnTo>
                  <a:lnTo>
                    <a:pt x="1848286" y="191715"/>
                  </a:lnTo>
                  <a:lnTo>
                    <a:pt x="1860526" y="183169"/>
                  </a:lnTo>
                  <a:lnTo>
                    <a:pt x="1872766" y="179376"/>
                  </a:lnTo>
                  <a:lnTo>
                    <a:pt x="1885006" y="163428"/>
                  </a:lnTo>
                  <a:lnTo>
                    <a:pt x="1897247" y="153391"/>
                  </a:lnTo>
                  <a:lnTo>
                    <a:pt x="1909487" y="156744"/>
                  </a:lnTo>
                  <a:lnTo>
                    <a:pt x="1921727" y="150811"/>
                  </a:lnTo>
                  <a:lnTo>
                    <a:pt x="1933968" y="157527"/>
                  </a:lnTo>
                  <a:lnTo>
                    <a:pt x="1946208" y="140068"/>
                  </a:lnTo>
                  <a:lnTo>
                    <a:pt x="1958448" y="132183"/>
                  </a:lnTo>
                  <a:lnTo>
                    <a:pt x="1970689" y="122966"/>
                  </a:lnTo>
                  <a:lnTo>
                    <a:pt x="1982929" y="114949"/>
                  </a:lnTo>
                  <a:lnTo>
                    <a:pt x="1995169" y="97248"/>
                  </a:lnTo>
                  <a:lnTo>
                    <a:pt x="2007409" y="83152"/>
                  </a:lnTo>
                  <a:lnTo>
                    <a:pt x="2019650" y="73228"/>
                  </a:lnTo>
                  <a:lnTo>
                    <a:pt x="2031890" y="68542"/>
                  </a:lnTo>
                  <a:lnTo>
                    <a:pt x="2044130" y="68172"/>
                  </a:lnTo>
                  <a:lnTo>
                    <a:pt x="2056371" y="62127"/>
                  </a:lnTo>
                  <a:lnTo>
                    <a:pt x="2068611" y="62824"/>
                  </a:lnTo>
                  <a:lnTo>
                    <a:pt x="2080851" y="74029"/>
                  </a:lnTo>
                  <a:lnTo>
                    <a:pt x="2093092" y="82509"/>
                  </a:lnTo>
                  <a:lnTo>
                    <a:pt x="2105332" y="52039"/>
                  </a:lnTo>
                  <a:lnTo>
                    <a:pt x="2117572" y="38605"/>
                  </a:lnTo>
                  <a:lnTo>
                    <a:pt x="2129813" y="15113"/>
                  </a:lnTo>
                  <a:lnTo>
                    <a:pt x="2133509" y="0"/>
                  </a:lnTo>
                  <a:lnTo>
                    <a:pt x="2191014" y="0"/>
                  </a:lnTo>
                  <a:lnTo>
                    <a:pt x="2191014" y="1084409"/>
                  </a:lnTo>
                  <a:lnTo>
                    <a:pt x="2178774" y="972836"/>
                  </a:lnTo>
                  <a:lnTo>
                    <a:pt x="2166533" y="884626"/>
                  </a:lnTo>
                  <a:lnTo>
                    <a:pt x="2154293" y="781100"/>
                  </a:lnTo>
                  <a:lnTo>
                    <a:pt x="2142053" y="753213"/>
                  </a:lnTo>
                  <a:lnTo>
                    <a:pt x="2129813" y="704902"/>
                  </a:lnTo>
                  <a:lnTo>
                    <a:pt x="2117572" y="669526"/>
                  </a:lnTo>
                  <a:lnTo>
                    <a:pt x="2105332" y="645964"/>
                  </a:lnTo>
                  <a:lnTo>
                    <a:pt x="2093092" y="655851"/>
                  </a:lnTo>
                  <a:lnTo>
                    <a:pt x="2080851" y="646890"/>
                  </a:lnTo>
                  <a:lnTo>
                    <a:pt x="2068611" y="633378"/>
                  </a:lnTo>
                  <a:lnTo>
                    <a:pt x="2056371" y="642313"/>
                  </a:lnTo>
                  <a:lnTo>
                    <a:pt x="2044130" y="646510"/>
                  </a:lnTo>
                  <a:lnTo>
                    <a:pt x="2031890" y="638643"/>
                  </a:lnTo>
                  <a:lnTo>
                    <a:pt x="2019650" y="625112"/>
                  </a:lnTo>
                  <a:lnTo>
                    <a:pt x="2007409" y="615728"/>
                  </a:lnTo>
                  <a:lnTo>
                    <a:pt x="1995169" y="602150"/>
                  </a:lnTo>
                  <a:lnTo>
                    <a:pt x="1982929" y="593103"/>
                  </a:lnTo>
                  <a:lnTo>
                    <a:pt x="1970689" y="586632"/>
                  </a:lnTo>
                  <a:lnTo>
                    <a:pt x="1958448" y="578954"/>
                  </a:lnTo>
                  <a:lnTo>
                    <a:pt x="1946208" y="570633"/>
                  </a:lnTo>
                  <a:lnTo>
                    <a:pt x="1933968" y="565310"/>
                  </a:lnTo>
                  <a:lnTo>
                    <a:pt x="1921727" y="571843"/>
                  </a:lnTo>
                  <a:lnTo>
                    <a:pt x="1909487" y="578032"/>
                  </a:lnTo>
                  <a:lnTo>
                    <a:pt x="1897247" y="577110"/>
                  </a:lnTo>
                  <a:lnTo>
                    <a:pt x="1885006" y="567345"/>
                  </a:lnTo>
                  <a:lnTo>
                    <a:pt x="1872766" y="558212"/>
                  </a:lnTo>
                  <a:lnTo>
                    <a:pt x="1860526" y="571536"/>
                  </a:lnTo>
                  <a:lnTo>
                    <a:pt x="1848286" y="585175"/>
                  </a:lnTo>
                  <a:lnTo>
                    <a:pt x="1836045" y="597167"/>
                  </a:lnTo>
                  <a:lnTo>
                    <a:pt x="1823805" y="604381"/>
                  </a:lnTo>
                  <a:lnTo>
                    <a:pt x="1811565" y="605756"/>
                  </a:lnTo>
                  <a:lnTo>
                    <a:pt x="1799324" y="608152"/>
                  </a:lnTo>
                  <a:lnTo>
                    <a:pt x="1787084" y="613384"/>
                  </a:lnTo>
                  <a:lnTo>
                    <a:pt x="1774844" y="613595"/>
                  </a:lnTo>
                  <a:lnTo>
                    <a:pt x="1762603" y="610731"/>
                  </a:lnTo>
                  <a:lnTo>
                    <a:pt x="1750363" y="612844"/>
                  </a:lnTo>
                  <a:lnTo>
                    <a:pt x="1738123" y="613861"/>
                  </a:lnTo>
                  <a:lnTo>
                    <a:pt x="1725882" y="613932"/>
                  </a:lnTo>
                  <a:lnTo>
                    <a:pt x="1713642" y="618205"/>
                  </a:lnTo>
                  <a:lnTo>
                    <a:pt x="1701402" y="627008"/>
                  </a:lnTo>
                  <a:lnTo>
                    <a:pt x="1689162" y="629833"/>
                  </a:lnTo>
                  <a:lnTo>
                    <a:pt x="1676921" y="634119"/>
                  </a:lnTo>
                  <a:lnTo>
                    <a:pt x="1664681" y="646987"/>
                  </a:lnTo>
                  <a:lnTo>
                    <a:pt x="1652441" y="646380"/>
                  </a:lnTo>
                  <a:lnTo>
                    <a:pt x="1640200" y="648238"/>
                  </a:lnTo>
                  <a:lnTo>
                    <a:pt x="1627960" y="657531"/>
                  </a:lnTo>
                  <a:lnTo>
                    <a:pt x="1615720" y="665516"/>
                  </a:lnTo>
                  <a:lnTo>
                    <a:pt x="1603479" y="675119"/>
                  </a:lnTo>
                  <a:lnTo>
                    <a:pt x="1591239" y="682249"/>
                  </a:lnTo>
                  <a:lnTo>
                    <a:pt x="1578999" y="689407"/>
                  </a:lnTo>
                  <a:lnTo>
                    <a:pt x="1566759" y="697920"/>
                  </a:lnTo>
                  <a:lnTo>
                    <a:pt x="1554518" y="706769"/>
                  </a:lnTo>
                  <a:lnTo>
                    <a:pt x="1542278" y="715246"/>
                  </a:lnTo>
                  <a:lnTo>
                    <a:pt x="1530038" y="723873"/>
                  </a:lnTo>
                  <a:lnTo>
                    <a:pt x="1517797" y="735814"/>
                  </a:lnTo>
                  <a:lnTo>
                    <a:pt x="1505557" y="747766"/>
                  </a:lnTo>
                  <a:lnTo>
                    <a:pt x="1493317" y="758635"/>
                  </a:lnTo>
                  <a:lnTo>
                    <a:pt x="1481076" y="765869"/>
                  </a:lnTo>
                  <a:lnTo>
                    <a:pt x="1468836" y="772483"/>
                  </a:lnTo>
                  <a:lnTo>
                    <a:pt x="1456596" y="778863"/>
                  </a:lnTo>
                  <a:lnTo>
                    <a:pt x="1444355" y="785804"/>
                  </a:lnTo>
                  <a:lnTo>
                    <a:pt x="1432115" y="793191"/>
                  </a:lnTo>
                  <a:lnTo>
                    <a:pt x="1419875" y="800749"/>
                  </a:lnTo>
                  <a:lnTo>
                    <a:pt x="1407635" y="814093"/>
                  </a:lnTo>
                  <a:lnTo>
                    <a:pt x="1395394" y="825233"/>
                  </a:lnTo>
                  <a:lnTo>
                    <a:pt x="1383154" y="836002"/>
                  </a:lnTo>
                  <a:lnTo>
                    <a:pt x="1370914" y="847220"/>
                  </a:lnTo>
                  <a:lnTo>
                    <a:pt x="1358673" y="857854"/>
                  </a:lnTo>
                  <a:lnTo>
                    <a:pt x="1346433" y="871442"/>
                  </a:lnTo>
                  <a:lnTo>
                    <a:pt x="1334193" y="883612"/>
                  </a:lnTo>
                  <a:lnTo>
                    <a:pt x="1321952" y="897284"/>
                  </a:lnTo>
                  <a:lnTo>
                    <a:pt x="1309712" y="908152"/>
                  </a:lnTo>
                  <a:lnTo>
                    <a:pt x="1297472" y="920559"/>
                  </a:lnTo>
                  <a:lnTo>
                    <a:pt x="1285231" y="933080"/>
                  </a:lnTo>
                  <a:lnTo>
                    <a:pt x="1272991" y="948199"/>
                  </a:lnTo>
                  <a:lnTo>
                    <a:pt x="1260751" y="963453"/>
                  </a:lnTo>
                  <a:lnTo>
                    <a:pt x="1248511" y="978357"/>
                  </a:lnTo>
                  <a:lnTo>
                    <a:pt x="1236270" y="994737"/>
                  </a:lnTo>
                  <a:lnTo>
                    <a:pt x="1224030" y="1011151"/>
                  </a:lnTo>
                  <a:lnTo>
                    <a:pt x="1211790" y="1027592"/>
                  </a:lnTo>
                  <a:lnTo>
                    <a:pt x="1199549" y="1044053"/>
                  </a:lnTo>
                  <a:lnTo>
                    <a:pt x="1187309" y="1060526"/>
                  </a:lnTo>
                  <a:lnTo>
                    <a:pt x="1175069" y="1077004"/>
                  </a:lnTo>
                  <a:lnTo>
                    <a:pt x="1162828" y="1093479"/>
                  </a:lnTo>
                  <a:lnTo>
                    <a:pt x="1150588" y="1109458"/>
                  </a:lnTo>
                  <a:lnTo>
                    <a:pt x="1138348" y="1123101"/>
                  </a:lnTo>
                  <a:lnTo>
                    <a:pt x="1126108" y="1136612"/>
                  </a:lnTo>
                  <a:lnTo>
                    <a:pt x="1113867" y="1150005"/>
                  </a:lnTo>
                  <a:lnTo>
                    <a:pt x="1101627" y="1165543"/>
                  </a:lnTo>
                  <a:lnTo>
                    <a:pt x="1089387" y="1181127"/>
                  </a:lnTo>
                  <a:lnTo>
                    <a:pt x="1077146" y="1194973"/>
                  </a:lnTo>
                  <a:lnTo>
                    <a:pt x="1064906" y="1208261"/>
                  </a:lnTo>
                  <a:lnTo>
                    <a:pt x="1052666" y="1224675"/>
                  </a:lnTo>
                  <a:lnTo>
                    <a:pt x="1040425" y="1242396"/>
                  </a:lnTo>
                  <a:lnTo>
                    <a:pt x="1028185" y="1257792"/>
                  </a:lnTo>
                  <a:lnTo>
                    <a:pt x="1015945" y="1273232"/>
                  </a:lnTo>
                  <a:lnTo>
                    <a:pt x="1003704" y="1289107"/>
                  </a:lnTo>
                  <a:lnTo>
                    <a:pt x="991464" y="1305375"/>
                  </a:lnTo>
                  <a:lnTo>
                    <a:pt x="979224" y="1320240"/>
                  </a:lnTo>
                  <a:lnTo>
                    <a:pt x="966984" y="1335448"/>
                  </a:lnTo>
                  <a:lnTo>
                    <a:pt x="954743" y="1351188"/>
                  </a:lnTo>
                  <a:lnTo>
                    <a:pt x="942503" y="1366287"/>
                  </a:lnTo>
                  <a:lnTo>
                    <a:pt x="930263" y="1380880"/>
                  </a:lnTo>
                  <a:lnTo>
                    <a:pt x="918022" y="1395596"/>
                  </a:lnTo>
                  <a:lnTo>
                    <a:pt x="905782" y="1410599"/>
                  </a:lnTo>
                  <a:lnTo>
                    <a:pt x="893542" y="1425069"/>
                  </a:lnTo>
                  <a:lnTo>
                    <a:pt x="881301" y="1436542"/>
                  </a:lnTo>
                  <a:lnTo>
                    <a:pt x="869061" y="1449032"/>
                  </a:lnTo>
                  <a:lnTo>
                    <a:pt x="856821" y="1461610"/>
                  </a:lnTo>
                  <a:lnTo>
                    <a:pt x="844581" y="1472287"/>
                  </a:lnTo>
                  <a:lnTo>
                    <a:pt x="832340" y="1482953"/>
                  </a:lnTo>
                  <a:lnTo>
                    <a:pt x="820100" y="1494666"/>
                  </a:lnTo>
                  <a:lnTo>
                    <a:pt x="807860" y="1506132"/>
                  </a:lnTo>
                  <a:lnTo>
                    <a:pt x="795619" y="1517359"/>
                  </a:lnTo>
                  <a:lnTo>
                    <a:pt x="783379" y="1529388"/>
                  </a:lnTo>
                  <a:lnTo>
                    <a:pt x="771139" y="1543293"/>
                  </a:lnTo>
                  <a:lnTo>
                    <a:pt x="758898" y="1554901"/>
                  </a:lnTo>
                  <a:lnTo>
                    <a:pt x="746658" y="1565601"/>
                  </a:lnTo>
                  <a:lnTo>
                    <a:pt x="734418" y="1577695"/>
                  </a:lnTo>
                  <a:lnTo>
                    <a:pt x="722177" y="1589482"/>
                  </a:lnTo>
                  <a:lnTo>
                    <a:pt x="709937" y="1599777"/>
                  </a:lnTo>
                  <a:lnTo>
                    <a:pt x="697697" y="1610640"/>
                  </a:lnTo>
                  <a:lnTo>
                    <a:pt x="685457" y="1622471"/>
                  </a:lnTo>
                  <a:lnTo>
                    <a:pt x="673216" y="1633775"/>
                  </a:lnTo>
                  <a:lnTo>
                    <a:pt x="660976" y="1644524"/>
                  </a:lnTo>
                  <a:lnTo>
                    <a:pt x="648736" y="1654689"/>
                  </a:lnTo>
                  <a:lnTo>
                    <a:pt x="636495" y="1665589"/>
                  </a:lnTo>
                  <a:lnTo>
                    <a:pt x="624255" y="1676487"/>
                  </a:lnTo>
                  <a:lnTo>
                    <a:pt x="612015" y="1687326"/>
                  </a:lnTo>
                  <a:lnTo>
                    <a:pt x="599774" y="1698106"/>
                  </a:lnTo>
                  <a:lnTo>
                    <a:pt x="587534" y="1709244"/>
                  </a:lnTo>
                  <a:lnTo>
                    <a:pt x="575294" y="1720642"/>
                  </a:lnTo>
                  <a:lnTo>
                    <a:pt x="563054" y="1731827"/>
                  </a:lnTo>
                  <a:lnTo>
                    <a:pt x="550813" y="1742801"/>
                  </a:lnTo>
                  <a:lnTo>
                    <a:pt x="538573" y="1753569"/>
                  </a:lnTo>
                  <a:lnTo>
                    <a:pt x="526333" y="1763899"/>
                  </a:lnTo>
                  <a:lnTo>
                    <a:pt x="514092" y="1774494"/>
                  </a:lnTo>
                  <a:lnTo>
                    <a:pt x="501852" y="1784658"/>
                  </a:lnTo>
                  <a:lnTo>
                    <a:pt x="489612" y="1794627"/>
                  </a:lnTo>
                  <a:lnTo>
                    <a:pt x="477371" y="1806144"/>
                  </a:lnTo>
                  <a:lnTo>
                    <a:pt x="465131" y="1820177"/>
                  </a:lnTo>
                  <a:lnTo>
                    <a:pt x="452891" y="1830389"/>
                  </a:lnTo>
                  <a:lnTo>
                    <a:pt x="440650" y="1839776"/>
                  </a:lnTo>
                  <a:lnTo>
                    <a:pt x="428410" y="1848695"/>
                  </a:lnTo>
                  <a:lnTo>
                    <a:pt x="416170" y="1858834"/>
                  </a:lnTo>
                  <a:lnTo>
                    <a:pt x="403930" y="1867577"/>
                  </a:lnTo>
                  <a:lnTo>
                    <a:pt x="391689" y="1875954"/>
                  </a:lnTo>
                  <a:lnTo>
                    <a:pt x="379449" y="1885895"/>
                  </a:lnTo>
                  <a:lnTo>
                    <a:pt x="367209" y="1896205"/>
                  </a:lnTo>
                  <a:lnTo>
                    <a:pt x="354968" y="1905711"/>
                  </a:lnTo>
                  <a:lnTo>
                    <a:pt x="342728" y="1914350"/>
                  </a:lnTo>
                  <a:lnTo>
                    <a:pt x="330488" y="1924511"/>
                  </a:lnTo>
                  <a:lnTo>
                    <a:pt x="318247" y="1935997"/>
                  </a:lnTo>
                  <a:lnTo>
                    <a:pt x="306007" y="1950164"/>
                  </a:lnTo>
                  <a:lnTo>
                    <a:pt x="293767" y="1961743"/>
                  </a:lnTo>
                  <a:lnTo>
                    <a:pt x="281527" y="1978364"/>
                  </a:lnTo>
                  <a:lnTo>
                    <a:pt x="269286" y="1989444"/>
                  </a:lnTo>
                  <a:lnTo>
                    <a:pt x="257046" y="2004367"/>
                  </a:lnTo>
                  <a:lnTo>
                    <a:pt x="244806" y="2015195"/>
                  </a:lnTo>
                  <a:lnTo>
                    <a:pt x="232565" y="2029983"/>
                  </a:lnTo>
                  <a:lnTo>
                    <a:pt x="220325" y="2044218"/>
                  </a:lnTo>
                  <a:lnTo>
                    <a:pt x="208085" y="2057441"/>
                  </a:lnTo>
                  <a:lnTo>
                    <a:pt x="195844" y="2069689"/>
                  </a:lnTo>
                  <a:lnTo>
                    <a:pt x="183604" y="2083772"/>
                  </a:lnTo>
                  <a:lnTo>
                    <a:pt x="171364" y="2096932"/>
                  </a:lnTo>
                  <a:lnTo>
                    <a:pt x="159123" y="2109023"/>
                  </a:lnTo>
                  <a:lnTo>
                    <a:pt x="146883" y="2119898"/>
                  </a:lnTo>
                  <a:lnTo>
                    <a:pt x="134643" y="2133645"/>
                  </a:lnTo>
                  <a:lnTo>
                    <a:pt x="122403" y="2145741"/>
                  </a:lnTo>
                  <a:lnTo>
                    <a:pt x="110162" y="2157387"/>
                  </a:lnTo>
                  <a:lnTo>
                    <a:pt x="97922" y="2170716"/>
                  </a:lnTo>
                  <a:lnTo>
                    <a:pt x="85682" y="2172618"/>
                  </a:lnTo>
                  <a:lnTo>
                    <a:pt x="73441" y="2179263"/>
                  </a:lnTo>
                  <a:lnTo>
                    <a:pt x="61201" y="2186961"/>
                  </a:lnTo>
                  <a:lnTo>
                    <a:pt x="48961" y="2197681"/>
                  </a:lnTo>
                  <a:lnTo>
                    <a:pt x="36720" y="2212110"/>
                  </a:lnTo>
                  <a:lnTo>
                    <a:pt x="24480" y="2233794"/>
                  </a:lnTo>
                  <a:lnTo>
                    <a:pt x="12240" y="2267231"/>
                  </a:lnTo>
                  <a:lnTo>
                    <a:pt x="0" y="22950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72401" y="755389"/>
              <a:ext cx="2133509" cy="1929544"/>
            </a:xfrm>
            <a:custGeom>
              <a:avLst/>
              <a:pathLst>
                <a:path w="2133509" h="1929544">
                  <a:moveTo>
                    <a:pt x="0" y="1801332"/>
                  </a:moveTo>
                  <a:lnTo>
                    <a:pt x="12240" y="1841089"/>
                  </a:lnTo>
                  <a:lnTo>
                    <a:pt x="24480" y="1853079"/>
                  </a:lnTo>
                  <a:lnTo>
                    <a:pt x="36720" y="1878807"/>
                  </a:lnTo>
                  <a:lnTo>
                    <a:pt x="48961" y="1901157"/>
                  </a:lnTo>
                  <a:lnTo>
                    <a:pt x="61201" y="1920289"/>
                  </a:lnTo>
                  <a:lnTo>
                    <a:pt x="73441" y="1929544"/>
                  </a:lnTo>
                  <a:lnTo>
                    <a:pt x="85682" y="1925370"/>
                  </a:lnTo>
                  <a:lnTo>
                    <a:pt x="97922" y="1926898"/>
                  </a:lnTo>
                  <a:lnTo>
                    <a:pt x="110162" y="1924054"/>
                  </a:lnTo>
                  <a:lnTo>
                    <a:pt x="122403" y="1922715"/>
                  </a:lnTo>
                  <a:lnTo>
                    <a:pt x="134643" y="1917938"/>
                  </a:lnTo>
                  <a:lnTo>
                    <a:pt x="146883" y="1918809"/>
                  </a:lnTo>
                  <a:lnTo>
                    <a:pt x="159123" y="1915789"/>
                  </a:lnTo>
                  <a:lnTo>
                    <a:pt x="171364" y="1908831"/>
                  </a:lnTo>
                  <a:lnTo>
                    <a:pt x="183604" y="1902738"/>
                  </a:lnTo>
                  <a:lnTo>
                    <a:pt x="195844" y="1895479"/>
                  </a:lnTo>
                  <a:lnTo>
                    <a:pt x="208085" y="1887175"/>
                  </a:lnTo>
                  <a:lnTo>
                    <a:pt x="220325" y="1880457"/>
                  </a:lnTo>
                  <a:lnTo>
                    <a:pt x="232565" y="1871934"/>
                  </a:lnTo>
                  <a:lnTo>
                    <a:pt x="244806" y="1865893"/>
                  </a:lnTo>
                  <a:lnTo>
                    <a:pt x="257046" y="1859081"/>
                  </a:lnTo>
                  <a:lnTo>
                    <a:pt x="269286" y="1852841"/>
                  </a:lnTo>
                  <a:lnTo>
                    <a:pt x="281527" y="1841411"/>
                  </a:lnTo>
                  <a:lnTo>
                    <a:pt x="293767" y="1830849"/>
                  </a:lnTo>
                  <a:lnTo>
                    <a:pt x="306007" y="1823277"/>
                  </a:lnTo>
                  <a:lnTo>
                    <a:pt x="318247" y="1811347"/>
                  </a:lnTo>
                  <a:lnTo>
                    <a:pt x="330488" y="1796682"/>
                  </a:lnTo>
                  <a:lnTo>
                    <a:pt x="342728" y="1785089"/>
                  </a:lnTo>
                  <a:lnTo>
                    <a:pt x="354968" y="1774110"/>
                  </a:lnTo>
                  <a:lnTo>
                    <a:pt x="367209" y="1764285"/>
                  </a:lnTo>
                  <a:lnTo>
                    <a:pt x="379449" y="1754583"/>
                  </a:lnTo>
                  <a:lnTo>
                    <a:pt x="391689" y="1744700"/>
                  </a:lnTo>
                  <a:lnTo>
                    <a:pt x="403930" y="1733571"/>
                  </a:lnTo>
                  <a:lnTo>
                    <a:pt x="416170" y="1723235"/>
                  </a:lnTo>
                  <a:lnTo>
                    <a:pt x="428410" y="1713519"/>
                  </a:lnTo>
                  <a:lnTo>
                    <a:pt x="440650" y="1702704"/>
                  </a:lnTo>
                  <a:lnTo>
                    <a:pt x="452891" y="1692080"/>
                  </a:lnTo>
                  <a:lnTo>
                    <a:pt x="465131" y="1682082"/>
                  </a:lnTo>
                  <a:lnTo>
                    <a:pt x="477371" y="1672636"/>
                  </a:lnTo>
                  <a:lnTo>
                    <a:pt x="489612" y="1663267"/>
                  </a:lnTo>
                  <a:lnTo>
                    <a:pt x="501852" y="1653953"/>
                  </a:lnTo>
                  <a:lnTo>
                    <a:pt x="514092" y="1644676"/>
                  </a:lnTo>
                  <a:lnTo>
                    <a:pt x="526333" y="1637019"/>
                  </a:lnTo>
                  <a:lnTo>
                    <a:pt x="538573" y="1626745"/>
                  </a:lnTo>
                  <a:lnTo>
                    <a:pt x="550813" y="1617781"/>
                  </a:lnTo>
                  <a:lnTo>
                    <a:pt x="563054" y="1608859"/>
                  </a:lnTo>
                  <a:lnTo>
                    <a:pt x="575294" y="1599793"/>
                  </a:lnTo>
                  <a:lnTo>
                    <a:pt x="587534" y="1590560"/>
                  </a:lnTo>
                  <a:lnTo>
                    <a:pt x="599774" y="1579073"/>
                  </a:lnTo>
                  <a:lnTo>
                    <a:pt x="612015" y="1569368"/>
                  </a:lnTo>
                  <a:lnTo>
                    <a:pt x="624255" y="1558097"/>
                  </a:lnTo>
                  <a:lnTo>
                    <a:pt x="636495" y="1547219"/>
                  </a:lnTo>
                  <a:lnTo>
                    <a:pt x="648736" y="1536660"/>
                  </a:lnTo>
                  <a:lnTo>
                    <a:pt x="660976" y="1527139"/>
                  </a:lnTo>
                  <a:lnTo>
                    <a:pt x="673216" y="1517552"/>
                  </a:lnTo>
                  <a:lnTo>
                    <a:pt x="685457" y="1507766"/>
                  </a:lnTo>
                  <a:lnTo>
                    <a:pt x="697697" y="1496890"/>
                  </a:lnTo>
                  <a:lnTo>
                    <a:pt x="709937" y="1485590"/>
                  </a:lnTo>
                  <a:lnTo>
                    <a:pt x="722177" y="1475032"/>
                  </a:lnTo>
                  <a:lnTo>
                    <a:pt x="734418" y="1464928"/>
                  </a:lnTo>
                  <a:lnTo>
                    <a:pt x="746658" y="1453530"/>
                  </a:lnTo>
                  <a:lnTo>
                    <a:pt x="758898" y="1440538"/>
                  </a:lnTo>
                  <a:lnTo>
                    <a:pt x="771139" y="1427366"/>
                  </a:lnTo>
                  <a:lnTo>
                    <a:pt x="783379" y="1414024"/>
                  </a:lnTo>
                  <a:lnTo>
                    <a:pt x="795619" y="1400536"/>
                  </a:lnTo>
                  <a:lnTo>
                    <a:pt x="807860" y="1387896"/>
                  </a:lnTo>
                  <a:lnTo>
                    <a:pt x="820100" y="1375170"/>
                  </a:lnTo>
                  <a:lnTo>
                    <a:pt x="832340" y="1360286"/>
                  </a:lnTo>
                  <a:lnTo>
                    <a:pt x="844581" y="1345116"/>
                  </a:lnTo>
                  <a:lnTo>
                    <a:pt x="856821" y="1333252"/>
                  </a:lnTo>
                  <a:lnTo>
                    <a:pt x="869061" y="1320901"/>
                  </a:lnTo>
                  <a:lnTo>
                    <a:pt x="881301" y="1306336"/>
                  </a:lnTo>
                  <a:lnTo>
                    <a:pt x="893542" y="1292379"/>
                  </a:lnTo>
                  <a:lnTo>
                    <a:pt x="905782" y="1277403"/>
                  </a:lnTo>
                  <a:lnTo>
                    <a:pt x="918022" y="1262172"/>
                  </a:lnTo>
                  <a:lnTo>
                    <a:pt x="930263" y="1246682"/>
                  </a:lnTo>
                  <a:lnTo>
                    <a:pt x="942503" y="1230930"/>
                  </a:lnTo>
                  <a:lnTo>
                    <a:pt x="954743" y="1215041"/>
                  </a:lnTo>
                  <a:lnTo>
                    <a:pt x="966984" y="1200341"/>
                  </a:lnTo>
                  <a:lnTo>
                    <a:pt x="979224" y="1185060"/>
                  </a:lnTo>
                  <a:lnTo>
                    <a:pt x="991464" y="1167903"/>
                  </a:lnTo>
                  <a:lnTo>
                    <a:pt x="1003704" y="1152360"/>
                  </a:lnTo>
                  <a:lnTo>
                    <a:pt x="1015945" y="1136113"/>
                  </a:lnTo>
                  <a:lnTo>
                    <a:pt x="1028185" y="1119927"/>
                  </a:lnTo>
                  <a:lnTo>
                    <a:pt x="1040425" y="1103797"/>
                  </a:lnTo>
                  <a:lnTo>
                    <a:pt x="1052666" y="1087621"/>
                  </a:lnTo>
                  <a:lnTo>
                    <a:pt x="1064906" y="1070957"/>
                  </a:lnTo>
                  <a:lnTo>
                    <a:pt x="1077146" y="1055454"/>
                  </a:lnTo>
                  <a:lnTo>
                    <a:pt x="1089387" y="1038140"/>
                  </a:lnTo>
                  <a:lnTo>
                    <a:pt x="1101627" y="1021253"/>
                  </a:lnTo>
                  <a:lnTo>
                    <a:pt x="1113867" y="1004819"/>
                  </a:lnTo>
                  <a:lnTo>
                    <a:pt x="1126108" y="988470"/>
                  </a:lnTo>
                  <a:lnTo>
                    <a:pt x="1138348" y="971287"/>
                  </a:lnTo>
                  <a:lnTo>
                    <a:pt x="1150588" y="956077"/>
                  </a:lnTo>
                  <a:lnTo>
                    <a:pt x="1162828" y="939145"/>
                  </a:lnTo>
                  <a:lnTo>
                    <a:pt x="1175069" y="921789"/>
                  </a:lnTo>
                  <a:lnTo>
                    <a:pt x="1187309" y="904924"/>
                  </a:lnTo>
                  <a:lnTo>
                    <a:pt x="1199549" y="885843"/>
                  </a:lnTo>
                  <a:lnTo>
                    <a:pt x="1211790" y="867096"/>
                  </a:lnTo>
                  <a:lnTo>
                    <a:pt x="1224030" y="848876"/>
                  </a:lnTo>
                  <a:lnTo>
                    <a:pt x="1236270" y="831188"/>
                  </a:lnTo>
                  <a:lnTo>
                    <a:pt x="1248511" y="815984"/>
                  </a:lnTo>
                  <a:lnTo>
                    <a:pt x="1260751" y="801370"/>
                  </a:lnTo>
                  <a:lnTo>
                    <a:pt x="1272991" y="787101"/>
                  </a:lnTo>
                  <a:lnTo>
                    <a:pt x="1285231" y="773164"/>
                  </a:lnTo>
                  <a:lnTo>
                    <a:pt x="1297472" y="759547"/>
                  </a:lnTo>
                  <a:lnTo>
                    <a:pt x="1309712" y="746237"/>
                  </a:lnTo>
                  <a:lnTo>
                    <a:pt x="1321952" y="733222"/>
                  </a:lnTo>
                  <a:lnTo>
                    <a:pt x="1334193" y="720490"/>
                  </a:lnTo>
                  <a:lnTo>
                    <a:pt x="1346433" y="706517"/>
                  </a:lnTo>
                  <a:lnTo>
                    <a:pt x="1358673" y="691504"/>
                  </a:lnTo>
                  <a:lnTo>
                    <a:pt x="1370914" y="676801"/>
                  </a:lnTo>
                  <a:lnTo>
                    <a:pt x="1383154" y="662449"/>
                  </a:lnTo>
                  <a:lnTo>
                    <a:pt x="1395394" y="646211"/>
                  </a:lnTo>
                  <a:lnTo>
                    <a:pt x="1407635" y="630327"/>
                  </a:lnTo>
                  <a:lnTo>
                    <a:pt x="1419875" y="614674"/>
                  </a:lnTo>
                  <a:lnTo>
                    <a:pt x="1432115" y="599279"/>
                  </a:lnTo>
                  <a:lnTo>
                    <a:pt x="1444355" y="584170"/>
                  </a:lnTo>
                  <a:lnTo>
                    <a:pt x="1456596" y="569373"/>
                  </a:lnTo>
                  <a:lnTo>
                    <a:pt x="1468836" y="554065"/>
                  </a:lnTo>
                  <a:lnTo>
                    <a:pt x="1481076" y="540827"/>
                  </a:lnTo>
                  <a:lnTo>
                    <a:pt x="1493317" y="531366"/>
                  </a:lnTo>
                  <a:lnTo>
                    <a:pt x="1505557" y="523372"/>
                  </a:lnTo>
                  <a:lnTo>
                    <a:pt x="1517797" y="511592"/>
                  </a:lnTo>
                  <a:lnTo>
                    <a:pt x="1530038" y="498192"/>
                  </a:lnTo>
                  <a:lnTo>
                    <a:pt x="1542278" y="484982"/>
                  </a:lnTo>
                  <a:lnTo>
                    <a:pt x="1554518" y="471965"/>
                  </a:lnTo>
                  <a:lnTo>
                    <a:pt x="1566759" y="464107"/>
                  </a:lnTo>
                  <a:lnTo>
                    <a:pt x="1578999" y="459331"/>
                  </a:lnTo>
                  <a:lnTo>
                    <a:pt x="1591239" y="453441"/>
                  </a:lnTo>
                  <a:lnTo>
                    <a:pt x="1603479" y="443366"/>
                  </a:lnTo>
                  <a:lnTo>
                    <a:pt x="1615720" y="431020"/>
                  </a:lnTo>
                  <a:lnTo>
                    <a:pt x="1627960" y="414064"/>
                  </a:lnTo>
                  <a:lnTo>
                    <a:pt x="1640200" y="401356"/>
                  </a:lnTo>
                  <a:lnTo>
                    <a:pt x="1652441" y="381987"/>
                  </a:lnTo>
                  <a:lnTo>
                    <a:pt x="1664681" y="366944"/>
                  </a:lnTo>
                  <a:lnTo>
                    <a:pt x="1676921" y="357277"/>
                  </a:lnTo>
                  <a:lnTo>
                    <a:pt x="1689162" y="348149"/>
                  </a:lnTo>
                  <a:lnTo>
                    <a:pt x="1701402" y="338672"/>
                  </a:lnTo>
                  <a:lnTo>
                    <a:pt x="1713642" y="322629"/>
                  </a:lnTo>
                  <a:lnTo>
                    <a:pt x="1725882" y="310427"/>
                  </a:lnTo>
                  <a:lnTo>
                    <a:pt x="1738123" y="289136"/>
                  </a:lnTo>
                  <a:lnTo>
                    <a:pt x="1750363" y="269109"/>
                  </a:lnTo>
                  <a:lnTo>
                    <a:pt x="1762603" y="257952"/>
                  </a:lnTo>
                  <a:lnTo>
                    <a:pt x="1774844" y="249589"/>
                  </a:lnTo>
                  <a:lnTo>
                    <a:pt x="1787084" y="242709"/>
                  </a:lnTo>
                  <a:lnTo>
                    <a:pt x="1799324" y="233685"/>
                  </a:lnTo>
                  <a:lnTo>
                    <a:pt x="1811565" y="221938"/>
                  </a:lnTo>
                  <a:lnTo>
                    <a:pt x="1823805" y="210592"/>
                  </a:lnTo>
                  <a:lnTo>
                    <a:pt x="1836045" y="199675"/>
                  </a:lnTo>
                  <a:lnTo>
                    <a:pt x="1848286" y="191715"/>
                  </a:lnTo>
                  <a:lnTo>
                    <a:pt x="1860526" y="183169"/>
                  </a:lnTo>
                  <a:lnTo>
                    <a:pt x="1872766" y="179376"/>
                  </a:lnTo>
                  <a:lnTo>
                    <a:pt x="1885006" y="163428"/>
                  </a:lnTo>
                  <a:lnTo>
                    <a:pt x="1897247" y="153391"/>
                  </a:lnTo>
                  <a:lnTo>
                    <a:pt x="1909487" y="156744"/>
                  </a:lnTo>
                  <a:lnTo>
                    <a:pt x="1921727" y="150811"/>
                  </a:lnTo>
                  <a:lnTo>
                    <a:pt x="1933968" y="157527"/>
                  </a:lnTo>
                  <a:lnTo>
                    <a:pt x="1946208" y="140068"/>
                  </a:lnTo>
                  <a:lnTo>
                    <a:pt x="1958448" y="132183"/>
                  </a:lnTo>
                  <a:lnTo>
                    <a:pt x="1970689" y="122966"/>
                  </a:lnTo>
                  <a:lnTo>
                    <a:pt x="1982929" y="114949"/>
                  </a:lnTo>
                  <a:lnTo>
                    <a:pt x="1995169" y="97248"/>
                  </a:lnTo>
                  <a:lnTo>
                    <a:pt x="2007409" y="83152"/>
                  </a:lnTo>
                  <a:lnTo>
                    <a:pt x="2019650" y="73228"/>
                  </a:lnTo>
                  <a:lnTo>
                    <a:pt x="2031890" y="68542"/>
                  </a:lnTo>
                  <a:lnTo>
                    <a:pt x="2044130" y="68172"/>
                  </a:lnTo>
                  <a:lnTo>
                    <a:pt x="2056371" y="62127"/>
                  </a:lnTo>
                  <a:lnTo>
                    <a:pt x="2068611" y="62824"/>
                  </a:lnTo>
                  <a:lnTo>
                    <a:pt x="2080851" y="74029"/>
                  </a:lnTo>
                  <a:lnTo>
                    <a:pt x="2093092" y="82509"/>
                  </a:lnTo>
                  <a:lnTo>
                    <a:pt x="2105332" y="52039"/>
                  </a:lnTo>
                  <a:lnTo>
                    <a:pt x="2117572" y="38605"/>
                  </a:lnTo>
                  <a:lnTo>
                    <a:pt x="2129813" y="15113"/>
                  </a:lnTo>
                  <a:lnTo>
                    <a:pt x="213350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72401" y="1313601"/>
              <a:ext cx="2191014" cy="1736789"/>
            </a:xfrm>
            <a:custGeom>
              <a:avLst/>
              <a:pathLst>
                <a:path w="2191014" h="1736789">
                  <a:moveTo>
                    <a:pt x="2191014" y="526196"/>
                  </a:moveTo>
                  <a:lnTo>
                    <a:pt x="2178774" y="414623"/>
                  </a:lnTo>
                  <a:lnTo>
                    <a:pt x="2166533" y="326413"/>
                  </a:lnTo>
                  <a:lnTo>
                    <a:pt x="2154293" y="222887"/>
                  </a:lnTo>
                  <a:lnTo>
                    <a:pt x="2142053" y="195000"/>
                  </a:lnTo>
                  <a:lnTo>
                    <a:pt x="2129813" y="146689"/>
                  </a:lnTo>
                  <a:lnTo>
                    <a:pt x="2117572" y="111313"/>
                  </a:lnTo>
                  <a:lnTo>
                    <a:pt x="2105332" y="87751"/>
                  </a:lnTo>
                  <a:lnTo>
                    <a:pt x="2093092" y="97638"/>
                  </a:lnTo>
                  <a:lnTo>
                    <a:pt x="2080851" y="88678"/>
                  </a:lnTo>
                  <a:lnTo>
                    <a:pt x="2068611" y="75165"/>
                  </a:lnTo>
                  <a:lnTo>
                    <a:pt x="2056371" y="84100"/>
                  </a:lnTo>
                  <a:lnTo>
                    <a:pt x="2044130" y="88297"/>
                  </a:lnTo>
                  <a:lnTo>
                    <a:pt x="2031890" y="80431"/>
                  </a:lnTo>
                  <a:lnTo>
                    <a:pt x="2019650" y="66899"/>
                  </a:lnTo>
                  <a:lnTo>
                    <a:pt x="2007409" y="57515"/>
                  </a:lnTo>
                  <a:lnTo>
                    <a:pt x="1995169" y="43938"/>
                  </a:lnTo>
                  <a:lnTo>
                    <a:pt x="1982929" y="34890"/>
                  </a:lnTo>
                  <a:lnTo>
                    <a:pt x="1970689" y="28419"/>
                  </a:lnTo>
                  <a:lnTo>
                    <a:pt x="1958448" y="20741"/>
                  </a:lnTo>
                  <a:lnTo>
                    <a:pt x="1946208" y="12420"/>
                  </a:lnTo>
                  <a:lnTo>
                    <a:pt x="1933968" y="7097"/>
                  </a:lnTo>
                  <a:lnTo>
                    <a:pt x="1921727" y="13630"/>
                  </a:lnTo>
                  <a:lnTo>
                    <a:pt x="1909487" y="19820"/>
                  </a:lnTo>
                  <a:lnTo>
                    <a:pt x="1897247" y="18897"/>
                  </a:lnTo>
                  <a:lnTo>
                    <a:pt x="1885006" y="9132"/>
                  </a:lnTo>
                  <a:lnTo>
                    <a:pt x="1872766" y="0"/>
                  </a:lnTo>
                  <a:lnTo>
                    <a:pt x="1860526" y="13323"/>
                  </a:lnTo>
                  <a:lnTo>
                    <a:pt x="1848286" y="26962"/>
                  </a:lnTo>
                  <a:lnTo>
                    <a:pt x="1836045" y="38955"/>
                  </a:lnTo>
                  <a:lnTo>
                    <a:pt x="1823805" y="46168"/>
                  </a:lnTo>
                  <a:lnTo>
                    <a:pt x="1811565" y="47544"/>
                  </a:lnTo>
                  <a:lnTo>
                    <a:pt x="1799324" y="49939"/>
                  </a:lnTo>
                  <a:lnTo>
                    <a:pt x="1787084" y="55171"/>
                  </a:lnTo>
                  <a:lnTo>
                    <a:pt x="1774844" y="55382"/>
                  </a:lnTo>
                  <a:lnTo>
                    <a:pt x="1762603" y="52518"/>
                  </a:lnTo>
                  <a:lnTo>
                    <a:pt x="1750363" y="54631"/>
                  </a:lnTo>
                  <a:lnTo>
                    <a:pt x="1738123" y="55648"/>
                  </a:lnTo>
                  <a:lnTo>
                    <a:pt x="1725882" y="55719"/>
                  </a:lnTo>
                  <a:lnTo>
                    <a:pt x="1713642" y="59992"/>
                  </a:lnTo>
                  <a:lnTo>
                    <a:pt x="1701402" y="68795"/>
                  </a:lnTo>
                  <a:lnTo>
                    <a:pt x="1689162" y="71621"/>
                  </a:lnTo>
                  <a:lnTo>
                    <a:pt x="1676921" y="75906"/>
                  </a:lnTo>
                  <a:lnTo>
                    <a:pt x="1664681" y="88774"/>
                  </a:lnTo>
                  <a:lnTo>
                    <a:pt x="1652441" y="88168"/>
                  </a:lnTo>
                  <a:lnTo>
                    <a:pt x="1640200" y="90026"/>
                  </a:lnTo>
                  <a:lnTo>
                    <a:pt x="1627960" y="99319"/>
                  </a:lnTo>
                  <a:lnTo>
                    <a:pt x="1615720" y="107304"/>
                  </a:lnTo>
                  <a:lnTo>
                    <a:pt x="1603479" y="116906"/>
                  </a:lnTo>
                  <a:lnTo>
                    <a:pt x="1591239" y="124036"/>
                  </a:lnTo>
                  <a:lnTo>
                    <a:pt x="1578999" y="131194"/>
                  </a:lnTo>
                  <a:lnTo>
                    <a:pt x="1566759" y="139707"/>
                  </a:lnTo>
                  <a:lnTo>
                    <a:pt x="1554518" y="148556"/>
                  </a:lnTo>
                  <a:lnTo>
                    <a:pt x="1542278" y="157033"/>
                  </a:lnTo>
                  <a:lnTo>
                    <a:pt x="1530038" y="165660"/>
                  </a:lnTo>
                  <a:lnTo>
                    <a:pt x="1517797" y="177602"/>
                  </a:lnTo>
                  <a:lnTo>
                    <a:pt x="1505557" y="189553"/>
                  </a:lnTo>
                  <a:lnTo>
                    <a:pt x="1493317" y="200423"/>
                  </a:lnTo>
                  <a:lnTo>
                    <a:pt x="1481076" y="207656"/>
                  </a:lnTo>
                  <a:lnTo>
                    <a:pt x="1468836" y="214271"/>
                  </a:lnTo>
                  <a:lnTo>
                    <a:pt x="1456596" y="220650"/>
                  </a:lnTo>
                  <a:lnTo>
                    <a:pt x="1444355" y="227591"/>
                  </a:lnTo>
                  <a:lnTo>
                    <a:pt x="1432115" y="234978"/>
                  </a:lnTo>
                  <a:lnTo>
                    <a:pt x="1419875" y="242536"/>
                  </a:lnTo>
                  <a:lnTo>
                    <a:pt x="1407635" y="255880"/>
                  </a:lnTo>
                  <a:lnTo>
                    <a:pt x="1395394" y="267021"/>
                  </a:lnTo>
                  <a:lnTo>
                    <a:pt x="1383154" y="277789"/>
                  </a:lnTo>
                  <a:lnTo>
                    <a:pt x="1370914" y="289007"/>
                  </a:lnTo>
                  <a:lnTo>
                    <a:pt x="1358673" y="299642"/>
                  </a:lnTo>
                  <a:lnTo>
                    <a:pt x="1346433" y="313230"/>
                  </a:lnTo>
                  <a:lnTo>
                    <a:pt x="1334193" y="325399"/>
                  </a:lnTo>
                  <a:lnTo>
                    <a:pt x="1321952" y="339071"/>
                  </a:lnTo>
                  <a:lnTo>
                    <a:pt x="1309712" y="349940"/>
                  </a:lnTo>
                  <a:lnTo>
                    <a:pt x="1297472" y="362346"/>
                  </a:lnTo>
                  <a:lnTo>
                    <a:pt x="1285231" y="374867"/>
                  </a:lnTo>
                  <a:lnTo>
                    <a:pt x="1272991" y="389986"/>
                  </a:lnTo>
                  <a:lnTo>
                    <a:pt x="1260751" y="405241"/>
                  </a:lnTo>
                  <a:lnTo>
                    <a:pt x="1248511" y="420144"/>
                  </a:lnTo>
                  <a:lnTo>
                    <a:pt x="1236270" y="436524"/>
                  </a:lnTo>
                  <a:lnTo>
                    <a:pt x="1224030" y="452938"/>
                  </a:lnTo>
                  <a:lnTo>
                    <a:pt x="1211790" y="469380"/>
                  </a:lnTo>
                  <a:lnTo>
                    <a:pt x="1199549" y="485841"/>
                  </a:lnTo>
                  <a:lnTo>
                    <a:pt x="1187309" y="502313"/>
                  </a:lnTo>
                  <a:lnTo>
                    <a:pt x="1175069" y="518791"/>
                  </a:lnTo>
                  <a:lnTo>
                    <a:pt x="1162828" y="535266"/>
                  </a:lnTo>
                  <a:lnTo>
                    <a:pt x="1150588" y="551245"/>
                  </a:lnTo>
                  <a:lnTo>
                    <a:pt x="1138348" y="564889"/>
                  </a:lnTo>
                  <a:lnTo>
                    <a:pt x="1126108" y="578399"/>
                  </a:lnTo>
                  <a:lnTo>
                    <a:pt x="1113867" y="591792"/>
                  </a:lnTo>
                  <a:lnTo>
                    <a:pt x="1101627" y="607331"/>
                  </a:lnTo>
                  <a:lnTo>
                    <a:pt x="1089387" y="622914"/>
                  </a:lnTo>
                  <a:lnTo>
                    <a:pt x="1077146" y="636760"/>
                  </a:lnTo>
                  <a:lnTo>
                    <a:pt x="1064906" y="650048"/>
                  </a:lnTo>
                  <a:lnTo>
                    <a:pt x="1052666" y="666462"/>
                  </a:lnTo>
                  <a:lnTo>
                    <a:pt x="1040425" y="684183"/>
                  </a:lnTo>
                  <a:lnTo>
                    <a:pt x="1028185" y="699579"/>
                  </a:lnTo>
                  <a:lnTo>
                    <a:pt x="1015945" y="715019"/>
                  </a:lnTo>
                  <a:lnTo>
                    <a:pt x="1003704" y="730894"/>
                  </a:lnTo>
                  <a:lnTo>
                    <a:pt x="991464" y="747162"/>
                  </a:lnTo>
                  <a:lnTo>
                    <a:pt x="979224" y="762027"/>
                  </a:lnTo>
                  <a:lnTo>
                    <a:pt x="966984" y="777235"/>
                  </a:lnTo>
                  <a:lnTo>
                    <a:pt x="954743" y="792975"/>
                  </a:lnTo>
                  <a:lnTo>
                    <a:pt x="942503" y="808074"/>
                  </a:lnTo>
                  <a:lnTo>
                    <a:pt x="930263" y="822667"/>
                  </a:lnTo>
                  <a:lnTo>
                    <a:pt x="918022" y="837384"/>
                  </a:lnTo>
                  <a:lnTo>
                    <a:pt x="905782" y="852387"/>
                  </a:lnTo>
                  <a:lnTo>
                    <a:pt x="893542" y="866856"/>
                  </a:lnTo>
                  <a:lnTo>
                    <a:pt x="881301" y="878330"/>
                  </a:lnTo>
                  <a:lnTo>
                    <a:pt x="869061" y="890820"/>
                  </a:lnTo>
                  <a:lnTo>
                    <a:pt x="856821" y="903397"/>
                  </a:lnTo>
                  <a:lnTo>
                    <a:pt x="844581" y="914074"/>
                  </a:lnTo>
                  <a:lnTo>
                    <a:pt x="832340" y="924740"/>
                  </a:lnTo>
                  <a:lnTo>
                    <a:pt x="820100" y="936453"/>
                  </a:lnTo>
                  <a:lnTo>
                    <a:pt x="807860" y="947919"/>
                  </a:lnTo>
                  <a:lnTo>
                    <a:pt x="795619" y="959146"/>
                  </a:lnTo>
                  <a:lnTo>
                    <a:pt x="783379" y="971176"/>
                  </a:lnTo>
                  <a:lnTo>
                    <a:pt x="771139" y="985081"/>
                  </a:lnTo>
                  <a:lnTo>
                    <a:pt x="758898" y="996689"/>
                  </a:lnTo>
                  <a:lnTo>
                    <a:pt x="746658" y="1007388"/>
                  </a:lnTo>
                  <a:lnTo>
                    <a:pt x="734418" y="1019482"/>
                  </a:lnTo>
                  <a:lnTo>
                    <a:pt x="722177" y="1031269"/>
                  </a:lnTo>
                  <a:lnTo>
                    <a:pt x="709937" y="1041564"/>
                  </a:lnTo>
                  <a:lnTo>
                    <a:pt x="697697" y="1052427"/>
                  </a:lnTo>
                  <a:lnTo>
                    <a:pt x="685457" y="1064258"/>
                  </a:lnTo>
                  <a:lnTo>
                    <a:pt x="673216" y="1075562"/>
                  </a:lnTo>
                  <a:lnTo>
                    <a:pt x="660976" y="1086311"/>
                  </a:lnTo>
                  <a:lnTo>
                    <a:pt x="648736" y="1096477"/>
                  </a:lnTo>
                  <a:lnTo>
                    <a:pt x="636495" y="1107376"/>
                  </a:lnTo>
                  <a:lnTo>
                    <a:pt x="624255" y="1118275"/>
                  </a:lnTo>
                  <a:lnTo>
                    <a:pt x="612015" y="1129114"/>
                  </a:lnTo>
                  <a:lnTo>
                    <a:pt x="599774" y="1139893"/>
                  </a:lnTo>
                  <a:lnTo>
                    <a:pt x="587534" y="1151032"/>
                  </a:lnTo>
                  <a:lnTo>
                    <a:pt x="575294" y="1162430"/>
                  </a:lnTo>
                  <a:lnTo>
                    <a:pt x="563054" y="1173614"/>
                  </a:lnTo>
                  <a:lnTo>
                    <a:pt x="550813" y="1184589"/>
                  </a:lnTo>
                  <a:lnTo>
                    <a:pt x="538573" y="1195356"/>
                  </a:lnTo>
                  <a:lnTo>
                    <a:pt x="526333" y="1205687"/>
                  </a:lnTo>
                  <a:lnTo>
                    <a:pt x="514092" y="1216281"/>
                  </a:lnTo>
                  <a:lnTo>
                    <a:pt x="501852" y="1226445"/>
                  </a:lnTo>
                  <a:lnTo>
                    <a:pt x="489612" y="1236414"/>
                  </a:lnTo>
                  <a:lnTo>
                    <a:pt x="477371" y="1247931"/>
                  </a:lnTo>
                  <a:lnTo>
                    <a:pt x="465131" y="1261964"/>
                  </a:lnTo>
                  <a:lnTo>
                    <a:pt x="452891" y="1272176"/>
                  </a:lnTo>
                  <a:lnTo>
                    <a:pt x="440650" y="1281563"/>
                  </a:lnTo>
                  <a:lnTo>
                    <a:pt x="428410" y="1290483"/>
                  </a:lnTo>
                  <a:lnTo>
                    <a:pt x="416170" y="1300621"/>
                  </a:lnTo>
                  <a:lnTo>
                    <a:pt x="403930" y="1309364"/>
                  </a:lnTo>
                  <a:lnTo>
                    <a:pt x="391689" y="1317742"/>
                  </a:lnTo>
                  <a:lnTo>
                    <a:pt x="379449" y="1327683"/>
                  </a:lnTo>
                  <a:lnTo>
                    <a:pt x="367209" y="1337992"/>
                  </a:lnTo>
                  <a:lnTo>
                    <a:pt x="354968" y="1347498"/>
                  </a:lnTo>
                  <a:lnTo>
                    <a:pt x="342728" y="1356137"/>
                  </a:lnTo>
                  <a:lnTo>
                    <a:pt x="330488" y="1366298"/>
                  </a:lnTo>
                  <a:lnTo>
                    <a:pt x="318247" y="1377785"/>
                  </a:lnTo>
                  <a:lnTo>
                    <a:pt x="306007" y="1391952"/>
                  </a:lnTo>
                  <a:lnTo>
                    <a:pt x="293767" y="1403530"/>
                  </a:lnTo>
                  <a:lnTo>
                    <a:pt x="281527" y="1420151"/>
                  </a:lnTo>
                  <a:lnTo>
                    <a:pt x="269286" y="1431231"/>
                  </a:lnTo>
                  <a:lnTo>
                    <a:pt x="257046" y="1446155"/>
                  </a:lnTo>
                  <a:lnTo>
                    <a:pt x="244806" y="1456982"/>
                  </a:lnTo>
                  <a:lnTo>
                    <a:pt x="232565" y="1471770"/>
                  </a:lnTo>
                  <a:lnTo>
                    <a:pt x="220325" y="1486005"/>
                  </a:lnTo>
                  <a:lnTo>
                    <a:pt x="208085" y="1499229"/>
                  </a:lnTo>
                  <a:lnTo>
                    <a:pt x="195844" y="1511476"/>
                  </a:lnTo>
                  <a:lnTo>
                    <a:pt x="183604" y="1525559"/>
                  </a:lnTo>
                  <a:lnTo>
                    <a:pt x="171364" y="1538719"/>
                  </a:lnTo>
                  <a:lnTo>
                    <a:pt x="159123" y="1550810"/>
                  </a:lnTo>
                  <a:lnTo>
                    <a:pt x="146883" y="1561685"/>
                  </a:lnTo>
                  <a:lnTo>
                    <a:pt x="134643" y="1575432"/>
                  </a:lnTo>
                  <a:lnTo>
                    <a:pt x="122403" y="1587529"/>
                  </a:lnTo>
                  <a:lnTo>
                    <a:pt x="110162" y="1599175"/>
                  </a:lnTo>
                  <a:lnTo>
                    <a:pt x="97922" y="1612504"/>
                  </a:lnTo>
                  <a:lnTo>
                    <a:pt x="85682" y="1614405"/>
                  </a:lnTo>
                  <a:lnTo>
                    <a:pt x="73441" y="1621050"/>
                  </a:lnTo>
                  <a:lnTo>
                    <a:pt x="61201" y="1628748"/>
                  </a:lnTo>
                  <a:lnTo>
                    <a:pt x="48961" y="1639468"/>
                  </a:lnTo>
                  <a:lnTo>
                    <a:pt x="36720" y="1653898"/>
                  </a:lnTo>
                  <a:lnTo>
                    <a:pt x="24480" y="1675582"/>
                  </a:lnTo>
                  <a:lnTo>
                    <a:pt x="12240" y="1709018"/>
                  </a:lnTo>
                  <a:lnTo>
                    <a:pt x="0" y="17367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72401" y="1099763"/>
              <a:ext cx="2191014" cy="1718048"/>
            </a:xfrm>
            <a:custGeom>
              <a:avLst/>
              <a:pathLst>
                <a:path w="2191014" h="1718048">
                  <a:moveTo>
                    <a:pt x="0" y="1714898"/>
                  </a:moveTo>
                  <a:lnTo>
                    <a:pt x="12240" y="1717058"/>
                  </a:lnTo>
                  <a:lnTo>
                    <a:pt x="24480" y="1718048"/>
                  </a:lnTo>
                  <a:lnTo>
                    <a:pt x="36720" y="1717921"/>
                  </a:lnTo>
                  <a:lnTo>
                    <a:pt x="48961" y="1716731"/>
                  </a:lnTo>
                  <a:lnTo>
                    <a:pt x="61201" y="1714532"/>
                  </a:lnTo>
                  <a:lnTo>
                    <a:pt x="73441" y="1711377"/>
                  </a:lnTo>
                  <a:lnTo>
                    <a:pt x="85682" y="1707318"/>
                  </a:lnTo>
                  <a:lnTo>
                    <a:pt x="97922" y="1702410"/>
                  </a:lnTo>
                  <a:lnTo>
                    <a:pt x="110162" y="1696706"/>
                  </a:lnTo>
                  <a:lnTo>
                    <a:pt x="122403" y="1690259"/>
                  </a:lnTo>
                  <a:lnTo>
                    <a:pt x="134643" y="1683123"/>
                  </a:lnTo>
                  <a:lnTo>
                    <a:pt x="146883" y="1675351"/>
                  </a:lnTo>
                  <a:lnTo>
                    <a:pt x="159123" y="1666997"/>
                  </a:lnTo>
                  <a:lnTo>
                    <a:pt x="171364" y="1658113"/>
                  </a:lnTo>
                  <a:lnTo>
                    <a:pt x="183604" y="1648753"/>
                  </a:lnTo>
                  <a:lnTo>
                    <a:pt x="195844" y="1638971"/>
                  </a:lnTo>
                  <a:lnTo>
                    <a:pt x="208085" y="1628821"/>
                  </a:lnTo>
                  <a:lnTo>
                    <a:pt x="220325" y="1618354"/>
                  </a:lnTo>
                  <a:lnTo>
                    <a:pt x="232565" y="1607625"/>
                  </a:lnTo>
                  <a:lnTo>
                    <a:pt x="244806" y="1596688"/>
                  </a:lnTo>
                  <a:lnTo>
                    <a:pt x="257046" y="1585595"/>
                  </a:lnTo>
                  <a:lnTo>
                    <a:pt x="269286" y="1574400"/>
                  </a:lnTo>
                  <a:lnTo>
                    <a:pt x="281527" y="1563156"/>
                  </a:lnTo>
                  <a:lnTo>
                    <a:pt x="293767" y="1551918"/>
                  </a:lnTo>
                  <a:lnTo>
                    <a:pt x="306007" y="1540737"/>
                  </a:lnTo>
                  <a:lnTo>
                    <a:pt x="318247" y="1529667"/>
                  </a:lnTo>
                  <a:lnTo>
                    <a:pt x="330488" y="1518731"/>
                  </a:lnTo>
                  <a:lnTo>
                    <a:pt x="342728" y="1507925"/>
                  </a:lnTo>
                  <a:lnTo>
                    <a:pt x="354968" y="1497238"/>
                  </a:lnTo>
                  <a:lnTo>
                    <a:pt x="367209" y="1486661"/>
                  </a:lnTo>
                  <a:lnTo>
                    <a:pt x="379449" y="1476187"/>
                  </a:lnTo>
                  <a:lnTo>
                    <a:pt x="391689" y="1465806"/>
                  </a:lnTo>
                  <a:lnTo>
                    <a:pt x="403930" y="1455509"/>
                  </a:lnTo>
                  <a:lnTo>
                    <a:pt x="416170" y="1445287"/>
                  </a:lnTo>
                  <a:lnTo>
                    <a:pt x="428410" y="1435133"/>
                  </a:lnTo>
                  <a:lnTo>
                    <a:pt x="440650" y="1425036"/>
                  </a:lnTo>
                  <a:lnTo>
                    <a:pt x="452891" y="1414988"/>
                  </a:lnTo>
                  <a:lnTo>
                    <a:pt x="465131" y="1404981"/>
                  </a:lnTo>
                  <a:lnTo>
                    <a:pt x="477371" y="1395005"/>
                  </a:lnTo>
                  <a:lnTo>
                    <a:pt x="489612" y="1385052"/>
                  </a:lnTo>
                  <a:lnTo>
                    <a:pt x="501852" y="1375112"/>
                  </a:lnTo>
                  <a:lnTo>
                    <a:pt x="514092" y="1365178"/>
                  </a:lnTo>
                  <a:lnTo>
                    <a:pt x="526333" y="1355240"/>
                  </a:lnTo>
                  <a:lnTo>
                    <a:pt x="538573" y="1345289"/>
                  </a:lnTo>
                  <a:lnTo>
                    <a:pt x="550813" y="1335317"/>
                  </a:lnTo>
                  <a:lnTo>
                    <a:pt x="563054" y="1325315"/>
                  </a:lnTo>
                  <a:lnTo>
                    <a:pt x="575294" y="1315274"/>
                  </a:lnTo>
                  <a:lnTo>
                    <a:pt x="587534" y="1305185"/>
                  </a:lnTo>
                  <a:lnTo>
                    <a:pt x="599774" y="1295039"/>
                  </a:lnTo>
                  <a:lnTo>
                    <a:pt x="612015" y="1284828"/>
                  </a:lnTo>
                  <a:lnTo>
                    <a:pt x="624255" y="1274543"/>
                  </a:lnTo>
                  <a:lnTo>
                    <a:pt x="636495" y="1264176"/>
                  </a:lnTo>
                  <a:lnTo>
                    <a:pt x="648736" y="1253718"/>
                  </a:lnTo>
                  <a:lnTo>
                    <a:pt x="660976" y="1243164"/>
                  </a:lnTo>
                  <a:lnTo>
                    <a:pt x="673216" y="1232506"/>
                  </a:lnTo>
                  <a:lnTo>
                    <a:pt x="685457" y="1221737"/>
                  </a:lnTo>
                  <a:lnTo>
                    <a:pt x="697697" y="1210849"/>
                  </a:lnTo>
                  <a:lnTo>
                    <a:pt x="709937" y="1199837"/>
                  </a:lnTo>
                  <a:lnTo>
                    <a:pt x="722177" y="1188693"/>
                  </a:lnTo>
                  <a:lnTo>
                    <a:pt x="734418" y="1177409"/>
                  </a:lnTo>
                  <a:lnTo>
                    <a:pt x="746658" y="1165979"/>
                  </a:lnTo>
                  <a:lnTo>
                    <a:pt x="758898" y="1154396"/>
                  </a:lnTo>
                  <a:lnTo>
                    <a:pt x="771139" y="1142652"/>
                  </a:lnTo>
                  <a:lnTo>
                    <a:pt x="783379" y="1130741"/>
                  </a:lnTo>
                  <a:lnTo>
                    <a:pt x="795619" y="1118656"/>
                  </a:lnTo>
                  <a:lnTo>
                    <a:pt x="807860" y="1106389"/>
                  </a:lnTo>
                  <a:lnTo>
                    <a:pt x="820100" y="1093933"/>
                  </a:lnTo>
                  <a:lnTo>
                    <a:pt x="832340" y="1081282"/>
                  </a:lnTo>
                  <a:lnTo>
                    <a:pt x="844581" y="1068429"/>
                  </a:lnTo>
                  <a:lnTo>
                    <a:pt x="856821" y="1055365"/>
                  </a:lnTo>
                  <a:lnTo>
                    <a:pt x="869061" y="1042085"/>
                  </a:lnTo>
                  <a:lnTo>
                    <a:pt x="881301" y="1028581"/>
                  </a:lnTo>
                  <a:lnTo>
                    <a:pt x="893542" y="1014846"/>
                  </a:lnTo>
                  <a:lnTo>
                    <a:pt x="905782" y="1000873"/>
                  </a:lnTo>
                  <a:lnTo>
                    <a:pt x="918022" y="986655"/>
                  </a:lnTo>
                  <a:lnTo>
                    <a:pt x="930263" y="972186"/>
                  </a:lnTo>
                  <a:lnTo>
                    <a:pt x="942503" y="957457"/>
                  </a:lnTo>
                  <a:lnTo>
                    <a:pt x="954743" y="942471"/>
                  </a:lnTo>
                  <a:lnTo>
                    <a:pt x="966984" y="927248"/>
                  </a:lnTo>
                  <a:lnTo>
                    <a:pt x="979224" y="911806"/>
                  </a:lnTo>
                  <a:lnTo>
                    <a:pt x="991464" y="896165"/>
                  </a:lnTo>
                  <a:lnTo>
                    <a:pt x="1003704" y="880347"/>
                  </a:lnTo>
                  <a:lnTo>
                    <a:pt x="1015945" y="864371"/>
                  </a:lnTo>
                  <a:lnTo>
                    <a:pt x="1028185" y="848257"/>
                  </a:lnTo>
                  <a:lnTo>
                    <a:pt x="1040425" y="832025"/>
                  </a:lnTo>
                  <a:lnTo>
                    <a:pt x="1052666" y="815695"/>
                  </a:lnTo>
                  <a:lnTo>
                    <a:pt x="1064906" y="799287"/>
                  </a:lnTo>
                  <a:lnTo>
                    <a:pt x="1077146" y="782822"/>
                  </a:lnTo>
                  <a:lnTo>
                    <a:pt x="1089387" y="766319"/>
                  </a:lnTo>
                  <a:lnTo>
                    <a:pt x="1101627" y="749799"/>
                  </a:lnTo>
                  <a:lnTo>
                    <a:pt x="1113867" y="733282"/>
                  </a:lnTo>
                  <a:lnTo>
                    <a:pt x="1126108" y="716787"/>
                  </a:lnTo>
                  <a:lnTo>
                    <a:pt x="1138348" y="700335"/>
                  </a:lnTo>
                  <a:lnTo>
                    <a:pt x="1150588" y="683946"/>
                  </a:lnTo>
                  <a:lnTo>
                    <a:pt x="1162828" y="667640"/>
                  </a:lnTo>
                  <a:lnTo>
                    <a:pt x="1175069" y="651436"/>
                  </a:lnTo>
                  <a:lnTo>
                    <a:pt x="1187309" y="635356"/>
                  </a:lnTo>
                  <a:lnTo>
                    <a:pt x="1199549" y="619419"/>
                  </a:lnTo>
                  <a:lnTo>
                    <a:pt x="1211790" y="603645"/>
                  </a:lnTo>
                  <a:lnTo>
                    <a:pt x="1224030" y="588055"/>
                  </a:lnTo>
                  <a:lnTo>
                    <a:pt x="1236270" y="572668"/>
                  </a:lnTo>
                  <a:lnTo>
                    <a:pt x="1248511" y="557506"/>
                  </a:lnTo>
                  <a:lnTo>
                    <a:pt x="1260751" y="542586"/>
                  </a:lnTo>
                  <a:lnTo>
                    <a:pt x="1272991" y="527912"/>
                  </a:lnTo>
                  <a:lnTo>
                    <a:pt x="1285231" y="513479"/>
                  </a:lnTo>
                  <a:lnTo>
                    <a:pt x="1297472" y="499281"/>
                  </a:lnTo>
                  <a:lnTo>
                    <a:pt x="1309712" y="485314"/>
                  </a:lnTo>
                  <a:lnTo>
                    <a:pt x="1321952" y="471572"/>
                  </a:lnTo>
                  <a:lnTo>
                    <a:pt x="1334193" y="458048"/>
                  </a:lnTo>
                  <a:lnTo>
                    <a:pt x="1346433" y="444739"/>
                  </a:lnTo>
                  <a:lnTo>
                    <a:pt x="1358673" y="431639"/>
                  </a:lnTo>
                  <a:lnTo>
                    <a:pt x="1370914" y="418742"/>
                  </a:lnTo>
                  <a:lnTo>
                    <a:pt x="1383154" y="406044"/>
                  </a:lnTo>
                  <a:lnTo>
                    <a:pt x="1395394" y="393537"/>
                  </a:lnTo>
                  <a:lnTo>
                    <a:pt x="1407635" y="381219"/>
                  </a:lnTo>
                  <a:lnTo>
                    <a:pt x="1419875" y="369082"/>
                  </a:lnTo>
                  <a:lnTo>
                    <a:pt x="1432115" y="357121"/>
                  </a:lnTo>
                  <a:lnTo>
                    <a:pt x="1444355" y="345332"/>
                  </a:lnTo>
                  <a:lnTo>
                    <a:pt x="1456596" y="333709"/>
                  </a:lnTo>
                  <a:lnTo>
                    <a:pt x="1468836" y="322246"/>
                  </a:lnTo>
                  <a:lnTo>
                    <a:pt x="1481076" y="310939"/>
                  </a:lnTo>
                  <a:lnTo>
                    <a:pt x="1493317" y="299781"/>
                  </a:lnTo>
                  <a:lnTo>
                    <a:pt x="1505557" y="288768"/>
                  </a:lnTo>
                  <a:lnTo>
                    <a:pt x="1517797" y="277894"/>
                  </a:lnTo>
                  <a:lnTo>
                    <a:pt x="1530038" y="267153"/>
                  </a:lnTo>
                  <a:lnTo>
                    <a:pt x="1542278" y="256540"/>
                  </a:lnTo>
                  <a:lnTo>
                    <a:pt x="1554518" y="246049"/>
                  </a:lnTo>
                  <a:lnTo>
                    <a:pt x="1566759" y="235674"/>
                  </a:lnTo>
                  <a:lnTo>
                    <a:pt x="1578999" y="225414"/>
                  </a:lnTo>
                  <a:lnTo>
                    <a:pt x="1591239" y="215275"/>
                  </a:lnTo>
                  <a:lnTo>
                    <a:pt x="1603479" y="205266"/>
                  </a:lnTo>
                  <a:lnTo>
                    <a:pt x="1615720" y="195398"/>
                  </a:lnTo>
                  <a:lnTo>
                    <a:pt x="1627960" y="185679"/>
                  </a:lnTo>
                  <a:lnTo>
                    <a:pt x="1640200" y="176118"/>
                  </a:lnTo>
                  <a:lnTo>
                    <a:pt x="1652441" y="166725"/>
                  </a:lnTo>
                  <a:lnTo>
                    <a:pt x="1664681" y="157508"/>
                  </a:lnTo>
                  <a:lnTo>
                    <a:pt x="1676921" y="148477"/>
                  </a:lnTo>
                  <a:lnTo>
                    <a:pt x="1689162" y="139641"/>
                  </a:lnTo>
                  <a:lnTo>
                    <a:pt x="1701402" y="131009"/>
                  </a:lnTo>
                  <a:lnTo>
                    <a:pt x="1713642" y="122590"/>
                  </a:lnTo>
                  <a:lnTo>
                    <a:pt x="1725882" y="114393"/>
                  </a:lnTo>
                  <a:lnTo>
                    <a:pt x="1738123" y="106428"/>
                  </a:lnTo>
                  <a:lnTo>
                    <a:pt x="1750363" y="98704"/>
                  </a:lnTo>
                  <a:lnTo>
                    <a:pt x="1762603" y="91229"/>
                  </a:lnTo>
                  <a:lnTo>
                    <a:pt x="1774844" y="84013"/>
                  </a:lnTo>
                  <a:lnTo>
                    <a:pt x="1787084" y="77065"/>
                  </a:lnTo>
                  <a:lnTo>
                    <a:pt x="1799324" y="70395"/>
                  </a:lnTo>
                  <a:lnTo>
                    <a:pt x="1811565" y="64010"/>
                  </a:lnTo>
                  <a:lnTo>
                    <a:pt x="1823805" y="57922"/>
                  </a:lnTo>
                  <a:lnTo>
                    <a:pt x="1836045" y="52137"/>
                  </a:lnTo>
                  <a:lnTo>
                    <a:pt x="1848286" y="46664"/>
                  </a:lnTo>
                  <a:lnTo>
                    <a:pt x="1860526" y="41513"/>
                  </a:lnTo>
                  <a:lnTo>
                    <a:pt x="1872766" y="36691"/>
                  </a:lnTo>
                  <a:lnTo>
                    <a:pt x="1885006" y="32206"/>
                  </a:lnTo>
                  <a:lnTo>
                    <a:pt x="1897247" y="28058"/>
                  </a:lnTo>
                  <a:lnTo>
                    <a:pt x="1909487" y="24237"/>
                  </a:lnTo>
                  <a:lnTo>
                    <a:pt x="1921727" y="20734"/>
                  </a:lnTo>
                  <a:lnTo>
                    <a:pt x="1933968" y="17540"/>
                  </a:lnTo>
                  <a:lnTo>
                    <a:pt x="1946208" y="14645"/>
                  </a:lnTo>
                  <a:lnTo>
                    <a:pt x="1958448" y="12042"/>
                  </a:lnTo>
                  <a:lnTo>
                    <a:pt x="1970689" y="9721"/>
                  </a:lnTo>
                  <a:lnTo>
                    <a:pt x="1982929" y="7672"/>
                  </a:lnTo>
                  <a:lnTo>
                    <a:pt x="1995169" y="5887"/>
                  </a:lnTo>
                  <a:lnTo>
                    <a:pt x="2007409" y="4356"/>
                  </a:lnTo>
                  <a:lnTo>
                    <a:pt x="2019650" y="3070"/>
                  </a:lnTo>
                  <a:lnTo>
                    <a:pt x="2031890" y="2021"/>
                  </a:lnTo>
                  <a:lnTo>
                    <a:pt x="2044130" y="1199"/>
                  </a:lnTo>
                  <a:lnTo>
                    <a:pt x="2056371" y="595"/>
                  </a:lnTo>
                  <a:lnTo>
                    <a:pt x="2068611" y="200"/>
                  </a:lnTo>
                  <a:lnTo>
                    <a:pt x="2080851" y="4"/>
                  </a:lnTo>
                  <a:lnTo>
                    <a:pt x="2093092" y="0"/>
                  </a:lnTo>
                  <a:lnTo>
                    <a:pt x="2105332" y="176"/>
                  </a:lnTo>
                  <a:lnTo>
                    <a:pt x="2117572" y="527"/>
                  </a:lnTo>
                  <a:lnTo>
                    <a:pt x="2129813" y="1057"/>
                  </a:lnTo>
                  <a:lnTo>
                    <a:pt x="2142053" y="1762"/>
                  </a:lnTo>
                  <a:lnTo>
                    <a:pt x="2154293" y="2632"/>
                  </a:lnTo>
                  <a:lnTo>
                    <a:pt x="2166533" y="3661"/>
                  </a:lnTo>
                  <a:lnTo>
                    <a:pt x="2178774" y="4838"/>
                  </a:lnTo>
                  <a:lnTo>
                    <a:pt x="2191014" y="615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78255" y="755389"/>
              <a:ext cx="2189796" cy="2072615"/>
            </a:xfrm>
            <a:custGeom>
              <a:avLst/>
              <a:pathLst>
                <a:path w="2189796" h="2072615">
                  <a:moveTo>
                    <a:pt x="0" y="1718806"/>
                  </a:moveTo>
                  <a:lnTo>
                    <a:pt x="12233" y="1756203"/>
                  </a:lnTo>
                  <a:lnTo>
                    <a:pt x="24466" y="1785880"/>
                  </a:lnTo>
                  <a:lnTo>
                    <a:pt x="36700" y="1801910"/>
                  </a:lnTo>
                  <a:lnTo>
                    <a:pt x="48933" y="1827328"/>
                  </a:lnTo>
                  <a:lnTo>
                    <a:pt x="61167" y="1849194"/>
                  </a:lnTo>
                  <a:lnTo>
                    <a:pt x="73400" y="1858641"/>
                  </a:lnTo>
                  <a:lnTo>
                    <a:pt x="85634" y="1875307"/>
                  </a:lnTo>
                  <a:lnTo>
                    <a:pt x="97867" y="1885411"/>
                  </a:lnTo>
                  <a:lnTo>
                    <a:pt x="110101" y="1894001"/>
                  </a:lnTo>
                  <a:lnTo>
                    <a:pt x="122334" y="1900246"/>
                  </a:lnTo>
                  <a:lnTo>
                    <a:pt x="134568" y="1904429"/>
                  </a:lnTo>
                  <a:lnTo>
                    <a:pt x="146801" y="1906525"/>
                  </a:lnTo>
                  <a:lnTo>
                    <a:pt x="159035" y="1902255"/>
                  </a:lnTo>
                  <a:lnTo>
                    <a:pt x="171268" y="1901305"/>
                  </a:lnTo>
                  <a:lnTo>
                    <a:pt x="183502" y="1902966"/>
                  </a:lnTo>
                  <a:lnTo>
                    <a:pt x="195735" y="1902881"/>
                  </a:lnTo>
                  <a:lnTo>
                    <a:pt x="207969" y="1897926"/>
                  </a:lnTo>
                  <a:lnTo>
                    <a:pt x="220202" y="1893631"/>
                  </a:lnTo>
                  <a:lnTo>
                    <a:pt x="232436" y="1889074"/>
                  </a:lnTo>
                  <a:lnTo>
                    <a:pt x="244669" y="1884537"/>
                  </a:lnTo>
                  <a:lnTo>
                    <a:pt x="256903" y="1880680"/>
                  </a:lnTo>
                  <a:lnTo>
                    <a:pt x="269136" y="1876042"/>
                  </a:lnTo>
                  <a:lnTo>
                    <a:pt x="281370" y="1870682"/>
                  </a:lnTo>
                  <a:lnTo>
                    <a:pt x="293603" y="1865034"/>
                  </a:lnTo>
                  <a:lnTo>
                    <a:pt x="305837" y="1859141"/>
                  </a:lnTo>
                  <a:lnTo>
                    <a:pt x="318070" y="1852728"/>
                  </a:lnTo>
                  <a:lnTo>
                    <a:pt x="330304" y="1845832"/>
                  </a:lnTo>
                  <a:lnTo>
                    <a:pt x="342537" y="1838324"/>
                  </a:lnTo>
                  <a:lnTo>
                    <a:pt x="354771" y="1830710"/>
                  </a:lnTo>
                  <a:lnTo>
                    <a:pt x="367004" y="1822621"/>
                  </a:lnTo>
                  <a:lnTo>
                    <a:pt x="379238" y="1814169"/>
                  </a:lnTo>
                  <a:lnTo>
                    <a:pt x="391471" y="1805422"/>
                  </a:lnTo>
                  <a:lnTo>
                    <a:pt x="403705" y="1796298"/>
                  </a:lnTo>
                  <a:lnTo>
                    <a:pt x="415938" y="1786088"/>
                  </a:lnTo>
                  <a:lnTo>
                    <a:pt x="428172" y="1775976"/>
                  </a:lnTo>
                  <a:lnTo>
                    <a:pt x="440405" y="1766013"/>
                  </a:lnTo>
                  <a:lnTo>
                    <a:pt x="452639" y="1755596"/>
                  </a:lnTo>
                  <a:lnTo>
                    <a:pt x="464872" y="1745530"/>
                  </a:lnTo>
                  <a:lnTo>
                    <a:pt x="477106" y="1735581"/>
                  </a:lnTo>
                  <a:lnTo>
                    <a:pt x="489339" y="1725063"/>
                  </a:lnTo>
                  <a:lnTo>
                    <a:pt x="501573" y="1715358"/>
                  </a:lnTo>
                  <a:lnTo>
                    <a:pt x="513806" y="1706226"/>
                  </a:lnTo>
                  <a:lnTo>
                    <a:pt x="526040" y="1697119"/>
                  </a:lnTo>
                  <a:lnTo>
                    <a:pt x="538273" y="1688028"/>
                  </a:lnTo>
                  <a:lnTo>
                    <a:pt x="550507" y="1678946"/>
                  </a:lnTo>
                  <a:lnTo>
                    <a:pt x="562740" y="1669863"/>
                  </a:lnTo>
                  <a:lnTo>
                    <a:pt x="574974" y="1661027"/>
                  </a:lnTo>
                  <a:lnTo>
                    <a:pt x="587207" y="1652627"/>
                  </a:lnTo>
                  <a:lnTo>
                    <a:pt x="599441" y="1644374"/>
                  </a:lnTo>
                  <a:lnTo>
                    <a:pt x="611674" y="1636153"/>
                  </a:lnTo>
                  <a:lnTo>
                    <a:pt x="623908" y="1627654"/>
                  </a:lnTo>
                  <a:lnTo>
                    <a:pt x="636141" y="1617730"/>
                  </a:lnTo>
                  <a:lnTo>
                    <a:pt x="648375" y="1607414"/>
                  </a:lnTo>
                  <a:lnTo>
                    <a:pt x="660608" y="1596745"/>
                  </a:lnTo>
                  <a:lnTo>
                    <a:pt x="672842" y="1586647"/>
                  </a:lnTo>
                  <a:lnTo>
                    <a:pt x="685075" y="1577077"/>
                  </a:lnTo>
                  <a:lnTo>
                    <a:pt x="697309" y="1566970"/>
                  </a:lnTo>
                  <a:lnTo>
                    <a:pt x="709542" y="1556536"/>
                  </a:lnTo>
                  <a:lnTo>
                    <a:pt x="721776" y="1545989"/>
                  </a:lnTo>
                  <a:lnTo>
                    <a:pt x="734009" y="1535322"/>
                  </a:lnTo>
                  <a:lnTo>
                    <a:pt x="746243" y="1523925"/>
                  </a:lnTo>
                  <a:lnTo>
                    <a:pt x="758476" y="1512633"/>
                  </a:lnTo>
                  <a:lnTo>
                    <a:pt x="770710" y="1502525"/>
                  </a:lnTo>
                  <a:lnTo>
                    <a:pt x="782943" y="1491300"/>
                  </a:lnTo>
                  <a:lnTo>
                    <a:pt x="795177" y="1479916"/>
                  </a:lnTo>
                  <a:lnTo>
                    <a:pt x="807410" y="1467415"/>
                  </a:lnTo>
                  <a:lnTo>
                    <a:pt x="819644" y="1454109"/>
                  </a:lnTo>
                  <a:lnTo>
                    <a:pt x="831877" y="1440778"/>
                  </a:lnTo>
                  <a:lnTo>
                    <a:pt x="844111" y="1428550"/>
                  </a:lnTo>
                  <a:lnTo>
                    <a:pt x="856344" y="1416265"/>
                  </a:lnTo>
                  <a:lnTo>
                    <a:pt x="868578" y="1403781"/>
                  </a:lnTo>
                  <a:lnTo>
                    <a:pt x="880811" y="1391085"/>
                  </a:lnTo>
                  <a:lnTo>
                    <a:pt x="893045" y="1378175"/>
                  </a:lnTo>
                  <a:lnTo>
                    <a:pt x="905278" y="1365056"/>
                  </a:lnTo>
                  <a:lnTo>
                    <a:pt x="917512" y="1351737"/>
                  </a:lnTo>
                  <a:lnTo>
                    <a:pt x="929745" y="1337604"/>
                  </a:lnTo>
                  <a:lnTo>
                    <a:pt x="941979" y="1324525"/>
                  </a:lnTo>
                  <a:lnTo>
                    <a:pt x="954212" y="1310647"/>
                  </a:lnTo>
                  <a:lnTo>
                    <a:pt x="966446" y="1296599"/>
                  </a:lnTo>
                  <a:lnTo>
                    <a:pt x="978679" y="1282045"/>
                  </a:lnTo>
                  <a:lnTo>
                    <a:pt x="990913" y="1268017"/>
                  </a:lnTo>
                  <a:lnTo>
                    <a:pt x="1003146" y="1253499"/>
                  </a:lnTo>
                  <a:lnTo>
                    <a:pt x="1015380" y="1238840"/>
                  </a:lnTo>
                  <a:lnTo>
                    <a:pt x="1027613" y="1224046"/>
                  </a:lnTo>
                  <a:lnTo>
                    <a:pt x="1039847" y="1209750"/>
                  </a:lnTo>
                  <a:lnTo>
                    <a:pt x="1052080" y="1195587"/>
                  </a:lnTo>
                  <a:lnTo>
                    <a:pt x="1064314" y="1181404"/>
                  </a:lnTo>
                  <a:lnTo>
                    <a:pt x="1076547" y="1167211"/>
                  </a:lnTo>
                  <a:lnTo>
                    <a:pt x="1088781" y="1153015"/>
                  </a:lnTo>
                  <a:lnTo>
                    <a:pt x="1101014" y="1138826"/>
                  </a:lnTo>
                  <a:lnTo>
                    <a:pt x="1113248" y="1123753"/>
                  </a:lnTo>
                  <a:lnTo>
                    <a:pt x="1125481" y="1109039"/>
                  </a:lnTo>
                  <a:lnTo>
                    <a:pt x="1137715" y="1093325"/>
                  </a:lnTo>
                  <a:lnTo>
                    <a:pt x="1149948" y="1077676"/>
                  </a:lnTo>
                  <a:lnTo>
                    <a:pt x="1162182" y="1062139"/>
                  </a:lnTo>
                  <a:lnTo>
                    <a:pt x="1174415" y="1046602"/>
                  </a:lnTo>
                  <a:lnTo>
                    <a:pt x="1186649" y="1030587"/>
                  </a:lnTo>
                  <a:lnTo>
                    <a:pt x="1198882" y="1014632"/>
                  </a:lnTo>
                  <a:lnTo>
                    <a:pt x="1211116" y="998464"/>
                  </a:lnTo>
                  <a:lnTo>
                    <a:pt x="1223349" y="982298"/>
                  </a:lnTo>
                  <a:lnTo>
                    <a:pt x="1235583" y="967208"/>
                  </a:lnTo>
                  <a:lnTo>
                    <a:pt x="1247816" y="951577"/>
                  </a:lnTo>
                  <a:lnTo>
                    <a:pt x="1260050" y="936049"/>
                  </a:lnTo>
                  <a:lnTo>
                    <a:pt x="1272283" y="920634"/>
                  </a:lnTo>
                  <a:lnTo>
                    <a:pt x="1284517" y="905339"/>
                  </a:lnTo>
                  <a:lnTo>
                    <a:pt x="1296750" y="890174"/>
                  </a:lnTo>
                  <a:lnTo>
                    <a:pt x="1308984" y="874745"/>
                  </a:lnTo>
                  <a:lnTo>
                    <a:pt x="1321217" y="857937"/>
                  </a:lnTo>
                  <a:lnTo>
                    <a:pt x="1333451" y="841372"/>
                  </a:lnTo>
                  <a:lnTo>
                    <a:pt x="1345684" y="826011"/>
                  </a:lnTo>
                  <a:lnTo>
                    <a:pt x="1357918" y="813944"/>
                  </a:lnTo>
                  <a:lnTo>
                    <a:pt x="1370151" y="802351"/>
                  </a:lnTo>
                  <a:lnTo>
                    <a:pt x="1382385" y="786939"/>
                  </a:lnTo>
                  <a:lnTo>
                    <a:pt x="1394618" y="771105"/>
                  </a:lnTo>
                  <a:lnTo>
                    <a:pt x="1406852" y="756626"/>
                  </a:lnTo>
                  <a:lnTo>
                    <a:pt x="1419085" y="744677"/>
                  </a:lnTo>
                  <a:lnTo>
                    <a:pt x="1431319" y="730536"/>
                  </a:lnTo>
                  <a:lnTo>
                    <a:pt x="1443552" y="716629"/>
                  </a:lnTo>
                  <a:lnTo>
                    <a:pt x="1455786" y="702842"/>
                  </a:lnTo>
                  <a:lnTo>
                    <a:pt x="1468019" y="687596"/>
                  </a:lnTo>
                  <a:lnTo>
                    <a:pt x="1480253" y="672671"/>
                  </a:lnTo>
                  <a:lnTo>
                    <a:pt x="1492486" y="657588"/>
                  </a:lnTo>
                  <a:lnTo>
                    <a:pt x="1504720" y="642066"/>
                  </a:lnTo>
                  <a:lnTo>
                    <a:pt x="1516953" y="626029"/>
                  </a:lnTo>
                  <a:lnTo>
                    <a:pt x="1529187" y="610573"/>
                  </a:lnTo>
                  <a:lnTo>
                    <a:pt x="1541420" y="595154"/>
                  </a:lnTo>
                  <a:lnTo>
                    <a:pt x="1553654" y="578921"/>
                  </a:lnTo>
                  <a:lnTo>
                    <a:pt x="1565887" y="564835"/>
                  </a:lnTo>
                  <a:lnTo>
                    <a:pt x="1578121" y="551696"/>
                  </a:lnTo>
                  <a:lnTo>
                    <a:pt x="1590354" y="538836"/>
                  </a:lnTo>
                  <a:lnTo>
                    <a:pt x="1602588" y="526267"/>
                  </a:lnTo>
                  <a:lnTo>
                    <a:pt x="1614821" y="514001"/>
                  </a:lnTo>
                  <a:lnTo>
                    <a:pt x="1627055" y="503095"/>
                  </a:lnTo>
                  <a:lnTo>
                    <a:pt x="1639288" y="492298"/>
                  </a:lnTo>
                  <a:lnTo>
                    <a:pt x="1651522" y="479686"/>
                  </a:lnTo>
                  <a:lnTo>
                    <a:pt x="1663755" y="468215"/>
                  </a:lnTo>
                  <a:lnTo>
                    <a:pt x="1675989" y="457650"/>
                  </a:lnTo>
                  <a:lnTo>
                    <a:pt x="1688222" y="447462"/>
                  </a:lnTo>
                  <a:lnTo>
                    <a:pt x="1700456" y="437297"/>
                  </a:lnTo>
                  <a:lnTo>
                    <a:pt x="1712689" y="426221"/>
                  </a:lnTo>
                  <a:lnTo>
                    <a:pt x="1724923" y="415711"/>
                  </a:lnTo>
                  <a:lnTo>
                    <a:pt x="1737156" y="405791"/>
                  </a:lnTo>
                  <a:lnTo>
                    <a:pt x="1749390" y="396483"/>
                  </a:lnTo>
                  <a:lnTo>
                    <a:pt x="1761623" y="382741"/>
                  </a:lnTo>
                  <a:lnTo>
                    <a:pt x="1773857" y="371876"/>
                  </a:lnTo>
                  <a:lnTo>
                    <a:pt x="1786090" y="362159"/>
                  </a:lnTo>
                  <a:lnTo>
                    <a:pt x="1798324" y="348609"/>
                  </a:lnTo>
                  <a:lnTo>
                    <a:pt x="1810557" y="343423"/>
                  </a:lnTo>
                  <a:lnTo>
                    <a:pt x="1822791" y="335020"/>
                  </a:lnTo>
                  <a:lnTo>
                    <a:pt x="1835024" y="324549"/>
                  </a:lnTo>
                  <a:lnTo>
                    <a:pt x="1847258" y="306517"/>
                  </a:lnTo>
                  <a:lnTo>
                    <a:pt x="1859491" y="291570"/>
                  </a:lnTo>
                  <a:lnTo>
                    <a:pt x="1871725" y="284009"/>
                  </a:lnTo>
                  <a:lnTo>
                    <a:pt x="1883958" y="266255"/>
                  </a:lnTo>
                  <a:lnTo>
                    <a:pt x="1896192" y="248445"/>
                  </a:lnTo>
                  <a:lnTo>
                    <a:pt x="1908425" y="231764"/>
                  </a:lnTo>
                  <a:lnTo>
                    <a:pt x="1920659" y="222114"/>
                  </a:lnTo>
                  <a:lnTo>
                    <a:pt x="1932892" y="213175"/>
                  </a:lnTo>
                  <a:lnTo>
                    <a:pt x="1945126" y="205002"/>
                  </a:lnTo>
                  <a:lnTo>
                    <a:pt x="1957359" y="197650"/>
                  </a:lnTo>
                  <a:lnTo>
                    <a:pt x="1969593" y="183048"/>
                  </a:lnTo>
                  <a:lnTo>
                    <a:pt x="1981826" y="169278"/>
                  </a:lnTo>
                  <a:lnTo>
                    <a:pt x="1994060" y="163998"/>
                  </a:lnTo>
                  <a:lnTo>
                    <a:pt x="2006293" y="162296"/>
                  </a:lnTo>
                  <a:lnTo>
                    <a:pt x="2018527" y="157195"/>
                  </a:lnTo>
                  <a:lnTo>
                    <a:pt x="2030760" y="155812"/>
                  </a:lnTo>
                  <a:lnTo>
                    <a:pt x="2042994" y="155866"/>
                  </a:lnTo>
                  <a:lnTo>
                    <a:pt x="2055227" y="157428"/>
                  </a:lnTo>
                  <a:lnTo>
                    <a:pt x="2067461" y="160568"/>
                  </a:lnTo>
                  <a:lnTo>
                    <a:pt x="2079694" y="165355"/>
                  </a:lnTo>
                  <a:lnTo>
                    <a:pt x="2091928" y="157411"/>
                  </a:lnTo>
                  <a:lnTo>
                    <a:pt x="2104161" y="145290"/>
                  </a:lnTo>
                  <a:lnTo>
                    <a:pt x="2116395" y="115326"/>
                  </a:lnTo>
                  <a:lnTo>
                    <a:pt x="2128628" y="78606"/>
                  </a:lnTo>
                  <a:lnTo>
                    <a:pt x="2140862" y="49699"/>
                  </a:lnTo>
                  <a:lnTo>
                    <a:pt x="2152690" y="0"/>
                  </a:lnTo>
                  <a:lnTo>
                    <a:pt x="2189796" y="0"/>
                  </a:lnTo>
                  <a:lnTo>
                    <a:pt x="2189796" y="855321"/>
                  </a:lnTo>
                  <a:lnTo>
                    <a:pt x="2177562" y="790317"/>
                  </a:lnTo>
                  <a:lnTo>
                    <a:pt x="2165329" y="776270"/>
                  </a:lnTo>
                  <a:lnTo>
                    <a:pt x="2153095" y="774565"/>
                  </a:lnTo>
                  <a:lnTo>
                    <a:pt x="2140862" y="747467"/>
                  </a:lnTo>
                  <a:lnTo>
                    <a:pt x="2128628" y="717574"/>
                  </a:lnTo>
                  <a:lnTo>
                    <a:pt x="2116395" y="689081"/>
                  </a:lnTo>
                  <a:lnTo>
                    <a:pt x="2104161" y="661971"/>
                  </a:lnTo>
                  <a:lnTo>
                    <a:pt x="2091928" y="636229"/>
                  </a:lnTo>
                  <a:lnTo>
                    <a:pt x="2079694" y="636749"/>
                  </a:lnTo>
                  <a:lnTo>
                    <a:pt x="2067461" y="623867"/>
                  </a:lnTo>
                  <a:lnTo>
                    <a:pt x="2055227" y="623173"/>
                  </a:lnTo>
                  <a:lnTo>
                    <a:pt x="2042994" y="629419"/>
                  </a:lnTo>
                  <a:lnTo>
                    <a:pt x="2030760" y="633271"/>
                  </a:lnTo>
                  <a:lnTo>
                    <a:pt x="2018527" y="634558"/>
                  </a:lnTo>
                  <a:lnTo>
                    <a:pt x="2006293" y="625253"/>
                  </a:lnTo>
                  <a:lnTo>
                    <a:pt x="1994060" y="629284"/>
                  </a:lnTo>
                  <a:lnTo>
                    <a:pt x="1981826" y="632015"/>
                  </a:lnTo>
                  <a:lnTo>
                    <a:pt x="1969593" y="633556"/>
                  </a:lnTo>
                  <a:lnTo>
                    <a:pt x="1957359" y="634017"/>
                  </a:lnTo>
                  <a:lnTo>
                    <a:pt x="1945126" y="636909"/>
                  </a:lnTo>
                  <a:lnTo>
                    <a:pt x="1932892" y="642367"/>
                  </a:lnTo>
                  <a:lnTo>
                    <a:pt x="1920659" y="645413"/>
                  </a:lnTo>
                  <a:lnTo>
                    <a:pt x="1908425" y="646292"/>
                  </a:lnTo>
                  <a:lnTo>
                    <a:pt x="1896192" y="645252"/>
                  </a:lnTo>
                  <a:lnTo>
                    <a:pt x="1883958" y="642538"/>
                  </a:lnTo>
                  <a:lnTo>
                    <a:pt x="1871725" y="638399"/>
                  </a:lnTo>
                  <a:lnTo>
                    <a:pt x="1859491" y="633080"/>
                  </a:lnTo>
                  <a:lnTo>
                    <a:pt x="1847258" y="631230"/>
                  </a:lnTo>
                  <a:lnTo>
                    <a:pt x="1835024" y="629103"/>
                  </a:lnTo>
                  <a:lnTo>
                    <a:pt x="1822791" y="626107"/>
                  </a:lnTo>
                  <a:lnTo>
                    <a:pt x="1810557" y="631230"/>
                  </a:lnTo>
                  <a:lnTo>
                    <a:pt x="1798324" y="632059"/>
                  </a:lnTo>
                  <a:lnTo>
                    <a:pt x="1786090" y="640975"/>
                  </a:lnTo>
                  <a:lnTo>
                    <a:pt x="1773857" y="640781"/>
                  </a:lnTo>
                  <a:lnTo>
                    <a:pt x="1761623" y="641014"/>
                  </a:lnTo>
                  <a:lnTo>
                    <a:pt x="1749390" y="639228"/>
                  </a:lnTo>
                  <a:lnTo>
                    <a:pt x="1737156" y="643393"/>
                  </a:lnTo>
                  <a:lnTo>
                    <a:pt x="1724923" y="649898"/>
                  </a:lnTo>
                  <a:lnTo>
                    <a:pt x="1712689" y="657083"/>
                  </a:lnTo>
                  <a:lnTo>
                    <a:pt x="1700456" y="663732"/>
                  </a:lnTo>
                  <a:lnTo>
                    <a:pt x="1688222" y="670925"/>
                  </a:lnTo>
                  <a:lnTo>
                    <a:pt x="1675989" y="677625"/>
                  </a:lnTo>
                  <a:lnTo>
                    <a:pt x="1663755" y="684206"/>
                  </a:lnTo>
                  <a:lnTo>
                    <a:pt x="1651522" y="691818"/>
                  </a:lnTo>
                  <a:lnTo>
                    <a:pt x="1639288" y="700488"/>
                  </a:lnTo>
                  <a:lnTo>
                    <a:pt x="1627055" y="711003"/>
                  </a:lnTo>
                  <a:lnTo>
                    <a:pt x="1614821" y="722983"/>
                  </a:lnTo>
                  <a:lnTo>
                    <a:pt x="1602588" y="734680"/>
                  </a:lnTo>
                  <a:lnTo>
                    <a:pt x="1590354" y="743498"/>
                  </a:lnTo>
                  <a:lnTo>
                    <a:pt x="1578121" y="755724"/>
                  </a:lnTo>
                  <a:lnTo>
                    <a:pt x="1565887" y="764538"/>
                  </a:lnTo>
                  <a:lnTo>
                    <a:pt x="1553654" y="773165"/>
                  </a:lnTo>
                  <a:lnTo>
                    <a:pt x="1541420" y="783989"/>
                  </a:lnTo>
                  <a:lnTo>
                    <a:pt x="1529187" y="794354"/>
                  </a:lnTo>
                  <a:lnTo>
                    <a:pt x="1516953" y="802742"/>
                  </a:lnTo>
                  <a:lnTo>
                    <a:pt x="1504720" y="812707"/>
                  </a:lnTo>
                  <a:lnTo>
                    <a:pt x="1492486" y="823847"/>
                  </a:lnTo>
                  <a:lnTo>
                    <a:pt x="1480253" y="834811"/>
                  </a:lnTo>
                  <a:lnTo>
                    <a:pt x="1468019" y="845613"/>
                  </a:lnTo>
                  <a:lnTo>
                    <a:pt x="1455786" y="856288"/>
                  </a:lnTo>
                  <a:lnTo>
                    <a:pt x="1443552" y="866870"/>
                  </a:lnTo>
                  <a:lnTo>
                    <a:pt x="1431319" y="877395"/>
                  </a:lnTo>
                  <a:lnTo>
                    <a:pt x="1419085" y="887962"/>
                  </a:lnTo>
                  <a:lnTo>
                    <a:pt x="1406852" y="898408"/>
                  </a:lnTo>
                  <a:lnTo>
                    <a:pt x="1394618" y="908967"/>
                  </a:lnTo>
                  <a:lnTo>
                    <a:pt x="1382385" y="924506"/>
                  </a:lnTo>
                  <a:lnTo>
                    <a:pt x="1370151" y="940836"/>
                  </a:lnTo>
                  <a:lnTo>
                    <a:pt x="1357918" y="956912"/>
                  </a:lnTo>
                  <a:lnTo>
                    <a:pt x="1345684" y="969201"/>
                  </a:lnTo>
                  <a:lnTo>
                    <a:pt x="1333451" y="980981"/>
                  </a:lnTo>
                  <a:lnTo>
                    <a:pt x="1321217" y="993668"/>
                  </a:lnTo>
                  <a:lnTo>
                    <a:pt x="1308984" y="1007875"/>
                  </a:lnTo>
                  <a:lnTo>
                    <a:pt x="1296750" y="1021952"/>
                  </a:lnTo>
                  <a:lnTo>
                    <a:pt x="1284517" y="1035900"/>
                  </a:lnTo>
                  <a:lnTo>
                    <a:pt x="1272283" y="1049725"/>
                  </a:lnTo>
                  <a:lnTo>
                    <a:pt x="1260050" y="1063430"/>
                  </a:lnTo>
                  <a:lnTo>
                    <a:pt x="1247816" y="1080130"/>
                  </a:lnTo>
                  <a:lnTo>
                    <a:pt x="1235583" y="1096921"/>
                  </a:lnTo>
                  <a:lnTo>
                    <a:pt x="1223349" y="1110389"/>
                  </a:lnTo>
                  <a:lnTo>
                    <a:pt x="1211116" y="1123708"/>
                  </a:lnTo>
                  <a:lnTo>
                    <a:pt x="1198882" y="1135968"/>
                  </a:lnTo>
                  <a:lnTo>
                    <a:pt x="1186649" y="1147707"/>
                  </a:lnTo>
                  <a:lnTo>
                    <a:pt x="1174415" y="1162362"/>
                  </a:lnTo>
                  <a:lnTo>
                    <a:pt x="1162182" y="1177053"/>
                  </a:lnTo>
                  <a:lnTo>
                    <a:pt x="1149948" y="1190668"/>
                  </a:lnTo>
                  <a:lnTo>
                    <a:pt x="1137715" y="1206002"/>
                  </a:lnTo>
                  <a:lnTo>
                    <a:pt x="1125481" y="1221449"/>
                  </a:lnTo>
                  <a:lnTo>
                    <a:pt x="1113248" y="1236887"/>
                  </a:lnTo>
                  <a:lnTo>
                    <a:pt x="1101014" y="1251809"/>
                  </a:lnTo>
                  <a:lnTo>
                    <a:pt x="1088781" y="1267427"/>
                  </a:lnTo>
                  <a:lnTo>
                    <a:pt x="1076547" y="1282992"/>
                  </a:lnTo>
                  <a:lnTo>
                    <a:pt x="1064314" y="1298238"/>
                  </a:lnTo>
                  <a:lnTo>
                    <a:pt x="1052080" y="1313397"/>
                  </a:lnTo>
                  <a:lnTo>
                    <a:pt x="1039847" y="1326481"/>
                  </a:lnTo>
                  <a:lnTo>
                    <a:pt x="1027613" y="1339420"/>
                  </a:lnTo>
                  <a:lnTo>
                    <a:pt x="1015380" y="1354024"/>
                  </a:lnTo>
                  <a:lnTo>
                    <a:pt x="1003146" y="1369394"/>
                  </a:lnTo>
                  <a:lnTo>
                    <a:pt x="990913" y="1384606"/>
                  </a:lnTo>
                  <a:lnTo>
                    <a:pt x="978679" y="1399642"/>
                  </a:lnTo>
                  <a:lnTo>
                    <a:pt x="966446" y="1414491"/>
                  </a:lnTo>
                  <a:lnTo>
                    <a:pt x="954212" y="1429136"/>
                  </a:lnTo>
                  <a:lnTo>
                    <a:pt x="941979" y="1443284"/>
                  </a:lnTo>
                  <a:lnTo>
                    <a:pt x="929745" y="1456699"/>
                  </a:lnTo>
                  <a:lnTo>
                    <a:pt x="917512" y="1469854"/>
                  </a:lnTo>
                  <a:lnTo>
                    <a:pt x="905278" y="1482731"/>
                  </a:lnTo>
                  <a:lnTo>
                    <a:pt x="893045" y="1495085"/>
                  </a:lnTo>
                  <a:lnTo>
                    <a:pt x="880811" y="1506927"/>
                  </a:lnTo>
                  <a:lnTo>
                    <a:pt x="868578" y="1518461"/>
                  </a:lnTo>
                  <a:lnTo>
                    <a:pt x="856344" y="1529690"/>
                  </a:lnTo>
                  <a:lnTo>
                    <a:pt x="844111" y="1540633"/>
                  </a:lnTo>
                  <a:lnTo>
                    <a:pt x="831877" y="1552766"/>
                  </a:lnTo>
                  <a:lnTo>
                    <a:pt x="819644" y="1564284"/>
                  </a:lnTo>
                  <a:lnTo>
                    <a:pt x="807410" y="1574538"/>
                  </a:lnTo>
                  <a:lnTo>
                    <a:pt x="795177" y="1584136"/>
                  </a:lnTo>
                  <a:lnTo>
                    <a:pt x="782943" y="1593473"/>
                  </a:lnTo>
                  <a:lnTo>
                    <a:pt x="770710" y="1604495"/>
                  </a:lnTo>
                  <a:lnTo>
                    <a:pt x="758476" y="1614380"/>
                  </a:lnTo>
                  <a:lnTo>
                    <a:pt x="746243" y="1624172"/>
                  </a:lnTo>
                  <a:lnTo>
                    <a:pt x="734009" y="1635274"/>
                  </a:lnTo>
                  <a:lnTo>
                    <a:pt x="721776" y="1646240"/>
                  </a:lnTo>
                  <a:lnTo>
                    <a:pt x="709542" y="1657078"/>
                  </a:lnTo>
                  <a:lnTo>
                    <a:pt x="697309" y="1668015"/>
                  </a:lnTo>
                  <a:lnTo>
                    <a:pt x="685075" y="1679554"/>
                  </a:lnTo>
                  <a:lnTo>
                    <a:pt x="672842" y="1691013"/>
                  </a:lnTo>
                  <a:lnTo>
                    <a:pt x="660608" y="1702387"/>
                  </a:lnTo>
                  <a:lnTo>
                    <a:pt x="648375" y="1713279"/>
                  </a:lnTo>
                  <a:lnTo>
                    <a:pt x="636141" y="1723347"/>
                  </a:lnTo>
                  <a:lnTo>
                    <a:pt x="623908" y="1733286"/>
                  </a:lnTo>
                  <a:lnTo>
                    <a:pt x="611674" y="1743098"/>
                  </a:lnTo>
                  <a:lnTo>
                    <a:pt x="599441" y="1752990"/>
                  </a:lnTo>
                  <a:lnTo>
                    <a:pt x="587207" y="1762205"/>
                  </a:lnTo>
                  <a:lnTo>
                    <a:pt x="574974" y="1771822"/>
                  </a:lnTo>
                  <a:lnTo>
                    <a:pt x="562740" y="1781173"/>
                  </a:lnTo>
                  <a:lnTo>
                    <a:pt x="550507" y="1790748"/>
                  </a:lnTo>
                  <a:lnTo>
                    <a:pt x="538273" y="1800813"/>
                  </a:lnTo>
                  <a:lnTo>
                    <a:pt x="526040" y="1810896"/>
                  </a:lnTo>
                  <a:lnTo>
                    <a:pt x="513806" y="1821005"/>
                  </a:lnTo>
                  <a:lnTo>
                    <a:pt x="501573" y="1831150"/>
                  </a:lnTo>
                  <a:lnTo>
                    <a:pt x="489339" y="1841342"/>
                  </a:lnTo>
                  <a:lnTo>
                    <a:pt x="477106" y="1851590"/>
                  </a:lnTo>
                  <a:lnTo>
                    <a:pt x="464872" y="1860917"/>
                  </a:lnTo>
                  <a:lnTo>
                    <a:pt x="452639" y="1867778"/>
                  </a:lnTo>
                  <a:lnTo>
                    <a:pt x="440405" y="1876675"/>
                  </a:lnTo>
                  <a:lnTo>
                    <a:pt x="428172" y="1889295"/>
                  </a:lnTo>
                  <a:lnTo>
                    <a:pt x="415938" y="1902040"/>
                  </a:lnTo>
                  <a:lnTo>
                    <a:pt x="403705" y="1911474"/>
                  </a:lnTo>
                  <a:lnTo>
                    <a:pt x="391471" y="1918553"/>
                  </a:lnTo>
                  <a:lnTo>
                    <a:pt x="379238" y="1928669"/>
                  </a:lnTo>
                  <a:lnTo>
                    <a:pt x="367004" y="1939474"/>
                  </a:lnTo>
                  <a:lnTo>
                    <a:pt x="354771" y="1950134"/>
                  </a:lnTo>
                  <a:lnTo>
                    <a:pt x="342537" y="1963312"/>
                  </a:lnTo>
                  <a:lnTo>
                    <a:pt x="330304" y="1975439"/>
                  </a:lnTo>
                  <a:lnTo>
                    <a:pt x="318070" y="1984626"/>
                  </a:lnTo>
                  <a:lnTo>
                    <a:pt x="305837" y="1993400"/>
                  </a:lnTo>
                  <a:lnTo>
                    <a:pt x="293603" y="2001710"/>
                  </a:lnTo>
                  <a:lnTo>
                    <a:pt x="281370" y="2012275"/>
                  </a:lnTo>
                  <a:lnTo>
                    <a:pt x="269136" y="2022443"/>
                  </a:lnTo>
                  <a:lnTo>
                    <a:pt x="256903" y="2028046"/>
                  </a:lnTo>
                  <a:lnTo>
                    <a:pt x="244669" y="2034519"/>
                  </a:lnTo>
                  <a:lnTo>
                    <a:pt x="232436" y="2042016"/>
                  </a:lnTo>
                  <a:lnTo>
                    <a:pt x="220202" y="2045459"/>
                  </a:lnTo>
                  <a:lnTo>
                    <a:pt x="207969" y="2050880"/>
                  </a:lnTo>
                  <a:lnTo>
                    <a:pt x="195735" y="2055595"/>
                  </a:lnTo>
                  <a:lnTo>
                    <a:pt x="183502" y="2059902"/>
                  </a:lnTo>
                  <a:lnTo>
                    <a:pt x="171268" y="2061454"/>
                  </a:lnTo>
                  <a:lnTo>
                    <a:pt x="159035" y="2063104"/>
                  </a:lnTo>
                  <a:lnTo>
                    <a:pt x="146801" y="2066836"/>
                  </a:lnTo>
                  <a:lnTo>
                    <a:pt x="134568" y="2068280"/>
                  </a:lnTo>
                  <a:lnTo>
                    <a:pt x="122334" y="2067937"/>
                  </a:lnTo>
                  <a:lnTo>
                    <a:pt x="110101" y="2066625"/>
                  </a:lnTo>
                  <a:lnTo>
                    <a:pt x="97867" y="2067164"/>
                  </a:lnTo>
                  <a:lnTo>
                    <a:pt x="85634" y="2069205"/>
                  </a:lnTo>
                  <a:lnTo>
                    <a:pt x="73400" y="2070608"/>
                  </a:lnTo>
                  <a:lnTo>
                    <a:pt x="61167" y="2072615"/>
                  </a:lnTo>
                  <a:lnTo>
                    <a:pt x="48933" y="2071408"/>
                  </a:lnTo>
                  <a:lnTo>
                    <a:pt x="36700" y="2070744"/>
                  </a:lnTo>
                  <a:lnTo>
                    <a:pt x="24466" y="2070700"/>
                  </a:lnTo>
                  <a:lnTo>
                    <a:pt x="12233" y="2071954"/>
                  </a:lnTo>
                  <a:lnTo>
                    <a:pt x="0" y="20710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78255" y="755389"/>
              <a:ext cx="2152690" cy="1906525"/>
            </a:xfrm>
            <a:custGeom>
              <a:avLst/>
              <a:pathLst>
                <a:path w="2152690" h="1906525">
                  <a:moveTo>
                    <a:pt x="0" y="1718806"/>
                  </a:moveTo>
                  <a:lnTo>
                    <a:pt x="12233" y="1756203"/>
                  </a:lnTo>
                  <a:lnTo>
                    <a:pt x="24466" y="1785880"/>
                  </a:lnTo>
                  <a:lnTo>
                    <a:pt x="36700" y="1801910"/>
                  </a:lnTo>
                  <a:lnTo>
                    <a:pt x="48933" y="1827328"/>
                  </a:lnTo>
                  <a:lnTo>
                    <a:pt x="61167" y="1849194"/>
                  </a:lnTo>
                  <a:lnTo>
                    <a:pt x="73400" y="1858641"/>
                  </a:lnTo>
                  <a:lnTo>
                    <a:pt x="85634" y="1875307"/>
                  </a:lnTo>
                  <a:lnTo>
                    <a:pt x="97867" y="1885411"/>
                  </a:lnTo>
                  <a:lnTo>
                    <a:pt x="110101" y="1894001"/>
                  </a:lnTo>
                  <a:lnTo>
                    <a:pt x="122334" y="1900246"/>
                  </a:lnTo>
                  <a:lnTo>
                    <a:pt x="134568" y="1904429"/>
                  </a:lnTo>
                  <a:lnTo>
                    <a:pt x="146801" y="1906525"/>
                  </a:lnTo>
                  <a:lnTo>
                    <a:pt x="159035" y="1902255"/>
                  </a:lnTo>
                  <a:lnTo>
                    <a:pt x="171268" y="1901305"/>
                  </a:lnTo>
                  <a:lnTo>
                    <a:pt x="183502" y="1902966"/>
                  </a:lnTo>
                  <a:lnTo>
                    <a:pt x="195735" y="1902881"/>
                  </a:lnTo>
                  <a:lnTo>
                    <a:pt x="207969" y="1897926"/>
                  </a:lnTo>
                  <a:lnTo>
                    <a:pt x="220202" y="1893631"/>
                  </a:lnTo>
                  <a:lnTo>
                    <a:pt x="232436" y="1889074"/>
                  </a:lnTo>
                  <a:lnTo>
                    <a:pt x="244669" y="1884537"/>
                  </a:lnTo>
                  <a:lnTo>
                    <a:pt x="256903" y="1880680"/>
                  </a:lnTo>
                  <a:lnTo>
                    <a:pt x="269136" y="1876042"/>
                  </a:lnTo>
                  <a:lnTo>
                    <a:pt x="281370" y="1870682"/>
                  </a:lnTo>
                  <a:lnTo>
                    <a:pt x="293603" y="1865034"/>
                  </a:lnTo>
                  <a:lnTo>
                    <a:pt x="305837" y="1859141"/>
                  </a:lnTo>
                  <a:lnTo>
                    <a:pt x="318070" y="1852728"/>
                  </a:lnTo>
                  <a:lnTo>
                    <a:pt x="330304" y="1845832"/>
                  </a:lnTo>
                  <a:lnTo>
                    <a:pt x="342537" y="1838324"/>
                  </a:lnTo>
                  <a:lnTo>
                    <a:pt x="354771" y="1830710"/>
                  </a:lnTo>
                  <a:lnTo>
                    <a:pt x="367004" y="1822621"/>
                  </a:lnTo>
                  <a:lnTo>
                    <a:pt x="379238" y="1814169"/>
                  </a:lnTo>
                  <a:lnTo>
                    <a:pt x="391471" y="1805422"/>
                  </a:lnTo>
                  <a:lnTo>
                    <a:pt x="403705" y="1796298"/>
                  </a:lnTo>
                  <a:lnTo>
                    <a:pt x="415938" y="1786088"/>
                  </a:lnTo>
                  <a:lnTo>
                    <a:pt x="428172" y="1775976"/>
                  </a:lnTo>
                  <a:lnTo>
                    <a:pt x="440405" y="1766013"/>
                  </a:lnTo>
                  <a:lnTo>
                    <a:pt x="452639" y="1755596"/>
                  </a:lnTo>
                  <a:lnTo>
                    <a:pt x="464872" y="1745530"/>
                  </a:lnTo>
                  <a:lnTo>
                    <a:pt x="477106" y="1735581"/>
                  </a:lnTo>
                  <a:lnTo>
                    <a:pt x="489339" y="1725063"/>
                  </a:lnTo>
                  <a:lnTo>
                    <a:pt x="501573" y="1715358"/>
                  </a:lnTo>
                  <a:lnTo>
                    <a:pt x="513806" y="1706226"/>
                  </a:lnTo>
                  <a:lnTo>
                    <a:pt x="526040" y="1697119"/>
                  </a:lnTo>
                  <a:lnTo>
                    <a:pt x="538273" y="1688028"/>
                  </a:lnTo>
                  <a:lnTo>
                    <a:pt x="550507" y="1678946"/>
                  </a:lnTo>
                  <a:lnTo>
                    <a:pt x="562740" y="1669863"/>
                  </a:lnTo>
                  <a:lnTo>
                    <a:pt x="574974" y="1661027"/>
                  </a:lnTo>
                  <a:lnTo>
                    <a:pt x="587207" y="1652627"/>
                  </a:lnTo>
                  <a:lnTo>
                    <a:pt x="599441" y="1644374"/>
                  </a:lnTo>
                  <a:lnTo>
                    <a:pt x="611674" y="1636153"/>
                  </a:lnTo>
                  <a:lnTo>
                    <a:pt x="623908" y="1627654"/>
                  </a:lnTo>
                  <a:lnTo>
                    <a:pt x="636141" y="1617730"/>
                  </a:lnTo>
                  <a:lnTo>
                    <a:pt x="648375" y="1607414"/>
                  </a:lnTo>
                  <a:lnTo>
                    <a:pt x="660608" y="1596745"/>
                  </a:lnTo>
                  <a:lnTo>
                    <a:pt x="672842" y="1586647"/>
                  </a:lnTo>
                  <a:lnTo>
                    <a:pt x="685075" y="1577077"/>
                  </a:lnTo>
                  <a:lnTo>
                    <a:pt x="697309" y="1566970"/>
                  </a:lnTo>
                  <a:lnTo>
                    <a:pt x="709542" y="1556536"/>
                  </a:lnTo>
                  <a:lnTo>
                    <a:pt x="721776" y="1545989"/>
                  </a:lnTo>
                  <a:lnTo>
                    <a:pt x="734009" y="1535322"/>
                  </a:lnTo>
                  <a:lnTo>
                    <a:pt x="746243" y="1523925"/>
                  </a:lnTo>
                  <a:lnTo>
                    <a:pt x="758476" y="1512633"/>
                  </a:lnTo>
                  <a:lnTo>
                    <a:pt x="770710" y="1502525"/>
                  </a:lnTo>
                  <a:lnTo>
                    <a:pt x="782943" y="1491300"/>
                  </a:lnTo>
                  <a:lnTo>
                    <a:pt x="795177" y="1479916"/>
                  </a:lnTo>
                  <a:lnTo>
                    <a:pt x="807410" y="1467415"/>
                  </a:lnTo>
                  <a:lnTo>
                    <a:pt x="819644" y="1454109"/>
                  </a:lnTo>
                  <a:lnTo>
                    <a:pt x="831877" y="1440778"/>
                  </a:lnTo>
                  <a:lnTo>
                    <a:pt x="844111" y="1428550"/>
                  </a:lnTo>
                  <a:lnTo>
                    <a:pt x="856344" y="1416265"/>
                  </a:lnTo>
                  <a:lnTo>
                    <a:pt x="868578" y="1403781"/>
                  </a:lnTo>
                  <a:lnTo>
                    <a:pt x="880811" y="1391085"/>
                  </a:lnTo>
                  <a:lnTo>
                    <a:pt x="893045" y="1378175"/>
                  </a:lnTo>
                  <a:lnTo>
                    <a:pt x="905278" y="1365056"/>
                  </a:lnTo>
                  <a:lnTo>
                    <a:pt x="917512" y="1351737"/>
                  </a:lnTo>
                  <a:lnTo>
                    <a:pt x="929745" y="1337604"/>
                  </a:lnTo>
                  <a:lnTo>
                    <a:pt x="941979" y="1324525"/>
                  </a:lnTo>
                  <a:lnTo>
                    <a:pt x="954212" y="1310647"/>
                  </a:lnTo>
                  <a:lnTo>
                    <a:pt x="966446" y="1296599"/>
                  </a:lnTo>
                  <a:lnTo>
                    <a:pt x="978679" y="1282045"/>
                  </a:lnTo>
                  <a:lnTo>
                    <a:pt x="990913" y="1268017"/>
                  </a:lnTo>
                  <a:lnTo>
                    <a:pt x="1003146" y="1253499"/>
                  </a:lnTo>
                  <a:lnTo>
                    <a:pt x="1015380" y="1238840"/>
                  </a:lnTo>
                  <a:lnTo>
                    <a:pt x="1027613" y="1224046"/>
                  </a:lnTo>
                  <a:lnTo>
                    <a:pt x="1039847" y="1209750"/>
                  </a:lnTo>
                  <a:lnTo>
                    <a:pt x="1052080" y="1195587"/>
                  </a:lnTo>
                  <a:lnTo>
                    <a:pt x="1064314" y="1181404"/>
                  </a:lnTo>
                  <a:lnTo>
                    <a:pt x="1076547" y="1167211"/>
                  </a:lnTo>
                  <a:lnTo>
                    <a:pt x="1088781" y="1153015"/>
                  </a:lnTo>
                  <a:lnTo>
                    <a:pt x="1101014" y="1138826"/>
                  </a:lnTo>
                  <a:lnTo>
                    <a:pt x="1113248" y="1123753"/>
                  </a:lnTo>
                  <a:lnTo>
                    <a:pt x="1125481" y="1109039"/>
                  </a:lnTo>
                  <a:lnTo>
                    <a:pt x="1137715" y="1093325"/>
                  </a:lnTo>
                  <a:lnTo>
                    <a:pt x="1149948" y="1077676"/>
                  </a:lnTo>
                  <a:lnTo>
                    <a:pt x="1162182" y="1062139"/>
                  </a:lnTo>
                  <a:lnTo>
                    <a:pt x="1174415" y="1046602"/>
                  </a:lnTo>
                  <a:lnTo>
                    <a:pt x="1186649" y="1030587"/>
                  </a:lnTo>
                  <a:lnTo>
                    <a:pt x="1198882" y="1014632"/>
                  </a:lnTo>
                  <a:lnTo>
                    <a:pt x="1211116" y="998464"/>
                  </a:lnTo>
                  <a:lnTo>
                    <a:pt x="1223349" y="982298"/>
                  </a:lnTo>
                  <a:lnTo>
                    <a:pt x="1235583" y="967208"/>
                  </a:lnTo>
                  <a:lnTo>
                    <a:pt x="1247816" y="951577"/>
                  </a:lnTo>
                  <a:lnTo>
                    <a:pt x="1260050" y="936049"/>
                  </a:lnTo>
                  <a:lnTo>
                    <a:pt x="1272283" y="920634"/>
                  </a:lnTo>
                  <a:lnTo>
                    <a:pt x="1284517" y="905339"/>
                  </a:lnTo>
                  <a:lnTo>
                    <a:pt x="1296750" y="890174"/>
                  </a:lnTo>
                  <a:lnTo>
                    <a:pt x="1308984" y="874745"/>
                  </a:lnTo>
                  <a:lnTo>
                    <a:pt x="1321217" y="857937"/>
                  </a:lnTo>
                  <a:lnTo>
                    <a:pt x="1333451" y="841372"/>
                  </a:lnTo>
                  <a:lnTo>
                    <a:pt x="1345684" y="826011"/>
                  </a:lnTo>
                  <a:lnTo>
                    <a:pt x="1357918" y="813944"/>
                  </a:lnTo>
                  <a:lnTo>
                    <a:pt x="1370151" y="802351"/>
                  </a:lnTo>
                  <a:lnTo>
                    <a:pt x="1382385" y="786939"/>
                  </a:lnTo>
                  <a:lnTo>
                    <a:pt x="1394618" y="771105"/>
                  </a:lnTo>
                  <a:lnTo>
                    <a:pt x="1406852" y="756626"/>
                  </a:lnTo>
                  <a:lnTo>
                    <a:pt x="1419085" y="744677"/>
                  </a:lnTo>
                  <a:lnTo>
                    <a:pt x="1431319" y="730536"/>
                  </a:lnTo>
                  <a:lnTo>
                    <a:pt x="1443552" y="716629"/>
                  </a:lnTo>
                  <a:lnTo>
                    <a:pt x="1455786" y="702842"/>
                  </a:lnTo>
                  <a:lnTo>
                    <a:pt x="1468019" y="687596"/>
                  </a:lnTo>
                  <a:lnTo>
                    <a:pt x="1480253" y="672671"/>
                  </a:lnTo>
                  <a:lnTo>
                    <a:pt x="1492486" y="657588"/>
                  </a:lnTo>
                  <a:lnTo>
                    <a:pt x="1504720" y="642066"/>
                  </a:lnTo>
                  <a:lnTo>
                    <a:pt x="1516953" y="626029"/>
                  </a:lnTo>
                  <a:lnTo>
                    <a:pt x="1529187" y="610573"/>
                  </a:lnTo>
                  <a:lnTo>
                    <a:pt x="1541420" y="595154"/>
                  </a:lnTo>
                  <a:lnTo>
                    <a:pt x="1553654" y="578921"/>
                  </a:lnTo>
                  <a:lnTo>
                    <a:pt x="1565887" y="564835"/>
                  </a:lnTo>
                  <a:lnTo>
                    <a:pt x="1578121" y="551696"/>
                  </a:lnTo>
                  <a:lnTo>
                    <a:pt x="1590354" y="538836"/>
                  </a:lnTo>
                  <a:lnTo>
                    <a:pt x="1602588" y="526267"/>
                  </a:lnTo>
                  <a:lnTo>
                    <a:pt x="1614821" y="514001"/>
                  </a:lnTo>
                  <a:lnTo>
                    <a:pt x="1627055" y="503095"/>
                  </a:lnTo>
                  <a:lnTo>
                    <a:pt x="1639288" y="492298"/>
                  </a:lnTo>
                  <a:lnTo>
                    <a:pt x="1651522" y="479686"/>
                  </a:lnTo>
                  <a:lnTo>
                    <a:pt x="1663755" y="468215"/>
                  </a:lnTo>
                  <a:lnTo>
                    <a:pt x="1675989" y="457650"/>
                  </a:lnTo>
                  <a:lnTo>
                    <a:pt x="1688222" y="447462"/>
                  </a:lnTo>
                  <a:lnTo>
                    <a:pt x="1700456" y="437297"/>
                  </a:lnTo>
                  <a:lnTo>
                    <a:pt x="1712689" y="426221"/>
                  </a:lnTo>
                  <a:lnTo>
                    <a:pt x="1724923" y="415711"/>
                  </a:lnTo>
                  <a:lnTo>
                    <a:pt x="1737156" y="405791"/>
                  </a:lnTo>
                  <a:lnTo>
                    <a:pt x="1749390" y="396483"/>
                  </a:lnTo>
                  <a:lnTo>
                    <a:pt x="1761623" y="382741"/>
                  </a:lnTo>
                  <a:lnTo>
                    <a:pt x="1773857" y="371876"/>
                  </a:lnTo>
                  <a:lnTo>
                    <a:pt x="1786090" y="362159"/>
                  </a:lnTo>
                  <a:lnTo>
                    <a:pt x="1798324" y="348609"/>
                  </a:lnTo>
                  <a:lnTo>
                    <a:pt x="1810557" y="343423"/>
                  </a:lnTo>
                  <a:lnTo>
                    <a:pt x="1822791" y="335020"/>
                  </a:lnTo>
                  <a:lnTo>
                    <a:pt x="1835024" y="324549"/>
                  </a:lnTo>
                  <a:lnTo>
                    <a:pt x="1847258" y="306517"/>
                  </a:lnTo>
                  <a:lnTo>
                    <a:pt x="1859491" y="291570"/>
                  </a:lnTo>
                  <a:lnTo>
                    <a:pt x="1871725" y="284009"/>
                  </a:lnTo>
                  <a:lnTo>
                    <a:pt x="1883958" y="266255"/>
                  </a:lnTo>
                  <a:lnTo>
                    <a:pt x="1896192" y="248445"/>
                  </a:lnTo>
                  <a:lnTo>
                    <a:pt x="1908425" y="231764"/>
                  </a:lnTo>
                  <a:lnTo>
                    <a:pt x="1920659" y="222114"/>
                  </a:lnTo>
                  <a:lnTo>
                    <a:pt x="1932892" y="213175"/>
                  </a:lnTo>
                  <a:lnTo>
                    <a:pt x="1945126" y="205002"/>
                  </a:lnTo>
                  <a:lnTo>
                    <a:pt x="1957359" y="197650"/>
                  </a:lnTo>
                  <a:lnTo>
                    <a:pt x="1969593" y="183048"/>
                  </a:lnTo>
                  <a:lnTo>
                    <a:pt x="1981826" y="169278"/>
                  </a:lnTo>
                  <a:lnTo>
                    <a:pt x="1994060" y="163998"/>
                  </a:lnTo>
                  <a:lnTo>
                    <a:pt x="2006293" y="162296"/>
                  </a:lnTo>
                  <a:lnTo>
                    <a:pt x="2018527" y="157195"/>
                  </a:lnTo>
                  <a:lnTo>
                    <a:pt x="2030760" y="155812"/>
                  </a:lnTo>
                  <a:lnTo>
                    <a:pt x="2042994" y="155866"/>
                  </a:lnTo>
                  <a:lnTo>
                    <a:pt x="2055227" y="157428"/>
                  </a:lnTo>
                  <a:lnTo>
                    <a:pt x="2067461" y="160568"/>
                  </a:lnTo>
                  <a:lnTo>
                    <a:pt x="2079694" y="165355"/>
                  </a:lnTo>
                  <a:lnTo>
                    <a:pt x="2091928" y="157411"/>
                  </a:lnTo>
                  <a:lnTo>
                    <a:pt x="2104161" y="145290"/>
                  </a:lnTo>
                  <a:lnTo>
                    <a:pt x="2116395" y="115326"/>
                  </a:lnTo>
                  <a:lnTo>
                    <a:pt x="2128628" y="78606"/>
                  </a:lnTo>
                  <a:lnTo>
                    <a:pt x="2140862" y="49699"/>
                  </a:lnTo>
                  <a:lnTo>
                    <a:pt x="215269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78255" y="1378562"/>
              <a:ext cx="2189796" cy="1449442"/>
            </a:xfrm>
            <a:custGeom>
              <a:avLst/>
              <a:pathLst>
                <a:path w="2189796" h="1449442">
                  <a:moveTo>
                    <a:pt x="2189796" y="232148"/>
                  </a:moveTo>
                  <a:lnTo>
                    <a:pt x="2177562" y="167144"/>
                  </a:lnTo>
                  <a:lnTo>
                    <a:pt x="2165329" y="153097"/>
                  </a:lnTo>
                  <a:lnTo>
                    <a:pt x="2153095" y="151391"/>
                  </a:lnTo>
                  <a:lnTo>
                    <a:pt x="2140862" y="124294"/>
                  </a:lnTo>
                  <a:lnTo>
                    <a:pt x="2128628" y="94401"/>
                  </a:lnTo>
                  <a:lnTo>
                    <a:pt x="2116395" y="65907"/>
                  </a:lnTo>
                  <a:lnTo>
                    <a:pt x="2104161" y="38798"/>
                  </a:lnTo>
                  <a:lnTo>
                    <a:pt x="2091928" y="13056"/>
                  </a:lnTo>
                  <a:lnTo>
                    <a:pt x="2079694" y="13576"/>
                  </a:lnTo>
                  <a:lnTo>
                    <a:pt x="2067461" y="694"/>
                  </a:lnTo>
                  <a:lnTo>
                    <a:pt x="2055227" y="0"/>
                  </a:lnTo>
                  <a:lnTo>
                    <a:pt x="2042994" y="6246"/>
                  </a:lnTo>
                  <a:lnTo>
                    <a:pt x="2030760" y="10098"/>
                  </a:lnTo>
                  <a:lnTo>
                    <a:pt x="2018527" y="11384"/>
                  </a:lnTo>
                  <a:lnTo>
                    <a:pt x="2006293" y="2080"/>
                  </a:lnTo>
                  <a:lnTo>
                    <a:pt x="1994060" y="6111"/>
                  </a:lnTo>
                  <a:lnTo>
                    <a:pt x="1981826" y="8842"/>
                  </a:lnTo>
                  <a:lnTo>
                    <a:pt x="1969593" y="10383"/>
                  </a:lnTo>
                  <a:lnTo>
                    <a:pt x="1957359" y="10844"/>
                  </a:lnTo>
                  <a:lnTo>
                    <a:pt x="1945126" y="13736"/>
                  </a:lnTo>
                  <a:lnTo>
                    <a:pt x="1932892" y="19194"/>
                  </a:lnTo>
                  <a:lnTo>
                    <a:pt x="1920659" y="22240"/>
                  </a:lnTo>
                  <a:lnTo>
                    <a:pt x="1908425" y="23119"/>
                  </a:lnTo>
                  <a:lnTo>
                    <a:pt x="1896192" y="22078"/>
                  </a:lnTo>
                  <a:lnTo>
                    <a:pt x="1883958" y="19365"/>
                  </a:lnTo>
                  <a:lnTo>
                    <a:pt x="1871725" y="15226"/>
                  </a:lnTo>
                  <a:lnTo>
                    <a:pt x="1859491" y="9907"/>
                  </a:lnTo>
                  <a:lnTo>
                    <a:pt x="1847258" y="8057"/>
                  </a:lnTo>
                  <a:lnTo>
                    <a:pt x="1835024" y="5930"/>
                  </a:lnTo>
                  <a:lnTo>
                    <a:pt x="1822791" y="2934"/>
                  </a:lnTo>
                  <a:lnTo>
                    <a:pt x="1810557" y="8057"/>
                  </a:lnTo>
                  <a:lnTo>
                    <a:pt x="1798324" y="8886"/>
                  </a:lnTo>
                  <a:lnTo>
                    <a:pt x="1786090" y="17802"/>
                  </a:lnTo>
                  <a:lnTo>
                    <a:pt x="1773857" y="17608"/>
                  </a:lnTo>
                  <a:lnTo>
                    <a:pt x="1761623" y="17841"/>
                  </a:lnTo>
                  <a:lnTo>
                    <a:pt x="1749390" y="16055"/>
                  </a:lnTo>
                  <a:lnTo>
                    <a:pt x="1737156" y="20220"/>
                  </a:lnTo>
                  <a:lnTo>
                    <a:pt x="1724923" y="26725"/>
                  </a:lnTo>
                  <a:lnTo>
                    <a:pt x="1712689" y="33910"/>
                  </a:lnTo>
                  <a:lnTo>
                    <a:pt x="1700456" y="40559"/>
                  </a:lnTo>
                  <a:lnTo>
                    <a:pt x="1688222" y="47752"/>
                  </a:lnTo>
                  <a:lnTo>
                    <a:pt x="1675989" y="54452"/>
                  </a:lnTo>
                  <a:lnTo>
                    <a:pt x="1663755" y="61033"/>
                  </a:lnTo>
                  <a:lnTo>
                    <a:pt x="1651522" y="68645"/>
                  </a:lnTo>
                  <a:lnTo>
                    <a:pt x="1639288" y="77315"/>
                  </a:lnTo>
                  <a:lnTo>
                    <a:pt x="1627055" y="87830"/>
                  </a:lnTo>
                  <a:lnTo>
                    <a:pt x="1614821" y="99810"/>
                  </a:lnTo>
                  <a:lnTo>
                    <a:pt x="1602588" y="111507"/>
                  </a:lnTo>
                  <a:lnTo>
                    <a:pt x="1590354" y="120325"/>
                  </a:lnTo>
                  <a:lnTo>
                    <a:pt x="1578121" y="132550"/>
                  </a:lnTo>
                  <a:lnTo>
                    <a:pt x="1565887" y="141365"/>
                  </a:lnTo>
                  <a:lnTo>
                    <a:pt x="1553654" y="149992"/>
                  </a:lnTo>
                  <a:lnTo>
                    <a:pt x="1541420" y="160816"/>
                  </a:lnTo>
                  <a:lnTo>
                    <a:pt x="1529187" y="171181"/>
                  </a:lnTo>
                  <a:lnTo>
                    <a:pt x="1516953" y="179569"/>
                  </a:lnTo>
                  <a:lnTo>
                    <a:pt x="1504720" y="189533"/>
                  </a:lnTo>
                  <a:lnTo>
                    <a:pt x="1492486" y="200674"/>
                  </a:lnTo>
                  <a:lnTo>
                    <a:pt x="1480253" y="211637"/>
                  </a:lnTo>
                  <a:lnTo>
                    <a:pt x="1468019" y="222439"/>
                  </a:lnTo>
                  <a:lnTo>
                    <a:pt x="1455786" y="233114"/>
                  </a:lnTo>
                  <a:lnTo>
                    <a:pt x="1443552" y="243697"/>
                  </a:lnTo>
                  <a:lnTo>
                    <a:pt x="1431319" y="254222"/>
                  </a:lnTo>
                  <a:lnTo>
                    <a:pt x="1419085" y="264789"/>
                  </a:lnTo>
                  <a:lnTo>
                    <a:pt x="1406852" y="275235"/>
                  </a:lnTo>
                  <a:lnTo>
                    <a:pt x="1394618" y="285793"/>
                  </a:lnTo>
                  <a:lnTo>
                    <a:pt x="1382385" y="301333"/>
                  </a:lnTo>
                  <a:lnTo>
                    <a:pt x="1370151" y="317663"/>
                  </a:lnTo>
                  <a:lnTo>
                    <a:pt x="1357918" y="333739"/>
                  </a:lnTo>
                  <a:lnTo>
                    <a:pt x="1345684" y="346028"/>
                  </a:lnTo>
                  <a:lnTo>
                    <a:pt x="1333451" y="357808"/>
                  </a:lnTo>
                  <a:lnTo>
                    <a:pt x="1321217" y="370495"/>
                  </a:lnTo>
                  <a:lnTo>
                    <a:pt x="1308984" y="384702"/>
                  </a:lnTo>
                  <a:lnTo>
                    <a:pt x="1296750" y="398778"/>
                  </a:lnTo>
                  <a:lnTo>
                    <a:pt x="1284517" y="412727"/>
                  </a:lnTo>
                  <a:lnTo>
                    <a:pt x="1272283" y="426552"/>
                  </a:lnTo>
                  <a:lnTo>
                    <a:pt x="1260050" y="440257"/>
                  </a:lnTo>
                  <a:lnTo>
                    <a:pt x="1247816" y="456957"/>
                  </a:lnTo>
                  <a:lnTo>
                    <a:pt x="1235583" y="473748"/>
                  </a:lnTo>
                  <a:lnTo>
                    <a:pt x="1223349" y="487216"/>
                  </a:lnTo>
                  <a:lnTo>
                    <a:pt x="1211116" y="500535"/>
                  </a:lnTo>
                  <a:lnTo>
                    <a:pt x="1198882" y="512795"/>
                  </a:lnTo>
                  <a:lnTo>
                    <a:pt x="1186649" y="524534"/>
                  </a:lnTo>
                  <a:lnTo>
                    <a:pt x="1174415" y="539188"/>
                  </a:lnTo>
                  <a:lnTo>
                    <a:pt x="1162182" y="553880"/>
                  </a:lnTo>
                  <a:lnTo>
                    <a:pt x="1149948" y="567495"/>
                  </a:lnTo>
                  <a:lnTo>
                    <a:pt x="1137715" y="582829"/>
                  </a:lnTo>
                  <a:lnTo>
                    <a:pt x="1125481" y="598275"/>
                  </a:lnTo>
                  <a:lnTo>
                    <a:pt x="1113248" y="613714"/>
                  </a:lnTo>
                  <a:lnTo>
                    <a:pt x="1101014" y="628636"/>
                  </a:lnTo>
                  <a:lnTo>
                    <a:pt x="1088781" y="644254"/>
                  </a:lnTo>
                  <a:lnTo>
                    <a:pt x="1076547" y="659819"/>
                  </a:lnTo>
                  <a:lnTo>
                    <a:pt x="1064314" y="675065"/>
                  </a:lnTo>
                  <a:lnTo>
                    <a:pt x="1052080" y="690224"/>
                  </a:lnTo>
                  <a:lnTo>
                    <a:pt x="1039847" y="703308"/>
                  </a:lnTo>
                  <a:lnTo>
                    <a:pt x="1027613" y="716247"/>
                  </a:lnTo>
                  <a:lnTo>
                    <a:pt x="1015380" y="730851"/>
                  </a:lnTo>
                  <a:lnTo>
                    <a:pt x="1003146" y="746221"/>
                  </a:lnTo>
                  <a:lnTo>
                    <a:pt x="990913" y="761432"/>
                  </a:lnTo>
                  <a:lnTo>
                    <a:pt x="978679" y="776469"/>
                  </a:lnTo>
                  <a:lnTo>
                    <a:pt x="966446" y="791318"/>
                  </a:lnTo>
                  <a:lnTo>
                    <a:pt x="954212" y="805962"/>
                  </a:lnTo>
                  <a:lnTo>
                    <a:pt x="941979" y="820111"/>
                  </a:lnTo>
                  <a:lnTo>
                    <a:pt x="929745" y="833526"/>
                  </a:lnTo>
                  <a:lnTo>
                    <a:pt x="917512" y="846681"/>
                  </a:lnTo>
                  <a:lnTo>
                    <a:pt x="905278" y="859558"/>
                  </a:lnTo>
                  <a:lnTo>
                    <a:pt x="893045" y="871912"/>
                  </a:lnTo>
                  <a:lnTo>
                    <a:pt x="880811" y="883754"/>
                  </a:lnTo>
                  <a:lnTo>
                    <a:pt x="868578" y="895287"/>
                  </a:lnTo>
                  <a:lnTo>
                    <a:pt x="856344" y="906517"/>
                  </a:lnTo>
                  <a:lnTo>
                    <a:pt x="844111" y="917460"/>
                  </a:lnTo>
                  <a:lnTo>
                    <a:pt x="831877" y="929592"/>
                  </a:lnTo>
                  <a:lnTo>
                    <a:pt x="819644" y="941110"/>
                  </a:lnTo>
                  <a:lnTo>
                    <a:pt x="807410" y="951365"/>
                  </a:lnTo>
                  <a:lnTo>
                    <a:pt x="795177" y="960963"/>
                  </a:lnTo>
                  <a:lnTo>
                    <a:pt x="782943" y="970299"/>
                  </a:lnTo>
                  <a:lnTo>
                    <a:pt x="770710" y="981322"/>
                  </a:lnTo>
                  <a:lnTo>
                    <a:pt x="758476" y="991207"/>
                  </a:lnTo>
                  <a:lnTo>
                    <a:pt x="746243" y="1000999"/>
                  </a:lnTo>
                  <a:lnTo>
                    <a:pt x="734009" y="1012101"/>
                  </a:lnTo>
                  <a:lnTo>
                    <a:pt x="721776" y="1023067"/>
                  </a:lnTo>
                  <a:lnTo>
                    <a:pt x="709542" y="1033904"/>
                  </a:lnTo>
                  <a:lnTo>
                    <a:pt x="697309" y="1044842"/>
                  </a:lnTo>
                  <a:lnTo>
                    <a:pt x="685075" y="1056381"/>
                  </a:lnTo>
                  <a:lnTo>
                    <a:pt x="672842" y="1067839"/>
                  </a:lnTo>
                  <a:lnTo>
                    <a:pt x="660608" y="1079214"/>
                  </a:lnTo>
                  <a:lnTo>
                    <a:pt x="648375" y="1090106"/>
                  </a:lnTo>
                  <a:lnTo>
                    <a:pt x="636141" y="1100174"/>
                  </a:lnTo>
                  <a:lnTo>
                    <a:pt x="623908" y="1110112"/>
                  </a:lnTo>
                  <a:lnTo>
                    <a:pt x="611674" y="1119925"/>
                  </a:lnTo>
                  <a:lnTo>
                    <a:pt x="599441" y="1129817"/>
                  </a:lnTo>
                  <a:lnTo>
                    <a:pt x="587207" y="1139032"/>
                  </a:lnTo>
                  <a:lnTo>
                    <a:pt x="574974" y="1148649"/>
                  </a:lnTo>
                  <a:lnTo>
                    <a:pt x="562740" y="1158000"/>
                  </a:lnTo>
                  <a:lnTo>
                    <a:pt x="550507" y="1167575"/>
                  </a:lnTo>
                  <a:lnTo>
                    <a:pt x="538273" y="1177640"/>
                  </a:lnTo>
                  <a:lnTo>
                    <a:pt x="526040" y="1187722"/>
                  </a:lnTo>
                  <a:lnTo>
                    <a:pt x="513806" y="1197832"/>
                  </a:lnTo>
                  <a:lnTo>
                    <a:pt x="501573" y="1207977"/>
                  </a:lnTo>
                  <a:lnTo>
                    <a:pt x="489339" y="1218169"/>
                  </a:lnTo>
                  <a:lnTo>
                    <a:pt x="477106" y="1228417"/>
                  </a:lnTo>
                  <a:lnTo>
                    <a:pt x="464872" y="1237744"/>
                  </a:lnTo>
                  <a:lnTo>
                    <a:pt x="452639" y="1244605"/>
                  </a:lnTo>
                  <a:lnTo>
                    <a:pt x="440405" y="1253502"/>
                  </a:lnTo>
                  <a:lnTo>
                    <a:pt x="428172" y="1266122"/>
                  </a:lnTo>
                  <a:lnTo>
                    <a:pt x="415938" y="1278866"/>
                  </a:lnTo>
                  <a:lnTo>
                    <a:pt x="403705" y="1288301"/>
                  </a:lnTo>
                  <a:lnTo>
                    <a:pt x="391471" y="1295380"/>
                  </a:lnTo>
                  <a:lnTo>
                    <a:pt x="379238" y="1305496"/>
                  </a:lnTo>
                  <a:lnTo>
                    <a:pt x="367004" y="1316301"/>
                  </a:lnTo>
                  <a:lnTo>
                    <a:pt x="354771" y="1326961"/>
                  </a:lnTo>
                  <a:lnTo>
                    <a:pt x="342537" y="1340139"/>
                  </a:lnTo>
                  <a:lnTo>
                    <a:pt x="330304" y="1352266"/>
                  </a:lnTo>
                  <a:lnTo>
                    <a:pt x="318070" y="1361453"/>
                  </a:lnTo>
                  <a:lnTo>
                    <a:pt x="305837" y="1370227"/>
                  </a:lnTo>
                  <a:lnTo>
                    <a:pt x="293603" y="1378537"/>
                  </a:lnTo>
                  <a:lnTo>
                    <a:pt x="281370" y="1389102"/>
                  </a:lnTo>
                  <a:lnTo>
                    <a:pt x="269136" y="1399270"/>
                  </a:lnTo>
                  <a:lnTo>
                    <a:pt x="256903" y="1404873"/>
                  </a:lnTo>
                  <a:lnTo>
                    <a:pt x="244669" y="1411346"/>
                  </a:lnTo>
                  <a:lnTo>
                    <a:pt x="232436" y="1418843"/>
                  </a:lnTo>
                  <a:lnTo>
                    <a:pt x="220202" y="1422286"/>
                  </a:lnTo>
                  <a:lnTo>
                    <a:pt x="207969" y="1427707"/>
                  </a:lnTo>
                  <a:lnTo>
                    <a:pt x="195735" y="1432422"/>
                  </a:lnTo>
                  <a:lnTo>
                    <a:pt x="183502" y="1436729"/>
                  </a:lnTo>
                  <a:lnTo>
                    <a:pt x="171268" y="1438281"/>
                  </a:lnTo>
                  <a:lnTo>
                    <a:pt x="159035" y="1439931"/>
                  </a:lnTo>
                  <a:lnTo>
                    <a:pt x="146801" y="1443663"/>
                  </a:lnTo>
                  <a:lnTo>
                    <a:pt x="134568" y="1445106"/>
                  </a:lnTo>
                  <a:lnTo>
                    <a:pt x="122334" y="1444764"/>
                  </a:lnTo>
                  <a:lnTo>
                    <a:pt x="110101" y="1443452"/>
                  </a:lnTo>
                  <a:lnTo>
                    <a:pt x="97867" y="1443991"/>
                  </a:lnTo>
                  <a:lnTo>
                    <a:pt x="85634" y="1446032"/>
                  </a:lnTo>
                  <a:lnTo>
                    <a:pt x="73400" y="1447435"/>
                  </a:lnTo>
                  <a:lnTo>
                    <a:pt x="61167" y="1449442"/>
                  </a:lnTo>
                  <a:lnTo>
                    <a:pt x="48933" y="1448234"/>
                  </a:lnTo>
                  <a:lnTo>
                    <a:pt x="36700" y="1447571"/>
                  </a:lnTo>
                  <a:lnTo>
                    <a:pt x="24466" y="1447527"/>
                  </a:lnTo>
                  <a:lnTo>
                    <a:pt x="12233" y="1448781"/>
                  </a:lnTo>
                  <a:lnTo>
                    <a:pt x="0" y="14478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78255" y="1085177"/>
              <a:ext cx="2189796" cy="1655823"/>
            </a:xfrm>
            <a:custGeom>
              <a:avLst/>
              <a:pathLst>
                <a:path w="2189796" h="1655823">
                  <a:moveTo>
                    <a:pt x="0" y="1569025"/>
                  </a:moveTo>
                  <a:lnTo>
                    <a:pt x="12233" y="1583040"/>
                  </a:lnTo>
                  <a:lnTo>
                    <a:pt x="24466" y="1595683"/>
                  </a:lnTo>
                  <a:lnTo>
                    <a:pt x="36700" y="1606995"/>
                  </a:lnTo>
                  <a:lnTo>
                    <a:pt x="48933" y="1617016"/>
                  </a:lnTo>
                  <a:lnTo>
                    <a:pt x="61167" y="1625787"/>
                  </a:lnTo>
                  <a:lnTo>
                    <a:pt x="73400" y="1633349"/>
                  </a:lnTo>
                  <a:lnTo>
                    <a:pt x="85634" y="1639741"/>
                  </a:lnTo>
                  <a:lnTo>
                    <a:pt x="97867" y="1645006"/>
                  </a:lnTo>
                  <a:lnTo>
                    <a:pt x="110101" y="1649183"/>
                  </a:lnTo>
                  <a:lnTo>
                    <a:pt x="122334" y="1652312"/>
                  </a:lnTo>
                  <a:lnTo>
                    <a:pt x="134568" y="1654435"/>
                  </a:lnTo>
                  <a:lnTo>
                    <a:pt x="146801" y="1655592"/>
                  </a:lnTo>
                  <a:lnTo>
                    <a:pt x="159035" y="1655823"/>
                  </a:lnTo>
                  <a:lnTo>
                    <a:pt x="171268" y="1655170"/>
                  </a:lnTo>
                  <a:lnTo>
                    <a:pt x="183502" y="1653672"/>
                  </a:lnTo>
                  <a:lnTo>
                    <a:pt x="195735" y="1651370"/>
                  </a:lnTo>
                  <a:lnTo>
                    <a:pt x="207969" y="1648306"/>
                  </a:lnTo>
                  <a:lnTo>
                    <a:pt x="220202" y="1644519"/>
                  </a:lnTo>
                  <a:lnTo>
                    <a:pt x="232436" y="1640049"/>
                  </a:lnTo>
                  <a:lnTo>
                    <a:pt x="244669" y="1634938"/>
                  </a:lnTo>
                  <a:lnTo>
                    <a:pt x="256903" y="1629227"/>
                  </a:lnTo>
                  <a:lnTo>
                    <a:pt x="269136" y="1622955"/>
                  </a:lnTo>
                  <a:lnTo>
                    <a:pt x="281370" y="1616163"/>
                  </a:lnTo>
                  <a:lnTo>
                    <a:pt x="293603" y="1608892"/>
                  </a:lnTo>
                  <a:lnTo>
                    <a:pt x="305837" y="1601183"/>
                  </a:lnTo>
                  <a:lnTo>
                    <a:pt x="318070" y="1593076"/>
                  </a:lnTo>
                  <a:lnTo>
                    <a:pt x="330304" y="1584611"/>
                  </a:lnTo>
                  <a:lnTo>
                    <a:pt x="342537" y="1575829"/>
                  </a:lnTo>
                  <a:lnTo>
                    <a:pt x="354771" y="1566771"/>
                  </a:lnTo>
                  <a:lnTo>
                    <a:pt x="367004" y="1557477"/>
                  </a:lnTo>
                  <a:lnTo>
                    <a:pt x="379238" y="1547988"/>
                  </a:lnTo>
                  <a:lnTo>
                    <a:pt x="391471" y="1538345"/>
                  </a:lnTo>
                  <a:lnTo>
                    <a:pt x="403705" y="1528587"/>
                  </a:lnTo>
                  <a:lnTo>
                    <a:pt x="415938" y="1518756"/>
                  </a:lnTo>
                  <a:lnTo>
                    <a:pt x="428172" y="1508893"/>
                  </a:lnTo>
                  <a:lnTo>
                    <a:pt x="440405" y="1499037"/>
                  </a:lnTo>
                  <a:lnTo>
                    <a:pt x="452639" y="1489215"/>
                  </a:lnTo>
                  <a:lnTo>
                    <a:pt x="464872" y="1479426"/>
                  </a:lnTo>
                  <a:lnTo>
                    <a:pt x="477106" y="1469662"/>
                  </a:lnTo>
                  <a:lnTo>
                    <a:pt x="489339" y="1459917"/>
                  </a:lnTo>
                  <a:lnTo>
                    <a:pt x="501573" y="1450185"/>
                  </a:lnTo>
                  <a:lnTo>
                    <a:pt x="513806" y="1440458"/>
                  </a:lnTo>
                  <a:lnTo>
                    <a:pt x="526040" y="1430730"/>
                  </a:lnTo>
                  <a:lnTo>
                    <a:pt x="538273" y="1420995"/>
                  </a:lnTo>
                  <a:lnTo>
                    <a:pt x="550507" y="1411245"/>
                  </a:lnTo>
                  <a:lnTo>
                    <a:pt x="562740" y="1401475"/>
                  </a:lnTo>
                  <a:lnTo>
                    <a:pt x="574974" y="1391677"/>
                  </a:lnTo>
                  <a:lnTo>
                    <a:pt x="587207" y="1381845"/>
                  </a:lnTo>
                  <a:lnTo>
                    <a:pt x="599441" y="1371973"/>
                  </a:lnTo>
                  <a:lnTo>
                    <a:pt x="611674" y="1362053"/>
                  </a:lnTo>
                  <a:lnTo>
                    <a:pt x="623908" y="1352080"/>
                  </a:lnTo>
                  <a:lnTo>
                    <a:pt x="636141" y="1342046"/>
                  </a:lnTo>
                  <a:lnTo>
                    <a:pt x="648375" y="1331944"/>
                  </a:lnTo>
                  <a:lnTo>
                    <a:pt x="660608" y="1321769"/>
                  </a:lnTo>
                  <a:lnTo>
                    <a:pt x="672842" y="1311514"/>
                  </a:lnTo>
                  <a:lnTo>
                    <a:pt x="685075" y="1301172"/>
                  </a:lnTo>
                  <a:lnTo>
                    <a:pt x="697309" y="1290736"/>
                  </a:lnTo>
                  <a:lnTo>
                    <a:pt x="709542" y="1280199"/>
                  </a:lnTo>
                  <a:lnTo>
                    <a:pt x="721776" y="1269556"/>
                  </a:lnTo>
                  <a:lnTo>
                    <a:pt x="734009" y="1258800"/>
                  </a:lnTo>
                  <a:lnTo>
                    <a:pt x="746243" y="1247923"/>
                  </a:lnTo>
                  <a:lnTo>
                    <a:pt x="758476" y="1236920"/>
                  </a:lnTo>
                  <a:lnTo>
                    <a:pt x="770710" y="1225783"/>
                  </a:lnTo>
                  <a:lnTo>
                    <a:pt x="782943" y="1214507"/>
                  </a:lnTo>
                  <a:lnTo>
                    <a:pt x="795177" y="1203084"/>
                  </a:lnTo>
                  <a:lnTo>
                    <a:pt x="807410" y="1191507"/>
                  </a:lnTo>
                  <a:lnTo>
                    <a:pt x="819644" y="1179771"/>
                  </a:lnTo>
                  <a:lnTo>
                    <a:pt x="831877" y="1167869"/>
                  </a:lnTo>
                  <a:lnTo>
                    <a:pt x="844111" y="1155793"/>
                  </a:lnTo>
                  <a:lnTo>
                    <a:pt x="856344" y="1143538"/>
                  </a:lnTo>
                  <a:lnTo>
                    <a:pt x="868578" y="1131096"/>
                  </a:lnTo>
                  <a:lnTo>
                    <a:pt x="880811" y="1118462"/>
                  </a:lnTo>
                  <a:lnTo>
                    <a:pt x="893045" y="1105635"/>
                  </a:lnTo>
                  <a:lnTo>
                    <a:pt x="905278" y="1092622"/>
                  </a:lnTo>
                  <a:lnTo>
                    <a:pt x="917512" y="1079431"/>
                  </a:lnTo>
                  <a:lnTo>
                    <a:pt x="929745" y="1066072"/>
                  </a:lnTo>
                  <a:lnTo>
                    <a:pt x="941979" y="1052551"/>
                  </a:lnTo>
                  <a:lnTo>
                    <a:pt x="954212" y="1038877"/>
                  </a:lnTo>
                  <a:lnTo>
                    <a:pt x="966446" y="1025059"/>
                  </a:lnTo>
                  <a:lnTo>
                    <a:pt x="978679" y="1011104"/>
                  </a:lnTo>
                  <a:lnTo>
                    <a:pt x="990913" y="997020"/>
                  </a:lnTo>
                  <a:lnTo>
                    <a:pt x="1003146" y="982816"/>
                  </a:lnTo>
                  <a:lnTo>
                    <a:pt x="1015380" y="968499"/>
                  </a:lnTo>
                  <a:lnTo>
                    <a:pt x="1027613" y="954079"/>
                  </a:lnTo>
                  <a:lnTo>
                    <a:pt x="1039847" y="939562"/>
                  </a:lnTo>
                  <a:lnTo>
                    <a:pt x="1052080" y="924958"/>
                  </a:lnTo>
                  <a:lnTo>
                    <a:pt x="1064314" y="910273"/>
                  </a:lnTo>
                  <a:lnTo>
                    <a:pt x="1076547" y="895518"/>
                  </a:lnTo>
                  <a:lnTo>
                    <a:pt x="1088781" y="880698"/>
                  </a:lnTo>
                  <a:lnTo>
                    <a:pt x="1101014" y="865824"/>
                  </a:lnTo>
                  <a:lnTo>
                    <a:pt x="1113248" y="850902"/>
                  </a:lnTo>
                  <a:lnTo>
                    <a:pt x="1125481" y="835942"/>
                  </a:lnTo>
                  <a:lnTo>
                    <a:pt x="1137715" y="820950"/>
                  </a:lnTo>
                  <a:lnTo>
                    <a:pt x="1149948" y="805936"/>
                  </a:lnTo>
                  <a:lnTo>
                    <a:pt x="1162182" y="790907"/>
                  </a:lnTo>
                  <a:lnTo>
                    <a:pt x="1174415" y="775871"/>
                  </a:lnTo>
                  <a:lnTo>
                    <a:pt x="1186649" y="760838"/>
                  </a:lnTo>
                  <a:lnTo>
                    <a:pt x="1198882" y="745814"/>
                  </a:lnTo>
                  <a:lnTo>
                    <a:pt x="1211116" y="730808"/>
                  </a:lnTo>
                  <a:lnTo>
                    <a:pt x="1223349" y="715828"/>
                  </a:lnTo>
                  <a:lnTo>
                    <a:pt x="1235583" y="700883"/>
                  </a:lnTo>
                  <a:lnTo>
                    <a:pt x="1247816" y="685979"/>
                  </a:lnTo>
                  <a:lnTo>
                    <a:pt x="1260050" y="671127"/>
                  </a:lnTo>
                  <a:lnTo>
                    <a:pt x="1272283" y="656333"/>
                  </a:lnTo>
                  <a:lnTo>
                    <a:pt x="1284517" y="641605"/>
                  </a:lnTo>
                  <a:lnTo>
                    <a:pt x="1296750" y="626953"/>
                  </a:lnTo>
                  <a:lnTo>
                    <a:pt x="1308984" y="612385"/>
                  </a:lnTo>
                  <a:lnTo>
                    <a:pt x="1321217" y="597908"/>
                  </a:lnTo>
                  <a:lnTo>
                    <a:pt x="1333451" y="583529"/>
                  </a:lnTo>
                  <a:lnTo>
                    <a:pt x="1345684" y="569253"/>
                  </a:lnTo>
                  <a:lnTo>
                    <a:pt x="1357918" y="555087"/>
                  </a:lnTo>
                  <a:lnTo>
                    <a:pt x="1370151" y="541034"/>
                  </a:lnTo>
                  <a:lnTo>
                    <a:pt x="1382385" y="527100"/>
                  </a:lnTo>
                  <a:lnTo>
                    <a:pt x="1394618" y="513291"/>
                  </a:lnTo>
                  <a:lnTo>
                    <a:pt x="1406852" y="499612"/>
                  </a:lnTo>
                  <a:lnTo>
                    <a:pt x="1419085" y="486067"/>
                  </a:lnTo>
                  <a:lnTo>
                    <a:pt x="1431319" y="472663"/>
                  </a:lnTo>
                  <a:lnTo>
                    <a:pt x="1443552" y="459404"/>
                  </a:lnTo>
                  <a:lnTo>
                    <a:pt x="1455786" y="446296"/>
                  </a:lnTo>
                  <a:lnTo>
                    <a:pt x="1468019" y="433343"/>
                  </a:lnTo>
                  <a:lnTo>
                    <a:pt x="1480253" y="420552"/>
                  </a:lnTo>
                  <a:lnTo>
                    <a:pt x="1492486" y="407927"/>
                  </a:lnTo>
                  <a:lnTo>
                    <a:pt x="1504720" y="395474"/>
                  </a:lnTo>
                  <a:lnTo>
                    <a:pt x="1516953" y="383198"/>
                  </a:lnTo>
                  <a:lnTo>
                    <a:pt x="1529187" y="371104"/>
                  </a:lnTo>
                  <a:lnTo>
                    <a:pt x="1541420" y="359197"/>
                  </a:lnTo>
                  <a:lnTo>
                    <a:pt x="1553654" y="347483"/>
                  </a:lnTo>
                  <a:lnTo>
                    <a:pt x="1565887" y="335967"/>
                  </a:lnTo>
                  <a:lnTo>
                    <a:pt x="1578121" y="324654"/>
                  </a:lnTo>
                  <a:lnTo>
                    <a:pt x="1590354" y="313549"/>
                  </a:lnTo>
                  <a:lnTo>
                    <a:pt x="1602588" y="302659"/>
                  </a:lnTo>
                  <a:lnTo>
                    <a:pt x="1614821" y="291987"/>
                  </a:lnTo>
                  <a:lnTo>
                    <a:pt x="1627055" y="281539"/>
                  </a:lnTo>
                  <a:lnTo>
                    <a:pt x="1639288" y="271320"/>
                  </a:lnTo>
                  <a:lnTo>
                    <a:pt x="1651522" y="261336"/>
                  </a:lnTo>
                  <a:lnTo>
                    <a:pt x="1663755" y="251592"/>
                  </a:lnTo>
                  <a:lnTo>
                    <a:pt x="1675989" y="242093"/>
                  </a:lnTo>
                  <a:lnTo>
                    <a:pt x="1688222" y="232845"/>
                  </a:lnTo>
                  <a:lnTo>
                    <a:pt x="1700456" y="223852"/>
                  </a:lnTo>
                  <a:lnTo>
                    <a:pt x="1712689" y="215120"/>
                  </a:lnTo>
                  <a:lnTo>
                    <a:pt x="1724923" y="206653"/>
                  </a:lnTo>
                  <a:lnTo>
                    <a:pt x="1737156" y="198457"/>
                  </a:lnTo>
                  <a:lnTo>
                    <a:pt x="1749390" y="190536"/>
                  </a:lnTo>
                  <a:lnTo>
                    <a:pt x="1761623" y="182895"/>
                  </a:lnTo>
                  <a:lnTo>
                    <a:pt x="1773857" y="175525"/>
                  </a:lnTo>
                  <a:lnTo>
                    <a:pt x="1786090" y="168415"/>
                  </a:lnTo>
                  <a:lnTo>
                    <a:pt x="1798324" y="161553"/>
                  </a:lnTo>
                  <a:lnTo>
                    <a:pt x="1810557" y="154926"/>
                  </a:lnTo>
                  <a:lnTo>
                    <a:pt x="1822791" y="148522"/>
                  </a:lnTo>
                  <a:lnTo>
                    <a:pt x="1835024" y="142329"/>
                  </a:lnTo>
                  <a:lnTo>
                    <a:pt x="1847258" y="136335"/>
                  </a:lnTo>
                  <a:lnTo>
                    <a:pt x="1859491" y="130528"/>
                  </a:lnTo>
                  <a:lnTo>
                    <a:pt x="1871725" y="124895"/>
                  </a:lnTo>
                  <a:lnTo>
                    <a:pt x="1883958" y="119426"/>
                  </a:lnTo>
                  <a:lnTo>
                    <a:pt x="1896192" y="114106"/>
                  </a:lnTo>
                  <a:lnTo>
                    <a:pt x="1908425" y="108925"/>
                  </a:lnTo>
                  <a:lnTo>
                    <a:pt x="1920659" y="103869"/>
                  </a:lnTo>
                  <a:lnTo>
                    <a:pt x="1932892" y="98928"/>
                  </a:lnTo>
                  <a:lnTo>
                    <a:pt x="1945126" y="94088"/>
                  </a:lnTo>
                  <a:lnTo>
                    <a:pt x="1957359" y="89338"/>
                  </a:lnTo>
                  <a:lnTo>
                    <a:pt x="1969593" y="84666"/>
                  </a:lnTo>
                  <a:lnTo>
                    <a:pt x="1981826" y="80059"/>
                  </a:lnTo>
                  <a:lnTo>
                    <a:pt x="1994060" y="75505"/>
                  </a:lnTo>
                  <a:lnTo>
                    <a:pt x="2006293" y="70992"/>
                  </a:lnTo>
                  <a:lnTo>
                    <a:pt x="2018527" y="66508"/>
                  </a:lnTo>
                  <a:lnTo>
                    <a:pt x="2030760" y="62041"/>
                  </a:lnTo>
                  <a:lnTo>
                    <a:pt x="2042994" y="57578"/>
                  </a:lnTo>
                  <a:lnTo>
                    <a:pt x="2055227" y="53108"/>
                  </a:lnTo>
                  <a:lnTo>
                    <a:pt x="2067461" y="48618"/>
                  </a:lnTo>
                  <a:lnTo>
                    <a:pt x="2079694" y="44096"/>
                  </a:lnTo>
                  <a:lnTo>
                    <a:pt x="2091928" y="39531"/>
                  </a:lnTo>
                  <a:lnTo>
                    <a:pt x="2104161" y="34909"/>
                  </a:lnTo>
                  <a:lnTo>
                    <a:pt x="2116395" y="30219"/>
                  </a:lnTo>
                  <a:lnTo>
                    <a:pt x="2128628" y="25450"/>
                  </a:lnTo>
                  <a:lnTo>
                    <a:pt x="2140862" y="20590"/>
                  </a:lnTo>
                  <a:lnTo>
                    <a:pt x="2153095" y="15627"/>
                  </a:lnTo>
                  <a:lnTo>
                    <a:pt x="2165329" y="10549"/>
                  </a:lnTo>
                  <a:lnTo>
                    <a:pt x="2177562" y="5344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81585" y="755389"/>
              <a:ext cx="2191014" cy="1378272"/>
            </a:xfrm>
            <a:custGeom>
              <a:avLst/>
              <a:pathLst>
                <a:path w="2191014" h="1378272">
                  <a:moveTo>
                    <a:pt x="0" y="854572"/>
                  </a:moveTo>
                  <a:lnTo>
                    <a:pt x="12240" y="860517"/>
                  </a:lnTo>
                  <a:lnTo>
                    <a:pt x="24480" y="865192"/>
                  </a:lnTo>
                  <a:lnTo>
                    <a:pt x="36720" y="870976"/>
                  </a:lnTo>
                  <a:lnTo>
                    <a:pt x="48961" y="874047"/>
                  </a:lnTo>
                  <a:lnTo>
                    <a:pt x="61201" y="871767"/>
                  </a:lnTo>
                  <a:lnTo>
                    <a:pt x="73441" y="861305"/>
                  </a:lnTo>
                  <a:lnTo>
                    <a:pt x="85682" y="856933"/>
                  </a:lnTo>
                  <a:lnTo>
                    <a:pt x="97922" y="854964"/>
                  </a:lnTo>
                  <a:lnTo>
                    <a:pt x="110162" y="854561"/>
                  </a:lnTo>
                  <a:lnTo>
                    <a:pt x="122403" y="857397"/>
                  </a:lnTo>
                  <a:lnTo>
                    <a:pt x="134643" y="862330"/>
                  </a:lnTo>
                  <a:lnTo>
                    <a:pt x="146883" y="868980"/>
                  </a:lnTo>
                  <a:lnTo>
                    <a:pt x="159123" y="876851"/>
                  </a:lnTo>
                  <a:lnTo>
                    <a:pt x="171364" y="878283"/>
                  </a:lnTo>
                  <a:lnTo>
                    <a:pt x="183604" y="878561"/>
                  </a:lnTo>
                  <a:lnTo>
                    <a:pt x="195844" y="879459"/>
                  </a:lnTo>
                  <a:lnTo>
                    <a:pt x="208085" y="880167"/>
                  </a:lnTo>
                  <a:lnTo>
                    <a:pt x="220325" y="886920"/>
                  </a:lnTo>
                  <a:lnTo>
                    <a:pt x="232565" y="888499"/>
                  </a:lnTo>
                  <a:lnTo>
                    <a:pt x="244806" y="887004"/>
                  </a:lnTo>
                  <a:lnTo>
                    <a:pt x="257046" y="881645"/>
                  </a:lnTo>
                  <a:lnTo>
                    <a:pt x="269286" y="877643"/>
                  </a:lnTo>
                  <a:lnTo>
                    <a:pt x="281527" y="876780"/>
                  </a:lnTo>
                  <a:lnTo>
                    <a:pt x="293767" y="872716"/>
                  </a:lnTo>
                  <a:lnTo>
                    <a:pt x="306007" y="865807"/>
                  </a:lnTo>
                  <a:lnTo>
                    <a:pt x="318247" y="859161"/>
                  </a:lnTo>
                  <a:lnTo>
                    <a:pt x="330488" y="852763"/>
                  </a:lnTo>
                  <a:lnTo>
                    <a:pt x="342728" y="848886"/>
                  </a:lnTo>
                  <a:lnTo>
                    <a:pt x="354968" y="844298"/>
                  </a:lnTo>
                  <a:lnTo>
                    <a:pt x="367209" y="836561"/>
                  </a:lnTo>
                  <a:lnTo>
                    <a:pt x="379449" y="829280"/>
                  </a:lnTo>
                  <a:lnTo>
                    <a:pt x="391689" y="820402"/>
                  </a:lnTo>
                  <a:lnTo>
                    <a:pt x="403930" y="811233"/>
                  </a:lnTo>
                  <a:lnTo>
                    <a:pt x="416170" y="802087"/>
                  </a:lnTo>
                  <a:lnTo>
                    <a:pt x="428410" y="793058"/>
                  </a:lnTo>
                  <a:lnTo>
                    <a:pt x="440650" y="784237"/>
                  </a:lnTo>
                  <a:lnTo>
                    <a:pt x="452891" y="775717"/>
                  </a:lnTo>
                  <a:lnTo>
                    <a:pt x="465131" y="767589"/>
                  </a:lnTo>
                  <a:lnTo>
                    <a:pt x="477371" y="759945"/>
                  </a:lnTo>
                  <a:lnTo>
                    <a:pt x="489612" y="752878"/>
                  </a:lnTo>
                  <a:lnTo>
                    <a:pt x="501852" y="746433"/>
                  </a:lnTo>
                  <a:lnTo>
                    <a:pt x="514092" y="740559"/>
                  </a:lnTo>
                  <a:lnTo>
                    <a:pt x="526333" y="735192"/>
                  </a:lnTo>
                  <a:lnTo>
                    <a:pt x="538573" y="730271"/>
                  </a:lnTo>
                  <a:lnTo>
                    <a:pt x="550813" y="725732"/>
                  </a:lnTo>
                  <a:lnTo>
                    <a:pt x="563054" y="721511"/>
                  </a:lnTo>
                  <a:lnTo>
                    <a:pt x="575294" y="716899"/>
                  </a:lnTo>
                  <a:lnTo>
                    <a:pt x="587534" y="711134"/>
                  </a:lnTo>
                  <a:lnTo>
                    <a:pt x="599774" y="709015"/>
                  </a:lnTo>
                  <a:lnTo>
                    <a:pt x="612015" y="701457"/>
                  </a:lnTo>
                  <a:lnTo>
                    <a:pt x="624255" y="694254"/>
                  </a:lnTo>
                  <a:lnTo>
                    <a:pt x="636495" y="688691"/>
                  </a:lnTo>
                  <a:lnTo>
                    <a:pt x="648736" y="681256"/>
                  </a:lnTo>
                  <a:lnTo>
                    <a:pt x="660976" y="673349"/>
                  </a:lnTo>
                  <a:lnTo>
                    <a:pt x="673216" y="666624"/>
                  </a:lnTo>
                  <a:lnTo>
                    <a:pt x="685457" y="664122"/>
                  </a:lnTo>
                  <a:lnTo>
                    <a:pt x="697697" y="660354"/>
                  </a:lnTo>
                  <a:lnTo>
                    <a:pt x="709937" y="654428"/>
                  </a:lnTo>
                  <a:lnTo>
                    <a:pt x="722177" y="648363"/>
                  </a:lnTo>
                  <a:lnTo>
                    <a:pt x="734418" y="642139"/>
                  </a:lnTo>
                  <a:lnTo>
                    <a:pt x="746658" y="635752"/>
                  </a:lnTo>
                  <a:lnTo>
                    <a:pt x="758898" y="629226"/>
                  </a:lnTo>
                  <a:lnTo>
                    <a:pt x="771139" y="622590"/>
                  </a:lnTo>
                  <a:lnTo>
                    <a:pt x="783379" y="615871"/>
                  </a:lnTo>
                  <a:lnTo>
                    <a:pt x="795619" y="610153"/>
                  </a:lnTo>
                  <a:lnTo>
                    <a:pt x="807860" y="602293"/>
                  </a:lnTo>
                  <a:lnTo>
                    <a:pt x="820100" y="594826"/>
                  </a:lnTo>
                  <a:lnTo>
                    <a:pt x="832340" y="588712"/>
                  </a:lnTo>
                  <a:lnTo>
                    <a:pt x="844581" y="581990"/>
                  </a:lnTo>
                  <a:lnTo>
                    <a:pt x="856821" y="575349"/>
                  </a:lnTo>
                  <a:lnTo>
                    <a:pt x="869061" y="568818"/>
                  </a:lnTo>
                  <a:lnTo>
                    <a:pt x="881301" y="563896"/>
                  </a:lnTo>
                  <a:lnTo>
                    <a:pt x="893542" y="557901"/>
                  </a:lnTo>
                  <a:lnTo>
                    <a:pt x="905782" y="551655"/>
                  </a:lnTo>
                  <a:lnTo>
                    <a:pt x="918022" y="546570"/>
                  </a:lnTo>
                  <a:lnTo>
                    <a:pt x="930263" y="541203"/>
                  </a:lnTo>
                  <a:lnTo>
                    <a:pt x="942503" y="537139"/>
                  </a:lnTo>
                  <a:lnTo>
                    <a:pt x="954743" y="531302"/>
                  </a:lnTo>
                  <a:lnTo>
                    <a:pt x="966984" y="526249"/>
                  </a:lnTo>
                  <a:lnTo>
                    <a:pt x="979224" y="520245"/>
                  </a:lnTo>
                  <a:lnTo>
                    <a:pt x="991464" y="515452"/>
                  </a:lnTo>
                  <a:lnTo>
                    <a:pt x="1003704" y="508817"/>
                  </a:lnTo>
                  <a:lnTo>
                    <a:pt x="1015945" y="501768"/>
                  </a:lnTo>
                  <a:lnTo>
                    <a:pt x="1028185" y="497913"/>
                  </a:lnTo>
                  <a:lnTo>
                    <a:pt x="1040425" y="491168"/>
                  </a:lnTo>
                  <a:lnTo>
                    <a:pt x="1052666" y="484398"/>
                  </a:lnTo>
                  <a:lnTo>
                    <a:pt x="1064906" y="483576"/>
                  </a:lnTo>
                  <a:lnTo>
                    <a:pt x="1077146" y="479274"/>
                  </a:lnTo>
                  <a:lnTo>
                    <a:pt x="1089387" y="470012"/>
                  </a:lnTo>
                  <a:lnTo>
                    <a:pt x="1101627" y="464107"/>
                  </a:lnTo>
                  <a:lnTo>
                    <a:pt x="1113867" y="460413"/>
                  </a:lnTo>
                  <a:lnTo>
                    <a:pt x="1126108" y="457145"/>
                  </a:lnTo>
                  <a:lnTo>
                    <a:pt x="1138348" y="454305"/>
                  </a:lnTo>
                  <a:lnTo>
                    <a:pt x="1150588" y="451894"/>
                  </a:lnTo>
                  <a:lnTo>
                    <a:pt x="1162828" y="448299"/>
                  </a:lnTo>
                  <a:lnTo>
                    <a:pt x="1175069" y="441425"/>
                  </a:lnTo>
                  <a:lnTo>
                    <a:pt x="1187309" y="435077"/>
                  </a:lnTo>
                  <a:lnTo>
                    <a:pt x="1199549" y="429312"/>
                  </a:lnTo>
                  <a:lnTo>
                    <a:pt x="1211790" y="424185"/>
                  </a:lnTo>
                  <a:lnTo>
                    <a:pt x="1224030" y="419368"/>
                  </a:lnTo>
                  <a:lnTo>
                    <a:pt x="1236270" y="412514"/>
                  </a:lnTo>
                  <a:lnTo>
                    <a:pt x="1248511" y="405398"/>
                  </a:lnTo>
                  <a:lnTo>
                    <a:pt x="1260751" y="398092"/>
                  </a:lnTo>
                  <a:lnTo>
                    <a:pt x="1272991" y="388637"/>
                  </a:lnTo>
                  <a:lnTo>
                    <a:pt x="1285231" y="376395"/>
                  </a:lnTo>
                  <a:lnTo>
                    <a:pt x="1297472" y="368870"/>
                  </a:lnTo>
                  <a:lnTo>
                    <a:pt x="1309712" y="364388"/>
                  </a:lnTo>
                  <a:lnTo>
                    <a:pt x="1321952" y="356545"/>
                  </a:lnTo>
                  <a:lnTo>
                    <a:pt x="1334193" y="338656"/>
                  </a:lnTo>
                  <a:lnTo>
                    <a:pt x="1346433" y="325801"/>
                  </a:lnTo>
                  <a:lnTo>
                    <a:pt x="1358673" y="320070"/>
                  </a:lnTo>
                  <a:lnTo>
                    <a:pt x="1370914" y="309113"/>
                  </a:lnTo>
                  <a:lnTo>
                    <a:pt x="1383154" y="295719"/>
                  </a:lnTo>
                  <a:lnTo>
                    <a:pt x="1395394" y="288101"/>
                  </a:lnTo>
                  <a:lnTo>
                    <a:pt x="1407635" y="278572"/>
                  </a:lnTo>
                  <a:lnTo>
                    <a:pt x="1419875" y="270145"/>
                  </a:lnTo>
                  <a:lnTo>
                    <a:pt x="1432115" y="262946"/>
                  </a:lnTo>
                  <a:lnTo>
                    <a:pt x="1444355" y="257097"/>
                  </a:lnTo>
                  <a:lnTo>
                    <a:pt x="1456596" y="249975"/>
                  </a:lnTo>
                  <a:lnTo>
                    <a:pt x="1468836" y="244572"/>
                  </a:lnTo>
                  <a:lnTo>
                    <a:pt x="1481076" y="241776"/>
                  </a:lnTo>
                  <a:lnTo>
                    <a:pt x="1493317" y="241026"/>
                  </a:lnTo>
                  <a:lnTo>
                    <a:pt x="1505557" y="235380"/>
                  </a:lnTo>
                  <a:lnTo>
                    <a:pt x="1517797" y="228399"/>
                  </a:lnTo>
                  <a:lnTo>
                    <a:pt x="1530038" y="225869"/>
                  </a:lnTo>
                  <a:lnTo>
                    <a:pt x="1542278" y="215800"/>
                  </a:lnTo>
                  <a:lnTo>
                    <a:pt x="1554518" y="210179"/>
                  </a:lnTo>
                  <a:lnTo>
                    <a:pt x="1566759" y="205007"/>
                  </a:lnTo>
                  <a:lnTo>
                    <a:pt x="1578999" y="196458"/>
                  </a:lnTo>
                  <a:lnTo>
                    <a:pt x="1591239" y="186655"/>
                  </a:lnTo>
                  <a:lnTo>
                    <a:pt x="1603479" y="178939"/>
                  </a:lnTo>
                  <a:lnTo>
                    <a:pt x="1615720" y="168202"/>
                  </a:lnTo>
                  <a:lnTo>
                    <a:pt x="1627960" y="157932"/>
                  </a:lnTo>
                  <a:lnTo>
                    <a:pt x="1640200" y="153411"/>
                  </a:lnTo>
                  <a:lnTo>
                    <a:pt x="1652441" y="149199"/>
                  </a:lnTo>
                  <a:lnTo>
                    <a:pt x="1664681" y="147515"/>
                  </a:lnTo>
                  <a:lnTo>
                    <a:pt x="1676921" y="144217"/>
                  </a:lnTo>
                  <a:lnTo>
                    <a:pt x="1689162" y="137292"/>
                  </a:lnTo>
                  <a:lnTo>
                    <a:pt x="1701402" y="143442"/>
                  </a:lnTo>
                  <a:lnTo>
                    <a:pt x="1713642" y="142350"/>
                  </a:lnTo>
                  <a:lnTo>
                    <a:pt x="1725882" y="131482"/>
                  </a:lnTo>
                  <a:lnTo>
                    <a:pt x="1738123" y="139460"/>
                  </a:lnTo>
                  <a:lnTo>
                    <a:pt x="1750363" y="127062"/>
                  </a:lnTo>
                  <a:lnTo>
                    <a:pt x="1762603" y="128261"/>
                  </a:lnTo>
                  <a:lnTo>
                    <a:pt x="1774844" y="112735"/>
                  </a:lnTo>
                  <a:lnTo>
                    <a:pt x="1787084" y="111670"/>
                  </a:lnTo>
                  <a:lnTo>
                    <a:pt x="1799324" y="105622"/>
                  </a:lnTo>
                  <a:lnTo>
                    <a:pt x="1811565" y="87948"/>
                  </a:lnTo>
                  <a:lnTo>
                    <a:pt x="1823805" y="87241"/>
                  </a:lnTo>
                  <a:lnTo>
                    <a:pt x="1836045" y="71384"/>
                  </a:lnTo>
                  <a:lnTo>
                    <a:pt x="1848286" y="48814"/>
                  </a:lnTo>
                  <a:lnTo>
                    <a:pt x="1860526" y="29311"/>
                  </a:lnTo>
                  <a:lnTo>
                    <a:pt x="1872766" y="25704"/>
                  </a:lnTo>
                  <a:lnTo>
                    <a:pt x="1885006" y="24097"/>
                  </a:lnTo>
                  <a:lnTo>
                    <a:pt x="1897247" y="8420"/>
                  </a:lnTo>
                  <a:lnTo>
                    <a:pt x="1909487" y="12249"/>
                  </a:lnTo>
                  <a:lnTo>
                    <a:pt x="1921727" y="15704"/>
                  </a:lnTo>
                  <a:lnTo>
                    <a:pt x="1933968" y="18495"/>
                  </a:lnTo>
                  <a:lnTo>
                    <a:pt x="1946208" y="26662"/>
                  </a:lnTo>
                  <a:lnTo>
                    <a:pt x="1958448" y="34354"/>
                  </a:lnTo>
                  <a:lnTo>
                    <a:pt x="1970689" y="44893"/>
                  </a:lnTo>
                  <a:lnTo>
                    <a:pt x="1982929" y="43986"/>
                  </a:lnTo>
                  <a:lnTo>
                    <a:pt x="1995169" y="45216"/>
                  </a:lnTo>
                  <a:lnTo>
                    <a:pt x="2007409" y="28639"/>
                  </a:lnTo>
                  <a:lnTo>
                    <a:pt x="2018768" y="0"/>
                  </a:lnTo>
                  <a:lnTo>
                    <a:pt x="2023596" y="0"/>
                  </a:lnTo>
                  <a:lnTo>
                    <a:pt x="2031890" y="4673"/>
                  </a:lnTo>
                  <a:lnTo>
                    <a:pt x="2044130" y="2951"/>
                  </a:lnTo>
                  <a:lnTo>
                    <a:pt x="2056371" y="1455"/>
                  </a:lnTo>
                  <a:lnTo>
                    <a:pt x="2056911" y="0"/>
                  </a:lnTo>
                  <a:lnTo>
                    <a:pt x="2191014" y="0"/>
                  </a:lnTo>
                  <a:lnTo>
                    <a:pt x="2191014" y="1378272"/>
                  </a:lnTo>
                  <a:lnTo>
                    <a:pt x="2178774" y="1222129"/>
                  </a:lnTo>
                  <a:lnTo>
                    <a:pt x="2166533" y="1129546"/>
                  </a:lnTo>
                  <a:lnTo>
                    <a:pt x="2154293" y="1115086"/>
                  </a:lnTo>
                  <a:lnTo>
                    <a:pt x="2142053" y="1064848"/>
                  </a:lnTo>
                  <a:lnTo>
                    <a:pt x="2129813" y="972664"/>
                  </a:lnTo>
                  <a:lnTo>
                    <a:pt x="2117572" y="907521"/>
                  </a:lnTo>
                  <a:lnTo>
                    <a:pt x="2105332" y="895254"/>
                  </a:lnTo>
                  <a:lnTo>
                    <a:pt x="2093092" y="885068"/>
                  </a:lnTo>
                  <a:lnTo>
                    <a:pt x="2080851" y="860799"/>
                  </a:lnTo>
                  <a:lnTo>
                    <a:pt x="2068611" y="832955"/>
                  </a:lnTo>
                  <a:lnTo>
                    <a:pt x="2056371" y="800317"/>
                  </a:lnTo>
                  <a:lnTo>
                    <a:pt x="2044130" y="775675"/>
                  </a:lnTo>
                  <a:lnTo>
                    <a:pt x="2031890" y="755352"/>
                  </a:lnTo>
                  <a:lnTo>
                    <a:pt x="2019650" y="749958"/>
                  </a:lnTo>
                  <a:lnTo>
                    <a:pt x="2007409" y="745808"/>
                  </a:lnTo>
                  <a:lnTo>
                    <a:pt x="1995169" y="738714"/>
                  </a:lnTo>
                  <a:lnTo>
                    <a:pt x="1982929" y="724464"/>
                  </a:lnTo>
                  <a:lnTo>
                    <a:pt x="1970689" y="740251"/>
                  </a:lnTo>
                  <a:lnTo>
                    <a:pt x="1958448" y="756510"/>
                  </a:lnTo>
                  <a:lnTo>
                    <a:pt x="1946208" y="769264"/>
                  </a:lnTo>
                  <a:lnTo>
                    <a:pt x="1933968" y="767246"/>
                  </a:lnTo>
                  <a:lnTo>
                    <a:pt x="1921727" y="749019"/>
                  </a:lnTo>
                  <a:lnTo>
                    <a:pt x="1909487" y="727185"/>
                  </a:lnTo>
                  <a:lnTo>
                    <a:pt x="1897247" y="706601"/>
                  </a:lnTo>
                  <a:lnTo>
                    <a:pt x="1885006" y="694686"/>
                  </a:lnTo>
                  <a:lnTo>
                    <a:pt x="1872766" y="676515"/>
                  </a:lnTo>
                  <a:lnTo>
                    <a:pt x="1860526" y="664994"/>
                  </a:lnTo>
                  <a:lnTo>
                    <a:pt x="1848286" y="654060"/>
                  </a:lnTo>
                  <a:lnTo>
                    <a:pt x="1836045" y="642914"/>
                  </a:lnTo>
                  <a:lnTo>
                    <a:pt x="1823805" y="632703"/>
                  </a:lnTo>
                  <a:lnTo>
                    <a:pt x="1811565" y="621673"/>
                  </a:lnTo>
                  <a:lnTo>
                    <a:pt x="1799324" y="597608"/>
                  </a:lnTo>
                  <a:lnTo>
                    <a:pt x="1787084" y="598004"/>
                  </a:lnTo>
                  <a:lnTo>
                    <a:pt x="1774844" y="582568"/>
                  </a:lnTo>
                  <a:lnTo>
                    <a:pt x="1762603" y="573140"/>
                  </a:lnTo>
                  <a:lnTo>
                    <a:pt x="1750363" y="560687"/>
                  </a:lnTo>
                  <a:lnTo>
                    <a:pt x="1738123" y="559052"/>
                  </a:lnTo>
                  <a:lnTo>
                    <a:pt x="1725882" y="557666"/>
                  </a:lnTo>
                  <a:lnTo>
                    <a:pt x="1713642" y="564838"/>
                  </a:lnTo>
                  <a:lnTo>
                    <a:pt x="1701402" y="566809"/>
                  </a:lnTo>
                  <a:lnTo>
                    <a:pt x="1689162" y="563618"/>
                  </a:lnTo>
                  <a:lnTo>
                    <a:pt x="1676921" y="560289"/>
                  </a:lnTo>
                  <a:lnTo>
                    <a:pt x="1664681" y="557396"/>
                  </a:lnTo>
                  <a:lnTo>
                    <a:pt x="1652441" y="552590"/>
                  </a:lnTo>
                  <a:lnTo>
                    <a:pt x="1640200" y="545500"/>
                  </a:lnTo>
                  <a:lnTo>
                    <a:pt x="1627960" y="538192"/>
                  </a:lnTo>
                  <a:lnTo>
                    <a:pt x="1615720" y="529075"/>
                  </a:lnTo>
                  <a:lnTo>
                    <a:pt x="1603479" y="521540"/>
                  </a:lnTo>
                  <a:lnTo>
                    <a:pt x="1591239" y="518500"/>
                  </a:lnTo>
                  <a:lnTo>
                    <a:pt x="1578999" y="516766"/>
                  </a:lnTo>
                  <a:lnTo>
                    <a:pt x="1566759" y="514685"/>
                  </a:lnTo>
                  <a:lnTo>
                    <a:pt x="1554518" y="512344"/>
                  </a:lnTo>
                  <a:lnTo>
                    <a:pt x="1542278" y="505362"/>
                  </a:lnTo>
                  <a:lnTo>
                    <a:pt x="1530038" y="499324"/>
                  </a:lnTo>
                  <a:lnTo>
                    <a:pt x="1517797" y="492392"/>
                  </a:lnTo>
                  <a:lnTo>
                    <a:pt x="1505557" y="493394"/>
                  </a:lnTo>
                  <a:lnTo>
                    <a:pt x="1493317" y="499843"/>
                  </a:lnTo>
                  <a:lnTo>
                    <a:pt x="1481076" y="502721"/>
                  </a:lnTo>
                  <a:lnTo>
                    <a:pt x="1468836" y="501446"/>
                  </a:lnTo>
                  <a:lnTo>
                    <a:pt x="1456596" y="507079"/>
                  </a:lnTo>
                  <a:lnTo>
                    <a:pt x="1444355" y="510401"/>
                  </a:lnTo>
                  <a:lnTo>
                    <a:pt x="1432115" y="516070"/>
                  </a:lnTo>
                  <a:lnTo>
                    <a:pt x="1419875" y="517580"/>
                  </a:lnTo>
                  <a:lnTo>
                    <a:pt x="1407635" y="520959"/>
                  </a:lnTo>
                  <a:lnTo>
                    <a:pt x="1395394" y="531183"/>
                  </a:lnTo>
                  <a:lnTo>
                    <a:pt x="1383154" y="541467"/>
                  </a:lnTo>
                  <a:lnTo>
                    <a:pt x="1370914" y="546508"/>
                  </a:lnTo>
                  <a:lnTo>
                    <a:pt x="1358673" y="549841"/>
                  </a:lnTo>
                  <a:lnTo>
                    <a:pt x="1346433" y="552601"/>
                  </a:lnTo>
                  <a:lnTo>
                    <a:pt x="1334193" y="554860"/>
                  </a:lnTo>
                  <a:lnTo>
                    <a:pt x="1321952" y="563323"/>
                  </a:lnTo>
                  <a:lnTo>
                    <a:pt x="1309712" y="568979"/>
                  </a:lnTo>
                  <a:lnTo>
                    <a:pt x="1297472" y="576856"/>
                  </a:lnTo>
                  <a:lnTo>
                    <a:pt x="1285231" y="584707"/>
                  </a:lnTo>
                  <a:lnTo>
                    <a:pt x="1272991" y="592432"/>
                  </a:lnTo>
                  <a:lnTo>
                    <a:pt x="1260751" y="598453"/>
                  </a:lnTo>
                  <a:lnTo>
                    <a:pt x="1248511" y="600649"/>
                  </a:lnTo>
                  <a:lnTo>
                    <a:pt x="1236270" y="603012"/>
                  </a:lnTo>
                  <a:lnTo>
                    <a:pt x="1224030" y="608903"/>
                  </a:lnTo>
                  <a:lnTo>
                    <a:pt x="1211790" y="617209"/>
                  </a:lnTo>
                  <a:lnTo>
                    <a:pt x="1199549" y="620368"/>
                  </a:lnTo>
                  <a:lnTo>
                    <a:pt x="1187309" y="621511"/>
                  </a:lnTo>
                  <a:lnTo>
                    <a:pt x="1175069" y="626941"/>
                  </a:lnTo>
                  <a:lnTo>
                    <a:pt x="1162828" y="632147"/>
                  </a:lnTo>
                  <a:lnTo>
                    <a:pt x="1150588" y="633868"/>
                  </a:lnTo>
                  <a:lnTo>
                    <a:pt x="1138348" y="636696"/>
                  </a:lnTo>
                  <a:lnTo>
                    <a:pt x="1126108" y="641540"/>
                  </a:lnTo>
                  <a:lnTo>
                    <a:pt x="1113867" y="647028"/>
                  </a:lnTo>
                  <a:lnTo>
                    <a:pt x="1101627" y="651000"/>
                  </a:lnTo>
                  <a:lnTo>
                    <a:pt x="1089387" y="650496"/>
                  </a:lnTo>
                  <a:lnTo>
                    <a:pt x="1077146" y="653807"/>
                  </a:lnTo>
                  <a:lnTo>
                    <a:pt x="1064906" y="656864"/>
                  </a:lnTo>
                  <a:lnTo>
                    <a:pt x="1052666" y="658386"/>
                  </a:lnTo>
                  <a:lnTo>
                    <a:pt x="1040425" y="660042"/>
                  </a:lnTo>
                  <a:lnTo>
                    <a:pt x="1028185" y="661919"/>
                  </a:lnTo>
                  <a:lnTo>
                    <a:pt x="1015945" y="664099"/>
                  </a:lnTo>
                  <a:lnTo>
                    <a:pt x="1003704" y="670066"/>
                  </a:lnTo>
                  <a:lnTo>
                    <a:pt x="991464" y="674607"/>
                  </a:lnTo>
                  <a:lnTo>
                    <a:pt x="979224" y="678304"/>
                  </a:lnTo>
                  <a:lnTo>
                    <a:pt x="966984" y="682962"/>
                  </a:lnTo>
                  <a:lnTo>
                    <a:pt x="954743" y="688269"/>
                  </a:lnTo>
                  <a:lnTo>
                    <a:pt x="942503" y="693973"/>
                  </a:lnTo>
                  <a:lnTo>
                    <a:pt x="930263" y="698291"/>
                  </a:lnTo>
                  <a:lnTo>
                    <a:pt x="918022" y="704038"/>
                  </a:lnTo>
                  <a:lnTo>
                    <a:pt x="905782" y="710385"/>
                  </a:lnTo>
                  <a:lnTo>
                    <a:pt x="893542" y="717034"/>
                  </a:lnTo>
                  <a:lnTo>
                    <a:pt x="881301" y="723941"/>
                  </a:lnTo>
                  <a:lnTo>
                    <a:pt x="869061" y="731064"/>
                  </a:lnTo>
                  <a:lnTo>
                    <a:pt x="856821" y="737687"/>
                  </a:lnTo>
                  <a:lnTo>
                    <a:pt x="844581" y="745779"/>
                  </a:lnTo>
                  <a:lnTo>
                    <a:pt x="832340" y="753301"/>
                  </a:lnTo>
                  <a:lnTo>
                    <a:pt x="820100" y="760860"/>
                  </a:lnTo>
                  <a:lnTo>
                    <a:pt x="807860" y="766180"/>
                  </a:lnTo>
                  <a:lnTo>
                    <a:pt x="795619" y="770570"/>
                  </a:lnTo>
                  <a:lnTo>
                    <a:pt x="783379" y="775081"/>
                  </a:lnTo>
                  <a:lnTo>
                    <a:pt x="771139" y="779729"/>
                  </a:lnTo>
                  <a:lnTo>
                    <a:pt x="758898" y="784525"/>
                  </a:lnTo>
                  <a:lnTo>
                    <a:pt x="746658" y="789826"/>
                  </a:lnTo>
                  <a:lnTo>
                    <a:pt x="734418" y="795502"/>
                  </a:lnTo>
                  <a:lnTo>
                    <a:pt x="722177" y="802631"/>
                  </a:lnTo>
                  <a:lnTo>
                    <a:pt x="709937" y="809388"/>
                  </a:lnTo>
                  <a:lnTo>
                    <a:pt x="697697" y="815601"/>
                  </a:lnTo>
                  <a:lnTo>
                    <a:pt x="685457" y="821328"/>
                  </a:lnTo>
                  <a:lnTo>
                    <a:pt x="673216" y="826628"/>
                  </a:lnTo>
                  <a:lnTo>
                    <a:pt x="660976" y="831557"/>
                  </a:lnTo>
                  <a:lnTo>
                    <a:pt x="648736" y="836175"/>
                  </a:lnTo>
                  <a:lnTo>
                    <a:pt x="636495" y="842955"/>
                  </a:lnTo>
                  <a:lnTo>
                    <a:pt x="624255" y="849990"/>
                  </a:lnTo>
                  <a:lnTo>
                    <a:pt x="612015" y="857263"/>
                  </a:lnTo>
                  <a:lnTo>
                    <a:pt x="599774" y="864780"/>
                  </a:lnTo>
                  <a:lnTo>
                    <a:pt x="587534" y="871776"/>
                  </a:lnTo>
                  <a:lnTo>
                    <a:pt x="575294" y="878001"/>
                  </a:lnTo>
                  <a:lnTo>
                    <a:pt x="563054" y="882859"/>
                  </a:lnTo>
                  <a:lnTo>
                    <a:pt x="550813" y="887986"/>
                  </a:lnTo>
                  <a:lnTo>
                    <a:pt x="538573" y="893436"/>
                  </a:lnTo>
                  <a:lnTo>
                    <a:pt x="526333" y="899262"/>
                  </a:lnTo>
                  <a:lnTo>
                    <a:pt x="514092" y="905517"/>
                  </a:lnTo>
                  <a:lnTo>
                    <a:pt x="501852" y="912256"/>
                  </a:lnTo>
                  <a:lnTo>
                    <a:pt x="489612" y="919531"/>
                  </a:lnTo>
                  <a:lnTo>
                    <a:pt x="477371" y="927382"/>
                  </a:lnTo>
                  <a:lnTo>
                    <a:pt x="465131" y="935726"/>
                  </a:lnTo>
                  <a:lnTo>
                    <a:pt x="452891" y="944422"/>
                  </a:lnTo>
                  <a:lnTo>
                    <a:pt x="440650" y="953329"/>
                  </a:lnTo>
                  <a:lnTo>
                    <a:pt x="428410" y="962308"/>
                  </a:lnTo>
                  <a:lnTo>
                    <a:pt x="416170" y="971218"/>
                  </a:lnTo>
                  <a:lnTo>
                    <a:pt x="403930" y="979918"/>
                  </a:lnTo>
                  <a:lnTo>
                    <a:pt x="391689" y="988267"/>
                  </a:lnTo>
                  <a:lnTo>
                    <a:pt x="379449" y="996125"/>
                  </a:lnTo>
                  <a:lnTo>
                    <a:pt x="367209" y="1003352"/>
                  </a:lnTo>
                  <a:lnTo>
                    <a:pt x="354968" y="1009807"/>
                  </a:lnTo>
                  <a:lnTo>
                    <a:pt x="342728" y="1015348"/>
                  </a:lnTo>
                  <a:lnTo>
                    <a:pt x="330488" y="1020531"/>
                  </a:lnTo>
                  <a:lnTo>
                    <a:pt x="318247" y="1027146"/>
                  </a:lnTo>
                  <a:lnTo>
                    <a:pt x="306007" y="1034205"/>
                  </a:lnTo>
                  <a:lnTo>
                    <a:pt x="293767" y="1040090"/>
                  </a:lnTo>
                  <a:lnTo>
                    <a:pt x="281527" y="1044119"/>
                  </a:lnTo>
                  <a:lnTo>
                    <a:pt x="269286" y="1047844"/>
                  </a:lnTo>
                  <a:lnTo>
                    <a:pt x="257046" y="1049464"/>
                  </a:lnTo>
                  <a:lnTo>
                    <a:pt x="244806" y="1049826"/>
                  </a:lnTo>
                  <a:lnTo>
                    <a:pt x="232565" y="1052572"/>
                  </a:lnTo>
                  <a:lnTo>
                    <a:pt x="220325" y="1052441"/>
                  </a:lnTo>
                  <a:lnTo>
                    <a:pt x="208085" y="1063101"/>
                  </a:lnTo>
                  <a:lnTo>
                    <a:pt x="195844" y="1064512"/>
                  </a:lnTo>
                  <a:lnTo>
                    <a:pt x="183604" y="1061713"/>
                  </a:lnTo>
                  <a:lnTo>
                    <a:pt x="171364" y="1065463"/>
                  </a:lnTo>
                  <a:lnTo>
                    <a:pt x="159123" y="1067252"/>
                  </a:lnTo>
                  <a:lnTo>
                    <a:pt x="146883" y="1074147"/>
                  </a:lnTo>
                  <a:lnTo>
                    <a:pt x="134643" y="1080003"/>
                  </a:lnTo>
                  <a:lnTo>
                    <a:pt x="122403" y="1086375"/>
                  </a:lnTo>
                  <a:lnTo>
                    <a:pt x="110162" y="1096093"/>
                  </a:lnTo>
                  <a:lnTo>
                    <a:pt x="97922" y="1102897"/>
                  </a:lnTo>
                  <a:lnTo>
                    <a:pt x="85682" y="1113217"/>
                  </a:lnTo>
                  <a:lnTo>
                    <a:pt x="73441" y="1110245"/>
                  </a:lnTo>
                  <a:lnTo>
                    <a:pt x="61201" y="1119489"/>
                  </a:lnTo>
                  <a:lnTo>
                    <a:pt x="48961" y="1133150"/>
                  </a:lnTo>
                  <a:lnTo>
                    <a:pt x="36720" y="1155033"/>
                  </a:lnTo>
                  <a:lnTo>
                    <a:pt x="24480" y="1190483"/>
                  </a:lnTo>
                  <a:lnTo>
                    <a:pt x="12240" y="1219281"/>
                  </a:lnTo>
                  <a:lnTo>
                    <a:pt x="0" y="125977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81585" y="755389"/>
              <a:ext cx="2018768" cy="888499"/>
            </a:xfrm>
            <a:custGeom>
              <a:avLst/>
              <a:pathLst>
                <a:path w="2018768" h="888499">
                  <a:moveTo>
                    <a:pt x="0" y="854572"/>
                  </a:moveTo>
                  <a:lnTo>
                    <a:pt x="12240" y="860517"/>
                  </a:lnTo>
                  <a:lnTo>
                    <a:pt x="24480" y="865192"/>
                  </a:lnTo>
                  <a:lnTo>
                    <a:pt x="36720" y="870976"/>
                  </a:lnTo>
                  <a:lnTo>
                    <a:pt x="48961" y="874047"/>
                  </a:lnTo>
                  <a:lnTo>
                    <a:pt x="61201" y="871767"/>
                  </a:lnTo>
                  <a:lnTo>
                    <a:pt x="73441" y="861305"/>
                  </a:lnTo>
                  <a:lnTo>
                    <a:pt x="85682" y="856933"/>
                  </a:lnTo>
                  <a:lnTo>
                    <a:pt x="97922" y="854964"/>
                  </a:lnTo>
                  <a:lnTo>
                    <a:pt x="110162" y="854561"/>
                  </a:lnTo>
                  <a:lnTo>
                    <a:pt x="122403" y="857397"/>
                  </a:lnTo>
                  <a:lnTo>
                    <a:pt x="134643" y="862330"/>
                  </a:lnTo>
                  <a:lnTo>
                    <a:pt x="146883" y="868980"/>
                  </a:lnTo>
                  <a:lnTo>
                    <a:pt x="159123" y="876851"/>
                  </a:lnTo>
                  <a:lnTo>
                    <a:pt x="171364" y="878283"/>
                  </a:lnTo>
                  <a:lnTo>
                    <a:pt x="183604" y="878561"/>
                  </a:lnTo>
                  <a:lnTo>
                    <a:pt x="195844" y="879459"/>
                  </a:lnTo>
                  <a:lnTo>
                    <a:pt x="208085" y="880167"/>
                  </a:lnTo>
                  <a:lnTo>
                    <a:pt x="220325" y="886920"/>
                  </a:lnTo>
                  <a:lnTo>
                    <a:pt x="232565" y="888499"/>
                  </a:lnTo>
                  <a:lnTo>
                    <a:pt x="244806" y="887004"/>
                  </a:lnTo>
                  <a:lnTo>
                    <a:pt x="257046" y="881645"/>
                  </a:lnTo>
                  <a:lnTo>
                    <a:pt x="269286" y="877643"/>
                  </a:lnTo>
                  <a:lnTo>
                    <a:pt x="281527" y="876780"/>
                  </a:lnTo>
                  <a:lnTo>
                    <a:pt x="293767" y="872716"/>
                  </a:lnTo>
                  <a:lnTo>
                    <a:pt x="306007" y="865807"/>
                  </a:lnTo>
                  <a:lnTo>
                    <a:pt x="318247" y="859161"/>
                  </a:lnTo>
                  <a:lnTo>
                    <a:pt x="330488" y="852763"/>
                  </a:lnTo>
                  <a:lnTo>
                    <a:pt x="342728" y="848886"/>
                  </a:lnTo>
                  <a:lnTo>
                    <a:pt x="354968" y="844298"/>
                  </a:lnTo>
                  <a:lnTo>
                    <a:pt x="367209" y="836561"/>
                  </a:lnTo>
                  <a:lnTo>
                    <a:pt x="379449" y="829280"/>
                  </a:lnTo>
                  <a:lnTo>
                    <a:pt x="391689" y="820402"/>
                  </a:lnTo>
                  <a:lnTo>
                    <a:pt x="403930" y="811233"/>
                  </a:lnTo>
                  <a:lnTo>
                    <a:pt x="416170" y="802087"/>
                  </a:lnTo>
                  <a:lnTo>
                    <a:pt x="428410" y="793058"/>
                  </a:lnTo>
                  <a:lnTo>
                    <a:pt x="440650" y="784237"/>
                  </a:lnTo>
                  <a:lnTo>
                    <a:pt x="452891" y="775717"/>
                  </a:lnTo>
                  <a:lnTo>
                    <a:pt x="465131" y="767589"/>
                  </a:lnTo>
                  <a:lnTo>
                    <a:pt x="477371" y="759945"/>
                  </a:lnTo>
                  <a:lnTo>
                    <a:pt x="489612" y="752878"/>
                  </a:lnTo>
                  <a:lnTo>
                    <a:pt x="501852" y="746433"/>
                  </a:lnTo>
                  <a:lnTo>
                    <a:pt x="514092" y="740559"/>
                  </a:lnTo>
                  <a:lnTo>
                    <a:pt x="526333" y="735192"/>
                  </a:lnTo>
                  <a:lnTo>
                    <a:pt x="538573" y="730271"/>
                  </a:lnTo>
                  <a:lnTo>
                    <a:pt x="550813" y="725732"/>
                  </a:lnTo>
                  <a:lnTo>
                    <a:pt x="563054" y="721511"/>
                  </a:lnTo>
                  <a:lnTo>
                    <a:pt x="575294" y="716899"/>
                  </a:lnTo>
                  <a:lnTo>
                    <a:pt x="587534" y="711134"/>
                  </a:lnTo>
                  <a:lnTo>
                    <a:pt x="599774" y="709015"/>
                  </a:lnTo>
                  <a:lnTo>
                    <a:pt x="612015" y="701457"/>
                  </a:lnTo>
                  <a:lnTo>
                    <a:pt x="624255" y="694254"/>
                  </a:lnTo>
                  <a:lnTo>
                    <a:pt x="636495" y="688691"/>
                  </a:lnTo>
                  <a:lnTo>
                    <a:pt x="648736" y="681256"/>
                  </a:lnTo>
                  <a:lnTo>
                    <a:pt x="660976" y="673349"/>
                  </a:lnTo>
                  <a:lnTo>
                    <a:pt x="673216" y="666624"/>
                  </a:lnTo>
                  <a:lnTo>
                    <a:pt x="685457" y="664122"/>
                  </a:lnTo>
                  <a:lnTo>
                    <a:pt x="697697" y="660354"/>
                  </a:lnTo>
                  <a:lnTo>
                    <a:pt x="709937" y="654428"/>
                  </a:lnTo>
                  <a:lnTo>
                    <a:pt x="722177" y="648363"/>
                  </a:lnTo>
                  <a:lnTo>
                    <a:pt x="734418" y="642139"/>
                  </a:lnTo>
                  <a:lnTo>
                    <a:pt x="746658" y="635752"/>
                  </a:lnTo>
                  <a:lnTo>
                    <a:pt x="758898" y="629226"/>
                  </a:lnTo>
                  <a:lnTo>
                    <a:pt x="771139" y="622590"/>
                  </a:lnTo>
                  <a:lnTo>
                    <a:pt x="783379" y="615871"/>
                  </a:lnTo>
                  <a:lnTo>
                    <a:pt x="795619" y="610153"/>
                  </a:lnTo>
                  <a:lnTo>
                    <a:pt x="807860" y="602293"/>
                  </a:lnTo>
                  <a:lnTo>
                    <a:pt x="820100" y="594826"/>
                  </a:lnTo>
                  <a:lnTo>
                    <a:pt x="832340" y="588712"/>
                  </a:lnTo>
                  <a:lnTo>
                    <a:pt x="844581" y="581990"/>
                  </a:lnTo>
                  <a:lnTo>
                    <a:pt x="856821" y="575349"/>
                  </a:lnTo>
                  <a:lnTo>
                    <a:pt x="869061" y="568818"/>
                  </a:lnTo>
                  <a:lnTo>
                    <a:pt x="881301" y="563896"/>
                  </a:lnTo>
                  <a:lnTo>
                    <a:pt x="893542" y="557901"/>
                  </a:lnTo>
                  <a:lnTo>
                    <a:pt x="905782" y="551655"/>
                  </a:lnTo>
                  <a:lnTo>
                    <a:pt x="918022" y="546570"/>
                  </a:lnTo>
                  <a:lnTo>
                    <a:pt x="930263" y="541203"/>
                  </a:lnTo>
                  <a:lnTo>
                    <a:pt x="942503" y="537139"/>
                  </a:lnTo>
                  <a:lnTo>
                    <a:pt x="954743" y="531302"/>
                  </a:lnTo>
                  <a:lnTo>
                    <a:pt x="966984" y="526249"/>
                  </a:lnTo>
                  <a:lnTo>
                    <a:pt x="979224" y="520245"/>
                  </a:lnTo>
                  <a:lnTo>
                    <a:pt x="991464" y="515452"/>
                  </a:lnTo>
                  <a:lnTo>
                    <a:pt x="1003704" y="508817"/>
                  </a:lnTo>
                  <a:lnTo>
                    <a:pt x="1015945" y="501768"/>
                  </a:lnTo>
                  <a:lnTo>
                    <a:pt x="1028185" y="497913"/>
                  </a:lnTo>
                  <a:lnTo>
                    <a:pt x="1040425" y="491168"/>
                  </a:lnTo>
                  <a:lnTo>
                    <a:pt x="1052666" y="484398"/>
                  </a:lnTo>
                  <a:lnTo>
                    <a:pt x="1064906" y="483576"/>
                  </a:lnTo>
                  <a:lnTo>
                    <a:pt x="1077146" y="479274"/>
                  </a:lnTo>
                  <a:lnTo>
                    <a:pt x="1089387" y="470012"/>
                  </a:lnTo>
                  <a:lnTo>
                    <a:pt x="1101627" y="464107"/>
                  </a:lnTo>
                  <a:lnTo>
                    <a:pt x="1113867" y="460413"/>
                  </a:lnTo>
                  <a:lnTo>
                    <a:pt x="1126108" y="457145"/>
                  </a:lnTo>
                  <a:lnTo>
                    <a:pt x="1138348" y="454305"/>
                  </a:lnTo>
                  <a:lnTo>
                    <a:pt x="1150588" y="451894"/>
                  </a:lnTo>
                  <a:lnTo>
                    <a:pt x="1162828" y="448299"/>
                  </a:lnTo>
                  <a:lnTo>
                    <a:pt x="1175069" y="441425"/>
                  </a:lnTo>
                  <a:lnTo>
                    <a:pt x="1187309" y="435077"/>
                  </a:lnTo>
                  <a:lnTo>
                    <a:pt x="1199549" y="429312"/>
                  </a:lnTo>
                  <a:lnTo>
                    <a:pt x="1211790" y="424185"/>
                  </a:lnTo>
                  <a:lnTo>
                    <a:pt x="1224030" y="419368"/>
                  </a:lnTo>
                  <a:lnTo>
                    <a:pt x="1236270" y="412514"/>
                  </a:lnTo>
                  <a:lnTo>
                    <a:pt x="1248511" y="405398"/>
                  </a:lnTo>
                  <a:lnTo>
                    <a:pt x="1260751" y="398092"/>
                  </a:lnTo>
                  <a:lnTo>
                    <a:pt x="1272991" y="388637"/>
                  </a:lnTo>
                  <a:lnTo>
                    <a:pt x="1285231" y="376395"/>
                  </a:lnTo>
                  <a:lnTo>
                    <a:pt x="1297472" y="368870"/>
                  </a:lnTo>
                  <a:lnTo>
                    <a:pt x="1309712" y="364388"/>
                  </a:lnTo>
                  <a:lnTo>
                    <a:pt x="1321952" y="356545"/>
                  </a:lnTo>
                  <a:lnTo>
                    <a:pt x="1334193" y="338656"/>
                  </a:lnTo>
                  <a:lnTo>
                    <a:pt x="1346433" y="325801"/>
                  </a:lnTo>
                  <a:lnTo>
                    <a:pt x="1358673" y="320070"/>
                  </a:lnTo>
                  <a:lnTo>
                    <a:pt x="1370914" y="309113"/>
                  </a:lnTo>
                  <a:lnTo>
                    <a:pt x="1383154" y="295719"/>
                  </a:lnTo>
                  <a:lnTo>
                    <a:pt x="1395394" y="288101"/>
                  </a:lnTo>
                  <a:lnTo>
                    <a:pt x="1407635" y="278572"/>
                  </a:lnTo>
                  <a:lnTo>
                    <a:pt x="1419875" y="270145"/>
                  </a:lnTo>
                  <a:lnTo>
                    <a:pt x="1432115" y="262946"/>
                  </a:lnTo>
                  <a:lnTo>
                    <a:pt x="1444355" y="257097"/>
                  </a:lnTo>
                  <a:lnTo>
                    <a:pt x="1456596" y="249975"/>
                  </a:lnTo>
                  <a:lnTo>
                    <a:pt x="1468836" y="244572"/>
                  </a:lnTo>
                  <a:lnTo>
                    <a:pt x="1481076" y="241776"/>
                  </a:lnTo>
                  <a:lnTo>
                    <a:pt x="1493317" y="241026"/>
                  </a:lnTo>
                  <a:lnTo>
                    <a:pt x="1505557" y="235380"/>
                  </a:lnTo>
                  <a:lnTo>
                    <a:pt x="1517797" y="228399"/>
                  </a:lnTo>
                  <a:lnTo>
                    <a:pt x="1530038" y="225869"/>
                  </a:lnTo>
                  <a:lnTo>
                    <a:pt x="1542278" y="215800"/>
                  </a:lnTo>
                  <a:lnTo>
                    <a:pt x="1554518" y="210179"/>
                  </a:lnTo>
                  <a:lnTo>
                    <a:pt x="1566759" y="205007"/>
                  </a:lnTo>
                  <a:lnTo>
                    <a:pt x="1578999" y="196458"/>
                  </a:lnTo>
                  <a:lnTo>
                    <a:pt x="1591239" y="186655"/>
                  </a:lnTo>
                  <a:lnTo>
                    <a:pt x="1603479" y="178939"/>
                  </a:lnTo>
                  <a:lnTo>
                    <a:pt x="1615720" y="168202"/>
                  </a:lnTo>
                  <a:lnTo>
                    <a:pt x="1627960" y="157932"/>
                  </a:lnTo>
                  <a:lnTo>
                    <a:pt x="1640200" y="153411"/>
                  </a:lnTo>
                  <a:lnTo>
                    <a:pt x="1652441" y="149199"/>
                  </a:lnTo>
                  <a:lnTo>
                    <a:pt x="1664681" y="147515"/>
                  </a:lnTo>
                  <a:lnTo>
                    <a:pt x="1676921" y="144217"/>
                  </a:lnTo>
                  <a:lnTo>
                    <a:pt x="1689162" y="137292"/>
                  </a:lnTo>
                  <a:lnTo>
                    <a:pt x="1701402" y="143442"/>
                  </a:lnTo>
                  <a:lnTo>
                    <a:pt x="1713642" y="142350"/>
                  </a:lnTo>
                  <a:lnTo>
                    <a:pt x="1725882" y="131482"/>
                  </a:lnTo>
                  <a:lnTo>
                    <a:pt x="1738123" y="139460"/>
                  </a:lnTo>
                  <a:lnTo>
                    <a:pt x="1750363" y="127062"/>
                  </a:lnTo>
                  <a:lnTo>
                    <a:pt x="1762603" y="128261"/>
                  </a:lnTo>
                  <a:lnTo>
                    <a:pt x="1774844" y="112735"/>
                  </a:lnTo>
                  <a:lnTo>
                    <a:pt x="1787084" y="111670"/>
                  </a:lnTo>
                  <a:lnTo>
                    <a:pt x="1799324" y="105622"/>
                  </a:lnTo>
                  <a:lnTo>
                    <a:pt x="1811565" y="87948"/>
                  </a:lnTo>
                  <a:lnTo>
                    <a:pt x="1823805" y="87241"/>
                  </a:lnTo>
                  <a:lnTo>
                    <a:pt x="1836045" y="71384"/>
                  </a:lnTo>
                  <a:lnTo>
                    <a:pt x="1848286" y="48814"/>
                  </a:lnTo>
                  <a:lnTo>
                    <a:pt x="1860526" y="29311"/>
                  </a:lnTo>
                  <a:lnTo>
                    <a:pt x="1872766" y="25704"/>
                  </a:lnTo>
                  <a:lnTo>
                    <a:pt x="1885006" y="24097"/>
                  </a:lnTo>
                  <a:lnTo>
                    <a:pt x="1897247" y="8420"/>
                  </a:lnTo>
                  <a:lnTo>
                    <a:pt x="1909487" y="12249"/>
                  </a:lnTo>
                  <a:lnTo>
                    <a:pt x="1921727" y="15704"/>
                  </a:lnTo>
                  <a:lnTo>
                    <a:pt x="1933968" y="18495"/>
                  </a:lnTo>
                  <a:lnTo>
                    <a:pt x="1946208" y="26662"/>
                  </a:lnTo>
                  <a:lnTo>
                    <a:pt x="1958448" y="34354"/>
                  </a:lnTo>
                  <a:lnTo>
                    <a:pt x="1970689" y="44893"/>
                  </a:lnTo>
                  <a:lnTo>
                    <a:pt x="1982929" y="43986"/>
                  </a:lnTo>
                  <a:lnTo>
                    <a:pt x="1995169" y="45216"/>
                  </a:lnTo>
                  <a:lnTo>
                    <a:pt x="2007409" y="28639"/>
                  </a:lnTo>
                  <a:lnTo>
                    <a:pt x="201876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10805181" y="755389"/>
              <a:ext cx="33315" cy="4673"/>
            </a:xfrm>
            <a:custGeom>
              <a:avLst/>
              <a:pathLst>
                <a:path w="33315" h="4673">
                  <a:moveTo>
                    <a:pt x="0" y="0"/>
                  </a:moveTo>
                  <a:lnTo>
                    <a:pt x="8294" y="4673"/>
                  </a:lnTo>
                  <a:lnTo>
                    <a:pt x="20534" y="2951"/>
                  </a:lnTo>
                  <a:lnTo>
                    <a:pt x="32774" y="1455"/>
                  </a:lnTo>
                  <a:lnTo>
                    <a:pt x="333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81585" y="1247781"/>
              <a:ext cx="2191014" cy="885880"/>
            </a:xfrm>
            <a:custGeom>
              <a:avLst/>
              <a:pathLst>
                <a:path w="2191014" h="885880">
                  <a:moveTo>
                    <a:pt x="2191014" y="885880"/>
                  </a:moveTo>
                  <a:lnTo>
                    <a:pt x="2178774" y="729737"/>
                  </a:lnTo>
                  <a:lnTo>
                    <a:pt x="2166533" y="637154"/>
                  </a:lnTo>
                  <a:lnTo>
                    <a:pt x="2154293" y="622694"/>
                  </a:lnTo>
                  <a:lnTo>
                    <a:pt x="2142053" y="572455"/>
                  </a:lnTo>
                  <a:lnTo>
                    <a:pt x="2129813" y="480272"/>
                  </a:lnTo>
                  <a:lnTo>
                    <a:pt x="2117572" y="415129"/>
                  </a:lnTo>
                  <a:lnTo>
                    <a:pt x="2105332" y="402862"/>
                  </a:lnTo>
                  <a:lnTo>
                    <a:pt x="2093092" y="392675"/>
                  </a:lnTo>
                  <a:lnTo>
                    <a:pt x="2080851" y="368407"/>
                  </a:lnTo>
                  <a:lnTo>
                    <a:pt x="2068611" y="340563"/>
                  </a:lnTo>
                  <a:lnTo>
                    <a:pt x="2056371" y="307925"/>
                  </a:lnTo>
                  <a:lnTo>
                    <a:pt x="2044130" y="283283"/>
                  </a:lnTo>
                  <a:lnTo>
                    <a:pt x="2031890" y="262960"/>
                  </a:lnTo>
                  <a:lnTo>
                    <a:pt x="2019650" y="257565"/>
                  </a:lnTo>
                  <a:lnTo>
                    <a:pt x="2007409" y="253416"/>
                  </a:lnTo>
                  <a:lnTo>
                    <a:pt x="1995169" y="246322"/>
                  </a:lnTo>
                  <a:lnTo>
                    <a:pt x="1982929" y="232072"/>
                  </a:lnTo>
                  <a:lnTo>
                    <a:pt x="1970689" y="247859"/>
                  </a:lnTo>
                  <a:lnTo>
                    <a:pt x="1958448" y="264118"/>
                  </a:lnTo>
                  <a:lnTo>
                    <a:pt x="1946208" y="276872"/>
                  </a:lnTo>
                  <a:lnTo>
                    <a:pt x="1933968" y="274854"/>
                  </a:lnTo>
                  <a:lnTo>
                    <a:pt x="1921727" y="256627"/>
                  </a:lnTo>
                  <a:lnTo>
                    <a:pt x="1909487" y="234793"/>
                  </a:lnTo>
                  <a:lnTo>
                    <a:pt x="1897247" y="214208"/>
                  </a:lnTo>
                  <a:lnTo>
                    <a:pt x="1885006" y="202294"/>
                  </a:lnTo>
                  <a:lnTo>
                    <a:pt x="1872766" y="184123"/>
                  </a:lnTo>
                  <a:lnTo>
                    <a:pt x="1860526" y="172602"/>
                  </a:lnTo>
                  <a:lnTo>
                    <a:pt x="1848286" y="161668"/>
                  </a:lnTo>
                  <a:lnTo>
                    <a:pt x="1836045" y="150522"/>
                  </a:lnTo>
                  <a:lnTo>
                    <a:pt x="1823805" y="140311"/>
                  </a:lnTo>
                  <a:lnTo>
                    <a:pt x="1811565" y="129281"/>
                  </a:lnTo>
                  <a:lnTo>
                    <a:pt x="1799324" y="105216"/>
                  </a:lnTo>
                  <a:lnTo>
                    <a:pt x="1787084" y="105612"/>
                  </a:lnTo>
                  <a:lnTo>
                    <a:pt x="1774844" y="90176"/>
                  </a:lnTo>
                  <a:lnTo>
                    <a:pt x="1762603" y="80748"/>
                  </a:lnTo>
                  <a:lnTo>
                    <a:pt x="1750363" y="68295"/>
                  </a:lnTo>
                  <a:lnTo>
                    <a:pt x="1738123" y="66660"/>
                  </a:lnTo>
                  <a:lnTo>
                    <a:pt x="1725882" y="65274"/>
                  </a:lnTo>
                  <a:lnTo>
                    <a:pt x="1713642" y="72446"/>
                  </a:lnTo>
                  <a:lnTo>
                    <a:pt x="1701402" y="74417"/>
                  </a:lnTo>
                  <a:lnTo>
                    <a:pt x="1689162" y="71226"/>
                  </a:lnTo>
                  <a:lnTo>
                    <a:pt x="1676921" y="67897"/>
                  </a:lnTo>
                  <a:lnTo>
                    <a:pt x="1664681" y="65004"/>
                  </a:lnTo>
                  <a:lnTo>
                    <a:pt x="1652441" y="60198"/>
                  </a:lnTo>
                  <a:lnTo>
                    <a:pt x="1640200" y="53107"/>
                  </a:lnTo>
                  <a:lnTo>
                    <a:pt x="1627960" y="45800"/>
                  </a:lnTo>
                  <a:lnTo>
                    <a:pt x="1615720" y="36683"/>
                  </a:lnTo>
                  <a:lnTo>
                    <a:pt x="1603479" y="29148"/>
                  </a:lnTo>
                  <a:lnTo>
                    <a:pt x="1591239" y="26108"/>
                  </a:lnTo>
                  <a:lnTo>
                    <a:pt x="1578999" y="24374"/>
                  </a:lnTo>
                  <a:lnTo>
                    <a:pt x="1566759" y="22293"/>
                  </a:lnTo>
                  <a:lnTo>
                    <a:pt x="1554518" y="19952"/>
                  </a:lnTo>
                  <a:lnTo>
                    <a:pt x="1542278" y="12969"/>
                  </a:lnTo>
                  <a:lnTo>
                    <a:pt x="1530038" y="6931"/>
                  </a:lnTo>
                  <a:lnTo>
                    <a:pt x="1517797" y="0"/>
                  </a:lnTo>
                  <a:lnTo>
                    <a:pt x="1505557" y="1002"/>
                  </a:lnTo>
                  <a:lnTo>
                    <a:pt x="1493317" y="7451"/>
                  </a:lnTo>
                  <a:lnTo>
                    <a:pt x="1481076" y="10329"/>
                  </a:lnTo>
                  <a:lnTo>
                    <a:pt x="1468836" y="9054"/>
                  </a:lnTo>
                  <a:lnTo>
                    <a:pt x="1456596" y="14687"/>
                  </a:lnTo>
                  <a:lnTo>
                    <a:pt x="1444355" y="18009"/>
                  </a:lnTo>
                  <a:lnTo>
                    <a:pt x="1432115" y="23678"/>
                  </a:lnTo>
                  <a:lnTo>
                    <a:pt x="1419875" y="25188"/>
                  </a:lnTo>
                  <a:lnTo>
                    <a:pt x="1407635" y="28567"/>
                  </a:lnTo>
                  <a:lnTo>
                    <a:pt x="1395394" y="38791"/>
                  </a:lnTo>
                  <a:lnTo>
                    <a:pt x="1383154" y="49075"/>
                  </a:lnTo>
                  <a:lnTo>
                    <a:pt x="1370914" y="54116"/>
                  </a:lnTo>
                  <a:lnTo>
                    <a:pt x="1358673" y="57449"/>
                  </a:lnTo>
                  <a:lnTo>
                    <a:pt x="1346433" y="60209"/>
                  </a:lnTo>
                  <a:lnTo>
                    <a:pt x="1334193" y="62468"/>
                  </a:lnTo>
                  <a:lnTo>
                    <a:pt x="1321952" y="70931"/>
                  </a:lnTo>
                  <a:lnTo>
                    <a:pt x="1309712" y="76587"/>
                  </a:lnTo>
                  <a:lnTo>
                    <a:pt x="1297472" y="84464"/>
                  </a:lnTo>
                  <a:lnTo>
                    <a:pt x="1285231" y="92315"/>
                  </a:lnTo>
                  <a:lnTo>
                    <a:pt x="1272991" y="100040"/>
                  </a:lnTo>
                  <a:lnTo>
                    <a:pt x="1260751" y="106061"/>
                  </a:lnTo>
                  <a:lnTo>
                    <a:pt x="1248511" y="108257"/>
                  </a:lnTo>
                  <a:lnTo>
                    <a:pt x="1236270" y="110620"/>
                  </a:lnTo>
                  <a:lnTo>
                    <a:pt x="1224030" y="116510"/>
                  </a:lnTo>
                  <a:lnTo>
                    <a:pt x="1211790" y="124817"/>
                  </a:lnTo>
                  <a:lnTo>
                    <a:pt x="1199549" y="127976"/>
                  </a:lnTo>
                  <a:lnTo>
                    <a:pt x="1187309" y="129119"/>
                  </a:lnTo>
                  <a:lnTo>
                    <a:pt x="1175069" y="134549"/>
                  </a:lnTo>
                  <a:lnTo>
                    <a:pt x="1162828" y="139755"/>
                  </a:lnTo>
                  <a:lnTo>
                    <a:pt x="1150588" y="141476"/>
                  </a:lnTo>
                  <a:lnTo>
                    <a:pt x="1138348" y="144303"/>
                  </a:lnTo>
                  <a:lnTo>
                    <a:pt x="1126108" y="149148"/>
                  </a:lnTo>
                  <a:lnTo>
                    <a:pt x="1113867" y="154635"/>
                  </a:lnTo>
                  <a:lnTo>
                    <a:pt x="1101627" y="158608"/>
                  </a:lnTo>
                  <a:lnTo>
                    <a:pt x="1089387" y="158104"/>
                  </a:lnTo>
                  <a:lnTo>
                    <a:pt x="1077146" y="161415"/>
                  </a:lnTo>
                  <a:lnTo>
                    <a:pt x="1064906" y="164472"/>
                  </a:lnTo>
                  <a:lnTo>
                    <a:pt x="1052666" y="165993"/>
                  </a:lnTo>
                  <a:lnTo>
                    <a:pt x="1040425" y="167650"/>
                  </a:lnTo>
                  <a:lnTo>
                    <a:pt x="1028185" y="169527"/>
                  </a:lnTo>
                  <a:lnTo>
                    <a:pt x="1015945" y="171707"/>
                  </a:lnTo>
                  <a:lnTo>
                    <a:pt x="1003704" y="177674"/>
                  </a:lnTo>
                  <a:lnTo>
                    <a:pt x="991464" y="182214"/>
                  </a:lnTo>
                  <a:lnTo>
                    <a:pt x="979224" y="185912"/>
                  </a:lnTo>
                  <a:lnTo>
                    <a:pt x="966984" y="190570"/>
                  </a:lnTo>
                  <a:lnTo>
                    <a:pt x="954743" y="195877"/>
                  </a:lnTo>
                  <a:lnTo>
                    <a:pt x="942503" y="201581"/>
                  </a:lnTo>
                  <a:lnTo>
                    <a:pt x="930263" y="205899"/>
                  </a:lnTo>
                  <a:lnTo>
                    <a:pt x="918022" y="211645"/>
                  </a:lnTo>
                  <a:lnTo>
                    <a:pt x="905782" y="217993"/>
                  </a:lnTo>
                  <a:lnTo>
                    <a:pt x="893542" y="224642"/>
                  </a:lnTo>
                  <a:lnTo>
                    <a:pt x="881301" y="231549"/>
                  </a:lnTo>
                  <a:lnTo>
                    <a:pt x="869061" y="238672"/>
                  </a:lnTo>
                  <a:lnTo>
                    <a:pt x="856821" y="245295"/>
                  </a:lnTo>
                  <a:lnTo>
                    <a:pt x="844581" y="253387"/>
                  </a:lnTo>
                  <a:lnTo>
                    <a:pt x="832340" y="260908"/>
                  </a:lnTo>
                  <a:lnTo>
                    <a:pt x="820100" y="268468"/>
                  </a:lnTo>
                  <a:lnTo>
                    <a:pt x="807860" y="273788"/>
                  </a:lnTo>
                  <a:lnTo>
                    <a:pt x="795619" y="278177"/>
                  </a:lnTo>
                  <a:lnTo>
                    <a:pt x="783379" y="282689"/>
                  </a:lnTo>
                  <a:lnTo>
                    <a:pt x="771139" y="287337"/>
                  </a:lnTo>
                  <a:lnTo>
                    <a:pt x="758898" y="292133"/>
                  </a:lnTo>
                  <a:lnTo>
                    <a:pt x="746658" y="297434"/>
                  </a:lnTo>
                  <a:lnTo>
                    <a:pt x="734418" y="303110"/>
                  </a:lnTo>
                  <a:lnTo>
                    <a:pt x="722177" y="310239"/>
                  </a:lnTo>
                  <a:lnTo>
                    <a:pt x="709937" y="316996"/>
                  </a:lnTo>
                  <a:lnTo>
                    <a:pt x="697697" y="323209"/>
                  </a:lnTo>
                  <a:lnTo>
                    <a:pt x="685457" y="328936"/>
                  </a:lnTo>
                  <a:lnTo>
                    <a:pt x="673216" y="334235"/>
                  </a:lnTo>
                  <a:lnTo>
                    <a:pt x="660976" y="339165"/>
                  </a:lnTo>
                  <a:lnTo>
                    <a:pt x="648736" y="343783"/>
                  </a:lnTo>
                  <a:lnTo>
                    <a:pt x="636495" y="350563"/>
                  </a:lnTo>
                  <a:lnTo>
                    <a:pt x="624255" y="357597"/>
                  </a:lnTo>
                  <a:lnTo>
                    <a:pt x="612015" y="364871"/>
                  </a:lnTo>
                  <a:lnTo>
                    <a:pt x="599774" y="372387"/>
                  </a:lnTo>
                  <a:lnTo>
                    <a:pt x="587534" y="379384"/>
                  </a:lnTo>
                  <a:lnTo>
                    <a:pt x="575294" y="385609"/>
                  </a:lnTo>
                  <a:lnTo>
                    <a:pt x="563054" y="390467"/>
                  </a:lnTo>
                  <a:lnTo>
                    <a:pt x="550813" y="395594"/>
                  </a:lnTo>
                  <a:lnTo>
                    <a:pt x="538573" y="401044"/>
                  </a:lnTo>
                  <a:lnTo>
                    <a:pt x="526333" y="406870"/>
                  </a:lnTo>
                  <a:lnTo>
                    <a:pt x="514092" y="413125"/>
                  </a:lnTo>
                  <a:lnTo>
                    <a:pt x="501852" y="419864"/>
                  </a:lnTo>
                  <a:lnTo>
                    <a:pt x="489612" y="427139"/>
                  </a:lnTo>
                  <a:lnTo>
                    <a:pt x="477371" y="434990"/>
                  </a:lnTo>
                  <a:lnTo>
                    <a:pt x="465131" y="443334"/>
                  </a:lnTo>
                  <a:lnTo>
                    <a:pt x="452891" y="452029"/>
                  </a:lnTo>
                  <a:lnTo>
                    <a:pt x="440650" y="460937"/>
                  </a:lnTo>
                  <a:lnTo>
                    <a:pt x="428410" y="469916"/>
                  </a:lnTo>
                  <a:lnTo>
                    <a:pt x="416170" y="478826"/>
                  </a:lnTo>
                  <a:lnTo>
                    <a:pt x="403930" y="487526"/>
                  </a:lnTo>
                  <a:lnTo>
                    <a:pt x="391689" y="495875"/>
                  </a:lnTo>
                  <a:lnTo>
                    <a:pt x="379449" y="503733"/>
                  </a:lnTo>
                  <a:lnTo>
                    <a:pt x="367209" y="510960"/>
                  </a:lnTo>
                  <a:lnTo>
                    <a:pt x="354968" y="517415"/>
                  </a:lnTo>
                  <a:lnTo>
                    <a:pt x="342728" y="522956"/>
                  </a:lnTo>
                  <a:lnTo>
                    <a:pt x="330488" y="528139"/>
                  </a:lnTo>
                  <a:lnTo>
                    <a:pt x="318247" y="534754"/>
                  </a:lnTo>
                  <a:lnTo>
                    <a:pt x="306007" y="541813"/>
                  </a:lnTo>
                  <a:lnTo>
                    <a:pt x="293767" y="547698"/>
                  </a:lnTo>
                  <a:lnTo>
                    <a:pt x="281527" y="551727"/>
                  </a:lnTo>
                  <a:lnTo>
                    <a:pt x="269286" y="555452"/>
                  </a:lnTo>
                  <a:lnTo>
                    <a:pt x="257046" y="557072"/>
                  </a:lnTo>
                  <a:lnTo>
                    <a:pt x="244806" y="557434"/>
                  </a:lnTo>
                  <a:lnTo>
                    <a:pt x="232565" y="560180"/>
                  </a:lnTo>
                  <a:lnTo>
                    <a:pt x="220325" y="560049"/>
                  </a:lnTo>
                  <a:lnTo>
                    <a:pt x="208085" y="570709"/>
                  </a:lnTo>
                  <a:lnTo>
                    <a:pt x="195844" y="572120"/>
                  </a:lnTo>
                  <a:lnTo>
                    <a:pt x="183604" y="569321"/>
                  </a:lnTo>
                  <a:lnTo>
                    <a:pt x="171364" y="573071"/>
                  </a:lnTo>
                  <a:lnTo>
                    <a:pt x="159123" y="574860"/>
                  </a:lnTo>
                  <a:lnTo>
                    <a:pt x="146883" y="581755"/>
                  </a:lnTo>
                  <a:lnTo>
                    <a:pt x="134643" y="587610"/>
                  </a:lnTo>
                  <a:lnTo>
                    <a:pt x="122403" y="593983"/>
                  </a:lnTo>
                  <a:lnTo>
                    <a:pt x="110162" y="603701"/>
                  </a:lnTo>
                  <a:lnTo>
                    <a:pt x="97922" y="610505"/>
                  </a:lnTo>
                  <a:lnTo>
                    <a:pt x="85682" y="620825"/>
                  </a:lnTo>
                  <a:lnTo>
                    <a:pt x="73441" y="617853"/>
                  </a:lnTo>
                  <a:lnTo>
                    <a:pt x="61201" y="627097"/>
                  </a:lnTo>
                  <a:lnTo>
                    <a:pt x="48961" y="640758"/>
                  </a:lnTo>
                  <a:lnTo>
                    <a:pt x="36720" y="662641"/>
                  </a:lnTo>
                  <a:lnTo>
                    <a:pt x="24480" y="698091"/>
                  </a:lnTo>
                  <a:lnTo>
                    <a:pt x="12240" y="726889"/>
                  </a:lnTo>
                  <a:lnTo>
                    <a:pt x="0" y="767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781585" y="1103509"/>
              <a:ext cx="2191014" cy="714388"/>
            </a:xfrm>
            <a:custGeom>
              <a:avLst/>
              <a:pathLst>
                <a:path w="2191014" h="714388">
                  <a:moveTo>
                    <a:pt x="0" y="714388"/>
                  </a:moveTo>
                  <a:lnTo>
                    <a:pt x="12240" y="697615"/>
                  </a:lnTo>
                  <a:lnTo>
                    <a:pt x="24480" y="683025"/>
                  </a:lnTo>
                  <a:lnTo>
                    <a:pt x="36720" y="670461"/>
                  </a:lnTo>
                  <a:lnTo>
                    <a:pt x="48961" y="659767"/>
                  </a:lnTo>
                  <a:lnTo>
                    <a:pt x="61201" y="650788"/>
                  </a:lnTo>
                  <a:lnTo>
                    <a:pt x="73441" y="643366"/>
                  </a:lnTo>
                  <a:lnTo>
                    <a:pt x="85682" y="637346"/>
                  </a:lnTo>
                  <a:lnTo>
                    <a:pt x="97922" y="632571"/>
                  </a:lnTo>
                  <a:lnTo>
                    <a:pt x="110162" y="628885"/>
                  </a:lnTo>
                  <a:lnTo>
                    <a:pt x="122403" y="626131"/>
                  </a:lnTo>
                  <a:lnTo>
                    <a:pt x="134643" y="624155"/>
                  </a:lnTo>
                  <a:lnTo>
                    <a:pt x="146883" y="622798"/>
                  </a:lnTo>
                  <a:lnTo>
                    <a:pt x="159123" y="621906"/>
                  </a:lnTo>
                  <a:lnTo>
                    <a:pt x="171364" y="621321"/>
                  </a:lnTo>
                  <a:lnTo>
                    <a:pt x="183604" y="620888"/>
                  </a:lnTo>
                  <a:lnTo>
                    <a:pt x="195844" y="620451"/>
                  </a:lnTo>
                  <a:lnTo>
                    <a:pt x="208085" y="619852"/>
                  </a:lnTo>
                  <a:lnTo>
                    <a:pt x="220325" y="618936"/>
                  </a:lnTo>
                  <a:lnTo>
                    <a:pt x="232565" y="617547"/>
                  </a:lnTo>
                  <a:lnTo>
                    <a:pt x="244806" y="615529"/>
                  </a:lnTo>
                  <a:lnTo>
                    <a:pt x="257046" y="612772"/>
                  </a:lnTo>
                  <a:lnTo>
                    <a:pt x="269286" y="609305"/>
                  </a:lnTo>
                  <a:lnTo>
                    <a:pt x="281527" y="605181"/>
                  </a:lnTo>
                  <a:lnTo>
                    <a:pt x="293767" y="600453"/>
                  </a:lnTo>
                  <a:lnTo>
                    <a:pt x="306007" y="595174"/>
                  </a:lnTo>
                  <a:lnTo>
                    <a:pt x="318247" y="589398"/>
                  </a:lnTo>
                  <a:lnTo>
                    <a:pt x="330488" y="583177"/>
                  </a:lnTo>
                  <a:lnTo>
                    <a:pt x="342728" y="576563"/>
                  </a:lnTo>
                  <a:lnTo>
                    <a:pt x="354968" y="569611"/>
                  </a:lnTo>
                  <a:lnTo>
                    <a:pt x="367209" y="562373"/>
                  </a:lnTo>
                  <a:lnTo>
                    <a:pt x="379449" y="554902"/>
                  </a:lnTo>
                  <a:lnTo>
                    <a:pt x="391689" y="547251"/>
                  </a:lnTo>
                  <a:lnTo>
                    <a:pt x="403930" y="539473"/>
                  </a:lnTo>
                  <a:lnTo>
                    <a:pt x="416170" y="531621"/>
                  </a:lnTo>
                  <a:lnTo>
                    <a:pt x="428410" y="523749"/>
                  </a:lnTo>
                  <a:lnTo>
                    <a:pt x="440650" y="515908"/>
                  </a:lnTo>
                  <a:lnTo>
                    <a:pt x="452891" y="508153"/>
                  </a:lnTo>
                  <a:lnTo>
                    <a:pt x="465131" y="500535"/>
                  </a:lnTo>
                  <a:lnTo>
                    <a:pt x="477371" y="493109"/>
                  </a:lnTo>
                  <a:lnTo>
                    <a:pt x="489612" y="485927"/>
                  </a:lnTo>
                  <a:lnTo>
                    <a:pt x="501852" y="479019"/>
                  </a:lnTo>
                  <a:lnTo>
                    <a:pt x="514092" y="472368"/>
                  </a:lnTo>
                  <a:lnTo>
                    <a:pt x="526333" y="465953"/>
                  </a:lnTo>
                  <a:lnTo>
                    <a:pt x="538573" y="459748"/>
                  </a:lnTo>
                  <a:lnTo>
                    <a:pt x="550813" y="453732"/>
                  </a:lnTo>
                  <a:lnTo>
                    <a:pt x="563054" y="447882"/>
                  </a:lnTo>
                  <a:lnTo>
                    <a:pt x="575294" y="442175"/>
                  </a:lnTo>
                  <a:lnTo>
                    <a:pt x="587534" y="436587"/>
                  </a:lnTo>
                  <a:lnTo>
                    <a:pt x="599774" y="431095"/>
                  </a:lnTo>
                  <a:lnTo>
                    <a:pt x="612015" y="425678"/>
                  </a:lnTo>
                  <a:lnTo>
                    <a:pt x="624255" y="420311"/>
                  </a:lnTo>
                  <a:lnTo>
                    <a:pt x="636495" y="414972"/>
                  </a:lnTo>
                  <a:lnTo>
                    <a:pt x="648736" y="409637"/>
                  </a:lnTo>
                  <a:lnTo>
                    <a:pt x="660976" y="404285"/>
                  </a:lnTo>
                  <a:lnTo>
                    <a:pt x="673216" y="398891"/>
                  </a:lnTo>
                  <a:lnTo>
                    <a:pt x="685457" y="393433"/>
                  </a:lnTo>
                  <a:lnTo>
                    <a:pt x="697697" y="387888"/>
                  </a:lnTo>
                  <a:lnTo>
                    <a:pt x="709937" y="382232"/>
                  </a:lnTo>
                  <a:lnTo>
                    <a:pt x="722177" y="376444"/>
                  </a:lnTo>
                  <a:lnTo>
                    <a:pt x="734418" y="370499"/>
                  </a:lnTo>
                  <a:lnTo>
                    <a:pt x="746658" y="364393"/>
                  </a:lnTo>
                  <a:lnTo>
                    <a:pt x="758898" y="358144"/>
                  </a:lnTo>
                  <a:lnTo>
                    <a:pt x="771139" y="351775"/>
                  </a:lnTo>
                  <a:lnTo>
                    <a:pt x="783379" y="345307"/>
                  </a:lnTo>
                  <a:lnTo>
                    <a:pt x="795619" y="338762"/>
                  </a:lnTo>
                  <a:lnTo>
                    <a:pt x="807860" y="332164"/>
                  </a:lnTo>
                  <a:lnTo>
                    <a:pt x="820100" y="325532"/>
                  </a:lnTo>
                  <a:lnTo>
                    <a:pt x="832340" y="318890"/>
                  </a:lnTo>
                  <a:lnTo>
                    <a:pt x="844581" y="312259"/>
                  </a:lnTo>
                  <a:lnTo>
                    <a:pt x="856821" y="305661"/>
                  </a:lnTo>
                  <a:lnTo>
                    <a:pt x="869061" y="299119"/>
                  </a:lnTo>
                  <a:lnTo>
                    <a:pt x="881301" y="292653"/>
                  </a:lnTo>
                  <a:lnTo>
                    <a:pt x="893542" y="286287"/>
                  </a:lnTo>
                  <a:lnTo>
                    <a:pt x="905782" y="280042"/>
                  </a:lnTo>
                  <a:lnTo>
                    <a:pt x="918022" y="273939"/>
                  </a:lnTo>
                  <a:lnTo>
                    <a:pt x="930263" y="268002"/>
                  </a:lnTo>
                  <a:lnTo>
                    <a:pt x="942503" y="262252"/>
                  </a:lnTo>
                  <a:lnTo>
                    <a:pt x="954743" y="256710"/>
                  </a:lnTo>
                  <a:lnTo>
                    <a:pt x="966984" y="251400"/>
                  </a:lnTo>
                  <a:lnTo>
                    <a:pt x="979224" y="246342"/>
                  </a:lnTo>
                  <a:lnTo>
                    <a:pt x="991464" y="241534"/>
                  </a:lnTo>
                  <a:lnTo>
                    <a:pt x="1003704" y="236948"/>
                  </a:lnTo>
                  <a:lnTo>
                    <a:pt x="1015945" y="232553"/>
                  </a:lnTo>
                  <a:lnTo>
                    <a:pt x="1028185" y="228318"/>
                  </a:lnTo>
                  <a:lnTo>
                    <a:pt x="1040425" y="224213"/>
                  </a:lnTo>
                  <a:lnTo>
                    <a:pt x="1052666" y="220207"/>
                  </a:lnTo>
                  <a:lnTo>
                    <a:pt x="1064906" y="216271"/>
                  </a:lnTo>
                  <a:lnTo>
                    <a:pt x="1077146" y="212372"/>
                  </a:lnTo>
                  <a:lnTo>
                    <a:pt x="1089387" y="208482"/>
                  </a:lnTo>
                  <a:lnTo>
                    <a:pt x="1101627" y="204569"/>
                  </a:lnTo>
                  <a:lnTo>
                    <a:pt x="1113867" y="200603"/>
                  </a:lnTo>
                  <a:lnTo>
                    <a:pt x="1126108" y="196553"/>
                  </a:lnTo>
                  <a:lnTo>
                    <a:pt x="1138348" y="192390"/>
                  </a:lnTo>
                  <a:lnTo>
                    <a:pt x="1150588" y="188081"/>
                  </a:lnTo>
                  <a:lnTo>
                    <a:pt x="1162828" y="183597"/>
                  </a:lnTo>
                  <a:lnTo>
                    <a:pt x="1175069" y="178908"/>
                  </a:lnTo>
                  <a:lnTo>
                    <a:pt x="1187309" y="173983"/>
                  </a:lnTo>
                  <a:lnTo>
                    <a:pt x="1199549" y="168790"/>
                  </a:lnTo>
                  <a:lnTo>
                    <a:pt x="1211790" y="163300"/>
                  </a:lnTo>
                  <a:lnTo>
                    <a:pt x="1224030" y="157483"/>
                  </a:lnTo>
                  <a:lnTo>
                    <a:pt x="1236270" y="151347"/>
                  </a:lnTo>
                  <a:lnTo>
                    <a:pt x="1248511" y="144932"/>
                  </a:lnTo>
                  <a:lnTo>
                    <a:pt x="1260751" y="138276"/>
                  </a:lnTo>
                  <a:lnTo>
                    <a:pt x="1272991" y="131421"/>
                  </a:lnTo>
                  <a:lnTo>
                    <a:pt x="1285231" y="124407"/>
                  </a:lnTo>
                  <a:lnTo>
                    <a:pt x="1297472" y="117274"/>
                  </a:lnTo>
                  <a:lnTo>
                    <a:pt x="1309712" y="110061"/>
                  </a:lnTo>
                  <a:lnTo>
                    <a:pt x="1321952" y="102810"/>
                  </a:lnTo>
                  <a:lnTo>
                    <a:pt x="1334193" y="95559"/>
                  </a:lnTo>
                  <a:lnTo>
                    <a:pt x="1346433" y="88350"/>
                  </a:lnTo>
                  <a:lnTo>
                    <a:pt x="1358673" y="81223"/>
                  </a:lnTo>
                  <a:lnTo>
                    <a:pt x="1370914" y="74217"/>
                  </a:lnTo>
                  <a:lnTo>
                    <a:pt x="1383154" y="67373"/>
                  </a:lnTo>
                  <a:lnTo>
                    <a:pt x="1395394" y="60731"/>
                  </a:lnTo>
                  <a:lnTo>
                    <a:pt x="1407635" y="54331"/>
                  </a:lnTo>
                  <a:lnTo>
                    <a:pt x="1419875" y="48213"/>
                  </a:lnTo>
                  <a:lnTo>
                    <a:pt x="1432115" y="42418"/>
                  </a:lnTo>
                  <a:lnTo>
                    <a:pt x="1444355" y="36987"/>
                  </a:lnTo>
                  <a:lnTo>
                    <a:pt x="1456596" y="31959"/>
                  </a:lnTo>
                  <a:lnTo>
                    <a:pt x="1468836" y="27373"/>
                  </a:lnTo>
                  <a:lnTo>
                    <a:pt x="1481076" y="23230"/>
                  </a:lnTo>
                  <a:lnTo>
                    <a:pt x="1493317" y="19509"/>
                  </a:lnTo>
                  <a:lnTo>
                    <a:pt x="1505557" y="16191"/>
                  </a:lnTo>
                  <a:lnTo>
                    <a:pt x="1517797" y="13253"/>
                  </a:lnTo>
                  <a:lnTo>
                    <a:pt x="1530038" y="10674"/>
                  </a:lnTo>
                  <a:lnTo>
                    <a:pt x="1542278" y="8434"/>
                  </a:lnTo>
                  <a:lnTo>
                    <a:pt x="1554518" y="6511"/>
                  </a:lnTo>
                  <a:lnTo>
                    <a:pt x="1566759" y="4884"/>
                  </a:lnTo>
                  <a:lnTo>
                    <a:pt x="1578999" y="3533"/>
                  </a:lnTo>
                  <a:lnTo>
                    <a:pt x="1591239" y="2435"/>
                  </a:lnTo>
                  <a:lnTo>
                    <a:pt x="1603479" y="1570"/>
                  </a:lnTo>
                  <a:lnTo>
                    <a:pt x="1615720" y="917"/>
                  </a:lnTo>
                  <a:lnTo>
                    <a:pt x="1627960" y="455"/>
                  </a:lnTo>
                  <a:lnTo>
                    <a:pt x="1640200" y="162"/>
                  </a:lnTo>
                  <a:lnTo>
                    <a:pt x="1652441" y="17"/>
                  </a:lnTo>
                  <a:lnTo>
                    <a:pt x="1664681" y="0"/>
                  </a:lnTo>
                  <a:lnTo>
                    <a:pt x="1676921" y="86"/>
                  </a:lnTo>
                  <a:lnTo>
                    <a:pt x="1689162" y="256"/>
                  </a:lnTo>
                  <a:lnTo>
                    <a:pt x="1701402" y="485"/>
                  </a:lnTo>
                  <a:lnTo>
                    <a:pt x="1713642" y="756"/>
                  </a:lnTo>
                  <a:lnTo>
                    <a:pt x="1725882" y="1064"/>
                  </a:lnTo>
                  <a:lnTo>
                    <a:pt x="1738123" y="1416"/>
                  </a:lnTo>
                  <a:lnTo>
                    <a:pt x="1750363" y="1816"/>
                  </a:lnTo>
                  <a:lnTo>
                    <a:pt x="1762603" y="2271"/>
                  </a:lnTo>
                  <a:lnTo>
                    <a:pt x="1774844" y="2787"/>
                  </a:lnTo>
                  <a:lnTo>
                    <a:pt x="1787084" y="3367"/>
                  </a:lnTo>
                  <a:lnTo>
                    <a:pt x="1799324" y="4020"/>
                  </a:lnTo>
                  <a:lnTo>
                    <a:pt x="1811565" y="4748"/>
                  </a:lnTo>
                  <a:lnTo>
                    <a:pt x="1823805" y="5559"/>
                  </a:lnTo>
                  <a:lnTo>
                    <a:pt x="1836045" y="6458"/>
                  </a:lnTo>
                  <a:lnTo>
                    <a:pt x="1848286" y="7451"/>
                  </a:lnTo>
                  <a:lnTo>
                    <a:pt x="1860526" y="8542"/>
                  </a:lnTo>
                  <a:lnTo>
                    <a:pt x="1872766" y="9738"/>
                  </a:lnTo>
                  <a:lnTo>
                    <a:pt x="1885006" y="11044"/>
                  </a:lnTo>
                  <a:lnTo>
                    <a:pt x="1897247" y="12468"/>
                  </a:lnTo>
                  <a:lnTo>
                    <a:pt x="1909487" y="14017"/>
                  </a:lnTo>
                  <a:lnTo>
                    <a:pt x="1921727" y="15701"/>
                  </a:lnTo>
                  <a:lnTo>
                    <a:pt x="1933968" y="17529"/>
                  </a:lnTo>
                  <a:lnTo>
                    <a:pt x="1946208" y="19508"/>
                  </a:lnTo>
                  <a:lnTo>
                    <a:pt x="1958448" y="21653"/>
                  </a:lnTo>
                  <a:lnTo>
                    <a:pt x="1970689" y="24013"/>
                  </a:lnTo>
                  <a:lnTo>
                    <a:pt x="1982929" y="26647"/>
                  </a:lnTo>
                  <a:lnTo>
                    <a:pt x="1995169" y="29613"/>
                  </a:lnTo>
                  <a:lnTo>
                    <a:pt x="2007409" y="32973"/>
                  </a:lnTo>
                  <a:lnTo>
                    <a:pt x="2019650" y="36785"/>
                  </a:lnTo>
                  <a:lnTo>
                    <a:pt x="2031890" y="41109"/>
                  </a:lnTo>
                  <a:lnTo>
                    <a:pt x="2044130" y="46005"/>
                  </a:lnTo>
                  <a:lnTo>
                    <a:pt x="2056371" y="51531"/>
                  </a:lnTo>
                  <a:lnTo>
                    <a:pt x="2068611" y="57748"/>
                  </a:lnTo>
                  <a:lnTo>
                    <a:pt x="2080851" y="64714"/>
                  </a:lnTo>
                  <a:lnTo>
                    <a:pt x="2093092" y="72490"/>
                  </a:lnTo>
                  <a:lnTo>
                    <a:pt x="2105332" y="81135"/>
                  </a:lnTo>
                  <a:lnTo>
                    <a:pt x="2117572" y="90706"/>
                  </a:lnTo>
                  <a:lnTo>
                    <a:pt x="2129813" y="101236"/>
                  </a:lnTo>
                  <a:lnTo>
                    <a:pt x="2142053" y="112776"/>
                  </a:lnTo>
                  <a:lnTo>
                    <a:pt x="2154293" y="125383"/>
                  </a:lnTo>
                  <a:lnTo>
                    <a:pt x="2166533" y="139114"/>
                  </a:lnTo>
                  <a:lnTo>
                    <a:pt x="2178774" y="154027"/>
                  </a:lnTo>
                  <a:lnTo>
                    <a:pt x="2191014" y="1701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50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tx51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8" name="tx58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8" name="tx88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5" name="tx95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712811"/>
              <a:ext cx="2340808" cy="1232616"/>
            </a:xfrm>
            <a:custGeom>
              <a:avLst/>
              <a:pathLst>
                <a:path w="2340808" h="1232616">
                  <a:moveTo>
                    <a:pt x="0" y="663867"/>
                  </a:moveTo>
                  <a:lnTo>
                    <a:pt x="13077" y="662161"/>
                  </a:lnTo>
                  <a:lnTo>
                    <a:pt x="26154" y="651234"/>
                  </a:lnTo>
                  <a:lnTo>
                    <a:pt x="39231" y="644277"/>
                  </a:lnTo>
                  <a:lnTo>
                    <a:pt x="52308" y="632035"/>
                  </a:lnTo>
                  <a:lnTo>
                    <a:pt x="65385" y="624801"/>
                  </a:lnTo>
                  <a:lnTo>
                    <a:pt x="78462" y="609289"/>
                  </a:lnTo>
                  <a:lnTo>
                    <a:pt x="91539" y="594947"/>
                  </a:lnTo>
                  <a:lnTo>
                    <a:pt x="104617" y="594078"/>
                  </a:lnTo>
                  <a:lnTo>
                    <a:pt x="117694" y="588527"/>
                  </a:lnTo>
                  <a:lnTo>
                    <a:pt x="130771" y="582727"/>
                  </a:lnTo>
                  <a:lnTo>
                    <a:pt x="143848" y="577477"/>
                  </a:lnTo>
                  <a:lnTo>
                    <a:pt x="156925" y="574468"/>
                  </a:lnTo>
                  <a:lnTo>
                    <a:pt x="170002" y="573483"/>
                  </a:lnTo>
                  <a:lnTo>
                    <a:pt x="183079" y="574300"/>
                  </a:lnTo>
                  <a:lnTo>
                    <a:pt x="196157" y="577247"/>
                  </a:lnTo>
                  <a:lnTo>
                    <a:pt x="209234" y="582573"/>
                  </a:lnTo>
                  <a:lnTo>
                    <a:pt x="222311" y="585379"/>
                  </a:lnTo>
                  <a:lnTo>
                    <a:pt x="235388" y="591216"/>
                  </a:lnTo>
                  <a:lnTo>
                    <a:pt x="248465" y="597759"/>
                  </a:lnTo>
                  <a:lnTo>
                    <a:pt x="261542" y="604724"/>
                  </a:lnTo>
                  <a:lnTo>
                    <a:pt x="274619" y="607351"/>
                  </a:lnTo>
                  <a:lnTo>
                    <a:pt x="287697" y="609653"/>
                  </a:lnTo>
                  <a:lnTo>
                    <a:pt x="300774" y="617502"/>
                  </a:lnTo>
                  <a:lnTo>
                    <a:pt x="313851" y="622296"/>
                  </a:lnTo>
                  <a:lnTo>
                    <a:pt x="326928" y="621465"/>
                  </a:lnTo>
                  <a:lnTo>
                    <a:pt x="340005" y="620551"/>
                  </a:lnTo>
                  <a:lnTo>
                    <a:pt x="353082" y="619638"/>
                  </a:lnTo>
                  <a:lnTo>
                    <a:pt x="366159" y="619973"/>
                  </a:lnTo>
                  <a:lnTo>
                    <a:pt x="379237" y="620550"/>
                  </a:lnTo>
                  <a:lnTo>
                    <a:pt x="392314" y="620796"/>
                  </a:lnTo>
                  <a:lnTo>
                    <a:pt x="405391" y="620728"/>
                  </a:lnTo>
                  <a:lnTo>
                    <a:pt x="418468" y="620361"/>
                  </a:lnTo>
                  <a:lnTo>
                    <a:pt x="431545" y="620480"/>
                  </a:lnTo>
                  <a:lnTo>
                    <a:pt x="444622" y="622029"/>
                  </a:lnTo>
                  <a:lnTo>
                    <a:pt x="457699" y="620745"/>
                  </a:lnTo>
                  <a:lnTo>
                    <a:pt x="470777" y="619428"/>
                  </a:lnTo>
                  <a:lnTo>
                    <a:pt x="483854" y="618066"/>
                  </a:lnTo>
                  <a:lnTo>
                    <a:pt x="496931" y="616648"/>
                  </a:lnTo>
                  <a:lnTo>
                    <a:pt x="510008" y="614170"/>
                  </a:lnTo>
                  <a:lnTo>
                    <a:pt x="523085" y="608562"/>
                  </a:lnTo>
                  <a:lnTo>
                    <a:pt x="536162" y="605129"/>
                  </a:lnTo>
                  <a:lnTo>
                    <a:pt x="549239" y="603691"/>
                  </a:lnTo>
                  <a:lnTo>
                    <a:pt x="562317" y="599526"/>
                  </a:lnTo>
                  <a:lnTo>
                    <a:pt x="575394" y="596666"/>
                  </a:lnTo>
                  <a:lnTo>
                    <a:pt x="588471" y="590324"/>
                  </a:lnTo>
                  <a:lnTo>
                    <a:pt x="601548" y="584348"/>
                  </a:lnTo>
                  <a:lnTo>
                    <a:pt x="614625" y="579084"/>
                  </a:lnTo>
                  <a:lnTo>
                    <a:pt x="627702" y="575283"/>
                  </a:lnTo>
                  <a:lnTo>
                    <a:pt x="640779" y="571733"/>
                  </a:lnTo>
                  <a:lnTo>
                    <a:pt x="653857" y="568470"/>
                  </a:lnTo>
                  <a:lnTo>
                    <a:pt x="666934" y="565532"/>
                  </a:lnTo>
                  <a:lnTo>
                    <a:pt x="680011" y="562710"/>
                  </a:lnTo>
                  <a:lnTo>
                    <a:pt x="693088" y="559246"/>
                  </a:lnTo>
                  <a:lnTo>
                    <a:pt x="706165" y="558490"/>
                  </a:lnTo>
                  <a:lnTo>
                    <a:pt x="719242" y="557223"/>
                  </a:lnTo>
                  <a:lnTo>
                    <a:pt x="732319" y="555928"/>
                  </a:lnTo>
                  <a:lnTo>
                    <a:pt x="745397" y="554911"/>
                  </a:lnTo>
                  <a:lnTo>
                    <a:pt x="758474" y="554152"/>
                  </a:lnTo>
                  <a:lnTo>
                    <a:pt x="771551" y="552211"/>
                  </a:lnTo>
                  <a:lnTo>
                    <a:pt x="784628" y="549369"/>
                  </a:lnTo>
                  <a:lnTo>
                    <a:pt x="797705" y="547136"/>
                  </a:lnTo>
                  <a:lnTo>
                    <a:pt x="810782" y="544566"/>
                  </a:lnTo>
                  <a:lnTo>
                    <a:pt x="823859" y="542270"/>
                  </a:lnTo>
                  <a:lnTo>
                    <a:pt x="836937" y="540236"/>
                  </a:lnTo>
                  <a:lnTo>
                    <a:pt x="850014" y="538451"/>
                  </a:lnTo>
                  <a:lnTo>
                    <a:pt x="863091" y="537557"/>
                  </a:lnTo>
                  <a:lnTo>
                    <a:pt x="876168" y="535715"/>
                  </a:lnTo>
                  <a:lnTo>
                    <a:pt x="889245" y="534028"/>
                  </a:lnTo>
                  <a:lnTo>
                    <a:pt x="902322" y="531848"/>
                  </a:lnTo>
                  <a:lnTo>
                    <a:pt x="915399" y="531205"/>
                  </a:lnTo>
                  <a:lnTo>
                    <a:pt x="928477" y="530113"/>
                  </a:lnTo>
                  <a:lnTo>
                    <a:pt x="941554" y="529552"/>
                  </a:lnTo>
                  <a:lnTo>
                    <a:pt x="954631" y="528820"/>
                  </a:lnTo>
                  <a:lnTo>
                    <a:pt x="967708" y="530294"/>
                  </a:lnTo>
                  <a:lnTo>
                    <a:pt x="980785" y="531600"/>
                  </a:lnTo>
                  <a:lnTo>
                    <a:pt x="993862" y="531741"/>
                  </a:lnTo>
                  <a:lnTo>
                    <a:pt x="1006939" y="531982"/>
                  </a:lnTo>
                  <a:lnTo>
                    <a:pt x="1020017" y="532023"/>
                  </a:lnTo>
                  <a:lnTo>
                    <a:pt x="1033094" y="532726"/>
                  </a:lnTo>
                  <a:lnTo>
                    <a:pt x="1046171" y="533215"/>
                  </a:lnTo>
                  <a:lnTo>
                    <a:pt x="1059248" y="533774"/>
                  </a:lnTo>
                  <a:lnTo>
                    <a:pt x="1072325" y="534395"/>
                  </a:lnTo>
                  <a:lnTo>
                    <a:pt x="1085402" y="536913"/>
                  </a:lnTo>
                  <a:lnTo>
                    <a:pt x="1098479" y="541243"/>
                  </a:lnTo>
                  <a:lnTo>
                    <a:pt x="1111557" y="544851"/>
                  </a:lnTo>
                  <a:lnTo>
                    <a:pt x="1124634" y="545419"/>
                  </a:lnTo>
                  <a:lnTo>
                    <a:pt x="1137711" y="545069"/>
                  </a:lnTo>
                  <a:lnTo>
                    <a:pt x="1150788" y="544782"/>
                  </a:lnTo>
                  <a:lnTo>
                    <a:pt x="1163865" y="545823"/>
                  </a:lnTo>
                  <a:lnTo>
                    <a:pt x="1176942" y="549155"/>
                  </a:lnTo>
                  <a:lnTo>
                    <a:pt x="1190019" y="551816"/>
                  </a:lnTo>
                  <a:lnTo>
                    <a:pt x="1203097" y="552205"/>
                  </a:lnTo>
                  <a:lnTo>
                    <a:pt x="1216174" y="552040"/>
                  </a:lnTo>
                  <a:lnTo>
                    <a:pt x="1229251" y="550379"/>
                  </a:lnTo>
                  <a:lnTo>
                    <a:pt x="1242328" y="548681"/>
                  </a:lnTo>
                  <a:lnTo>
                    <a:pt x="1255405" y="547632"/>
                  </a:lnTo>
                  <a:lnTo>
                    <a:pt x="1268482" y="549213"/>
                  </a:lnTo>
                  <a:lnTo>
                    <a:pt x="1281559" y="548560"/>
                  </a:lnTo>
                  <a:lnTo>
                    <a:pt x="1294637" y="548027"/>
                  </a:lnTo>
                  <a:lnTo>
                    <a:pt x="1307714" y="548626"/>
                  </a:lnTo>
                  <a:lnTo>
                    <a:pt x="1320791" y="549161"/>
                  </a:lnTo>
                  <a:lnTo>
                    <a:pt x="1333868" y="549623"/>
                  </a:lnTo>
                  <a:lnTo>
                    <a:pt x="1346945" y="549046"/>
                  </a:lnTo>
                  <a:lnTo>
                    <a:pt x="1360022" y="550311"/>
                  </a:lnTo>
                  <a:lnTo>
                    <a:pt x="1373099" y="550533"/>
                  </a:lnTo>
                  <a:lnTo>
                    <a:pt x="1386177" y="550428"/>
                  </a:lnTo>
                  <a:lnTo>
                    <a:pt x="1399254" y="549655"/>
                  </a:lnTo>
                  <a:lnTo>
                    <a:pt x="1412331" y="548670"/>
                  </a:lnTo>
                  <a:lnTo>
                    <a:pt x="1425408" y="545009"/>
                  </a:lnTo>
                  <a:lnTo>
                    <a:pt x="1438485" y="542666"/>
                  </a:lnTo>
                  <a:lnTo>
                    <a:pt x="1451562" y="536681"/>
                  </a:lnTo>
                  <a:lnTo>
                    <a:pt x="1464639" y="533955"/>
                  </a:lnTo>
                  <a:lnTo>
                    <a:pt x="1477717" y="529382"/>
                  </a:lnTo>
                  <a:lnTo>
                    <a:pt x="1490794" y="525363"/>
                  </a:lnTo>
                  <a:lnTo>
                    <a:pt x="1503871" y="524749"/>
                  </a:lnTo>
                  <a:lnTo>
                    <a:pt x="1516948" y="521199"/>
                  </a:lnTo>
                  <a:lnTo>
                    <a:pt x="1530025" y="518081"/>
                  </a:lnTo>
                  <a:lnTo>
                    <a:pt x="1543102" y="515455"/>
                  </a:lnTo>
                  <a:lnTo>
                    <a:pt x="1556179" y="513380"/>
                  </a:lnTo>
                  <a:lnTo>
                    <a:pt x="1569257" y="509883"/>
                  </a:lnTo>
                  <a:lnTo>
                    <a:pt x="1582334" y="509538"/>
                  </a:lnTo>
                  <a:lnTo>
                    <a:pt x="1595411" y="506773"/>
                  </a:lnTo>
                  <a:lnTo>
                    <a:pt x="1608488" y="504667"/>
                  </a:lnTo>
                  <a:lnTo>
                    <a:pt x="1621565" y="501840"/>
                  </a:lnTo>
                  <a:lnTo>
                    <a:pt x="1634642" y="500569"/>
                  </a:lnTo>
                  <a:lnTo>
                    <a:pt x="1647719" y="502780"/>
                  </a:lnTo>
                  <a:lnTo>
                    <a:pt x="1660797" y="503231"/>
                  </a:lnTo>
                  <a:lnTo>
                    <a:pt x="1673874" y="503488"/>
                  </a:lnTo>
                  <a:lnTo>
                    <a:pt x="1686951" y="504401"/>
                  </a:lnTo>
                  <a:lnTo>
                    <a:pt x="1700028" y="505197"/>
                  </a:lnTo>
                  <a:lnTo>
                    <a:pt x="1713105" y="507359"/>
                  </a:lnTo>
                  <a:lnTo>
                    <a:pt x="1726182" y="511222"/>
                  </a:lnTo>
                  <a:lnTo>
                    <a:pt x="1739259" y="514899"/>
                  </a:lnTo>
                  <a:lnTo>
                    <a:pt x="1752337" y="515705"/>
                  </a:lnTo>
                  <a:lnTo>
                    <a:pt x="1765414" y="516405"/>
                  </a:lnTo>
                  <a:lnTo>
                    <a:pt x="1778491" y="515633"/>
                  </a:lnTo>
                  <a:lnTo>
                    <a:pt x="1791568" y="514022"/>
                  </a:lnTo>
                  <a:lnTo>
                    <a:pt x="1804645" y="512674"/>
                  </a:lnTo>
                  <a:lnTo>
                    <a:pt x="1817722" y="517616"/>
                  </a:lnTo>
                  <a:lnTo>
                    <a:pt x="1830799" y="521835"/>
                  </a:lnTo>
                  <a:lnTo>
                    <a:pt x="1843877" y="523622"/>
                  </a:lnTo>
                  <a:lnTo>
                    <a:pt x="1856954" y="526095"/>
                  </a:lnTo>
                  <a:lnTo>
                    <a:pt x="1870031" y="529312"/>
                  </a:lnTo>
                  <a:lnTo>
                    <a:pt x="1883108" y="533332"/>
                  </a:lnTo>
                  <a:lnTo>
                    <a:pt x="1896185" y="538214"/>
                  </a:lnTo>
                  <a:lnTo>
                    <a:pt x="1909262" y="544017"/>
                  </a:lnTo>
                  <a:lnTo>
                    <a:pt x="1922339" y="550696"/>
                  </a:lnTo>
                  <a:lnTo>
                    <a:pt x="1935417" y="552701"/>
                  </a:lnTo>
                  <a:lnTo>
                    <a:pt x="1948494" y="555006"/>
                  </a:lnTo>
                  <a:lnTo>
                    <a:pt x="1961571" y="554635"/>
                  </a:lnTo>
                  <a:lnTo>
                    <a:pt x="1974648" y="559075"/>
                  </a:lnTo>
                  <a:lnTo>
                    <a:pt x="1987725" y="563855"/>
                  </a:lnTo>
                  <a:lnTo>
                    <a:pt x="2000802" y="573398"/>
                  </a:lnTo>
                  <a:lnTo>
                    <a:pt x="2013879" y="576233"/>
                  </a:lnTo>
                  <a:lnTo>
                    <a:pt x="2026956" y="576166"/>
                  </a:lnTo>
                  <a:lnTo>
                    <a:pt x="2040034" y="576004"/>
                  </a:lnTo>
                  <a:lnTo>
                    <a:pt x="2053111" y="586015"/>
                  </a:lnTo>
                  <a:lnTo>
                    <a:pt x="2066188" y="579079"/>
                  </a:lnTo>
                  <a:lnTo>
                    <a:pt x="2079265" y="576691"/>
                  </a:lnTo>
                  <a:lnTo>
                    <a:pt x="2092342" y="571951"/>
                  </a:lnTo>
                  <a:lnTo>
                    <a:pt x="2105419" y="559831"/>
                  </a:lnTo>
                  <a:lnTo>
                    <a:pt x="2118496" y="552248"/>
                  </a:lnTo>
                  <a:lnTo>
                    <a:pt x="2131574" y="543763"/>
                  </a:lnTo>
                  <a:lnTo>
                    <a:pt x="2144651" y="531652"/>
                  </a:lnTo>
                  <a:lnTo>
                    <a:pt x="2157728" y="514332"/>
                  </a:lnTo>
                  <a:lnTo>
                    <a:pt x="2170805" y="498057"/>
                  </a:lnTo>
                  <a:lnTo>
                    <a:pt x="2183882" y="489840"/>
                  </a:lnTo>
                  <a:lnTo>
                    <a:pt x="2196959" y="481680"/>
                  </a:lnTo>
                  <a:lnTo>
                    <a:pt x="2210036" y="450686"/>
                  </a:lnTo>
                  <a:lnTo>
                    <a:pt x="2223114" y="445387"/>
                  </a:lnTo>
                  <a:lnTo>
                    <a:pt x="2236191" y="452155"/>
                  </a:lnTo>
                  <a:lnTo>
                    <a:pt x="2249268" y="428537"/>
                  </a:lnTo>
                  <a:lnTo>
                    <a:pt x="2262345" y="393417"/>
                  </a:lnTo>
                  <a:lnTo>
                    <a:pt x="2275422" y="350411"/>
                  </a:lnTo>
                  <a:lnTo>
                    <a:pt x="2288499" y="301527"/>
                  </a:lnTo>
                  <a:lnTo>
                    <a:pt x="2301576" y="252291"/>
                  </a:lnTo>
                  <a:lnTo>
                    <a:pt x="2314654" y="197622"/>
                  </a:lnTo>
                  <a:lnTo>
                    <a:pt x="2327731" y="103001"/>
                  </a:lnTo>
                  <a:lnTo>
                    <a:pt x="2340808" y="0"/>
                  </a:lnTo>
                  <a:lnTo>
                    <a:pt x="2340808" y="1232616"/>
                  </a:lnTo>
                  <a:lnTo>
                    <a:pt x="2327731" y="1157403"/>
                  </a:lnTo>
                  <a:lnTo>
                    <a:pt x="2314654" y="1128244"/>
                  </a:lnTo>
                  <a:lnTo>
                    <a:pt x="2301576" y="1109755"/>
                  </a:lnTo>
                  <a:lnTo>
                    <a:pt x="2288499" y="1068288"/>
                  </a:lnTo>
                  <a:lnTo>
                    <a:pt x="2275422" y="1055029"/>
                  </a:lnTo>
                  <a:lnTo>
                    <a:pt x="2262345" y="1039388"/>
                  </a:lnTo>
                  <a:lnTo>
                    <a:pt x="2249268" y="1029495"/>
                  </a:lnTo>
                  <a:lnTo>
                    <a:pt x="2236191" y="1017183"/>
                  </a:lnTo>
                  <a:lnTo>
                    <a:pt x="2223114" y="1005149"/>
                  </a:lnTo>
                  <a:lnTo>
                    <a:pt x="2210036" y="1003046"/>
                  </a:lnTo>
                  <a:lnTo>
                    <a:pt x="2196959" y="1002793"/>
                  </a:lnTo>
                  <a:lnTo>
                    <a:pt x="2183882" y="1000442"/>
                  </a:lnTo>
                  <a:lnTo>
                    <a:pt x="2170805" y="991495"/>
                  </a:lnTo>
                  <a:lnTo>
                    <a:pt x="2157728" y="986452"/>
                  </a:lnTo>
                  <a:lnTo>
                    <a:pt x="2144651" y="978529"/>
                  </a:lnTo>
                  <a:lnTo>
                    <a:pt x="2131574" y="965084"/>
                  </a:lnTo>
                  <a:lnTo>
                    <a:pt x="2118496" y="955405"/>
                  </a:lnTo>
                  <a:lnTo>
                    <a:pt x="2105419" y="946595"/>
                  </a:lnTo>
                  <a:lnTo>
                    <a:pt x="2092342" y="924850"/>
                  </a:lnTo>
                  <a:lnTo>
                    <a:pt x="2079265" y="907637"/>
                  </a:lnTo>
                  <a:lnTo>
                    <a:pt x="2066188" y="889588"/>
                  </a:lnTo>
                  <a:lnTo>
                    <a:pt x="2053111" y="875258"/>
                  </a:lnTo>
                  <a:lnTo>
                    <a:pt x="2040034" y="860987"/>
                  </a:lnTo>
                  <a:lnTo>
                    <a:pt x="2026956" y="839465"/>
                  </a:lnTo>
                  <a:lnTo>
                    <a:pt x="2013879" y="818938"/>
                  </a:lnTo>
                  <a:lnTo>
                    <a:pt x="2000802" y="813926"/>
                  </a:lnTo>
                  <a:lnTo>
                    <a:pt x="1987725" y="810870"/>
                  </a:lnTo>
                  <a:lnTo>
                    <a:pt x="1974648" y="795215"/>
                  </a:lnTo>
                  <a:lnTo>
                    <a:pt x="1961571" y="777308"/>
                  </a:lnTo>
                  <a:lnTo>
                    <a:pt x="1948494" y="773031"/>
                  </a:lnTo>
                  <a:lnTo>
                    <a:pt x="1935417" y="769351"/>
                  </a:lnTo>
                  <a:lnTo>
                    <a:pt x="1922339" y="763887"/>
                  </a:lnTo>
                  <a:lnTo>
                    <a:pt x="1909262" y="758481"/>
                  </a:lnTo>
                  <a:lnTo>
                    <a:pt x="1896185" y="750825"/>
                  </a:lnTo>
                  <a:lnTo>
                    <a:pt x="1883108" y="743257"/>
                  </a:lnTo>
                  <a:lnTo>
                    <a:pt x="1870031" y="735077"/>
                  </a:lnTo>
                  <a:lnTo>
                    <a:pt x="1856954" y="726383"/>
                  </a:lnTo>
                  <a:lnTo>
                    <a:pt x="1843877" y="717275"/>
                  </a:lnTo>
                  <a:lnTo>
                    <a:pt x="1830799" y="707854"/>
                  </a:lnTo>
                  <a:lnTo>
                    <a:pt x="1817722" y="698219"/>
                  </a:lnTo>
                  <a:lnTo>
                    <a:pt x="1804645" y="688725"/>
                  </a:lnTo>
                  <a:lnTo>
                    <a:pt x="1791568" y="681633"/>
                  </a:lnTo>
                  <a:lnTo>
                    <a:pt x="1778491" y="672277"/>
                  </a:lnTo>
                  <a:lnTo>
                    <a:pt x="1765414" y="668958"/>
                  </a:lnTo>
                  <a:lnTo>
                    <a:pt x="1752337" y="662303"/>
                  </a:lnTo>
                  <a:lnTo>
                    <a:pt x="1739259" y="655741"/>
                  </a:lnTo>
                  <a:lnTo>
                    <a:pt x="1726182" y="657282"/>
                  </a:lnTo>
                  <a:lnTo>
                    <a:pt x="1713105" y="656834"/>
                  </a:lnTo>
                  <a:lnTo>
                    <a:pt x="1700028" y="650865"/>
                  </a:lnTo>
                  <a:lnTo>
                    <a:pt x="1686951" y="645535"/>
                  </a:lnTo>
                  <a:lnTo>
                    <a:pt x="1673874" y="640551"/>
                  </a:lnTo>
                  <a:lnTo>
                    <a:pt x="1660797" y="639175"/>
                  </a:lnTo>
                  <a:lnTo>
                    <a:pt x="1647719" y="639035"/>
                  </a:lnTo>
                  <a:lnTo>
                    <a:pt x="1634642" y="639244"/>
                  </a:lnTo>
                  <a:lnTo>
                    <a:pt x="1621565" y="640371"/>
                  </a:lnTo>
                  <a:lnTo>
                    <a:pt x="1608488" y="641237"/>
                  </a:lnTo>
                  <a:lnTo>
                    <a:pt x="1595411" y="642293"/>
                  </a:lnTo>
                  <a:lnTo>
                    <a:pt x="1582334" y="643511"/>
                  </a:lnTo>
                  <a:lnTo>
                    <a:pt x="1569257" y="644867"/>
                  </a:lnTo>
                  <a:lnTo>
                    <a:pt x="1556179" y="646333"/>
                  </a:lnTo>
                  <a:lnTo>
                    <a:pt x="1543102" y="643573"/>
                  </a:lnTo>
                  <a:lnTo>
                    <a:pt x="1530025" y="643710"/>
                  </a:lnTo>
                  <a:lnTo>
                    <a:pt x="1516948" y="647851"/>
                  </a:lnTo>
                  <a:lnTo>
                    <a:pt x="1503871" y="650263"/>
                  </a:lnTo>
                  <a:lnTo>
                    <a:pt x="1490794" y="650662"/>
                  </a:lnTo>
                  <a:lnTo>
                    <a:pt x="1477717" y="651063"/>
                  </a:lnTo>
                  <a:lnTo>
                    <a:pt x="1464639" y="651770"/>
                  </a:lnTo>
                  <a:lnTo>
                    <a:pt x="1451562" y="655504"/>
                  </a:lnTo>
                  <a:lnTo>
                    <a:pt x="1438485" y="659246"/>
                  </a:lnTo>
                  <a:lnTo>
                    <a:pt x="1425408" y="661282"/>
                  </a:lnTo>
                  <a:lnTo>
                    <a:pt x="1412331" y="662513"/>
                  </a:lnTo>
                  <a:lnTo>
                    <a:pt x="1399254" y="662966"/>
                  </a:lnTo>
                  <a:lnTo>
                    <a:pt x="1386177" y="663473"/>
                  </a:lnTo>
                  <a:lnTo>
                    <a:pt x="1373099" y="665516"/>
                  </a:lnTo>
                  <a:lnTo>
                    <a:pt x="1360022" y="668292"/>
                  </a:lnTo>
                  <a:lnTo>
                    <a:pt x="1346945" y="671616"/>
                  </a:lnTo>
                  <a:lnTo>
                    <a:pt x="1333868" y="674271"/>
                  </a:lnTo>
                  <a:lnTo>
                    <a:pt x="1320791" y="675541"/>
                  </a:lnTo>
                  <a:lnTo>
                    <a:pt x="1307714" y="675103"/>
                  </a:lnTo>
                  <a:lnTo>
                    <a:pt x="1294637" y="673989"/>
                  </a:lnTo>
                  <a:lnTo>
                    <a:pt x="1281559" y="672740"/>
                  </a:lnTo>
                  <a:lnTo>
                    <a:pt x="1268482" y="673125"/>
                  </a:lnTo>
                  <a:lnTo>
                    <a:pt x="1255405" y="673130"/>
                  </a:lnTo>
                  <a:lnTo>
                    <a:pt x="1242328" y="672787"/>
                  </a:lnTo>
                  <a:lnTo>
                    <a:pt x="1229251" y="672129"/>
                  </a:lnTo>
                  <a:lnTo>
                    <a:pt x="1216174" y="671186"/>
                  </a:lnTo>
                  <a:lnTo>
                    <a:pt x="1203097" y="668653"/>
                  </a:lnTo>
                  <a:lnTo>
                    <a:pt x="1190019" y="665621"/>
                  </a:lnTo>
                  <a:lnTo>
                    <a:pt x="1176942" y="665241"/>
                  </a:lnTo>
                  <a:lnTo>
                    <a:pt x="1163865" y="664258"/>
                  </a:lnTo>
                  <a:lnTo>
                    <a:pt x="1150788" y="660096"/>
                  </a:lnTo>
                  <a:lnTo>
                    <a:pt x="1137711" y="657884"/>
                  </a:lnTo>
                  <a:lnTo>
                    <a:pt x="1124634" y="654680"/>
                  </a:lnTo>
                  <a:lnTo>
                    <a:pt x="1111557" y="651716"/>
                  </a:lnTo>
                  <a:lnTo>
                    <a:pt x="1098479" y="650181"/>
                  </a:lnTo>
                  <a:lnTo>
                    <a:pt x="1085402" y="649208"/>
                  </a:lnTo>
                  <a:lnTo>
                    <a:pt x="1072325" y="651135"/>
                  </a:lnTo>
                  <a:lnTo>
                    <a:pt x="1059248" y="649434"/>
                  </a:lnTo>
                  <a:lnTo>
                    <a:pt x="1046171" y="648738"/>
                  </a:lnTo>
                  <a:lnTo>
                    <a:pt x="1033094" y="646883"/>
                  </a:lnTo>
                  <a:lnTo>
                    <a:pt x="1020017" y="645681"/>
                  </a:lnTo>
                  <a:lnTo>
                    <a:pt x="1006939" y="645986"/>
                  </a:lnTo>
                  <a:lnTo>
                    <a:pt x="993862" y="646346"/>
                  </a:lnTo>
                  <a:lnTo>
                    <a:pt x="980785" y="646762"/>
                  </a:lnTo>
                  <a:lnTo>
                    <a:pt x="967708" y="647237"/>
                  </a:lnTo>
                  <a:lnTo>
                    <a:pt x="954631" y="647774"/>
                  </a:lnTo>
                  <a:lnTo>
                    <a:pt x="941554" y="648378"/>
                  </a:lnTo>
                  <a:lnTo>
                    <a:pt x="928477" y="649049"/>
                  </a:lnTo>
                  <a:lnTo>
                    <a:pt x="915399" y="649793"/>
                  </a:lnTo>
                  <a:lnTo>
                    <a:pt x="902322" y="650611"/>
                  </a:lnTo>
                  <a:lnTo>
                    <a:pt x="889245" y="651507"/>
                  </a:lnTo>
                  <a:lnTo>
                    <a:pt x="876168" y="652484"/>
                  </a:lnTo>
                  <a:lnTo>
                    <a:pt x="863091" y="653993"/>
                  </a:lnTo>
                  <a:lnTo>
                    <a:pt x="850014" y="656299"/>
                  </a:lnTo>
                  <a:lnTo>
                    <a:pt x="836937" y="658324"/>
                  </a:lnTo>
                  <a:lnTo>
                    <a:pt x="823859" y="660219"/>
                  </a:lnTo>
                  <a:lnTo>
                    <a:pt x="810782" y="661609"/>
                  </a:lnTo>
                  <a:lnTo>
                    <a:pt x="797705" y="664649"/>
                  </a:lnTo>
                  <a:lnTo>
                    <a:pt x="784628" y="664979"/>
                  </a:lnTo>
                  <a:lnTo>
                    <a:pt x="771551" y="667895"/>
                  </a:lnTo>
                  <a:lnTo>
                    <a:pt x="758474" y="670903"/>
                  </a:lnTo>
                  <a:lnTo>
                    <a:pt x="745397" y="673415"/>
                  </a:lnTo>
                  <a:lnTo>
                    <a:pt x="732319" y="676286"/>
                  </a:lnTo>
                  <a:lnTo>
                    <a:pt x="719242" y="680331"/>
                  </a:lnTo>
                  <a:lnTo>
                    <a:pt x="706165" y="683558"/>
                  </a:lnTo>
                  <a:lnTo>
                    <a:pt x="693088" y="686803"/>
                  </a:lnTo>
                  <a:lnTo>
                    <a:pt x="680011" y="690051"/>
                  </a:lnTo>
                  <a:lnTo>
                    <a:pt x="666934" y="693288"/>
                  </a:lnTo>
                  <a:lnTo>
                    <a:pt x="653857" y="696497"/>
                  </a:lnTo>
                  <a:lnTo>
                    <a:pt x="640779" y="699665"/>
                  </a:lnTo>
                  <a:lnTo>
                    <a:pt x="627702" y="704943"/>
                  </a:lnTo>
                  <a:lnTo>
                    <a:pt x="614625" y="710650"/>
                  </a:lnTo>
                  <a:lnTo>
                    <a:pt x="601548" y="716656"/>
                  </a:lnTo>
                  <a:lnTo>
                    <a:pt x="588471" y="722907"/>
                  </a:lnTo>
                  <a:lnTo>
                    <a:pt x="575394" y="729344"/>
                  </a:lnTo>
                  <a:lnTo>
                    <a:pt x="562317" y="735497"/>
                  </a:lnTo>
                  <a:lnTo>
                    <a:pt x="549239" y="741240"/>
                  </a:lnTo>
                  <a:lnTo>
                    <a:pt x="536162" y="747895"/>
                  </a:lnTo>
                  <a:lnTo>
                    <a:pt x="523085" y="753423"/>
                  </a:lnTo>
                  <a:lnTo>
                    <a:pt x="510008" y="758861"/>
                  </a:lnTo>
                  <a:lnTo>
                    <a:pt x="496931" y="764582"/>
                  </a:lnTo>
                  <a:lnTo>
                    <a:pt x="483854" y="769751"/>
                  </a:lnTo>
                  <a:lnTo>
                    <a:pt x="470777" y="774293"/>
                  </a:lnTo>
                  <a:lnTo>
                    <a:pt x="457699" y="778272"/>
                  </a:lnTo>
                  <a:lnTo>
                    <a:pt x="444622" y="780120"/>
                  </a:lnTo>
                  <a:lnTo>
                    <a:pt x="431545" y="780118"/>
                  </a:lnTo>
                  <a:lnTo>
                    <a:pt x="418468" y="780605"/>
                  </a:lnTo>
                  <a:lnTo>
                    <a:pt x="405391" y="780966"/>
                  </a:lnTo>
                  <a:lnTo>
                    <a:pt x="392314" y="783132"/>
                  </a:lnTo>
                  <a:lnTo>
                    <a:pt x="379237" y="785160"/>
                  </a:lnTo>
                  <a:lnTo>
                    <a:pt x="366159" y="785588"/>
                  </a:lnTo>
                  <a:lnTo>
                    <a:pt x="353082" y="783009"/>
                  </a:lnTo>
                  <a:lnTo>
                    <a:pt x="340005" y="779353"/>
                  </a:lnTo>
                  <a:lnTo>
                    <a:pt x="326928" y="774561"/>
                  </a:lnTo>
                  <a:lnTo>
                    <a:pt x="313851" y="775572"/>
                  </a:lnTo>
                  <a:lnTo>
                    <a:pt x="300774" y="777577"/>
                  </a:lnTo>
                  <a:lnTo>
                    <a:pt x="287697" y="783790"/>
                  </a:lnTo>
                  <a:lnTo>
                    <a:pt x="274619" y="788203"/>
                  </a:lnTo>
                  <a:lnTo>
                    <a:pt x="261542" y="793613"/>
                  </a:lnTo>
                  <a:lnTo>
                    <a:pt x="248465" y="792209"/>
                  </a:lnTo>
                  <a:lnTo>
                    <a:pt x="235388" y="787765"/>
                  </a:lnTo>
                  <a:lnTo>
                    <a:pt x="222311" y="784563"/>
                  </a:lnTo>
                  <a:lnTo>
                    <a:pt x="209234" y="787302"/>
                  </a:lnTo>
                  <a:lnTo>
                    <a:pt x="196157" y="790131"/>
                  </a:lnTo>
                  <a:lnTo>
                    <a:pt x="183079" y="793080"/>
                  </a:lnTo>
                  <a:lnTo>
                    <a:pt x="170002" y="796184"/>
                  </a:lnTo>
                  <a:lnTo>
                    <a:pt x="156925" y="799475"/>
                  </a:lnTo>
                  <a:lnTo>
                    <a:pt x="143848" y="802985"/>
                  </a:lnTo>
                  <a:lnTo>
                    <a:pt x="130771" y="806747"/>
                  </a:lnTo>
                  <a:lnTo>
                    <a:pt x="117694" y="810388"/>
                  </a:lnTo>
                  <a:lnTo>
                    <a:pt x="104617" y="814269"/>
                  </a:lnTo>
                  <a:lnTo>
                    <a:pt x="91539" y="813475"/>
                  </a:lnTo>
                  <a:lnTo>
                    <a:pt x="78462" y="820869"/>
                  </a:lnTo>
                  <a:lnTo>
                    <a:pt x="65385" y="830478"/>
                  </a:lnTo>
                  <a:lnTo>
                    <a:pt x="52308" y="836436"/>
                  </a:lnTo>
                  <a:lnTo>
                    <a:pt x="39231" y="852827"/>
                  </a:lnTo>
                  <a:lnTo>
                    <a:pt x="26154" y="866815"/>
                  </a:lnTo>
                  <a:lnTo>
                    <a:pt x="13077" y="888368"/>
                  </a:lnTo>
                  <a:lnTo>
                    <a:pt x="0" y="91719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712811"/>
              <a:ext cx="2340808" cy="663867"/>
            </a:xfrm>
            <a:custGeom>
              <a:avLst/>
              <a:pathLst>
                <a:path w="2340808" h="663867">
                  <a:moveTo>
                    <a:pt x="0" y="663867"/>
                  </a:moveTo>
                  <a:lnTo>
                    <a:pt x="13077" y="662161"/>
                  </a:lnTo>
                  <a:lnTo>
                    <a:pt x="26154" y="651234"/>
                  </a:lnTo>
                  <a:lnTo>
                    <a:pt x="39231" y="644277"/>
                  </a:lnTo>
                  <a:lnTo>
                    <a:pt x="52308" y="632035"/>
                  </a:lnTo>
                  <a:lnTo>
                    <a:pt x="65385" y="624801"/>
                  </a:lnTo>
                  <a:lnTo>
                    <a:pt x="78462" y="609289"/>
                  </a:lnTo>
                  <a:lnTo>
                    <a:pt x="91539" y="594947"/>
                  </a:lnTo>
                  <a:lnTo>
                    <a:pt x="104617" y="594078"/>
                  </a:lnTo>
                  <a:lnTo>
                    <a:pt x="117694" y="588527"/>
                  </a:lnTo>
                  <a:lnTo>
                    <a:pt x="130771" y="582727"/>
                  </a:lnTo>
                  <a:lnTo>
                    <a:pt x="143848" y="577477"/>
                  </a:lnTo>
                  <a:lnTo>
                    <a:pt x="156925" y="574468"/>
                  </a:lnTo>
                  <a:lnTo>
                    <a:pt x="170002" y="573483"/>
                  </a:lnTo>
                  <a:lnTo>
                    <a:pt x="183079" y="574300"/>
                  </a:lnTo>
                  <a:lnTo>
                    <a:pt x="196157" y="577247"/>
                  </a:lnTo>
                  <a:lnTo>
                    <a:pt x="209234" y="582573"/>
                  </a:lnTo>
                  <a:lnTo>
                    <a:pt x="222311" y="585379"/>
                  </a:lnTo>
                  <a:lnTo>
                    <a:pt x="235388" y="591216"/>
                  </a:lnTo>
                  <a:lnTo>
                    <a:pt x="248465" y="597759"/>
                  </a:lnTo>
                  <a:lnTo>
                    <a:pt x="261542" y="604724"/>
                  </a:lnTo>
                  <a:lnTo>
                    <a:pt x="274619" y="607351"/>
                  </a:lnTo>
                  <a:lnTo>
                    <a:pt x="287697" y="609653"/>
                  </a:lnTo>
                  <a:lnTo>
                    <a:pt x="300774" y="617502"/>
                  </a:lnTo>
                  <a:lnTo>
                    <a:pt x="313851" y="622296"/>
                  </a:lnTo>
                  <a:lnTo>
                    <a:pt x="326928" y="621465"/>
                  </a:lnTo>
                  <a:lnTo>
                    <a:pt x="340005" y="620551"/>
                  </a:lnTo>
                  <a:lnTo>
                    <a:pt x="353082" y="619638"/>
                  </a:lnTo>
                  <a:lnTo>
                    <a:pt x="366159" y="619973"/>
                  </a:lnTo>
                  <a:lnTo>
                    <a:pt x="379237" y="620550"/>
                  </a:lnTo>
                  <a:lnTo>
                    <a:pt x="392314" y="620796"/>
                  </a:lnTo>
                  <a:lnTo>
                    <a:pt x="405391" y="620728"/>
                  </a:lnTo>
                  <a:lnTo>
                    <a:pt x="418468" y="620361"/>
                  </a:lnTo>
                  <a:lnTo>
                    <a:pt x="431545" y="620480"/>
                  </a:lnTo>
                  <a:lnTo>
                    <a:pt x="444622" y="622029"/>
                  </a:lnTo>
                  <a:lnTo>
                    <a:pt x="457699" y="620745"/>
                  </a:lnTo>
                  <a:lnTo>
                    <a:pt x="470777" y="619428"/>
                  </a:lnTo>
                  <a:lnTo>
                    <a:pt x="483854" y="618066"/>
                  </a:lnTo>
                  <a:lnTo>
                    <a:pt x="496931" y="616648"/>
                  </a:lnTo>
                  <a:lnTo>
                    <a:pt x="510008" y="614170"/>
                  </a:lnTo>
                  <a:lnTo>
                    <a:pt x="523085" y="608562"/>
                  </a:lnTo>
                  <a:lnTo>
                    <a:pt x="536162" y="605129"/>
                  </a:lnTo>
                  <a:lnTo>
                    <a:pt x="549239" y="603691"/>
                  </a:lnTo>
                  <a:lnTo>
                    <a:pt x="562317" y="599526"/>
                  </a:lnTo>
                  <a:lnTo>
                    <a:pt x="575394" y="596666"/>
                  </a:lnTo>
                  <a:lnTo>
                    <a:pt x="588471" y="590324"/>
                  </a:lnTo>
                  <a:lnTo>
                    <a:pt x="601548" y="584348"/>
                  </a:lnTo>
                  <a:lnTo>
                    <a:pt x="614625" y="579084"/>
                  </a:lnTo>
                  <a:lnTo>
                    <a:pt x="627702" y="575283"/>
                  </a:lnTo>
                  <a:lnTo>
                    <a:pt x="640779" y="571733"/>
                  </a:lnTo>
                  <a:lnTo>
                    <a:pt x="653857" y="568470"/>
                  </a:lnTo>
                  <a:lnTo>
                    <a:pt x="666934" y="565532"/>
                  </a:lnTo>
                  <a:lnTo>
                    <a:pt x="680011" y="562710"/>
                  </a:lnTo>
                  <a:lnTo>
                    <a:pt x="693088" y="559246"/>
                  </a:lnTo>
                  <a:lnTo>
                    <a:pt x="706165" y="558490"/>
                  </a:lnTo>
                  <a:lnTo>
                    <a:pt x="719242" y="557223"/>
                  </a:lnTo>
                  <a:lnTo>
                    <a:pt x="732319" y="555928"/>
                  </a:lnTo>
                  <a:lnTo>
                    <a:pt x="745397" y="554911"/>
                  </a:lnTo>
                  <a:lnTo>
                    <a:pt x="758474" y="554152"/>
                  </a:lnTo>
                  <a:lnTo>
                    <a:pt x="771551" y="552211"/>
                  </a:lnTo>
                  <a:lnTo>
                    <a:pt x="784628" y="549369"/>
                  </a:lnTo>
                  <a:lnTo>
                    <a:pt x="797705" y="547136"/>
                  </a:lnTo>
                  <a:lnTo>
                    <a:pt x="810782" y="544566"/>
                  </a:lnTo>
                  <a:lnTo>
                    <a:pt x="823859" y="542270"/>
                  </a:lnTo>
                  <a:lnTo>
                    <a:pt x="836937" y="540236"/>
                  </a:lnTo>
                  <a:lnTo>
                    <a:pt x="850014" y="538451"/>
                  </a:lnTo>
                  <a:lnTo>
                    <a:pt x="863091" y="537557"/>
                  </a:lnTo>
                  <a:lnTo>
                    <a:pt x="876168" y="535715"/>
                  </a:lnTo>
                  <a:lnTo>
                    <a:pt x="889245" y="534028"/>
                  </a:lnTo>
                  <a:lnTo>
                    <a:pt x="902322" y="531848"/>
                  </a:lnTo>
                  <a:lnTo>
                    <a:pt x="915399" y="531205"/>
                  </a:lnTo>
                  <a:lnTo>
                    <a:pt x="928477" y="530113"/>
                  </a:lnTo>
                  <a:lnTo>
                    <a:pt x="941554" y="529552"/>
                  </a:lnTo>
                  <a:lnTo>
                    <a:pt x="954631" y="528820"/>
                  </a:lnTo>
                  <a:lnTo>
                    <a:pt x="967708" y="530294"/>
                  </a:lnTo>
                  <a:lnTo>
                    <a:pt x="980785" y="531600"/>
                  </a:lnTo>
                  <a:lnTo>
                    <a:pt x="993862" y="531741"/>
                  </a:lnTo>
                  <a:lnTo>
                    <a:pt x="1006939" y="531982"/>
                  </a:lnTo>
                  <a:lnTo>
                    <a:pt x="1020017" y="532023"/>
                  </a:lnTo>
                  <a:lnTo>
                    <a:pt x="1033094" y="532726"/>
                  </a:lnTo>
                  <a:lnTo>
                    <a:pt x="1046171" y="533215"/>
                  </a:lnTo>
                  <a:lnTo>
                    <a:pt x="1059248" y="533774"/>
                  </a:lnTo>
                  <a:lnTo>
                    <a:pt x="1072325" y="534395"/>
                  </a:lnTo>
                  <a:lnTo>
                    <a:pt x="1085402" y="536913"/>
                  </a:lnTo>
                  <a:lnTo>
                    <a:pt x="1098479" y="541243"/>
                  </a:lnTo>
                  <a:lnTo>
                    <a:pt x="1111557" y="544851"/>
                  </a:lnTo>
                  <a:lnTo>
                    <a:pt x="1124634" y="545419"/>
                  </a:lnTo>
                  <a:lnTo>
                    <a:pt x="1137711" y="545069"/>
                  </a:lnTo>
                  <a:lnTo>
                    <a:pt x="1150788" y="544782"/>
                  </a:lnTo>
                  <a:lnTo>
                    <a:pt x="1163865" y="545823"/>
                  </a:lnTo>
                  <a:lnTo>
                    <a:pt x="1176942" y="549155"/>
                  </a:lnTo>
                  <a:lnTo>
                    <a:pt x="1190019" y="551816"/>
                  </a:lnTo>
                  <a:lnTo>
                    <a:pt x="1203097" y="552205"/>
                  </a:lnTo>
                  <a:lnTo>
                    <a:pt x="1216174" y="552040"/>
                  </a:lnTo>
                  <a:lnTo>
                    <a:pt x="1229251" y="550379"/>
                  </a:lnTo>
                  <a:lnTo>
                    <a:pt x="1242328" y="548681"/>
                  </a:lnTo>
                  <a:lnTo>
                    <a:pt x="1255405" y="547632"/>
                  </a:lnTo>
                  <a:lnTo>
                    <a:pt x="1268482" y="549213"/>
                  </a:lnTo>
                  <a:lnTo>
                    <a:pt x="1281559" y="548560"/>
                  </a:lnTo>
                  <a:lnTo>
                    <a:pt x="1294637" y="548027"/>
                  </a:lnTo>
                  <a:lnTo>
                    <a:pt x="1307714" y="548626"/>
                  </a:lnTo>
                  <a:lnTo>
                    <a:pt x="1320791" y="549161"/>
                  </a:lnTo>
                  <a:lnTo>
                    <a:pt x="1333868" y="549623"/>
                  </a:lnTo>
                  <a:lnTo>
                    <a:pt x="1346945" y="549046"/>
                  </a:lnTo>
                  <a:lnTo>
                    <a:pt x="1360022" y="550311"/>
                  </a:lnTo>
                  <a:lnTo>
                    <a:pt x="1373099" y="550533"/>
                  </a:lnTo>
                  <a:lnTo>
                    <a:pt x="1386177" y="550428"/>
                  </a:lnTo>
                  <a:lnTo>
                    <a:pt x="1399254" y="549655"/>
                  </a:lnTo>
                  <a:lnTo>
                    <a:pt x="1412331" y="548670"/>
                  </a:lnTo>
                  <a:lnTo>
                    <a:pt x="1425408" y="545009"/>
                  </a:lnTo>
                  <a:lnTo>
                    <a:pt x="1438485" y="542666"/>
                  </a:lnTo>
                  <a:lnTo>
                    <a:pt x="1451562" y="536681"/>
                  </a:lnTo>
                  <a:lnTo>
                    <a:pt x="1464639" y="533955"/>
                  </a:lnTo>
                  <a:lnTo>
                    <a:pt x="1477717" y="529382"/>
                  </a:lnTo>
                  <a:lnTo>
                    <a:pt x="1490794" y="525363"/>
                  </a:lnTo>
                  <a:lnTo>
                    <a:pt x="1503871" y="524749"/>
                  </a:lnTo>
                  <a:lnTo>
                    <a:pt x="1516948" y="521199"/>
                  </a:lnTo>
                  <a:lnTo>
                    <a:pt x="1530025" y="518081"/>
                  </a:lnTo>
                  <a:lnTo>
                    <a:pt x="1543102" y="515455"/>
                  </a:lnTo>
                  <a:lnTo>
                    <a:pt x="1556179" y="513380"/>
                  </a:lnTo>
                  <a:lnTo>
                    <a:pt x="1569257" y="509883"/>
                  </a:lnTo>
                  <a:lnTo>
                    <a:pt x="1582334" y="509538"/>
                  </a:lnTo>
                  <a:lnTo>
                    <a:pt x="1595411" y="506773"/>
                  </a:lnTo>
                  <a:lnTo>
                    <a:pt x="1608488" y="504667"/>
                  </a:lnTo>
                  <a:lnTo>
                    <a:pt x="1621565" y="501840"/>
                  </a:lnTo>
                  <a:lnTo>
                    <a:pt x="1634642" y="500569"/>
                  </a:lnTo>
                  <a:lnTo>
                    <a:pt x="1647719" y="502780"/>
                  </a:lnTo>
                  <a:lnTo>
                    <a:pt x="1660797" y="503231"/>
                  </a:lnTo>
                  <a:lnTo>
                    <a:pt x="1673874" y="503488"/>
                  </a:lnTo>
                  <a:lnTo>
                    <a:pt x="1686951" y="504401"/>
                  </a:lnTo>
                  <a:lnTo>
                    <a:pt x="1700028" y="505197"/>
                  </a:lnTo>
                  <a:lnTo>
                    <a:pt x="1713105" y="507359"/>
                  </a:lnTo>
                  <a:lnTo>
                    <a:pt x="1726182" y="511222"/>
                  </a:lnTo>
                  <a:lnTo>
                    <a:pt x="1739259" y="514899"/>
                  </a:lnTo>
                  <a:lnTo>
                    <a:pt x="1752337" y="515705"/>
                  </a:lnTo>
                  <a:lnTo>
                    <a:pt x="1765414" y="516405"/>
                  </a:lnTo>
                  <a:lnTo>
                    <a:pt x="1778491" y="515633"/>
                  </a:lnTo>
                  <a:lnTo>
                    <a:pt x="1791568" y="514022"/>
                  </a:lnTo>
                  <a:lnTo>
                    <a:pt x="1804645" y="512674"/>
                  </a:lnTo>
                  <a:lnTo>
                    <a:pt x="1817722" y="517616"/>
                  </a:lnTo>
                  <a:lnTo>
                    <a:pt x="1830799" y="521835"/>
                  </a:lnTo>
                  <a:lnTo>
                    <a:pt x="1843877" y="523622"/>
                  </a:lnTo>
                  <a:lnTo>
                    <a:pt x="1856954" y="526095"/>
                  </a:lnTo>
                  <a:lnTo>
                    <a:pt x="1870031" y="529312"/>
                  </a:lnTo>
                  <a:lnTo>
                    <a:pt x="1883108" y="533332"/>
                  </a:lnTo>
                  <a:lnTo>
                    <a:pt x="1896185" y="538214"/>
                  </a:lnTo>
                  <a:lnTo>
                    <a:pt x="1909262" y="544017"/>
                  </a:lnTo>
                  <a:lnTo>
                    <a:pt x="1922339" y="550696"/>
                  </a:lnTo>
                  <a:lnTo>
                    <a:pt x="1935417" y="552701"/>
                  </a:lnTo>
                  <a:lnTo>
                    <a:pt x="1948494" y="555006"/>
                  </a:lnTo>
                  <a:lnTo>
                    <a:pt x="1961571" y="554635"/>
                  </a:lnTo>
                  <a:lnTo>
                    <a:pt x="1974648" y="559075"/>
                  </a:lnTo>
                  <a:lnTo>
                    <a:pt x="1987725" y="563855"/>
                  </a:lnTo>
                  <a:lnTo>
                    <a:pt x="2000802" y="573398"/>
                  </a:lnTo>
                  <a:lnTo>
                    <a:pt x="2013879" y="576233"/>
                  </a:lnTo>
                  <a:lnTo>
                    <a:pt x="2026956" y="576166"/>
                  </a:lnTo>
                  <a:lnTo>
                    <a:pt x="2040034" y="576004"/>
                  </a:lnTo>
                  <a:lnTo>
                    <a:pt x="2053111" y="586015"/>
                  </a:lnTo>
                  <a:lnTo>
                    <a:pt x="2066188" y="579079"/>
                  </a:lnTo>
                  <a:lnTo>
                    <a:pt x="2079265" y="576691"/>
                  </a:lnTo>
                  <a:lnTo>
                    <a:pt x="2092342" y="571951"/>
                  </a:lnTo>
                  <a:lnTo>
                    <a:pt x="2105419" y="559831"/>
                  </a:lnTo>
                  <a:lnTo>
                    <a:pt x="2118496" y="552248"/>
                  </a:lnTo>
                  <a:lnTo>
                    <a:pt x="2131574" y="543763"/>
                  </a:lnTo>
                  <a:lnTo>
                    <a:pt x="2144651" y="531652"/>
                  </a:lnTo>
                  <a:lnTo>
                    <a:pt x="2157728" y="514332"/>
                  </a:lnTo>
                  <a:lnTo>
                    <a:pt x="2170805" y="498057"/>
                  </a:lnTo>
                  <a:lnTo>
                    <a:pt x="2183882" y="489840"/>
                  </a:lnTo>
                  <a:lnTo>
                    <a:pt x="2196959" y="481680"/>
                  </a:lnTo>
                  <a:lnTo>
                    <a:pt x="2210036" y="450686"/>
                  </a:lnTo>
                  <a:lnTo>
                    <a:pt x="2223114" y="445387"/>
                  </a:lnTo>
                  <a:lnTo>
                    <a:pt x="2236191" y="452155"/>
                  </a:lnTo>
                  <a:lnTo>
                    <a:pt x="2249268" y="428537"/>
                  </a:lnTo>
                  <a:lnTo>
                    <a:pt x="2262345" y="393417"/>
                  </a:lnTo>
                  <a:lnTo>
                    <a:pt x="2275422" y="350411"/>
                  </a:lnTo>
                  <a:lnTo>
                    <a:pt x="2288499" y="301527"/>
                  </a:lnTo>
                  <a:lnTo>
                    <a:pt x="2301576" y="252291"/>
                  </a:lnTo>
                  <a:lnTo>
                    <a:pt x="2314654" y="197622"/>
                  </a:lnTo>
                  <a:lnTo>
                    <a:pt x="2327731" y="10300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351846"/>
              <a:ext cx="2340808" cy="593580"/>
            </a:xfrm>
            <a:custGeom>
              <a:avLst/>
              <a:pathLst>
                <a:path w="2340808" h="593580">
                  <a:moveTo>
                    <a:pt x="2340808" y="593580"/>
                  </a:moveTo>
                  <a:lnTo>
                    <a:pt x="2327731" y="518368"/>
                  </a:lnTo>
                  <a:lnTo>
                    <a:pt x="2314654" y="489208"/>
                  </a:lnTo>
                  <a:lnTo>
                    <a:pt x="2301576" y="470719"/>
                  </a:lnTo>
                  <a:lnTo>
                    <a:pt x="2288499" y="429253"/>
                  </a:lnTo>
                  <a:lnTo>
                    <a:pt x="2275422" y="415993"/>
                  </a:lnTo>
                  <a:lnTo>
                    <a:pt x="2262345" y="400352"/>
                  </a:lnTo>
                  <a:lnTo>
                    <a:pt x="2249268" y="390460"/>
                  </a:lnTo>
                  <a:lnTo>
                    <a:pt x="2236191" y="378148"/>
                  </a:lnTo>
                  <a:lnTo>
                    <a:pt x="2223114" y="366113"/>
                  </a:lnTo>
                  <a:lnTo>
                    <a:pt x="2210036" y="364010"/>
                  </a:lnTo>
                  <a:lnTo>
                    <a:pt x="2196959" y="363757"/>
                  </a:lnTo>
                  <a:lnTo>
                    <a:pt x="2183882" y="361406"/>
                  </a:lnTo>
                  <a:lnTo>
                    <a:pt x="2170805" y="352459"/>
                  </a:lnTo>
                  <a:lnTo>
                    <a:pt x="2157728" y="347416"/>
                  </a:lnTo>
                  <a:lnTo>
                    <a:pt x="2144651" y="339493"/>
                  </a:lnTo>
                  <a:lnTo>
                    <a:pt x="2131574" y="326049"/>
                  </a:lnTo>
                  <a:lnTo>
                    <a:pt x="2118496" y="316370"/>
                  </a:lnTo>
                  <a:lnTo>
                    <a:pt x="2105419" y="307559"/>
                  </a:lnTo>
                  <a:lnTo>
                    <a:pt x="2092342" y="285814"/>
                  </a:lnTo>
                  <a:lnTo>
                    <a:pt x="2079265" y="268601"/>
                  </a:lnTo>
                  <a:lnTo>
                    <a:pt x="2066188" y="250552"/>
                  </a:lnTo>
                  <a:lnTo>
                    <a:pt x="2053111" y="236222"/>
                  </a:lnTo>
                  <a:lnTo>
                    <a:pt x="2040034" y="221951"/>
                  </a:lnTo>
                  <a:lnTo>
                    <a:pt x="2026956" y="200429"/>
                  </a:lnTo>
                  <a:lnTo>
                    <a:pt x="2013879" y="179902"/>
                  </a:lnTo>
                  <a:lnTo>
                    <a:pt x="2000802" y="174891"/>
                  </a:lnTo>
                  <a:lnTo>
                    <a:pt x="1987725" y="171834"/>
                  </a:lnTo>
                  <a:lnTo>
                    <a:pt x="1974648" y="156179"/>
                  </a:lnTo>
                  <a:lnTo>
                    <a:pt x="1961571" y="138273"/>
                  </a:lnTo>
                  <a:lnTo>
                    <a:pt x="1948494" y="133995"/>
                  </a:lnTo>
                  <a:lnTo>
                    <a:pt x="1935417" y="130315"/>
                  </a:lnTo>
                  <a:lnTo>
                    <a:pt x="1922339" y="124852"/>
                  </a:lnTo>
                  <a:lnTo>
                    <a:pt x="1909262" y="119445"/>
                  </a:lnTo>
                  <a:lnTo>
                    <a:pt x="1896185" y="111789"/>
                  </a:lnTo>
                  <a:lnTo>
                    <a:pt x="1883108" y="104221"/>
                  </a:lnTo>
                  <a:lnTo>
                    <a:pt x="1870031" y="96041"/>
                  </a:lnTo>
                  <a:lnTo>
                    <a:pt x="1856954" y="87347"/>
                  </a:lnTo>
                  <a:lnTo>
                    <a:pt x="1843877" y="78239"/>
                  </a:lnTo>
                  <a:lnTo>
                    <a:pt x="1830799" y="68818"/>
                  </a:lnTo>
                  <a:lnTo>
                    <a:pt x="1817722" y="59183"/>
                  </a:lnTo>
                  <a:lnTo>
                    <a:pt x="1804645" y="49689"/>
                  </a:lnTo>
                  <a:lnTo>
                    <a:pt x="1791568" y="42597"/>
                  </a:lnTo>
                  <a:lnTo>
                    <a:pt x="1778491" y="33242"/>
                  </a:lnTo>
                  <a:lnTo>
                    <a:pt x="1765414" y="29922"/>
                  </a:lnTo>
                  <a:lnTo>
                    <a:pt x="1752337" y="23267"/>
                  </a:lnTo>
                  <a:lnTo>
                    <a:pt x="1739259" y="16706"/>
                  </a:lnTo>
                  <a:lnTo>
                    <a:pt x="1726182" y="18246"/>
                  </a:lnTo>
                  <a:lnTo>
                    <a:pt x="1713105" y="17798"/>
                  </a:lnTo>
                  <a:lnTo>
                    <a:pt x="1700028" y="11830"/>
                  </a:lnTo>
                  <a:lnTo>
                    <a:pt x="1686951" y="6499"/>
                  </a:lnTo>
                  <a:lnTo>
                    <a:pt x="1673874" y="1515"/>
                  </a:lnTo>
                  <a:lnTo>
                    <a:pt x="1660797" y="139"/>
                  </a:lnTo>
                  <a:lnTo>
                    <a:pt x="1647719" y="0"/>
                  </a:lnTo>
                  <a:lnTo>
                    <a:pt x="1634642" y="208"/>
                  </a:lnTo>
                  <a:lnTo>
                    <a:pt x="1621565" y="1336"/>
                  </a:lnTo>
                  <a:lnTo>
                    <a:pt x="1608488" y="2202"/>
                  </a:lnTo>
                  <a:lnTo>
                    <a:pt x="1595411" y="3257"/>
                  </a:lnTo>
                  <a:lnTo>
                    <a:pt x="1582334" y="4475"/>
                  </a:lnTo>
                  <a:lnTo>
                    <a:pt x="1569257" y="5831"/>
                  </a:lnTo>
                  <a:lnTo>
                    <a:pt x="1556179" y="7297"/>
                  </a:lnTo>
                  <a:lnTo>
                    <a:pt x="1543102" y="4537"/>
                  </a:lnTo>
                  <a:lnTo>
                    <a:pt x="1530025" y="4675"/>
                  </a:lnTo>
                  <a:lnTo>
                    <a:pt x="1516948" y="8815"/>
                  </a:lnTo>
                  <a:lnTo>
                    <a:pt x="1503871" y="11227"/>
                  </a:lnTo>
                  <a:lnTo>
                    <a:pt x="1490794" y="11626"/>
                  </a:lnTo>
                  <a:lnTo>
                    <a:pt x="1477717" y="12027"/>
                  </a:lnTo>
                  <a:lnTo>
                    <a:pt x="1464639" y="12735"/>
                  </a:lnTo>
                  <a:lnTo>
                    <a:pt x="1451562" y="16468"/>
                  </a:lnTo>
                  <a:lnTo>
                    <a:pt x="1438485" y="20210"/>
                  </a:lnTo>
                  <a:lnTo>
                    <a:pt x="1425408" y="22246"/>
                  </a:lnTo>
                  <a:lnTo>
                    <a:pt x="1412331" y="23477"/>
                  </a:lnTo>
                  <a:lnTo>
                    <a:pt x="1399254" y="23930"/>
                  </a:lnTo>
                  <a:lnTo>
                    <a:pt x="1386177" y="24438"/>
                  </a:lnTo>
                  <a:lnTo>
                    <a:pt x="1373099" y="26480"/>
                  </a:lnTo>
                  <a:lnTo>
                    <a:pt x="1360022" y="29256"/>
                  </a:lnTo>
                  <a:lnTo>
                    <a:pt x="1346945" y="32580"/>
                  </a:lnTo>
                  <a:lnTo>
                    <a:pt x="1333868" y="35235"/>
                  </a:lnTo>
                  <a:lnTo>
                    <a:pt x="1320791" y="36505"/>
                  </a:lnTo>
                  <a:lnTo>
                    <a:pt x="1307714" y="36067"/>
                  </a:lnTo>
                  <a:lnTo>
                    <a:pt x="1294637" y="34954"/>
                  </a:lnTo>
                  <a:lnTo>
                    <a:pt x="1281559" y="33705"/>
                  </a:lnTo>
                  <a:lnTo>
                    <a:pt x="1268482" y="34090"/>
                  </a:lnTo>
                  <a:lnTo>
                    <a:pt x="1255405" y="34095"/>
                  </a:lnTo>
                  <a:lnTo>
                    <a:pt x="1242328" y="33752"/>
                  </a:lnTo>
                  <a:lnTo>
                    <a:pt x="1229251" y="33093"/>
                  </a:lnTo>
                  <a:lnTo>
                    <a:pt x="1216174" y="32150"/>
                  </a:lnTo>
                  <a:lnTo>
                    <a:pt x="1203097" y="29617"/>
                  </a:lnTo>
                  <a:lnTo>
                    <a:pt x="1190019" y="26585"/>
                  </a:lnTo>
                  <a:lnTo>
                    <a:pt x="1176942" y="26205"/>
                  </a:lnTo>
                  <a:lnTo>
                    <a:pt x="1163865" y="25222"/>
                  </a:lnTo>
                  <a:lnTo>
                    <a:pt x="1150788" y="21060"/>
                  </a:lnTo>
                  <a:lnTo>
                    <a:pt x="1137711" y="18848"/>
                  </a:lnTo>
                  <a:lnTo>
                    <a:pt x="1124634" y="15644"/>
                  </a:lnTo>
                  <a:lnTo>
                    <a:pt x="1111557" y="12681"/>
                  </a:lnTo>
                  <a:lnTo>
                    <a:pt x="1098479" y="11145"/>
                  </a:lnTo>
                  <a:lnTo>
                    <a:pt x="1085402" y="10173"/>
                  </a:lnTo>
                  <a:lnTo>
                    <a:pt x="1072325" y="12099"/>
                  </a:lnTo>
                  <a:lnTo>
                    <a:pt x="1059248" y="10398"/>
                  </a:lnTo>
                  <a:lnTo>
                    <a:pt x="1046171" y="9702"/>
                  </a:lnTo>
                  <a:lnTo>
                    <a:pt x="1033094" y="7847"/>
                  </a:lnTo>
                  <a:lnTo>
                    <a:pt x="1020017" y="6645"/>
                  </a:lnTo>
                  <a:lnTo>
                    <a:pt x="1006939" y="6951"/>
                  </a:lnTo>
                  <a:lnTo>
                    <a:pt x="993862" y="7310"/>
                  </a:lnTo>
                  <a:lnTo>
                    <a:pt x="980785" y="7726"/>
                  </a:lnTo>
                  <a:lnTo>
                    <a:pt x="967708" y="8201"/>
                  </a:lnTo>
                  <a:lnTo>
                    <a:pt x="954631" y="8739"/>
                  </a:lnTo>
                  <a:lnTo>
                    <a:pt x="941554" y="9342"/>
                  </a:lnTo>
                  <a:lnTo>
                    <a:pt x="928477" y="10014"/>
                  </a:lnTo>
                  <a:lnTo>
                    <a:pt x="915399" y="10757"/>
                  </a:lnTo>
                  <a:lnTo>
                    <a:pt x="902322" y="11575"/>
                  </a:lnTo>
                  <a:lnTo>
                    <a:pt x="889245" y="12471"/>
                  </a:lnTo>
                  <a:lnTo>
                    <a:pt x="876168" y="13448"/>
                  </a:lnTo>
                  <a:lnTo>
                    <a:pt x="863091" y="14957"/>
                  </a:lnTo>
                  <a:lnTo>
                    <a:pt x="850014" y="17264"/>
                  </a:lnTo>
                  <a:lnTo>
                    <a:pt x="836937" y="19288"/>
                  </a:lnTo>
                  <a:lnTo>
                    <a:pt x="823859" y="21184"/>
                  </a:lnTo>
                  <a:lnTo>
                    <a:pt x="810782" y="22573"/>
                  </a:lnTo>
                  <a:lnTo>
                    <a:pt x="797705" y="25613"/>
                  </a:lnTo>
                  <a:lnTo>
                    <a:pt x="784628" y="25943"/>
                  </a:lnTo>
                  <a:lnTo>
                    <a:pt x="771551" y="28859"/>
                  </a:lnTo>
                  <a:lnTo>
                    <a:pt x="758474" y="31868"/>
                  </a:lnTo>
                  <a:lnTo>
                    <a:pt x="745397" y="34380"/>
                  </a:lnTo>
                  <a:lnTo>
                    <a:pt x="732319" y="37250"/>
                  </a:lnTo>
                  <a:lnTo>
                    <a:pt x="719242" y="41295"/>
                  </a:lnTo>
                  <a:lnTo>
                    <a:pt x="706165" y="44522"/>
                  </a:lnTo>
                  <a:lnTo>
                    <a:pt x="693088" y="47767"/>
                  </a:lnTo>
                  <a:lnTo>
                    <a:pt x="680011" y="51016"/>
                  </a:lnTo>
                  <a:lnTo>
                    <a:pt x="666934" y="54252"/>
                  </a:lnTo>
                  <a:lnTo>
                    <a:pt x="653857" y="57461"/>
                  </a:lnTo>
                  <a:lnTo>
                    <a:pt x="640779" y="60629"/>
                  </a:lnTo>
                  <a:lnTo>
                    <a:pt x="627702" y="65908"/>
                  </a:lnTo>
                  <a:lnTo>
                    <a:pt x="614625" y="71614"/>
                  </a:lnTo>
                  <a:lnTo>
                    <a:pt x="601548" y="77620"/>
                  </a:lnTo>
                  <a:lnTo>
                    <a:pt x="588471" y="83871"/>
                  </a:lnTo>
                  <a:lnTo>
                    <a:pt x="575394" y="90309"/>
                  </a:lnTo>
                  <a:lnTo>
                    <a:pt x="562317" y="96462"/>
                  </a:lnTo>
                  <a:lnTo>
                    <a:pt x="549239" y="102204"/>
                  </a:lnTo>
                  <a:lnTo>
                    <a:pt x="536162" y="108859"/>
                  </a:lnTo>
                  <a:lnTo>
                    <a:pt x="523085" y="114387"/>
                  </a:lnTo>
                  <a:lnTo>
                    <a:pt x="510008" y="119825"/>
                  </a:lnTo>
                  <a:lnTo>
                    <a:pt x="496931" y="125546"/>
                  </a:lnTo>
                  <a:lnTo>
                    <a:pt x="483854" y="130716"/>
                  </a:lnTo>
                  <a:lnTo>
                    <a:pt x="470777" y="135257"/>
                  </a:lnTo>
                  <a:lnTo>
                    <a:pt x="457699" y="139237"/>
                  </a:lnTo>
                  <a:lnTo>
                    <a:pt x="444622" y="141085"/>
                  </a:lnTo>
                  <a:lnTo>
                    <a:pt x="431545" y="141082"/>
                  </a:lnTo>
                  <a:lnTo>
                    <a:pt x="418468" y="141569"/>
                  </a:lnTo>
                  <a:lnTo>
                    <a:pt x="405391" y="141930"/>
                  </a:lnTo>
                  <a:lnTo>
                    <a:pt x="392314" y="144097"/>
                  </a:lnTo>
                  <a:lnTo>
                    <a:pt x="379237" y="146124"/>
                  </a:lnTo>
                  <a:lnTo>
                    <a:pt x="366159" y="146552"/>
                  </a:lnTo>
                  <a:lnTo>
                    <a:pt x="353082" y="143974"/>
                  </a:lnTo>
                  <a:lnTo>
                    <a:pt x="340005" y="140317"/>
                  </a:lnTo>
                  <a:lnTo>
                    <a:pt x="326928" y="135525"/>
                  </a:lnTo>
                  <a:lnTo>
                    <a:pt x="313851" y="136537"/>
                  </a:lnTo>
                  <a:lnTo>
                    <a:pt x="300774" y="138542"/>
                  </a:lnTo>
                  <a:lnTo>
                    <a:pt x="287697" y="144754"/>
                  </a:lnTo>
                  <a:lnTo>
                    <a:pt x="274619" y="149167"/>
                  </a:lnTo>
                  <a:lnTo>
                    <a:pt x="261542" y="154577"/>
                  </a:lnTo>
                  <a:lnTo>
                    <a:pt x="248465" y="153174"/>
                  </a:lnTo>
                  <a:lnTo>
                    <a:pt x="235388" y="148730"/>
                  </a:lnTo>
                  <a:lnTo>
                    <a:pt x="222311" y="145527"/>
                  </a:lnTo>
                  <a:lnTo>
                    <a:pt x="209234" y="148267"/>
                  </a:lnTo>
                  <a:lnTo>
                    <a:pt x="196157" y="151095"/>
                  </a:lnTo>
                  <a:lnTo>
                    <a:pt x="183079" y="154045"/>
                  </a:lnTo>
                  <a:lnTo>
                    <a:pt x="170002" y="157149"/>
                  </a:lnTo>
                  <a:lnTo>
                    <a:pt x="156925" y="160440"/>
                  </a:lnTo>
                  <a:lnTo>
                    <a:pt x="143848" y="163950"/>
                  </a:lnTo>
                  <a:lnTo>
                    <a:pt x="130771" y="167712"/>
                  </a:lnTo>
                  <a:lnTo>
                    <a:pt x="117694" y="171352"/>
                  </a:lnTo>
                  <a:lnTo>
                    <a:pt x="104617" y="175234"/>
                  </a:lnTo>
                  <a:lnTo>
                    <a:pt x="91539" y="174439"/>
                  </a:lnTo>
                  <a:lnTo>
                    <a:pt x="78462" y="181834"/>
                  </a:lnTo>
                  <a:lnTo>
                    <a:pt x="65385" y="191442"/>
                  </a:lnTo>
                  <a:lnTo>
                    <a:pt x="52308" y="197400"/>
                  </a:lnTo>
                  <a:lnTo>
                    <a:pt x="39231" y="213792"/>
                  </a:lnTo>
                  <a:lnTo>
                    <a:pt x="26154" y="227779"/>
                  </a:lnTo>
                  <a:lnTo>
                    <a:pt x="13077" y="249333"/>
                  </a:lnTo>
                  <a:lnTo>
                    <a:pt x="0" y="2781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283218"/>
              <a:ext cx="2340808" cy="225361"/>
            </a:xfrm>
            <a:custGeom>
              <a:avLst/>
              <a:pathLst>
                <a:path w="2340808" h="225361">
                  <a:moveTo>
                    <a:pt x="0" y="225361"/>
                  </a:moveTo>
                  <a:lnTo>
                    <a:pt x="13077" y="205080"/>
                  </a:lnTo>
                  <a:lnTo>
                    <a:pt x="26154" y="187060"/>
                  </a:lnTo>
                  <a:lnTo>
                    <a:pt x="39231" y="171186"/>
                  </a:lnTo>
                  <a:lnTo>
                    <a:pt x="52308" y="157341"/>
                  </a:lnTo>
                  <a:lnTo>
                    <a:pt x="65385" y="145411"/>
                  </a:lnTo>
                  <a:lnTo>
                    <a:pt x="78462" y="135278"/>
                  </a:lnTo>
                  <a:lnTo>
                    <a:pt x="91539" y="126828"/>
                  </a:lnTo>
                  <a:lnTo>
                    <a:pt x="104617" y="119944"/>
                  </a:lnTo>
                  <a:lnTo>
                    <a:pt x="117694" y="114511"/>
                  </a:lnTo>
                  <a:lnTo>
                    <a:pt x="130771" y="110413"/>
                  </a:lnTo>
                  <a:lnTo>
                    <a:pt x="143848" y="107534"/>
                  </a:lnTo>
                  <a:lnTo>
                    <a:pt x="156925" y="105759"/>
                  </a:lnTo>
                  <a:lnTo>
                    <a:pt x="170002" y="104971"/>
                  </a:lnTo>
                  <a:lnTo>
                    <a:pt x="183079" y="105055"/>
                  </a:lnTo>
                  <a:lnTo>
                    <a:pt x="196157" y="105895"/>
                  </a:lnTo>
                  <a:lnTo>
                    <a:pt x="209234" y="107375"/>
                  </a:lnTo>
                  <a:lnTo>
                    <a:pt x="222311" y="109380"/>
                  </a:lnTo>
                  <a:lnTo>
                    <a:pt x="235388" y="111793"/>
                  </a:lnTo>
                  <a:lnTo>
                    <a:pt x="248465" y="114499"/>
                  </a:lnTo>
                  <a:lnTo>
                    <a:pt x="261542" y="117382"/>
                  </a:lnTo>
                  <a:lnTo>
                    <a:pt x="274619" y="120327"/>
                  </a:lnTo>
                  <a:lnTo>
                    <a:pt x="287697" y="123217"/>
                  </a:lnTo>
                  <a:lnTo>
                    <a:pt x="300774" y="125936"/>
                  </a:lnTo>
                  <a:lnTo>
                    <a:pt x="313851" y="128370"/>
                  </a:lnTo>
                  <a:lnTo>
                    <a:pt x="326928" y="130402"/>
                  </a:lnTo>
                  <a:lnTo>
                    <a:pt x="340005" y="131922"/>
                  </a:lnTo>
                  <a:lnTo>
                    <a:pt x="353082" y="132884"/>
                  </a:lnTo>
                  <a:lnTo>
                    <a:pt x="366159" y="133312"/>
                  </a:lnTo>
                  <a:lnTo>
                    <a:pt x="379237" y="133236"/>
                  </a:lnTo>
                  <a:lnTo>
                    <a:pt x="392314" y="132684"/>
                  </a:lnTo>
                  <a:lnTo>
                    <a:pt x="405391" y="131684"/>
                  </a:lnTo>
                  <a:lnTo>
                    <a:pt x="418468" y="130265"/>
                  </a:lnTo>
                  <a:lnTo>
                    <a:pt x="431545" y="128456"/>
                  </a:lnTo>
                  <a:lnTo>
                    <a:pt x="444622" y="126284"/>
                  </a:lnTo>
                  <a:lnTo>
                    <a:pt x="457699" y="123780"/>
                  </a:lnTo>
                  <a:lnTo>
                    <a:pt x="470777" y="120970"/>
                  </a:lnTo>
                  <a:lnTo>
                    <a:pt x="483854" y="117885"/>
                  </a:lnTo>
                  <a:lnTo>
                    <a:pt x="496931" y="114552"/>
                  </a:lnTo>
                  <a:lnTo>
                    <a:pt x="510008" y="111001"/>
                  </a:lnTo>
                  <a:lnTo>
                    <a:pt x="523085" y="107259"/>
                  </a:lnTo>
                  <a:lnTo>
                    <a:pt x="536162" y="103355"/>
                  </a:lnTo>
                  <a:lnTo>
                    <a:pt x="549239" y="99318"/>
                  </a:lnTo>
                  <a:lnTo>
                    <a:pt x="562317" y="95177"/>
                  </a:lnTo>
                  <a:lnTo>
                    <a:pt x="575394" y="90959"/>
                  </a:lnTo>
                  <a:lnTo>
                    <a:pt x="588471" y="86695"/>
                  </a:lnTo>
                  <a:lnTo>
                    <a:pt x="601548" y="82412"/>
                  </a:lnTo>
                  <a:lnTo>
                    <a:pt x="614625" y="78138"/>
                  </a:lnTo>
                  <a:lnTo>
                    <a:pt x="627702" y="73903"/>
                  </a:lnTo>
                  <a:lnTo>
                    <a:pt x="640779" y="69735"/>
                  </a:lnTo>
                  <a:lnTo>
                    <a:pt x="653857" y="65663"/>
                  </a:lnTo>
                  <a:lnTo>
                    <a:pt x="666934" y="61714"/>
                  </a:lnTo>
                  <a:lnTo>
                    <a:pt x="680011" y="57916"/>
                  </a:lnTo>
                  <a:lnTo>
                    <a:pt x="693088" y="54277"/>
                  </a:lnTo>
                  <a:lnTo>
                    <a:pt x="706165" y="50799"/>
                  </a:lnTo>
                  <a:lnTo>
                    <a:pt x="719242" y="47483"/>
                  </a:lnTo>
                  <a:lnTo>
                    <a:pt x="732319" y="44332"/>
                  </a:lnTo>
                  <a:lnTo>
                    <a:pt x="745397" y="41347"/>
                  </a:lnTo>
                  <a:lnTo>
                    <a:pt x="758474" y="38529"/>
                  </a:lnTo>
                  <a:lnTo>
                    <a:pt x="771551" y="35881"/>
                  </a:lnTo>
                  <a:lnTo>
                    <a:pt x="784628" y="33404"/>
                  </a:lnTo>
                  <a:lnTo>
                    <a:pt x="797705" y="31100"/>
                  </a:lnTo>
                  <a:lnTo>
                    <a:pt x="810782" y="28970"/>
                  </a:lnTo>
                  <a:lnTo>
                    <a:pt x="823859" y="27016"/>
                  </a:lnTo>
                  <a:lnTo>
                    <a:pt x="836937" y="25241"/>
                  </a:lnTo>
                  <a:lnTo>
                    <a:pt x="850014" y="23645"/>
                  </a:lnTo>
                  <a:lnTo>
                    <a:pt x="863091" y="22230"/>
                  </a:lnTo>
                  <a:lnTo>
                    <a:pt x="876168" y="20999"/>
                  </a:lnTo>
                  <a:lnTo>
                    <a:pt x="889245" y="19952"/>
                  </a:lnTo>
                  <a:lnTo>
                    <a:pt x="902322" y="19092"/>
                  </a:lnTo>
                  <a:lnTo>
                    <a:pt x="915399" y="18420"/>
                  </a:lnTo>
                  <a:lnTo>
                    <a:pt x="928477" y="17938"/>
                  </a:lnTo>
                  <a:lnTo>
                    <a:pt x="941554" y="17647"/>
                  </a:lnTo>
                  <a:lnTo>
                    <a:pt x="954631" y="17550"/>
                  </a:lnTo>
                  <a:lnTo>
                    <a:pt x="967708" y="17647"/>
                  </a:lnTo>
                  <a:lnTo>
                    <a:pt x="980785" y="17941"/>
                  </a:lnTo>
                  <a:lnTo>
                    <a:pt x="993862" y="18430"/>
                  </a:lnTo>
                  <a:lnTo>
                    <a:pt x="1006939" y="19109"/>
                  </a:lnTo>
                  <a:lnTo>
                    <a:pt x="1020017" y="19969"/>
                  </a:lnTo>
                  <a:lnTo>
                    <a:pt x="1033094" y="20990"/>
                  </a:lnTo>
                  <a:lnTo>
                    <a:pt x="1046171" y="22153"/>
                  </a:lnTo>
                  <a:lnTo>
                    <a:pt x="1059248" y="23437"/>
                  </a:lnTo>
                  <a:lnTo>
                    <a:pt x="1072325" y="24824"/>
                  </a:lnTo>
                  <a:lnTo>
                    <a:pt x="1085402" y="26292"/>
                  </a:lnTo>
                  <a:lnTo>
                    <a:pt x="1098479" y="27823"/>
                  </a:lnTo>
                  <a:lnTo>
                    <a:pt x="1111557" y="29395"/>
                  </a:lnTo>
                  <a:lnTo>
                    <a:pt x="1124634" y="30990"/>
                  </a:lnTo>
                  <a:lnTo>
                    <a:pt x="1137711" y="32587"/>
                  </a:lnTo>
                  <a:lnTo>
                    <a:pt x="1150788" y="34166"/>
                  </a:lnTo>
                  <a:lnTo>
                    <a:pt x="1163865" y="35708"/>
                  </a:lnTo>
                  <a:lnTo>
                    <a:pt x="1176942" y="37192"/>
                  </a:lnTo>
                  <a:lnTo>
                    <a:pt x="1190019" y="38599"/>
                  </a:lnTo>
                  <a:lnTo>
                    <a:pt x="1203097" y="39908"/>
                  </a:lnTo>
                  <a:lnTo>
                    <a:pt x="1216174" y="41100"/>
                  </a:lnTo>
                  <a:lnTo>
                    <a:pt x="1229251" y="42155"/>
                  </a:lnTo>
                  <a:lnTo>
                    <a:pt x="1242328" y="43053"/>
                  </a:lnTo>
                  <a:lnTo>
                    <a:pt x="1255405" y="43773"/>
                  </a:lnTo>
                  <a:lnTo>
                    <a:pt x="1268482" y="44297"/>
                  </a:lnTo>
                  <a:lnTo>
                    <a:pt x="1281559" y="44604"/>
                  </a:lnTo>
                  <a:lnTo>
                    <a:pt x="1294637" y="44675"/>
                  </a:lnTo>
                  <a:lnTo>
                    <a:pt x="1307714" y="44490"/>
                  </a:lnTo>
                  <a:lnTo>
                    <a:pt x="1320791" y="44034"/>
                  </a:lnTo>
                  <a:lnTo>
                    <a:pt x="1333868" y="43295"/>
                  </a:lnTo>
                  <a:lnTo>
                    <a:pt x="1346945" y="42265"/>
                  </a:lnTo>
                  <a:lnTo>
                    <a:pt x="1360022" y="40957"/>
                  </a:lnTo>
                  <a:lnTo>
                    <a:pt x="1373099" y="39401"/>
                  </a:lnTo>
                  <a:lnTo>
                    <a:pt x="1386177" y="37623"/>
                  </a:lnTo>
                  <a:lnTo>
                    <a:pt x="1399254" y="35653"/>
                  </a:lnTo>
                  <a:lnTo>
                    <a:pt x="1412331" y="33521"/>
                  </a:lnTo>
                  <a:lnTo>
                    <a:pt x="1425408" y="31254"/>
                  </a:lnTo>
                  <a:lnTo>
                    <a:pt x="1438485" y="28881"/>
                  </a:lnTo>
                  <a:lnTo>
                    <a:pt x="1451562" y="26431"/>
                  </a:lnTo>
                  <a:lnTo>
                    <a:pt x="1464639" y="23933"/>
                  </a:lnTo>
                  <a:lnTo>
                    <a:pt x="1477717" y="21415"/>
                  </a:lnTo>
                  <a:lnTo>
                    <a:pt x="1490794" y="18907"/>
                  </a:lnTo>
                  <a:lnTo>
                    <a:pt x="1503871" y="16437"/>
                  </a:lnTo>
                  <a:lnTo>
                    <a:pt x="1516948" y="14033"/>
                  </a:lnTo>
                  <a:lnTo>
                    <a:pt x="1530025" y="11726"/>
                  </a:lnTo>
                  <a:lnTo>
                    <a:pt x="1543102" y="9542"/>
                  </a:lnTo>
                  <a:lnTo>
                    <a:pt x="1556179" y="7512"/>
                  </a:lnTo>
                  <a:lnTo>
                    <a:pt x="1569257" y="5663"/>
                  </a:lnTo>
                  <a:lnTo>
                    <a:pt x="1582334" y="4025"/>
                  </a:lnTo>
                  <a:lnTo>
                    <a:pt x="1595411" y="2626"/>
                  </a:lnTo>
                  <a:lnTo>
                    <a:pt x="1608488" y="1495"/>
                  </a:lnTo>
                  <a:lnTo>
                    <a:pt x="1621565" y="661"/>
                  </a:lnTo>
                  <a:lnTo>
                    <a:pt x="1634642" y="153"/>
                  </a:lnTo>
                  <a:lnTo>
                    <a:pt x="1647719" y="0"/>
                  </a:lnTo>
                  <a:lnTo>
                    <a:pt x="1660797" y="226"/>
                  </a:lnTo>
                  <a:lnTo>
                    <a:pt x="1673874" y="855"/>
                  </a:lnTo>
                  <a:lnTo>
                    <a:pt x="1686951" y="1903"/>
                  </a:lnTo>
                  <a:lnTo>
                    <a:pt x="1700028" y="3360"/>
                  </a:lnTo>
                  <a:lnTo>
                    <a:pt x="1713105" y="5210"/>
                  </a:lnTo>
                  <a:lnTo>
                    <a:pt x="1726182" y="7436"/>
                  </a:lnTo>
                  <a:lnTo>
                    <a:pt x="1739259" y="10021"/>
                  </a:lnTo>
                  <a:lnTo>
                    <a:pt x="1752337" y="12948"/>
                  </a:lnTo>
                  <a:lnTo>
                    <a:pt x="1765414" y="16201"/>
                  </a:lnTo>
                  <a:lnTo>
                    <a:pt x="1778491" y="19763"/>
                  </a:lnTo>
                  <a:lnTo>
                    <a:pt x="1791568" y="23617"/>
                  </a:lnTo>
                  <a:lnTo>
                    <a:pt x="1804645" y="27747"/>
                  </a:lnTo>
                  <a:lnTo>
                    <a:pt x="1817722" y="32135"/>
                  </a:lnTo>
                  <a:lnTo>
                    <a:pt x="1830799" y="36765"/>
                  </a:lnTo>
                  <a:lnTo>
                    <a:pt x="1843877" y="41621"/>
                  </a:lnTo>
                  <a:lnTo>
                    <a:pt x="1856954" y="46684"/>
                  </a:lnTo>
                  <a:lnTo>
                    <a:pt x="1870031" y="51939"/>
                  </a:lnTo>
                  <a:lnTo>
                    <a:pt x="1883108" y="57370"/>
                  </a:lnTo>
                  <a:lnTo>
                    <a:pt x="1896185" y="62958"/>
                  </a:lnTo>
                  <a:lnTo>
                    <a:pt x="1909262" y="68687"/>
                  </a:lnTo>
                  <a:lnTo>
                    <a:pt x="1922339" y="74540"/>
                  </a:lnTo>
                  <a:lnTo>
                    <a:pt x="1935417" y="80495"/>
                  </a:lnTo>
                  <a:lnTo>
                    <a:pt x="1948494" y="86531"/>
                  </a:lnTo>
                  <a:lnTo>
                    <a:pt x="1961571" y="92619"/>
                  </a:lnTo>
                  <a:lnTo>
                    <a:pt x="1974648" y="98731"/>
                  </a:lnTo>
                  <a:lnTo>
                    <a:pt x="1987725" y="104834"/>
                  </a:lnTo>
                  <a:lnTo>
                    <a:pt x="2000802" y="110895"/>
                  </a:lnTo>
                  <a:lnTo>
                    <a:pt x="2013879" y="116876"/>
                  </a:lnTo>
                  <a:lnTo>
                    <a:pt x="2026956" y="122738"/>
                  </a:lnTo>
                  <a:lnTo>
                    <a:pt x="2040034" y="128443"/>
                  </a:lnTo>
                  <a:lnTo>
                    <a:pt x="2053111" y="133956"/>
                  </a:lnTo>
                  <a:lnTo>
                    <a:pt x="2066188" y="139242"/>
                  </a:lnTo>
                  <a:lnTo>
                    <a:pt x="2079265" y="144268"/>
                  </a:lnTo>
                  <a:lnTo>
                    <a:pt x="2092342" y="148997"/>
                  </a:lnTo>
                  <a:lnTo>
                    <a:pt x="2105419" y="153395"/>
                  </a:lnTo>
                  <a:lnTo>
                    <a:pt x="2118496" y="157428"/>
                  </a:lnTo>
                  <a:lnTo>
                    <a:pt x="2131574" y="161059"/>
                  </a:lnTo>
                  <a:lnTo>
                    <a:pt x="2144651" y="164255"/>
                  </a:lnTo>
                  <a:lnTo>
                    <a:pt x="2157728" y="166981"/>
                  </a:lnTo>
                  <a:lnTo>
                    <a:pt x="2170805" y="169202"/>
                  </a:lnTo>
                  <a:lnTo>
                    <a:pt x="2183882" y="170882"/>
                  </a:lnTo>
                  <a:lnTo>
                    <a:pt x="2196959" y="171987"/>
                  </a:lnTo>
                  <a:lnTo>
                    <a:pt x="2210036" y="172483"/>
                  </a:lnTo>
                  <a:lnTo>
                    <a:pt x="2223114" y="172343"/>
                  </a:lnTo>
                  <a:lnTo>
                    <a:pt x="2236191" y="171556"/>
                  </a:lnTo>
                  <a:lnTo>
                    <a:pt x="2249268" y="170123"/>
                  </a:lnTo>
                  <a:lnTo>
                    <a:pt x="2262345" y="168066"/>
                  </a:lnTo>
                  <a:lnTo>
                    <a:pt x="2275422" y="165410"/>
                  </a:lnTo>
                  <a:lnTo>
                    <a:pt x="2288499" y="162167"/>
                  </a:lnTo>
                  <a:lnTo>
                    <a:pt x="2301576" y="158381"/>
                  </a:lnTo>
                  <a:lnTo>
                    <a:pt x="2314654" y="154074"/>
                  </a:lnTo>
                  <a:lnTo>
                    <a:pt x="2327731" y="149322"/>
                  </a:lnTo>
                  <a:lnTo>
                    <a:pt x="2340808" y="14410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g45"/>
            <p:cNvSpPr/>
            <p:nvPr/>
          </p:nvSpPr>
          <p:spPr>
            <a:xfrm>
              <a:off x="5300048" y="1993289"/>
              <a:ext cx="2346210" cy="1103982"/>
            </a:xfrm>
            <a:custGeom>
              <a:avLst/>
              <a:pathLst>
                <a:path w="2346210" h="1103982">
                  <a:moveTo>
                    <a:pt x="0" y="476780"/>
                  </a:moveTo>
                  <a:lnTo>
                    <a:pt x="13107" y="483830"/>
                  </a:lnTo>
                  <a:lnTo>
                    <a:pt x="26214" y="489872"/>
                  </a:lnTo>
                  <a:lnTo>
                    <a:pt x="39321" y="488593"/>
                  </a:lnTo>
                  <a:lnTo>
                    <a:pt x="52429" y="484795"/>
                  </a:lnTo>
                  <a:lnTo>
                    <a:pt x="65536" y="473482"/>
                  </a:lnTo>
                  <a:lnTo>
                    <a:pt x="78643" y="465732"/>
                  </a:lnTo>
                  <a:lnTo>
                    <a:pt x="91751" y="457877"/>
                  </a:lnTo>
                  <a:lnTo>
                    <a:pt x="104858" y="449937"/>
                  </a:lnTo>
                  <a:lnTo>
                    <a:pt x="117965" y="441932"/>
                  </a:lnTo>
                  <a:lnTo>
                    <a:pt x="131073" y="435878"/>
                  </a:lnTo>
                  <a:lnTo>
                    <a:pt x="144180" y="426843"/>
                  </a:lnTo>
                  <a:lnTo>
                    <a:pt x="157287" y="417712"/>
                  </a:lnTo>
                  <a:lnTo>
                    <a:pt x="170395" y="409635"/>
                  </a:lnTo>
                  <a:lnTo>
                    <a:pt x="183502" y="401589"/>
                  </a:lnTo>
                  <a:lnTo>
                    <a:pt x="196609" y="393593"/>
                  </a:lnTo>
                  <a:lnTo>
                    <a:pt x="209717" y="385666"/>
                  </a:lnTo>
                  <a:lnTo>
                    <a:pt x="222824" y="377826"/>
                  </a:lnTo>
                  <a:lnTo>
                    <a:pt x="235931" y="370095"/>
                  </a:lnTo>
                  <a:lnTo>
                    <a:pt x="249039" y="362490"/>
                  </a:lnTo>
                  <a:lnTo>
                    <a:pt x="262146" y="355031"/>
                  </a:lnTo>
                  <a:lnTo>
                    <a:pt x="275253" y="347737"/>
                  </a:lnTo>
                  <a:lnTo>
                    <a:pt x="288361" y="340628"/>
                  </a:lnTo>
                  <a:lnTo>
                    <a:pt x="301468" y="333723"/>
                  </a:lnTo>
                  <a:lnTo>
                    <a:pt x="314575" y="329987"/>
                  </a:lnTo>
                  <a:lnTo>
                    <a:pt x="327682" y="322692"/>
                  </a:lnTo>
                  <a:lnTo>
                    <a:pt x="340790" y="316492"/>
                  </a:lnTo>
                  <a:lnTo>
                    <a:pt x="353897" y="311745"/>
                  </a:lnTo>
                  <a:lnTo>
                    <a:pt x="367004" y="304092"/>
                  </a:lnTo>
                  <a:lnTo>
                    <a:pt x="380112" y="296898"/>
                  </a:lnTo>
                  <a:lnTo>
                    <a:pt x="393219" y="291253"/>
                  </a:lnTo>
                  <a:lnTo>
                    <a:pt x="406326" y="282960"/>
                  </a:lnTo>
                  <a:lnTo>
                    <a:pt x="419434" y="276685"/>
                  </a:lnTo>
                  <a:lnTo>
                    <a:pt x="432541" y="270776"/>
                  </a:lnTo>
                  <a:lnTo>
                    <a:pt x="445648" y="265574"/>
                  </a:lnTo>
                  <a:lnTo>
                    <a:pt x="458756" y="260834"/>
                  </a:lnTo>
                  <a:lnTo>
                    <a:pt x="471863" y="256703"/>
                  </a:lnTo>
                  <a:lnTo>
                    <a:pt x="484970" y="253207"/>
                  </a:lnTo>
                  <a:lnTo>
                    <a:pt x="498078" y="250327"/>
                  </a:lnTo>
                  <a:lnTo>
                    <a:pt x="511185" y="248784"/>
                  </a:lnTo>
                  <a:lnTo>
                    <a:pt x="524292" y="246309"/>
                  </a:lnTo>
                  <a:lnTo>
                    <a:pt x="537400" y="245121"/>
                  </a:lnTo>
                  <a:lnTo>
                    <a:pt x="550507" y="244445"/>
                  </a:lnTo>
                  <a:lnTo>
                    <a:pt x="563614" y="244255"/>
                  </a:lnTo>
                  <a:lnTo>
                    <a:pt x="576722" y="244527"/>
                  </a:lnTo>
                  <a:lnTo>
                    <a:pt x="589829" y="244253"/>
                  </a:lnTo>
                  <a:lnTo>
                    <a:pt x="602936" y="243816"/>
                  </a:lnTo>
                  <a:lnTo>
                    <a:pt x="616043" y="243844"/>
                  </a:lnTo>
                  <a:lnTo>
                    <a:pt x="629151" y="244307"/>
                  </a:lnTo>
                  <a:lnTo>
                    <a:pt x="642258" y="245177"/>
                  </a:lnTo>
                  <a:lnTo>
                    <a:pt x="655365" y="246600"/>
                  </a:lnTo>
                  <a:lnTo>
                    <a:pt x="668473" y="250033"/>
                  </a:lnTo>
                  <a:lnTo>
                    <a:pt x="681580" y="253044"/>
                  </a:lnTo>
                  <a:lnTo>
                    <a:pt x="694687" y="255184"/>
                  </a:lnTo>
                  <a:lnTo>
                    <a:pt x="707795" y="257814"/>
                  </a:lnTo>
                  <a:lnTo>
                    <a:pt x="720902" y="261784"/>
                  </a:lnTo>
                  <a:lnTo>
                    <a:pt x="734009" y="265926"/>
                  </a:lnTo>
                  <a:lnTo>
                    <a:pt x="747117" y="269588"/>
                  </a:lnTo>
                  <a:lnTo>
                    <a:pt x="760224" y="272892"/>
                  </a:lnTo>
                  <a:lnTo>
                    <a:pt x="773331" y="275049"/>
                  </a:lnTo>
                  <a:lnTo>
                    <a:pt x="786439" y="278274"/>
                  </a:lnTo>
                  <a:lnTo>
                    <a:pt x="799546" y="280967"/>
                  </a:lnTo>
                  <a:lnTo>
                    <a:pt x="812653" y="283880"/>
                  </a:lnTo>
                  <a:lnTo>
                    <a:pt x="825761" y="287714"/>
                  </a:lnTo>
                  <a:lnTo>
                    <a:pt x="838868" y="291597"/>
                  </a:lnTo>
                  <a:lnTo>
                    <a:pt x="851975" y="294347"/>
                  </a:lnTo>
                  <a:lnTo>
                    <a:pt x="865083" y="296898"/>
                  </a:lnTo>
                  <a:lnTo>
                    <a:pt x="878190" y="299447"/>
                  </a:lnTo>
                  <a:lnTo>
                    <a:pt x="891297" y="301983"/>
                  </a:lnTo>
                  <a:lnTo>
                    <a:pt x="904405" y="304612"/>
                  </a:lnTo>
                  <a:lnTo>
                    <a:pt x="917512" y="307508"/>
                  </a:lnTo>
                  <a:lnTo>
                    <a:pt x="930619" y="309479"/>
                  </a:lnTo>
                  <a:lnTo>
                    <a:pt x="943726" y="311754"/>
                  </a:lnTo>
                  <a:lnTo>
                    <a:pt x="956834" y="314047"/>
                  </a:lnTo>
                  <a:lnTo>
                    <a:pt x="969941" y="316133"/>
                  </a:lnTo>
                  <a:lnTo>
                    <a:pt x="983048" y="317259"/>
                  </a:lnTo>
                  <a:lnTo>
                    <a:pt x="996156" y="319223"/>
                  </a:lnTo>
                  <a:lnTo>
                    <a:pt x="1009263" y="321117"/>
                  </a:lnTo>
                  <a:lnTo>
                    <a:pt x="1022370" y="322183"/>
                  </a:lnTo>
                  <a:lnTo>
                    <a:pt x="1035478" y="323002"/>
                  </a:lnTo>
                  <a:lnTo>
                    <a:pt x="1048585" y="323621"/>
                  </a:lnTo>
                  <a:lnTo>
                    <a:pt x="1061692" y="325538"/>
                  </a:lnTo>
                  <a:lnTo>
                    <a:pt x="1074800" y="327470"/>
                  </a:lnTo>
                  <a:lnTo>
                    <a:pt x="1087907" y="328001"/>
                  </a:lnTo>
                  <a:lnTo>
                    <a:pt x="1101014" y="327180"/>
                  </a:lnTo>
                  <a:lnTo>
                    <a:pt x="1114122" y="325276"/>
                  </a:lnTo>
                  <a:lnTo>
                    <a:pt x="1127229" y="323612"/>
                  </a:lnTo>
                  <a:lnTo>
                    <a:pt x="1140336" y="323351"/>
                  </a:lnTo>
                  <a:lnTo>
                    <a:pt x="1153444" y="324473"/>
                  </a:lnTo>
                  <a:lnTo>
                    <a:pt x="1166551" y="324394"/>
                  </a:lnTo>
                  <a:lnTo>
                    <a:pt x="1179658" y="322506"/>
                  </a:lnTo>
                  <a:lnTo>
                    <a:pt x="1192766" y="320456"/>
                  </a:lnTo>
                  <a:lnTo>
                    <a:pt x="1205873" y="318487"/>
                  </a:lnTo>
                  <a:lnTo>
                    <a:pt x="1218980" y="317259"/>
                  </a:lnTo>
                  <a:lnTo>
                    <a:pt x="1232087" y="315947"/>
                  </a:lnTo>
                  <a:lnTo>
                    <a:pt x="1245195" y="314558"/>
                  </a:lnTo>
                  <a:lnTo>
                    <a:pt x="1258302" y="313100"/>
                  </a:lnTo>
                  <a:lnTo>
                    <a:pt x="1271409" y="311581"/>
                  </a:lnTo>
                  <a:lnTo>
                    <a:pt x="1284517" y="310010"/>
                  </a:lnTo>
                  <a:lnTo>
                    <a:pt x="1297624" y="308395"/>
                  </a:lnTo>
                  <a:lnTo>
                    <a:pt x="1310731" y="306744"/>
                  </a:lnTo>
                  <a:lnTo>
                    <a:pt x="1323839" y="303948"/>
                  </a:lnTo>
                  <a:lnTo>
                    <a:pt x="1336946" y="300850"/>
                  </a:lnTo>
                  <a:lnTo>
                    <a:pt x="1350053" y="297211"/>
                  </a:lnTo>
                  <a:lnTo>
                    <a:pt x="1363161" y="294066"/>
                  </a:lnTo>
                  <a:lnTo>
                    <a:pt x="1376268" y="291814"/>
                  </a:lnTo>
                  <a:lnTo>
                    <a:pt x="1389375" y="288898"/>
                  </a:lnTo>
                  <a:lnTo>
                    <a:pt x="1402483" y="285891"/>
                  </a:lnTo>
                  <a:lnTo>
                    <a:pt x="1415590" y="282907"/>
                  </a:lnTo>
                  <a:lnTo>
                    <a:pt x="1428697" y="279954"/>
                  </a:lnTo>
                  <a:lnTo>
                    <a:pt x="1441805" y="273728"/>
                  </a:lnTo>
                  <a:lnTo>
                    <a:pt x="1454912" y="267041"/>
                  </a:lnTo>
                  <a:lnTo>
                    <a:pt x="1468019" y="260216"/>
                  </a:lnTo>
                  <a:lnTo>
                    <a:pt x="1481127" y="255379"/>
                  </a:lnTo>
                  <a:lnTo>
                    <a:pt x="1494234" y="253974"/>
                  </a:lnTo>
                  <a:lnTo>
                    <a:pt x="1507341" y="251629"/>
                  </a:lnTo>
                  <a:lnTo>
                    <a:pt x="1520448" y="245191"/>
                  </a:lnTo>
                  <a:lnTo>
                    <a:pt x="1533556" y="240136"/>
                  </a:lnTo>
                  <a:lnTo>
                    <a:pt x="1546663" y="237393"/>
                  </a:lnTo>
                  <a:lnTo>
                    <a:pt x="1559770" y="233670"/>
                  </a:lnTo>
                  <a:lnTo>
                    <a:pt x="1572878" y="227667"/>
                  </a:lnTo>
                  <a:lnTo>
                    <a:pt x="1585985" y="221788"/>
                  </a:lnTo>
                  <a:lnTo>
                    <a:pt x="1599092" y="216074"/>
                  </a:lnTo>
                  <a:lnTo>
                    <a:pt x="1612200" y="210254"/>
                  </a:lnTo>
                  <a:lnTo>
                    <a:pt x="1625307" y="205298"/>
                  </a:lnTo>
                  <a:lnTo>
                    <a:pt x="1638414" y="200315"/>
                  </a:lnTo>
                  <a:lnTo>
                    <a:pt x="1651522" y="195656"/>
                  </a:lnTo>
                  <a:lnTo>
                    <a:pt x="1664629" y="187854"/>
                  </a:lnTo>
                  <a:lnTo>
                    <a:pt x="1677736" y="183094"/>
                  </a:lnTo>
                  <a:lnTo>
                    <a:pt x="1690844" y="180945"/>
                  </a:lnTo>
                  <a:lnTo>
                    <a:pt x="1703951" y="178990"/>
                  </a:lnTo>
                  <a:lnTo>
                    <a:pt x="1717058" y="177242"/>
                  </a:lnTo>
                  <a:lnTo>
                    <a:pt x="1730166" y="175712"/>
                  </a:lnTo>
                  <a:lnTo>
                    <a:pt x="1743273" y="174415"/>
                  </a:lnTo>
                  <a:lnTo>
                    <a:pt x="1756380" y="173358"/>
                  </a:lnTo>
                  <a:lnTo>
                    <a:pt x="1769488" y="172564"/>
                  </a:lnTo>
                  <a:lnTo>
                    <a:pt x="1782595" y="172035"/>
                  </a:lnTo>
                  <a:lnTo>
                    <a:pt x="1795702" y="170387"/>
                  </a:lnTo>
                  <a:lnTo>
                    <a:pt x="1808810" y="168589"/>
                  </a:lnTo>
                  <a:lnTo>
                    <a:pt x="1821917" y="168293"/>
                  </a:lnTo>
                  <a:lnTo>
                    <a:pt x="1835024" y="170695"/>
                  </a:lnTo>
                  <a:lnTo>
                    <a:pt x="1848131" y="170418"/>
                  </a:lnTo>
                  <a:lnTo>
                    <a:pt x="1861239" y="170670"/>
                  </a:lnTo>
                  <a:lnTo>
                    <a:pt x="1874346" y="171475"/>
                  </a:lnTo>
                  <a:lnTo>
                    <a:pt x="1887453" y="175786"/>
                  </a:lnTo>
                  <a:lnTo>
                    <a:pt x="1900561" y="177383"/>
                  </a:lnTo>
                  <a:lnTo>
                    <a:pt x="1913668" y="177460"/>
                  </a:lnTo>
                  <a:lnTo>
                    <a:pt x="1926775" y="180749"/>
                  </a:lnTo>
                  <a:lnTo>
                    <a:pt x="1939883" y="185721"/>
                  </a:lnTo>
                  <a:lnTo>
                    <a:pt x="1952990" y="189486"/>
                  </a:lnTo>
                  <a:lnTo>
                    <a:pt x="1966097" y="194115"/>
                  </a:lnTo>
                  <a:lnTo>
                    <a:pt x="1979205" y="198263"/>
                  </a:lnTo>
                  <a:lnTo>
                    <a:pt x="1992312" y="199181"/>
                  </a:lnTo>
                  <a:lnTo>
                    <a:pt x="2005419" y="200185"/>
                  </a:lnTo>
                  <a:lnTo>
                    <a:pt x="2018527" y="201387"/>
                  </a:lnTo>
                  <a:lnTo>
                    <a:pt x="2031634" y="203504"/>
                  </a:lnTo>
                  <a:lnTo>
                    <a:pt x="2044741" y="205468"/>
                  </a:lnTo>
                  <a:lnTo>
                    <a:pt x="2057849" y="207693"/>
                  </a:lnTo>
                  <a:lnTo>
                    <a:pt x="2070956" y="214768"/>
                  </a:lnTo>
                  <a:lnTo>
                    <a:pt x="2084063" y="213831"/>
                  </a:lnTo>
                  <a:lnTo>
                    <a:pt x="2097171" y="217415"/>
                  </a:lnTo>
                  <a:lnTo>
                    <a:pt x="2110278" y="219206"/>
                  </a:lnTo>
                  <a:lnTo>
                    <a:pt x="2123385" y="222737"/>
                  </a:lnTo>
                  <a:lnTo>
                    <a:pt x="2136492" y="226258"/>
                  </a:lnTo>
                  <a:lnTo>
                    <a:pt x="2149600" y="229417"/>
                  </a:lnTo>
                  <a:lnTo>
                    <a:pt x="2162707" y="233228"/>
                  </a:lnTo>
                  <a:lnTo>
                    <a:pt x="2175814" y="228597"/>
                  </a:lnTo>
                  <a:lnTo>
                    <a:pt x="2188922" y="217222"/>
                  </a:lnTo>
                  <a:lnTo>
                    <a:pt x="2202029" y="204378"/>
                  </a:lnTo>
                  <a:lnTo>
                    <a:pt x="2215136" y="195258"/>
                  </a:lnTo>
                  <a:lnTo>
                    <a:pt x="2228244" y="198189"/>
                  </a:lnTo>
                  <a:lnTo>
                    <a:pt x="2241351" y="188347"/>
                  </a:lnTo>
                  <a:lnTo>
                    <a:pt x="2254458" y="177510"/>
                  </a:lnTo>
                  <a:lnTo>
                    <a:pt x="2267566" y="155839"/>
                  </a:lnTo>
                  <a:lnTo>
                    <a:pt x="2280673" y="132158"/>
                  </a:lnTo>
                  <a:lnTo>
                    <a:pt x="2293780" y="104354"/>
                  </a:lnTo>
                  <a:lnTo>
                    <a:pt x="2306888" y="74803"/>
                  </a:lnTo>
                  <a:lnTo>
                    <a:pt x="2319995" y="49595"/>
                  </a:lnTo>
                  <a:lnTo>
                    <a:pt x="2333102" y="24934"/>
                  </a:lnTo>
                  <a:lnTo>
                    <a:pt x="2346210" y="0"/>
                  </a:lnTo>
                  <a:lnTo>
                    <a:pt x="2346210" y="1103982"/>
                  </a:lnTo>
                  <a:lnTo>
                    <a:pt x="2327843" y="1103982"/>
                  </a:lnTo>
                  <a:lnTo>
                    <a:pt x="2319995" y="1067544"/>
                  </a:lnTo>
                  <a:lnTo>
                    <a:pt x="2306888" y="1011085"/>
                  </a:lnTo>
                  <a:lnTo>
                    <a:pt x="2293780" y="952149"/>
                  </a:lnTo>
                  <a:lnTo>
                    <a:pt x="2280673" y="908954"/>
                  </a:lnTo>
                  <a:lnTo>
                    <a:pt x="2267566" y="856280"/>
                  </a:lnTo>
                  <a:lnTo>
                    <a:pt x="2254458" y="806812"/>
                  </a:lnTo>
                  <a:lnTo>
                    <a:pt x="2241351" y="760444"/>
                  </a:lnTo>
                  <a:lnTo>
                    <a:pt x="2228244" y="717074"/>
                  </a:lnTo>
                  <a:lnTo>
                    <a:pt x="2215136" y="676599"/>
                  </a:lnTo>
                  <a:lnTo>
                    <a:pt x="2202029" y="638915"/>
                  </a:lnTo>
                  <a:lnTo>
                    <a:pt x="2188922" y="612752"/>
                  </a:lnTo>
                  <a:lnTo>
                    <a:pt x="2175814" y="601632"/>
                  </a:lnTo>
                  <a:lnTo>
                    <a:pt x="2162707" y="584589"/>
                  </a:lnTo>
                  <a:lnTo>
                    <a:pt x="2149600" y="573694"/>
                  </a:lnTo>
                  <a:lnTo>
                    <a:pt x="2136492" y="558234"/>
                  </a:lnTo>
                  <a:lnTo>
                    <a:pt x="2123385" y="533513"/>
                  </a:lnTo>
                  <a:lnTo>
                    <a:pt x="2110278" y="512865"/>
                  </a:lnTo>
                  <a:lnTo>
                    <a:pt x="2097171" y="503043"/>
                  </a:lnTo>
                  <a:lnTo>
                    <a:pt x="2084063" y="492674"/>
                  </a:lnTo>
                  <a:lnTo>
                    <a:pt x="2070956" y="476369"/>
                  </a:lnTo>
                  <a:lnTo>
                    <a:pt x="2057849" y="459135"/>
                  </a:lnTo>
                  <a:lnTo>
                    <a:pt x="2044741" y="450519"/>
                  </a:lnTo>
                  <a:lnTo>
                    <a:pt x="2031634" y="441820"/>
                  </a:lnTo>
                  <a:lnTo>
                    <a:pt x="2018527" y="427235"/>
                  </a:lnTo>
                  <a:lnTo>
                    <a:pt x="2005419" y="416300"/>
                  </a:lnTo>
                  <a:lnTo>
                    <a:pt x="1992312" y="399402"/>
                  </a:lnTo>
                  <a:lnTo>
                    <a:pt x="1979205" y="385877"/>
                  </a:lnTo>
                  <a:lnTo>
                    <a:pt x="1966097" y="375891"/>
                  </a:lnTo>
                  <a:lnTo>
                    <a:pt x="1952990" y="360617"/>
                  </a:lnTo>
                  <a:lnTo>
                    <a:pt x="1939883" y="342261"/>
                  </a:lnTo>
                  <a:lnTo>
                    <a:pt x="1926775" y="335239"/>
                  </a:lnTo>
                  <a:lnTo>
                    <a:pt x="1913668" y="334578"/>
                  </a:lnTo>
                  <a:lnTo>
                    <a:pt x="1900561" y="331912"/>
                  </a:lnTo>
                  <a:lnTo>
                    <a:pt x="1887453" y="326212"/>
                  </a:lnTo>
                  <a:lnTo>
                    <a:pt x="1874346" y="319991"/>
                  </a:lnTo>
                  <a:lnTo>
                    <a:pt x="1861239" y="314440"/>
                  </a:lnTo>
                  <a:lnTo>
                    <a:pt x="1848131" y="312936"/>
                  </a:lnTo>
                  <a:lnTo>
                    <a:pt x="1835024" y="314770"/>
                  </a:lnTo>
                  <a:lnTo>
                    <a:pt x="1821917" y="310175"/>
                  </a:lnTo>
                  <a:lnTo>
                    <a:pt x="1808810" y="306363"/>
                  </a:lnTo>
                  <a:lnTo>
                    <a:pt x="1795702" y="306153"/>
                  </a:lnTo>
                  <a:lnTo>
                    <a:pt x="1782595" y="307121"/>
                  </a:lnTo>
                  <a:lnTo>
                    <a:pt x="1769488" y="312321"/>
                  </a:lnTo>
                  <a:lnTo>
                    <a:pt x="1756380" y="317137"/>
                  </a:lnTo>
                  <a:lnTo>
                    <a:pt x="1743273" y="321587"/>
                  </a:lnTo>
                  <a:lnTo>
                    <a:pt x="1730166" y="325484"/>
                  </a:lnTo>
                  <a:lnTo>
                    <a:pt x="1717058" y="326990"/>
                  </a:lnTo>
                  <a:lnTo>
                    <a:pt x="1703951" y="328281"/>
                  </a:lnTo>
                  <a:lnTo>
                    <a:pt x="1690844" y="328126"/>
                  </a:lnTo>
                  <a:lnTo>
                    <a:pt x="1677736" y="328208"/>
                  </a:lnTo>
                  <a:lnTo>
                    <a:pt x="1664629" y="328514"/>
                  </a:lnTo>
                  <a:lnTo>
                    <a:pt x="1651522" y="329034"/>
                  </a:lnTo>
                  <a:lnTo>
                    <a:pt x="1638414" y="329495"/>
                  </a:lnTo>
                  <a:lnTo>
                    <a:pt x="1625307" y="331441"/>
                  </a:lnTo>
                  <a:lnTo>
                    <a:pt x="1612200" y="336010"/>
                  </a:lnTo>
                  <a:lnTo>
                    <a:pt x="1599092" y="340605"/>
                  </a:lnTo>
                  <a:lnTo>
                    <a:pt x="1585985" y="342965"/>
                  </a:lnTo>
                  <a:lnTo>
                    <a:pt x="1572878" y="344377"/>
                  </a:lnTo>
                  <a:lnTo>
                    <a:pt x="1559770" y="350016"/>
                  </a:lnTo>
                  <a:lnTo>
                    <a:pt x="1546663" y="351245"/>
                  </a:lnTo>
                  <a:lnTo>
                    <a:pt x="1533556" y="355293"/>
                  </a:lnTo>
                  <a:lnTo>
                    <a:pt x="1520448" y="356724"/>
                  </a:lnTo>
                  <a:lnTo>
                    <a:pt x="1507341" y="358905"/>
                  </a:lnTo>
                  <a:lnTo>
                    <a:pt x="1494234" y="362587"/>
                  </a:lnTo>
                  <a:lnTo>
                    <a:pt x="1481127" y="367561"/>
                  </a:lnTo>
                  <a:lnTo>
                    <a:pt x="1468019" y="372153"/>
                  </a:lnTo>
                  <a:lnTo>
                    <a:pt x="1454912" y="376788"/>
                  </a:lnTo>
                  <a:lnTo>
                    <a:pt x="1441805" y="381265"/>
                  </a:lnTo>
                  <a:lnTo>
                    <a:pt x="1428697" y="385551"/>
                  </a:lnTo>
                  <a:lnTo>
                    <a:pt x="1415590" y="389612"/>
                  </a:lnTo>
                  <a:lnTo>
                    <a:pt x="1402483" y="393495"/>
                  </a:lnTo>
                  <a:lnTo>
                    <a:pt x="1389375" y="398752"/>
                  </a:lnTo>
                  <a:lnTo>
                    <a:pt x="1376268" y="403650"/>
                  </a:lnTo>
                  <a:lnTo>
                    <a:pt x="1363161" y="407306"/>
                  </a:lnTo>
                  <a:lnTo>
                    <a:pt x="1350053" y="410689"/>
                  </a:lnTo>
                  <a:lnTo>
                    <a:pt x="1336946" y="413847"/>
                  </a:lnTo>
                  <a:lnTo>
                    <a:pt x="1323839" y="416781"/>
                  </a:lnTo>
                  <a:lnTo>
                    <a:pt x="1310731" y="419491"/>
                  </a:lnTo>
                  <a:lnTo>
                    <a:pt x="1297624" y="421829"/>
                  </a:lnTo>
                  <a:lnTo>
                    <a:pt x="1284517" y="422225"/>
                  </a:lnTo>
                  <a:lnTo>
                    <a:pt x="1271409" y="422353"/>
                  </a:lnTo>
                  <a:lnTo>
                    <a:pt x="1258302" y="422225"/>
                  </a:lnTo>
                  <a:lnTo>
                    <a:pt x="1245195" y="424093"/>
                  </a:lnTo>
                  <a:lnTo>
                    <a:pt x="1232087" y="426985"/>
                  </a:lnTo>
                  <a:lnTo>
                    <a:pt x="1218980" y="428187"/>
                  </a:lnTo>
                  <a:lnTo>
                    <a:pt x="1205873" y="428252"/>
                  </a:lnTo>
                  <a:lnTo>
                    <a:pt x="1192766" y="428121"/>
                  </a:lnTo>
                  <a:lnTo>
                    <a:pt x="1179658" y="427174"/>
                  </a:lnTo>
                  <a:lnTo>
                    <a:pt x="1166551" y="427288"/>
                  </a:lnTo>
                  <a:lnTo>
                    <a:pt x="1153444" y="426590"/>
                  </a:lnTo>
                  <a:lnTo>
                    <a:pt x="1140336" y="425982"/>
                  </a:lnTo>
                  <a:lnTo>
                    <a:pt x="1127229" y="426078"/>
                  </a:lnTo>
                  <a:lnTo>
                    <a:pt x="1114122" y="426003"/>
                  </a:lnTo>
                  <a:lnTo>
                    <a:pt x="1101014" y="426732"/>
                  </a:lnTo>
                  <a:lnTo>
                    <a:pt x="1087907" y="427308"/>
                  </a:lnTo>
                  <a:lnTo>
                    <a:pt x="1074800" y="427658"/>
                  </a:lnTo>
                  <a:lnTo>
                    <a:pt x="1061692" y="427773"/>
                  </a:lnTo>
                  <a:lnTo>
                    <a:pt x="1048585" y="426645"/>
                  </a:lnTo>
                  <a:lnTo>
                    <a:pt x="1035478" y="424654"/>
                  </a:lnTo>
                  <a:lnTo>
                    <a:pt x="1022370" y="422758"/>
                  </a:lnTo>
                  <a:lnTo>
                    <a:pt x="1009263" y="422578"/>
                  </a:lnTo>
                  <a:lnTo>
                    <a:pt x="996156" y="422004"/>
                  </a:lnTo>
                  <a:lnTo>
                    <a:pt x="983048" y="421017"/>
                  </a:lnTo>
                  <a:lnTo>
                    <a:pt x="969941" y="420630"/>
                  </a:lnTo>
                  <a:lnTo>
                    <a:pt x="956834" y="419131"/>
                  </a:lnTo>
                  <a:lnTo>
                    <a:pt x="943726" y="416719"/>
                  </a:lnTo>
                  <a:lnTo>
                    <a:pt x="930619" y="413982"/>
                  </a:lnTo>
                  <a:lnTo>
                    <a:pt x="917512" y="410927"/>
                  </a:lnTo>
                  <a:lnTo>
                    <a:pt x="904405" y="407587"/>
                  </a:lnTo>
                  <a:lnTo>
                    <a:pt x="891297" y="403995"/>
                  </a:lnTo>
                  <a:lnTo>
                    <a:pt x="878190" y="400184"/>
                  </a:lnTo>
                  <a:lnTo>
                    <a:pt x="865083" y="396187"/>
                  </a:lnTo>
                  <a:lnTo>
                    <a:pt x="851975" y="392037"/>
                  </a:lnTo>
                  <a:lnTo>
                    <a:pt x="838868" y="387768"/>
                  </a:lnTo>
                  <a:lnTo>
                    <a:pt x="825761" y="383682"/>
                  </a:lnTo>
                  <a:lnTo>
                    <a:pt x="812653" y="382949"/>
                  </a:lnTo>
                  <a:lnTo>
                    <a:pt x="799546" y="382277"/>
                  </a:lnTo>
                  <a:lnTo>
                    <a:pt x="786439" y="381667"/>
                  </a:lnTo>
                  <a:lnTo>
                    <a:pt x="773331" y="377611"/>
                  </a:lnTo>
                  <a:lnTo>
                    <a:pt x="760224" y="373476"/>
                  </a:lnTo>
                  <a:lnTo>
                    <a:pt x="747117" y="369391"/>
                  </a:lnTo>
                  <a:lnTo>
                    <a:pt x="734009" y="369124"/>
                  </a:lnTo>
                  <a:lnTo>
                    <a:pt x="720902" y="367048"/>
                  </a:lnTo>
                  <a:lnTo>
                    <a:pt x="707795" y="364409"/>
                  </a:lnTo>
                  <a:lnTo>
                    <a:pt x="694687" y="361920"/>
                  </a:lnTo>
                  <a:lnTo>
                    <a:pt x="681580" y="359599"/>
                  </a:lnTo>
                  <a:lnTo>
                    <a:pt x="668473" y="357460"/>
                  </a:lnTo>
                  <a:lnTo>
                    <a:pt x="655365" y="355522"/>
                  </a:lnTo>
                  <a:lnTo>
                    <a:pt x="642258" y="353800"/>
                  </a:lnTo>
                  <a:lnTo>
                    <a:pt x="629151" y="353310"/>
                  </a:lnTo>
                  <a:lnTo>
                    <a:pt x="616043" y="353597"/>
                  </a:lnTo>
                  <a:lnTo>
                    <a:pt x="602936" y="354179"/>
                  </a:lnTo>
                  <a:lnTo>
                    <a:pt x="589829" y="355370"/>
                  </a:lnTo>
                  <a:lnTo>
                    <a:pt x="576722" y="356948"/>
                  </a:lnTo>
                  <a:lnTo>
                    <a:pt x="563614" y="358744"/>
                  </a:lnTo>
                  <a:lnTo>
                    <a:pt x="550507" y="360763"/>
                  </a:lnTo>
                  <a:lnTo>
                    <a:pt x="537400" y="363011"/>
                  </a:lnTo>
                  <a:lnTo>
                    <a:pt x="524292" y="364812"/>
                  </a:lnTo>
                  <a:lnTo>
                    <a:pt x="511185" y="367791"/>
                  </a:lnTo>
                  <a:lnTo>
                    <a:pt x="498078" y="371178"/>
                  </a:lnTo>
                  <a:lnTo>
                    <a:pt x="484970" y="374393"/>
                  </a:lnTo>
                  <a:lnTo>
                    <a:pt x="471863" y="377861"/>
                  </a:lnTo>
                  <a:lnTo>
                    <a:pt x="458756" y="381590"/>
                  </a:lnTo>
                  <a:lnTo>
                    <a:pt x="445648" y="387769"/>
                  </a:lnTo>
                  <a:lnTo>
                    <a:pt x="432541" y="392184"/>
                  </a:lnTo>
                  <a:lnTo>
                    <a:pt x="419434" y="400990"/>
                  </a:lnTo>
                  <a:lnTo>
                    <a:pt x="406326" y="409182"/>
                  </a:lnTo>
                  <a:lnTo>
                    <a:pt x="393219" y="416240"/>
                  </a:lnTo>
                  <a:lnTo>
                    <a:pt x="380112" y="421559"/>
                  </a:lnTo>
                  <a:lnTo>
                    <a:pt x="367004" y="428599"/>
                  </a:lnTo>
                  <a:lnTo>
                    <a:pt x="353897" y="439168"/>
                  </a:lnTo>
                  <a:lnTo>
                    <a:pt x="340790" y="449833"/>
                  </a:lnTo>
                  <a:lnTo>
                    <a:pt x="327682" y="460466"/>
                  </a:lnTo>
                  <a:lnTo>
                    <a:pt x="314575" y="471008"/>
                  </a:lnTo>
                  <a:lnTo>
                    <a:pt x="301468" y="481382"/>
                  </a:lnTo>
                  <a:lnTo>
                    <a:pt x="288361" y="491512"/>
                  </a:lnTo>
                  <a:lnTo>
                    <a:pt x="275253" y="501636"/>
                  </a:lnTo>
                  <a:lnTo>
                    <a:pt x="262146" y="513402"/>
                  </a:lnTo>
                  <a:lnTo>
                    <a:pt x="249039" y="524960"/>
                  </a:lnTo>
                  <a:lnTo>
                    <a:pt x="235931" y="536242"/>
                  </a:lnTo>
                  <a:lnTo>
                    <a:pt x="222824" y="547185"/>
                  </a:lnTo>
                  <a:lnTo>
                    <a:pt x="209717" y="557722"/>
                  </a:lnTo>
                  <a:lnTo>
                    <a:pt x="196609" y="565507"/>
                  </a:lnTo>
                  <a:lnTo>
                    <a:pt x="183502" y="573866"/>
                  </a:lnTo>
                  <a:lnTo>
                    <a:pt x="170395" y="581404"/>
                  </a:lnTo>
                  <a:lnTo>
                    <a:pt x="157287" y="588121"/>
                  </a:lnTo>
                  <a:lnTo>
                    <a:pt x="144180" y="595116"/>
                  </a:lnTo>
                  <a:lnTo>
                    <a:pt x="131073" y="601294"/>
                  </a:lnTo>
                  <a:lnTo>
                    <a:pt x="117965" y="605176"/>
                  </a:lnTo>
                  <a:lnTo>
                    <a:pt x="104858" y="608976"/>
                  </a:lnTo>
                  <a:lnTo>
                    <a:pt x="91751" y="615708"/>
                  </a:lnTo>
                  <a:lnTo>
                    <a:pt x="78643" y="624248"/>
                  </a:lnTo>
                  <a:lnTo>
                    <a:pt x="65536" y="628326"/>
                  </a:lnTo>
                  <a:lnTo>
                    <a:pt x="52429" y="637124"/>
                  </a:lnTo>
                  <a:lnTo>
                    <a:pt x="39321" y="642559"/>
                  </a:lnTo>
                  <a:lnTo>
                    <a:pt x="26214" y="647698"/>
                  </a:lnTo>
                  <a:lnTo>
                    <a:pt x="13107" y="658124"/>
                  </a:lnTo>
                  <a:lnTo>
                    <a:pt x="0" y="66913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1993289"/>
              <a:ext cx="2346210" cy="489872"/>
            </a:xfrm>
            <a:custGeom>
              <a:avLst/>
              <a:pathLst>
                <a:path w="2346210" h="489872">
                  <a:moveTo>
                    <a:pt x="0" y="476780"/>
                  </a:moveTo>
                  <a:lnTo>
                    <a:pt x="13107" y="483830"/>
                  </a:lnTo>
                  <a:lnTo>
                    <a:pt x="26214" y="489872"/>
                  </a:lnTo>
                  <a:lnTo>
                    <a:pt x="39321" y="488593"/>
                  </a:lnTo>
                  <a:lnTo>
                    <a:pt x="52429" y="484795"/>
                  </a:lnTo>
                  <a:lnTo>
                    <a:pt x="65536" y="473482"/>
                  </a:lnTo>
                  <a:lnTo>
                    <a:pt x="78643" y="465732"/>
                  </a:lnTo>
                  <a:lnTo>
                    <a:pt x="91751" y="457877"/>
                  </a:lnTo>
                  <a:lnTo>
                    <a:pt x="104858" y="449937"/>
                  </a:lnTo>
                  <a:lnTo>
                    <a:pt x="117965" y="441932"/>
                  </a:lnTo>
                  <a:lnTo>
                    <a:pt x="131073" y="435878"/>
                  </a:lnTo>
                  <a:lnTo>
                    <a:pt x="144180" y="426843"/>
                  </a:lnTo>
                  <a:lnTo>
                    <a:pt x="157287" y="417712"/>
                  </a:lnTo>
                  <a:lnTo>
                    <a:pt x="170395" y="409635"/>
                  </a:lnTo>
                  <a:lnTo>
                    <a:pt x="183502" y="401589"/>
                  </a:lnTo>
                  <a:lnTo>
                    <a:pt x="196609" y="393593"/>
                  </a:lnTo>
                  <a:lnTo>
                    <a:pt x="209717" y="385666"/>
                  </a:lnTo>
                  <a:lnTo>
                    <a:pt x="222824" y="377826"/>
                  </a:lnTo>
                  <a:lnTo>
                    <a:pt x="235931" y="370095"/>
                  </a:lnTo>
                  <a:lnTo>
                    <a:pt x="249039" y="362490"/>
                  </a:lnTo>
                  <a:lnTo>
                    <a:pt x="262146" y="355031"/>
                  </a:lnTo>
                  <a:lnTo>
                    <a:pt x="275253" y="347737"/>
                  </a:lnTo>
                  <a:lnTo>
                    <a:pt x="288361" y="340628"/>
                  </a:lnTo>
                  <a:lnTo>
                    <a:pt x="301468" y="333723"/>
                  </a:lnTo>
                  <a:lnTo>
                    <a:pt x="314575" y="329987"/>
                  </a:lnTo>
                  <a:lnTo>
                    <a:pt x="327682" y="322692"/>
                  </a:lnTo>
                  <a:lnTo>
                    <a:pt x="340790" y="316492"/>
                  </a:lnTo>
                  <a:lnTo>
                    <a:pt x="353897" y="311745"/>
                  </a:lnTo>
                  <a:lnTo>
                    <a:pt x="367004" y="304092"/>
                  </a:lnTo>
                  <a:lnTo>
                    <a:pt x="380112" y="296898"/>
                  </a:lnTo>
                  <a:lnTo>
                    <a:pt x="393219" y="291253"/>
                  </a:lnTo>
                  <a:lnTo>
                    <a:pt x="406326" y="282960"/>
                  </a:lnTo>
                  <a:lnTo>
                    <a:pt x="419434" y="276685"/>
                  </a:lnTo>
                  <a:lnTo>
                    <a:pt x="432541" y="270776"/>
                  </a:lnTo>
                  <a:lnTo>
                    <a:pt x="445648" y="265574"/>
                  </a:lnTo>
                  <a:lnTo>
                    <a:pt x="458756" y="260834"/>
                  </a:lnTo>
                  <a:lnTo>
                    <a:pt x="471863" y="256703"/>
                  </a:lnTo>
                  <a:lnTo>
                    <a:pt x="484970" y="253207"/>
                  </a:lnTo>
                  <a:lnTo>
                    <a:pt x="498078" y="250327"/>
                  </a:lnTo>
                  <a:lnTo>
                    <a:pt x="511185" y="248784"/>
                  </a:lnTo>
                  <a:lnTo>
                    <a:pt x="524292" y="246309"/>
                  </a:lnTo>
                  <a:lnTo>
                    <a:pt x="537400" y="245121"/>
                  </a:lnTo>
                  <a:lnTo>
                    <a:pt x="550507" y="244445"/>
                  </a:lnTo>
                  <a:lnTo>
                    <a:pt x="563614" y="244255"/>
                  </a:lnTo>
                  <a:lnTo>
                    <a:pt x="576722" y="244527"/>
                  </a:lnTo>
                  <a:lnTo>
                    <a:pt x="589829" y="244253"/>
                  </a:lnTo>
                  <a:lnTo>
                    <a:pt x="602936" y="243816"/>
                  </a:lnTo>
                  <a:lnTo>
                    <a:pt x="616043" y="243844"/>
                  </a:lnTo>
                  <a:lnTo>
                    <a:pt x="629151" y="244307"/>
                  </a:lnTo>
                  <a:lnTo>
                    <a:pt x="642258" y="245177"/>
                  </a:lnTo>
                  <a:lnTo>
                    <a:pt x="655365" y="246600"/>
                  </a:lnTo>
                  <a:lnTo>
                    <a:pt x="668473" y="250033"/>
                  </a:lnTo>
                  <a:lnTo>
                    <a:pt x="681580" y="253044"/>
                  </a:lnTo>
                  <a:lnTo>
                    <a:pt x="694687" y="255184"/>
                  </a:lnTo>
                  <a:lnTo>
                    <a:pt x="707795" y="257814"/>
                  </a:lnTo>
                  <a:lnTo>
                    <a:pt x="720902" y="261784"/>
                  </a:lnTo>
                  <a:lnTo>
                    <a:pt x="734009" y="265926"/>
                  </a:lnTo>
                  <a:lnTo>
                    <a:pt x="747117" y="269588"/>
                  </a:lnTo>
                  <a:lnTo>
                    <a:pt x="760224" y="272892"/>
                  </a:lnTo>
                  <a:lnTo>
                    <a:pt x="773331" y="275049"/>
                  </a:lnTo>
                  <a:lnTo>
                    <a:pt x="786439" y="278274"/>
                  </a:lnTo>
                  <a:lnTo>
                    <a:pt x="799546" y="280967"/>
                  </a:lnTo>
                  <a:lnTo>
                    <a:pt x="812653" y="283880"/>
                  </a:lnTo>
                  <a:lnTo>
                    <a:pt x="825761" y="287714"/>
                  </a:lnTo>
                  <a:lnTo>
                    <a:pt x="838868" y="291597"/>
                  </a:lnTo>
                  <a:lnTo>
                    <a:pt x="851975" y="294347"/>
                  </a:lnTo>
                  <a:lnTo>
                    <a:pt x="865083" y="296898"/>
                  </a:lnTo>
                  <a:lnTo>
                    <a:pt x="878190" y="299447"/>
                  </a:lnTo>
                  <a:lnTo>
                    <a:pt x="891297" y="301983"/>
                  </a:lnTo>
                  <a:lnTo>
                    <a:pt x="904405" y="304612"/>
                  </a:lnTo>
                  <a:lnTo>
                    <a:pt x="917512" y="307508"/>
                  </a:lnTo>
                  <a:lnTo>
                    <a:pt x="930619" y="309479"/>
                  </a:lnTo>
                  <a:lnTo>
                    <a:pt x="943726" y="311754"/>
                  </a:lnTo>
                  <a:lnTo>
                    <a:pt x="956834" y="314047"/>
                  </a:lnTo>
                  <a:lnTo>
                    <a:pt x="969941" y="316133"/>
                  </a:lnTo>
                  <a:lnTo>
                    <a:pt x="983048" y="317259"/>
                  </a:lnTo>
                  <a:lnTo>
                    <a:pt x="996156" y="319223"/>
                  </a:lnTo>
                  <a:lnTo>
                    <a:pt x="1009263" y="321117"/>
                  </a:lnTo>
                  <a:lnTo>
                    <a:pt x="1022370" y="322183"/>
                  </a:lnTo>
                  <a:lnTo>
                    <a:pt x="1035478" y="323002"/>
                  </a:lnTo>
                  <a:lnTo>
                    <a:pt x="1048585" y="323621"/>
                  </a:lnTo>
                  <a:lnTo>
                    <a:pt x="1061692" y="325538"/>
                  </a:lnTo>
                  <a:lnTo>
                    <a:pt x="1074800" y="327470"/>
                  </a:lnTo>
                  <a:lnTo>
                    <a:pt x="1087907" y="328001"/>
                  </a:lnTo>
                  <a:lnTo>
                    <a:pt x="1101014" y="327180"/>
                  </a:lnTo>
                  <a:lnTo>
                    <a:pt x="1114122" y="325276"/>
                  </a:lnTo>
                  <a:lnTo>
                    <a:pt x="1127229" y="323612"/>
                  </a:lnTo>
                  <a:lnTo>
                    <a:pt x="1140336" y="323351"/>
                  </a:lnTo>
                  <a:lnTo>
                    <a:pt x="1153444" y="324473"/>
                  </a:lnTo>
                  <a:lnTo>
                    <a:pt x="1166551" y="324394"/>
                  </a:lnTo>
                  <a:lnTo>
                    <a:pt x="1179658" y="322506"/>
                  </a:lnTo>
                  <a:lnTo>
                    <a:pt x="1192766" y="320456"/>
                  </a:lnTo>
                  <a:lnTo>
                    <a:pt x="1205873" y="318487"/>
                  </a:lnTo>
                  <a:lnTo>
                    <a:pt x="1218980" y="317259"/>
                  </a:lnTo>
                  <a:lnTo>
                    <a:pt x="1232087" y="315947"/>
                  </a:lnTo>
                  <a:lnTo>
                    <a:pt x="1245195" y="314558"/>
                  </a:lnTo>
                  <a:lnTo>
                    <a:pt x="1258302" y="313100"/>
                  </a:lnTo>
                  <a:lnTo>
                    <a:pt x="1271409" y="311581"/>
                  </a:lnTo>
                  <a:lnTo>
                    <a:pt x="1284517" y="310010"/>
                  </a:lnTo>
                  <a:lnTo>
                    <a:pt x="1297624" y="308395"/>
                  </a:lnTo>
                  <a:lnTo>
                    <a:pt x="1310731" y="306744"/>
                  </a:lnTo>
                  <a:lnTo>
                    <a:pt x="1323839" y="303948"/>
                  </a:lnTo>
                  <a:lnTo>
                    <a:pt x="1336946" y="300850"/>
                  </a:lnTo>
                  <a:lnTo>
                    <a:pt x="1350053" y="297211"/>
                  </a:lnTo>
                  <a:lnTo>
                    <a:pt x="1363161" y="294066"/>
                  </a:lnTo>
                  <a:lnTo>
                    <a:pt x="1376268" y="291814"/>
                  </a:lnTo>
                  <a:lnTo>
                    <a:pt x="1389375" y="288898"/>
                  </a:lnTo>
                  <a:lnTo>
                    <a:pt x="1402483" y="285891"/>
                  </a:lnTo>
                  <a:lnTo>
                    <a:pt x="1415590" y="282907"/>
                  </a:lnTo>
                  <a:lnTo>
                    <a:pt x="1428697" y="279954"/>
                  </a:lnTo>
                  <a:lnTo>
                    <a:pt x="1441805" y="273728"/>
                  </a:lnTo>
                  <a:lnTo>
                    <a:pt x="1454912" y="267041"/>
                  </a:lnTo>
                  <a:lnTo>
                    <a:pt x="1468019" y="260216"/>
                  </a:lnTo>
                  <a:lnTo>
                    <a:pt x="1481127" y="255379"/>
                  </a:lnTo>
                  <a:lnTo>
                    <a:pt x="1494234" y="253974"/>
                  </a:lnTo>
                  <a:lnTo>
                    <a:pt x="1507341" y="251629"/>
                  </a:lnTo>
                  <a:lnTo>
                    <a:pt x="1520448" y="245191"/>
                  </a:lnTo>
                  <a:lnTo>
                    <a:pt x="1533556" y="240136"/>
                  </a:lnTo>
                  <a:lnTo>
                    <a:pt x="1546663" y="237393"/>
                  </a:lnTo>
                  <a:lnTo>
                    <a:pt x="1559770" y="233670"/>
                  </a:lnTo>
                  <a:lnTo>
                    <a:pt x="1572878" y="227667"/>
                  </a:lnTo>
                  <a:lnTo>
                    <a:pt x="1585985" y="221788"/>
                  </a:lnTo>
                  <a:lnTo>
                    <a:pt x="1599092" y="216074"/>
                  </a:lnTo>
                  <a:lnTo>
                    <a:pt x="1612200" y="210254"/>
                  </a:lnTo>
                  <a:lnTo>
                    <a:pt x="1625307" y="205298"/>
                  </a:lnTo>
                  <a:lnTo>
                    <a:pt x="1638414" y="200315"/>
                  </a:lnTo>
                  <a:lnTo>
                    <a:pt x="1651522" y="195656"/>
                  </a:lnTo>
                  <a:lnTo>
                    <a:pt x="1664629" y="187854"/>
                  </a:lnTo>
                  <a:lnTo>
                    <a:pt x="1677736" y="183094"/>
                  </a:lnTo>
                  <a:lnTo>
                    <a:pt x="1690844" y="180945"/>
                  </a:lnTo>
                  <a:lnTo>
                    <a:pt x="1703951" y="178990"/>
                  </a:lnTo>
                  <a:lnTo>
                    <a:pt x="1717058" y="177242"/>
                  </a:lnTo>
                  <a:lnTo>
                    <a:pt x="1730166" y="175712"/>
                  </a:lnTo>
                  <a:lnTo>
                    <a:pt x="1743273" y="174415"/>
                  </a:lnTo>
                  <a:lnTo>
                    <a:pt x="1756380" y="173358"/>
                  </a:lnTo>
                  <a:lnTo>
                    <a:pt x="1769488" y="172564"/>
                  </a:lnTo>
                  <a:lnTo>
                    <a:pt x="1782595" y="172035"/>
                  </a:lnTo>
                  <a:lnTo>
                    <a:pt x="1795702" y="170387"/>
                  </a:lnTo>
                  <a:lnTo>
                    <a:pt x="1808810" y="168589"/>
                  </a:lnTo>
                  <a:lnTo>
                    <a:pt x="1821917" y="168293"/>
                  </a:lnTo>
                  <a:lnTo>
                    <a:pt x="1835024" y="170695"/>
                  </a:lnTo>
                  <a:lnTo>
                    <a:pt x="1848131" y="170418"/>
                  </a:lnTo>
                  <a:lnTo>
                    <a:pt x="1861239" y="170670"/>
                  </a:lnTo>
                  <a:lnTo>
                    <a:pt x="1874346" y="171475"/>
                  </a:lnTo>
                  <a:lnTo>
                    <a:pt x="1887453" y="175786"/>
                  </a:lnTo>
                  <a:lnTo>
                    <a:pt x="1900561" y="177383"/>
                  </a:lnTo>
                  <a:lnTo>
                    <a:pt x="1913668" y="177460"/>
                  </a:lnTo>
                  <a:lnTo>
                    <a:pt x="1926775" y="180749"/>
                  </a:lnTo>
                  <a:lnTo>
                    <a:pt x="1939883" y="185721"/>
                  </a:lnTo>
                  <a:lnTo>
                    <a:pt x="1952990" y="189486"/>
                  </a:lnTo>
                  <a:lnTo>
                    <a:pt x="1966097" y="194115"/>
                  </a:lnTo>
                  <a:lnTo>
                    <a:pt x="1979205" y="198263"/>
                  </a:lnTo>
                  <a:lnTo>
                    <a:pt x="1992312" y="199181"/>
                  </a:lnTo>
                  <a:lnTo>
                    <a:pt x="2005419" y="200185"/>
                  </a:lnTo>
                  <a:lnTo>
                    <a:pt x="2018527" y="201387"/>
                  </a:lnTo>
                  <a:lnTo>
                    <a:pt x="2031634" y="203504"/>
                  </a:lnTo>
                  <a:lnTo>
                    <a:pt x="2044741" y="205468"/>
                  </a:lnTo>
                  <a:lnTo>
                    <a:pt x="2057849" y="207693"/>
                  </a:lnTo>
                  <a:lnTo>
                    <a:pt x="2070956" y="214768"/>
                  </a:lnTo>
                  <a:lnTo>
                    <a:pt x="2084063" y="213831"/>
                  </a:lnTo>
                  <a:lnTo>
                    <a:pt x="2097171" y="217415"/>
                  </a:lnTo>
                  <a:lnTo>
                    <a:pt x="2110278" y="219206"/>
                  </a:lnTo>
                  <a:lnTo>
                    <a:pt x="2123385" y="222737"/>
                  </a:lnTo>
                  <a:lnTo>
                    <a:pt x="2136492" y="226258"/>
                  </a:lnTo>
                  <a:lnTo>
                    <a:pt x="2149600" y="229417"/>
                  </a:lnTo>
                  <a:lnTo>
                    <a:pt x="2162707" y="233228"/>
                  </a:lnTo>
                  <a:lnTo>
                    <a:pt x="2175814" y="228597"/>
                  </a:lnTo>
                  <a:lnTo>
                    <a:pt x="2188922" y="217222"/>
                  </a:lnTo>
                  <a:lnTo>
                    <a:pt x="2202029" y="204378"/>
                  </a:lnTo>
                  <a:lnTo>
                    <a:pt x="2215136" y="195258"/>
                  </a:lnTo>
                  <a:lnTo>
                    <a:pt x="2228244" y="198189"/>
                  </a:lnTo>
                  <a:lnTo>
                    <a:pt x="2241351" y="188347"/>
                  </a:lnTo>
                  <a:lnTo>
                    <a:pt x="2254458" y="177510"/>
                  </a:lnTo>
                  <a:lnTo>
                    <a:pt x="2267566" y="155839"/>
                  </a:lnTo>
                  <a:lnTo>
                    <a:pt x="2280673" y="132158"/>
                  </a:lnTo>
                  <a:lnTo>
                    <a:pt x="2293780" y="104354"/>
                  </a:lnTo>
                  <a:lnTo>
                    <a:pt x="2306888" y="74803"/>
                  </a:lnTo>
                  <a:lnTo>
                    <a:pt x="2319995" y="49595"/>
                  </a:lnTo>
                  <a:lnTo>
                    <a:pt x="2333102" y="24934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299442"/>
              <a:ext cx="2327843" cy="797829"/>
            </a:xfrm>
            <a:custGeom>
              <a:avLst/>
              <a:pathLst>
                <a:path w="2327843" h="797829">
                  <a:moveTo>
                    <a:pt x="2327843" y="797829"/>
                  </a:moveTo>
                  <a:lnTo>
                    <a:pt x="2319995" y="761390"/>
                  </a:lnTo>
                  <a:lnTo>
                    <a:pt x="2306888" y="704932"/>
                  </a:lnTo>
                  <a:lnTo>
                    <a:pt x="2293780" y="645996"/>
                  </a:lnTo>
                  <a:lnTo>
                    <a:pt x="2280673" y="602800"/>
                  </a:lnTo>
                  <a:lnTo>
                    <a:pt x="2267566" y="550127"/>
                  </a:lnTo>
                  <a:lnTo>
                    <a:pt x="2254458" y="500658"/>
                  </a:lnTo>
                  <a:lnTo>
                    <a:pt x="2241351" y="454291"/>
                  </a:lnTo>
                  <a:lnTo>
                    <a:pt x="2228244" y="410921"/>
                  </a:lnTo>
                  <a:lnTo>
                    <a:pt x="2215136" y="370446"/>
                  </a:lnTo>
                  <a:lnTo>
                    <a:pt x="2202029" y="332762"/>
                  </a:lnTo>
                  <a:lnTo>
                    <a:pt x="2188922" y="306599"/>
                  </a:lnTo>
                  <a:lnTo>
                    <a:pt x="2175814" y="295479"/>
                  </a:lnTo>
                  <a:lnTo>
                    <a:pt x="2162707" y="278436"/>
                  </a:lnTo>
                  <a:lnTo>
                    <a:pt x="2149600" y="267540"/>
                  </a:lnTo>
                  <a:lnTo>
                    <a:pt x="2136492" y="252081"/>
                  </a:lnTo>
                  <a:lnTo>
                    <a:pt x="2123385" y="227360"/>
                  </a:lnTo>
                  <a:lnTo>
                    <a:pt x="2110278" y="206712"/>
                  </a:lnTo>
                  <a:lnTo>
                    <a:pt x="2097171" y="196890"/>
                  </a:lnTo>
                  <a:lnTo>
                    <a:pt x="2084063" y="186521"/>
                  </a:lnTo>
                  <a:lnTo>
                    <a:pt x="2070956" y="170216"/>
                  </a:lnTo>
                  <a:lnTo>
                    <a:pt x="2057849" y="152982"/>
                  </a:lnTo>
                  <a:lnTo>
                    <a:pt x="2044741" y="144366"/>
                  </a:lnTo>
                  <a:lnTo>
                    <a:pt x="2031634" y="135667"/>
                  </a:lnTo>
                  <a:lnTo>
                    <a:pt x="2018527" y="121082"/>
                  </a:lnTo>
                  <a:lnTo>
                    <a:pt x="2005419" y="110147"/>
                  </a:lnTo>
                  <a:lnTo>
                    <a:pt x="1992312" y="93249"/>
                  </a:lnTo>
                  <a:lnTo>
                    <a:pt x="1979205" y="79724"/>
                  </a:lnTo>
                  <a:lnTo>
                    <a:pt x="1966097" y="69738"/>
                  </a:lnTo>
                  <a:lnTo>
                    <a:pt x="1952990" y="54464"/>
                  </a:lnTo>
                  <a:lnTo>
                    <a:pt x="1939883" y="36108"/>
                  </a:lnTo>
                  <a:lnTo>
                    <a:pt x="1926775" y="29086"/>
                  </a:lnTo>
                  <a:lnTo>
                    <a:pt x="1913668" y="28424"/>
                  </a:lnTo>
                  <a:lnTo>
                    <a:pt x="1900561" y="25759"/>
                  </a:lnTo>
                  <a:lnTo>
                    <a:pt x="1887453" y="20059"/>
                  </a:lnTo>
                  <a:lnTo>
                    <a:pt x="1874346" y="13837"/>
                  </a:lnTo>
                  <a:lnTo>
                    <a:pt x="1861239" y="8287"/>
                  </a:lnTo>
                  <a:lnTo>
                    <a:pt x="1848131" y="6783"/>
                  </a:lnTo>
                  <a:lnTo>
                    <a:pt x="1835024" y="8617"/>
                  </a:lnTo>
                  <a:lnTo>
                    <a:pt x="1821917" y="4022"/>
                  </a:lnTo>
                  <a:lnTo>
                    <a:pt x="1808810" y="210"/>
                  </a:lnTo>
                  <a:lnTo>
                    <a:pt x="1795702" y="0"/>
                  </a:lnTo>
                  <a:lnTo>
                    <a:pt x="1782595" y="968"/>
                  </a:lnTo>
                  <a:lnTo>
                    <a:pt x="1769488" y="6168"/>
                  </a:lnTo>
                  <a:lnTo>
                    <a:pt x="1756380" y="10984"/>
                  </a:lnTo>
                  <a:lnTo>
                    <a:pt x="1743273" y="15434"/>
                  </a:lnTo>
                  <a:lnTo>
                    <a:pt x="1730166" y="19331"/>
                  </a:lnTo>
                  <a:lnTo>
                    <a:pt x="1717058" y="20837"/>
                  </a:lnTo>
                  <a:lnTo>
                    <a:pt x="1703951" y="22128"/>
                  </a:lnTo>
                  <a:lnTo>
                    <a:pt x="1690844" y="21973"/>
                  </a:lnTo>
                  <a:lnTo>
                    <a:pt x="1677736" y="22055"/>
                  </a:lnTo>
                  <a:lnTo>
                    <a:pt x="1664629" y="22361"/>
                  </a:lnTo>
                  <a:lnTo>
                    <a:pt x="1651522" y="22881"/>
                  </a:lnTo>
                  <a:lnTo>
                    <a:pt x="1638414" y="23342"/>
                  </a:lnTo>
                  <a:lnTo>
                    <a:pt x="1625307" y="25288"/>
                  </a:lnTo>
                  <a:lnTo>
                    <a:pt x="1612200" y="29857"/>
                  </a:lnTo>
                  <a:lnTo>
                    <a:pt x="1599092" y="34452"/>
                  </a:lnTo>
                  <a:lnTo>
                    <a:pt x="1585985" y="36812"/>
                  </a:lnTo>
                  <a:lnTo>
                    <a:pt x="1572878" y="38224"/>
                  </a:lnTo>
                  <a:lnTo>
                    <a:pt x="1559770" y="43863"/>
                  </a:lnTo>
                  <a:lnTo>
                    <a:pt x="1546663" y="45092"/>
                  </a:lnTo>
                  <a:lnTo>
                    <a:pt x="1533556" y="49140"/>
                  </a:lnTo>
                  <a:lnTo>
                    <a:pt x="1520448" y="50571"/>
                  </a:lnTo>
                  <a:lnTo>
                    <a:pt x="1507341" y="52752"/>
                  </a:lnTo>
                  <a:lnTo>
                    <a:pt x="1494234" y="56433"/>
                  </a:lnTo>
                  <a:lnTo>
                    <a:pt x="1481127" y="61408"/>
                  </a:lnTo>
                  <a:lnTo>
                    <a:pt x="1468019" y="66000"/>
                  </a:lnTo>
                  <a:lnTo>
                    <a:pt x="1454912" y="70635"/>
                  </a:lnTo>
                  <a:lnTo>
                    <a:pt x="1441805" y="75112"/>
                  </a:lnTo>
                  <a:lnTo>
                    <a:pt x="1428697" y="79398"/>
                  </a:lnTo>
                  <a:lnTo>
                    <a:pt x="1415590" y="83459"/>
                  </a:lnTo>
                  <a:lnTo>
                    <a:pt x="1402483" y="87342"/>
                  </a:lnTo>
                  <a:lnTo>
                    <a:pt x="1389375" y="92598"/>
                  </a:lnTo>
                  <a:lnTo>
                    <a:pt x="1376268" y="97497"/>
                  </a:lnTo>
                  <a:lnTo>
                    <a:pt x="1363161" y="101152"/>
                  </a:lnTo>
                  <a:lnTo>
                    <a:pt x="1350053" y="104535"/>
                  </a:lnTo>
                  <a:lnTo>
                    <a:pt x="1336946" y="107694"/>
                  </a:lnTo>
                  <a:lnTo>
                    <a:pt x="1323839" y="110628"/>
                  </a:lnTo>
                  <a:lnTo>
                    <a:pt x="1310731" y="113338"/>
                  </a:lnTo>
                  <a:lnTo>
                    <a:pt x="1297624" y="115676"/>
                  </a:lnTo>
                  <a:lnTo>
                    <a:pt x="1284517" y="116072"/>
                  </a:lnTo>
                  <a:lnTo>
                    <a:pt x="1271409" y="116200"/>
                  </a:lnTo>
                  <a:lnTo>
                    <a:pt x="1258302" y="116072"/>
                  </a:lnTo>
                  <a:lnTo>
                    <a:pt x="1245195" y="117940"/>
                  </a:lnTo>
                  <a:lnTo>
                    <a:pt x="1232087" y="120832"/>
                  </a:lnTo>
                  <a:lnTo>
                    <a:pt x="1218980" y="122034"/>
                  </a:lnTo>
                  <a:lnTo>
                    <a:pt x="1205873" y="122099"/>
                  </a:lnTo>
                  <a:lnTo>
                    <a:pt x="1192766" y="121968"/>
                  </a:lnTo>
                  <a:lnTo>
                    <a:pt x="1179658" y="121021"/>
                  </a:lnTo>
                  <a:lnTo>
                    <a:pt x="1166551" y="121135"/>
                  </a:lnTo>
                  <a:lnTo>
                    <a:pt x="1153444" y="120437"/>
                  </a:lnTo>
                  <a:lnTo>
                    <a:pt x="1140336" y="119829"/>
                  </a:lnTo>
                  <a:lnTo>
                    <a:pt x="1127229" y="119925"/>
                  </a:lnTo>
                  <a:lnTo>
                    <a:pt x="1114122" y="119849"/>
                  </a:lnTo>
                  <a:lnTo>
                    <a:pt x="1101014" y="120579"/>
                  </a:lnTo>
                  <a:lnTo>
                    <a:pt x="1087907" y="121155"/>
                  </a:lnTo>
                  <a:lnTo>
                    <a:pt x="1074800" y="121505"/>
                  </a:lnTo>
                  <a:lnTo>
                    <a:pt x="1061692" y="121620"/>
                  </a:lnTo>
                  <a:lnTo>
                    <a:pt x="1048585" y="120492"/>
                  </a:lnTo>
                  <a:lnTo>
                    <a:pt x="1035478" y="118501"/>
                  </a:lnTo>
                  <a:lnTo>
                    <a:pt x="1022370" y="116605"/>
                  </a:lnTo>
                  <a:lnTo>
                    <a:pt x="1009263" y="116425"/>
                  </a:lnTo>
                  <a:lnTo>
                    <a:pt x="996156" y="115851"/>
                  </a:lnTo>
                  <a:lnTo>
                    <a:pt x="983048" y="114864"/>
                  </a:lnTo>
                  <a:lnTo>
                    <a:pt x="969941" y="114477"/>
                  </a:lnTo>
                  <a:lnTo>
                    <a:pt x="956834" y="112978"/>
                  </a:lnTo>
                  <a:lnTo>
                    <a:pt x="943726" y="110566"/>
                  </a:lnTo>
                  <a:lnTo>
                    <a:pt x="930619" y="107829"/>
                  </a:lnTo>
                  <a:lnTo>
                    <a:pt x="917512" y="104774"/>
                  </a:lnTo>
                  <a:lnTo>
                    <a:pt x="904405" y="101434"/>
                  </a:lnTo>
                  <a:lnTo>
                    <a:pt x="891297" y="97842"/>
                  </a:lnTo>
                  <a:lnTo>
                    <a:pt x="878190" y="94031"/>
                  </a:lnTo>
                  <a:lnTo>
                    <a:pt x="865083" y="90034"/>
                  </a:lnTo>
                  <a:lnTo>
                    <a:pt x="851975" y="85884"/>
                  </a:lnTo>
                  <a:lnTo>
                    <a:pt x="838868" y="81615"/>
                  </a:lnTo>
                  <a:lnTo>
                    <a:pt x="825761" y="77529"/>
                  </a:lnTo>
                  <a:lnTo>
                    <a:pt x="812653" y="76796"/>
                  </a:lnTo>
                  <a:lnTo>
                    <a:pt x="799546" y="76124"/>
                  </a:lnTo>
                  <a:lnTo>
                    <a:pt x="786439" y="75514"/>
                  </a:lnTo>
                  <a:lnTo>
                    <a:pt x="773331" y="71458"/>
                  </a:lnTo>
                  <a:lnTo>
                    <a:pt x="760224" y="67323"/>
                  </a:lnTo>
                  <a:lnTo>
                    <a:pt x="747117" y="63238"/>
                  </a:lnTo>
                  <a:lnTo>
                    <a:pt x="734009" y="62971"/>
                  </a:lnTo>
                  <a:lnTo>
                    <a:pt x="720902" y="60895"/>
                  </a:lnTo>
                  <a:lnTo>
                    <a:pt x="707795" y="58256"/>
                  </a:lnTo>
                  <a:lnTo>
                    <a:pt x="694687" y="55767"/>
                  </a:lnTo>
                  <a:lnTo>
                    <a:pt x="681580" y="53445"/>
                  </a:lnTo>
                  <a:lnTo>
                    <a:pt x="668473" y="51307"/>
                  </a:lnTo>
                  <a:lnTo>
                    <a:pt x="655365" y="49369"/>
                  </a:lnTo>
                  <a:lnTo>
                    <a:pt x="642258" y="47647"/>
                  </a:lnTo>
                  <a:lnTo>
                    <a:pt x="629151" y="47157"/>
                  </a:lnTo>
                  <a:lnTo>
                    <a:pt x="616043" y="47444"/>
                  </a:lnTo>
                  <a:lnTo>
                    <a:pt x="602936" y="48026"/>
                  </a:lnTo>
                  <a:lnTo>
                    <a:pt x="589829" y="49217"/>
                  </a:lnTo>
                  <a:lnTo>
                    <a:pt x="576722" y="50795"/>
                  </a:lnTo>
                  <a:lnTo>
                    <a:pt x="563614" y="52591"/>
                  </a:lnTo>
                  <a:lnTo>
                    <a:pt x="550507" y="54610"/>
                  </a:lnTo>
                  <a:lnTo>
                    <a:pt x="537400" y="56858"/>
                  </a:lnTo>
                  <a:lnTo>
                    <a:pt x="524292" y="58659"/>
                  </a:lnTo>
                  <a:lnTo>
                    <a:pt x="511185" y="61638"/>
                  </a:lnTo>
                  <a:lnTo>
                    <a:pt x="498078" y="65025"/>
                  </a:lnTo>
                  <a:lnTo>
                    <a:pt x="484970" y="68240"/>
                  </a:lnTo>
                  <a:lnTo>
                    <a:pt x="471863" y="71708"/>
                  </a:lnTo>
                  <a:lnTo>
                    <a:pt x="458756" y="75437"/>
                  </a:lnTo>
                  <a:lnTo>
                    <a:pt x="445648" y="81616"/>
                  </a:lnTo>
                  <a:lnTo>
                    <a:pt x="432541" y="86031"/>
                  </a:lnTo>
                  <a:lnTo>
                    <a:pt x="419434" y="94836"/>
                  </a:lnTo>
                  <a:lnTo>
                    <a:pt x="406326" y="103029"/>
                  </a:lnTo>
                  <a:lnTo>
                    <a:pt x="393219" y="110087"/>
                  </a:lnTo>
                  <a:lnTo>
                    <a:pt x="380112" y="115406"/>
                  </a:lnTo>
                  <a:lnTo>
                    <a:pt x="367004" y="122446"/>
                  </a:lnTo>
                  <a:lnTo>
                    <a:pt x="353897" y="133015"/>
                  </a:lnTo>
                  <a:lnTo>
                    <a:pt x="340790" y="143680"/>
                  </a:lnTo>
                  <a:lnTo>
                    <a:pt x="327682" y="154313"/>
                  </a:lnTo>
                  <a:lnTo>
                    <a:pt x="314575" y="164855"/>
                  </a:lnTo>
                  <a:lnTo>
                    <a:pt x="301468" y="175229"/>
                  </a:lnTo>
                  <a:lnTo>
                    <a:pt x="288361" y="185359"/>
                  </a:lnTo>
                  <a:lnTo>
                    <a:pt x="275253" y="195483"/>
                  </a:lnTo>
                  <a:lnTo>
                    <a:pt x="262146" y="207249"/>
                  </a:lnTo>
                  <a:lnTo>
                    <a:pt x="249039" y="218807"/>
                  </a:lnTo>
                  <a:lnTo>
                    <a:pt x="235931" y="230089"/>
                  </a:lnTo>
                  <a:lnTo>
                    <a:pt x="222824" y="241032"/>
                  </a:lnTo>
                  <a:lnTo>
                    <a:pt x="209717" y="251569"/>
                  </a:lnTo>
                  <a:lnTo>
                    <a:pt x="196609" y="259354"/>
                  </a:lnTo>
                  <a:lnTo>
                    <a:pt x="183502" y="267713"/>
                  </a:lnTo>
                  <a:lnTo>
                    <a:pt x="170395" y="275251"/>
                  </a:lnTo>
                  <a:lnTo>
                    <a:pt x="157287" y="281968"/>
                  </a:lnTo>
                  <a:lnTo>
                    <a:pt x="144180" y="288963"/>
                  </a:lnTo>
                  <a:lnTo>
                    <a:pt x="131073" y="295141"/>
                  </a:lnTo>
                  <a:lnTo>
                    <a:pt x="117965" y="299023"/>
                  </a:lnTo>
                  <a:lnTo>
                    <a:pt x="104858" y="302823"/>
                  </a:lnTo>
                  <a:lnTo>
                    <a:pt x="91751" y="309555"/>
                  </a:lnTo>
                  <a:lnTo>
                    <a:pt x="78643" y="318095"/>
                  </a:lnTo>
                  <a:lnTo>
                    <a:pt x="65536" y="322173"/>
                  </a:lnTo>
                  <a:lnTo>
                    <a:pt x="52429" y="330971"/>
                  </a:lnTo>
                  <a:lnTo>
                    <a:pt x="39321" y="336406"/>
                  </a:lnTo>
                  <a:lnTo>
                    <a:pt x="26214" y="341545"/>
                  </a:lnTo>
                  <a:lnTo>
                    <a:pt x="13107" y="351971"/>
                  </a:lnTo>
                  <a:lnTo>
                    <a:pt x="0" y="3629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5300048" y="2235766"/>
              <a:ext cx="2346210" cy="358577"/>
            </a:xfrm>
            <a:custGeom>
              <a:avLst/>
              <a:pathLst>
                <a:path w="2346210" h="358577">
                  <a:moveTo>
                    <a:pt x="0" y="336278"/>
                  </a:moveTo>
                  <a:lnTo>
                    <a:pt x="13107" y="332305"/>
                  </a:lnTo>
                  <a:lnTo>
                    <a:pt x="26214" y="327795"/>
                  </a:lnTo>
                  <a:lnTo>
                    <a:pt x="39321" y="322778"/>
                  </a:lnTo>
                  <a:lnTo>
                    <a:pt x="52429" y="317287"/>
                  </a:lnTo>
                  <a:lnTo>
                    <a:pt x="65536" y="311352"/>
                  </a:lnTo>
                  <a:lnTo>
                    <a:pt x="78643" y="305004"/>
                  </a:lnTo>
                  <a:lnTo>
                    <a:pt x="91751" y="298275"/>
                  </a:lnTo>
                  <a:lnTo>
                    <a:pt x="104858" y="291195"/>
                  </a:lnTo>
                  <a:lnTo>
                    <a:pt x="117965" y="283796"/>
                  </a:lnTo>
                  <a:lnTo>
                    <a:pt x="131073" y="276109"/>
                  </a:lnTo>
                  <a:lnTo>
                    <a:pt x="144180" y="268165"/>
                  </a:lnTo>
                  <a:lnTo>
                    <a:pt x="157287" y="259994"/>
                  </a:lnTo>
                  <a:lnTo>
                    <a:pt x="170395" y="251629"/>
                  </a:lnTo>
                  <a:lnTo>
                    <a:pt x="183502" y="243101"/>
                  </a:lnTo>
                  <a:lnTo>
                    <a:pt x="196609" y="234439"/>
                  </a:lnTo>
                  <a:lnTo>
                    <a:pt x="209717" y="225676"/>
                  </a:lnTo>
                  <a:lnTo>
                    <a:pt x="222824" y="216843"/>
                  </a:lnTo>
                  <a:lnTo>
                    <a:pt x="235931" y="207971"/>
                  </a:lnTo>
                  <a:lnTo>
                    <a:pt x="249039" y="199091"/>
                  </a:lnTo>
                  <a:lnTo>
                    <a:pt x="262146" y="190234"/>
                  </a:lnTo>
                  <a:lnTo>
                    <a:pt x="275253" y="181431"/>
                  </a:lnTo>
                  <a:lnTo>
                    <a:pt x="288361" y="172713"/>
                  </a:lnTo>
                  <a:lnTo>
                    <a:pt x="301468" y="164112"/>
                  </a:lnTo>
                  <a:lnTo>
                    <a:pt x="314575" y="155659"/>
                  </a:lnTo>
                  <a:lnTo>
                    <a:pt x="327682" y="147384"/>
                  </a:lnTo>
                  <a:lnTo>
                    <a:pt x="340790" y="139319"/>
                  </a:lnTo>
                  <a:lnTo>
                    <a:pt x="353897" y="131495"/>
                  </a:lnTo>
                  <a:lnTo>
                    <a:pt x="367004" y="123943"/>
                  </a:lnTo>
                  <a:lnTo>
                    <a:pt x="380112" y="116694"/>
                  </a:lnTo>
                  <a:lnTo>
                    <a:pt x="393219" y="109780"/>
                  </a:lnTo>
                  <a:lnTo>
                    <a:pt x="406326" y="103231"/>
                  </a:lnTo>
                  <a:lnTo>
                    <a:pt x="419434" y="97078"/>
                  </a:lnTo>
                  <a:lnTo>
                    <a:pt x="432541" y="91354"/>
                  </a:lnTo>
                  <a:lnTo>
                    <a:pt x="445648" y="86088"/>
                  </a:lnTo>
                  <a:lnTo>
                    <a:pt x="458756" y="81312"/>
                  </a:lnTo>
                  <a:lnTo>
                    <a:pt x="471863" y="77054"/>
                  </a:lnTo>
                  <a:lnTo>
                    <a:pt x="484970" y="73324"/>
                  </a:lnTo>
                  <a:lnTo>
                    <a:pt x="498078" y="70104"/>
                  </a:lnTo>
                  <a:lnTo>
                    <a:pt x="511185" y="67374"/>
                  </a:lnTo>
                  <a:lnTo>
                    <a:pt x="524292" y="65115"/>
                  </a:lnTo>
                  <a:lnTo>
                    <a:pt x="537400" y="63307"/>
                  </a:lnTo>
                  <a:lnTo>
                    <a:pt x="550507" y="61931"/>
                  </a:lnTo>
                  <a:lnTo>
                    <a:pt x="563614" y="60965"/>
                  </a:lnTo>
                  <a:lnTo>
                    <a:pt x="576722" y="60391"/>
                  </a:lnTo>
                  <a:lnTo>
                    <a:pt x="589829" y="60188"/>
                  </a:lnTo>
                  <a:lnTo>
                    <a:pt x="602936" y="60337"/>
                  </a:lnTo>
                  <a:lnTo>
                    <a:pt x="616043" y="60818"/>
                  </a:lnTo>
                  <a:lnTo>
                    <a:pt x="629151" y="61610"/>
                  </a:lnTo>
                  <a:lnTo>
                    <a:pt x="642258" y="62695"/>
                  </a:lnTo>
                  <a:lnTo>
                    <a:pt x="655365" y="64052"/>
                  </a:lnTo>
                  <a:lnTo>
                    <a:pt x="668473" y="65662"/>
                  </a:lnTo>
                  <a:lnTo>
                    <a:pt x="681580" y="67504"/>
                  </a:lnTo>
                  <a:lnTo>
                    <a:pt x="694687" y="69558"/>
                  </a:lnTo>
                  <a:lnTo>
                    <a:pt x="707795" y="71806"/>
                  </a:lnTo>
                  <a:lnTo>
                    <a:pt x="720902" y="74227"/>
                  </a:lnTo>
                  <a:lnTo>
                    <a:pt x="734009" y="76800"/>
                  </a:lnTo>
                  <a:lnTo>
                    <a:pt x="747117" y="79507"/>
                  </a:lnTo>
                  <a:lnTo>
                    <a:pt x="760224" y="82328"/>
                  </a:lnTo>
                  <a:lnTo>
                    <a:pt x="773331" y="85242"/>
                  </a:lnTo>
                  <a:lnTo>
                    <a:pt x="786439" y="88230"/>
                  </a:lnTo>
                  <a:lnTo>
                    <a:pt x="799546" y="91272"/>
                  </a:lnTo>
                  <a:lnTo>
                    <a:pt x="812653" y="94347"/>
                  </a:lnTo>
                  <a:lnTo>
                    <a:pt x="825761" y="97437"/>
                  </a:lnTo>
                  <a:lnTo>
                    <a:pt x="838868" y="100522"/>
                  </a:lnTo>
                  <a:lnTo>
                    <a:pt x="851975" y="103581"/>
                  </a:lnTo>
                  <a:lnTo>
                    <a:pt x="865083" y="106594"/>
                  </a:lnTo>
                  <a:lnTo>
                    <a:pt x="878190" y="109543"/>
                  </a:lnTo>
                  <a:lnTo>
                    <a:pt x="891297" y="112406"/>
                  </a:lnTo>
                  <a:lnTo>
                    <a:pt x="904405" y="115164"/>
                  </a:lnTo>
                  <a:lnTo>
                    <a:pt x="917512" y="117799"/>
                  </a:lnTo>
                  <a:lnTo>
                    <a:pt x="930619" y="120290"/>
                  </a:lnTo>
                  <a:lnTo>
                    <a:pt x="943726" y="122621"/>
                  </a:lnTo>
                  <a:lnTo>
                    <a:pt x="956834" y="124785"/>
                  </a:lnTo>
                  <a:lnTo>
                    <a:pt x="969941" y="126781"/>
                  </a:lnTo>
                  <a:lnTo>
                    <a:pt x="983048" y="128609"/>
                  </a:lnTo>
                  <a:lnTo>
                    <a:pt x="996156" y="130269"/>
                  </a:lnTo>
                  <a:lnTo>
                    <a:pt x="1009263" y="131762"/>
                  </a:lnTo>
                  <a:lnTo>
                    <a:pt x="1022370" y="133087"/>
                  </a:lnTo>
                  <a:lnTo>
                    <a:pt x="1035478" y="134245"/>
                  </a:lnTo>
                  <a:lnTo>
                    <a:pt x="1048585" y="135235"/>
                  </a:lnTo>
                  <a:lnTo>
                    <a:pt x="1061692" y="136058"/>
                  </a:lnTo>
                  <a:lnTo>
                    <a:pt x="1074800" y="136714"/>
                  </a:lnTo>
                  <a:lnTo>
                    <a:pt x="1087907" y="137202"/>
                  </a:lnTo>
                  <a:lnTo>
                    <a:pt x="1101014" y="137524"/>
                  </a:lnTo>
                  <a:lnTo>
                    <a:pt x="1114122" y="137679"/>
                  </a:lnTo>
                  <a:lnTo>
                    <a:pt x="1127229" y="137666"/>
                  </a:lnTo>
                  <a:lnTo>
                    <a:pt x="1140336" y="137488"/>
                  </a:lnTo>
                  <a:lnTo>
                    <a:pt x="1153444" y="137142"/>
                  </a:lnTo>
                  <a:lnTo>
                    <a:pt x="1166551" y="136630"/>
                  </a:lnTo>
                  <a:lnTo>
                    <a:pt x="1179658" y="135952"/>
                  </a:lnTo>
                  <a:lnTo>
                    <a:pt x="1192766" y="135107"/>
                  </a:lnTo>
                  <a:lnTo>
                    <a:pt x="1205873" y="134096"/>
                  </a:lnTo>
                  <a:lnTo>
                    <a:pt x="1218980" y="132919"/>
                  </a:lnTo>
                  <a:lnTo>
                    <a:pt x="1232087" y="131576"/>
                  </a:lnTo>
                  <a:lnTo>
                    <a:pt x="1245195" y="130067"/>
                  </a:lnTo>
                  <a:lnTo>
                    <a:pt x="1258302" y="128392"/>
                  </a:lnTo>
                  <a:lnTo>
                    <a:pt x="1271409" y="126551"/>
                  </a:lnTo>
                  <a:lnTo>
                    <a:pt x="1284517" y="124545"/>
                  </a:lnTo>
                  <a:lnTo>
                    <a:pt x="1297624" y="122373"/>
                  </a:lnTo>
                  <a:lnTo>
                    <a:pt x="1310731" y="120036"/>
                  </a:lnTo>
                  <a:lnTo>
                    <a:pt x="1323839" y="117533"/>
                  </a:lnTo>
                  <a:lnTo>
                    <a:pt x="1336946" y="114865"/>
                  </a:lnTo>
                  <a:lnTo>
                    <a:pt x="1350053" y="112032"/>
                  </a:lnTo>
                  <a:lnTo>
                    <a:pt x="1363161" y="109034"/>
                  </a:lnTo>
                  <a:lnTo>
                    <a:pt x="1376268" y="105872"/>
                  </a:lnTo>
                  <a:lnTo>
                    <a:pt x="1389375" y="102547"/>
                  </a:lnTo>
                  <a:lnTo>
                    <a:pt x="1402483" y="99063"/>
                  </a:lnTo>
                  <a:lnTo>
                    <a:pt x="1415590" y="95423"/>
                  </a:lnTo>
                  <a:lnTo>
                    <a:pt x="1428697" y="91643"/>
                  </a:lnTo>
                  <a:lnTo>
                    <a:pt x="1441805" y="87738"/>
                  </a:lnTo>
                  <a:lnTo>
                    <a:pt x="1454912" y="83727"/>
                  </a:lnTo>
                  <a:lnTo>
                    <a:pt x="1468019" y="79628"/>
                  </a:lnTo>
                  <a:lnTo>
                    <a:pt x="1481127" y="75458"/>
                  </a:lnTo>
                  <a:lnTo>
                    <a:pt x="1494234" y="71234"/>
                  </a:lnTo>
                  <a:lnTo>
                    <a:pt x="1507341" y="66976"/>
                  </a:lnTo>
                  <a:lnTo>
                    <a:pt x="1520448" y="62699"/>
                  </a:lnTo>
                  <a:lnTo>
                    <a:pt x="1533556" y="58423"/>
                  </a:lnTo>
                  <a:lnTo>
                    <a:pt x="1546663" y="54164"/>
                  </a:lnTo>
                  <a:lnTo>
                    <a:pt x="1559770" y="49941"/>
                  </a:lnTo>
                  <a:lnTo>
                    <a:pt x="1572878" y="45771"/>
                  </a:lnTo>
                  <a:lnTo>
                    <a:pt x="1585985" y="41672"/>
                  </a:lnTo>
                  <a:lnTo>
                    <a:pt x="1599092" y="37662"/>
                  </a:lnTo>
                  <a:lnTo>
                    <a:pt x="1612200" y="33758"/>
                  </a:lnTo>
                  <a:lnTo>
                    <a:pt x="1625307" y="29978"/>
                  </a:lnTo>
                  <a:lnTo>
                    <a:pt x="1638414" y="26340"/>
                  </a:lnTo>
                  <a:lnTo>
                    <a:pt x="1651522" y="22861"/>
                  </a:lnTo>
                  <a:lnTo>
                    <a:pt x="1664629" y="19559"/>
                  </a:lnTo>
                  <a:lnTo>
                    <a:pt x="1677736" y="16452"/>
                  </a:lnTo>
                  <a:lnTo>
                    <a:pt x="1690844" y="13558"/>
                  </a:lnTo>
                  <a:lnTo>
                    <a:pt x="1703951" y="10894"/>
                  </a:lnTo>
                  <a:lnTo>
                    <a:pt x="1717058" y="8478"/>
                  </a:lnTo>
                  <a:lnTo>
                    <a:pt x="1730166" y="6328"/>
                  </a:lnTo>
                  <a:lnTo>
                    <a:pt x="1743273" y="4461"/>
                  </a:lnTo>
                  <a:lnTo>
                    <a:pt x="1756380" y="2896"/>
                  </a:lnTo>
                  <a:lnTo>
                    <a:pt x="1769488" y="1649"/>
                  </a:lnTo>
                  <a:lnTo>
                    <a:pt x="1782595" y="739"/>
                  </a:lnTo>
                  <a:lnTo>
                    <a:pt x="1795702" y="183"/>
                  </a:lnTo>
                  <a:lnTo>
                    <a:pt x="1808810" y="0"/>
                  </a:lnTo>
                  <a:lnTo>
                    <a:pt x="1821917" y="204"/>
                  </a:lnTo>
                  <a:lnTo>
                    <a:pt x="1835024" y="812"/>
                  </a:lnTo>
                  <a:lnTo>
                    <a:pt x="1848131" y="1838"/>
                  </a:lnTo>
                  <a:lnTo>
                    <a:pt x="1861239" y="3296"/>
                  </a:lnTo>
                  <a:lnTo>
                    <a:pt x="1874346" y="5197"/>
                  </a:lnTo>
                  <a:lnTo>
                    <a:pt x="1887453" y="7550"/>
                  </a:lnTo>
                  <a:lnTo>
                    <a:pt x="1900561" y="10353"/>
                  </a:lnTo>
                  <a:lnTo>
                    <a:pt x="1913668" y="13605"/>
                  </a:lnTo>
                  <a:lnTo>
                    <a:pt x="1926775" y="17304"/>
                  </a:lnTo>
                  <a:lnTo>
                    <a:pt x="1939883" y="21446"/>
                  </a:lnTo>
                  <a:lnTo>
                    <a:pt x="1952990" y="26030"/>
                  </a:lnTo>
                  <a:lnTo>
                    <a:pt x="1966097" y="31054"/>
                  </a:lnTo>
                  <a:lnTo>
                    <a:pt x="1979205" y="36516"/>
                  </a:lnTo>
                  <a:lnTo>
                    <a:pt x="1992312" y="42412"/>
                  </a:lnTo>
                  <a:lnTo>
                    <a:pt x="2005419" y="48742"/>
                  </a:lnTo>
                  <a:lnTo>
                    <a:pt x="2018527" y="55502"/>
                  </a:lnTo>
                  <a:lnTo>
                    <a:pt x="2031634" y="62690"/>
                  </a:lnTo>
                  <a:lnTo>
                    <a:pt x="2044741" y="70305"/>
                  </a:lnTo>
                  <a:lnTo>
                    <a:pt x="2057849" y="78344"/>
                  </a:lnTo>
                  <a:lnTo>
                    <a:pt x="2070956" y="86804"/>
                  </a:lnTo>
                  <a:lnTo>
                    <a:pt x="2084063" y="95684"/>
                  </a:lnTo>
                  <a:lnTo>
                    <a:pt x="2097171" y="104981"/>
                  </a:lnTo>
                  <a:lnTo>
                    <a:pt x="2110278" y="114693"/>
                  </a:lnTo>
                  <a:lnTo>
                    <a:pt x="2123385" y="124818"/>
                  </a:lnTo>
                  <a:lnTo>
                    <a:pt x="2136492" y="135354"/>
                  </a:lnTo>
                  <a:lnTo>
                    <a:pt x="2149600" y="146298"/>
                  </a:lnTo>
                  <a:lnTo>
                    <a:pt x="2162707" y="157648"/>
                  </a:lnTo>
                  <a:lnTo>
                    <a:pt x="2175814" y="169401"/>
                  </a:lnTo>
                  <a:lnTo>
                    <a:pt x="2188922" y="181557"/>
                  </a:lnTo>
                  <a:lnTo>
                    <a:pt x="2202029" y="194111"/>
                  </a:lnTo>
                  <a:lnTo>
                    <a:pt x="2215136" y="207063"/>
                  </a:lnTo>
                  <a:lnTo>
                    <a:pt x="2228244" y="220410"/>
                  </a:lnTo>
                  <a:lnTo>
                    <a:pt x="2241351" y="234146"/>
                  </a:lnTo>
                  <a:lnTo>
                    <a:pt x="2254458" y="248276"/>
                  </a:lnTo>
                  <a:lnTo>
                    <a:pt x="2267566" y="262815"/>
                  </a:lnTo>
                  <a:lnTo>
                    <a:pt x="2280673" y="277779"/>
                  </a:lnTo>
                  <a:lnTo>
                    <a:pt x="2293780" y="293157"/>
                  </a:lnTo>
                  <a:lnTo>
                    <a:pt x="2306888" y="308916"/>
                  </a:lnTo>
                  <a:lnTo>
                    <a:pt x="2319995" y="325061"/>
                  </a:lnTo>
                  <a:lnTo>
                    <a:pt x="2333102" y="341619"/>
                  </a:lnTo>
                  <a:lnTo>
                    <a:pt x="2346210" y="358577"/>
                  </a:lnTo>
                  <a:lnTo>
                    <a:pt x="2346210" y="35857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pg45"/>
            <p:cNvSpPr/>
            <p:nvPr/>
          </p:nvSpPr>
          <p:spPr>
            <a:xfrm>
              <a:off x="8703334" y="755389"/>
              <a:ext cx="2334101" cy="1375507"/>
            </a:xfrm>
            <a:custGeom>
              <a:avLst/>
              <a:pathLst>
                <a:path w="2334101" h="1375507">
                  <a:moveTo>
                    <a:pt x="0" y="710968"/>
                  </a:moveTo>
                  <a:lnTo>
                    <a:pt x="13039" y="740245"/>
                  </a:lnTo>
                  <a:lnTo>
                    <a:pt x="26079" y="753208"/>
                  </a:lnTo>
                  <a:lnTo>
                    <a:pt x="39119" y="766903"/>
                  </a:lnTo>
                  <a:lnTo>
                    <a:pt x="52158" y="764234"/>
                  </a:lnTo>
                  <a:lnTo>
                    <a:pt x="65198" y="764211"/>
                  </a:lnTo>
                  <a:lnTo>
                    <a:pt x="78238" y="756844"/>
                  </a:lnTo>
                  <a:lnTo>
                    <a:pt x="91277" y="758647"/>
                  </a:lnTo>
                  <a:lnTo>
                    <a:pt x="104317" y="759547"/>
                  </a:lnTo>
                  <a:lnTo>
                    <a:pt x="117357" y="763862"/>
                  </a:lnTo>
                  <a:lnTo>
                    <a:pt x="130396" y="768603"/>
                  </a:lnTo>
                  <a:lnTo>
                    <a:pt x="143436" y="776778"/>
                  </a:lnTo>
                  <a:lnTo>
                    <a:pt x="156476" y="784721"/>
                  </a:lnTo>
                  <a:lnTo>
                    <a:pt x="169515" y="785798"/>
                  </a:lnTo>
                  <a:lnTo>
                    <a:pt x="182555" y="788466"/>
                  </a:lnTo>
                  <a:lnTo>
                    <a:pt x="195595" y="786306"/>
                  </a:lnTo>
                  <a:lnTo>
                    <a:pt x="208634" y="784757"/>
                  </a:lnTo>
                  <a:lnTo>
                    <a:pt x="221674" y="781816"/>
                  </a:lnTo>
                  <a:lnTo>
                    <a:pt x="234714" y="774510"/>
                  </a:lnTo>
                  <a:lnTo>
                    <a:pt x="247753" y="767782"/>
                  </a:lnTo>
                  <a:lnTo>
                    <a:pt x="260793" y="761444"/>
                  </a:lnTo>
                  <a:lnTo>
                    <a:pt x="273833" y="758285"/>
                  </a:lnTo>
                  <a:lnTo>
                    <a:pt x="286872" y="750304"/>
                  </a:lnTo>
                  <a:lnTo>
                    <a:pt x="299912" y="741611"/>
                  </a:lnTo>
                  <a:lnTo>
                    <a:pt x="312952" y="735990"/>
                  </a:lnTo>
                  <a:lnTo>
                    <a:pt x="325991" y="730678"/>
                  </a:lnTo>
                  <a:lnTo>
                    <a:pt x="339031" y="728139"/>
                  </a:lnTo>
                  <a:lnTo>
                    <a:pt x="352071" y="723567"/>
                  </a:lnTo>
                  <a:lnTo>
                    <a:pt x="365110" y="719683"/>
                  </a:lnTo>
                  <a:lnTo>
                    <a:pt x="378150" y="716437"/>
                  </a:lnTo>
                  <a:lnTo>
                    <a:pt x="391190" y="713777"/>
                  </a:lnTo>
                  <a:lnTo>
                    <a:pt x="404229" y="709900"/>
                  </a:lnTo>
                  <a:lnTo>
                    <a:pt x="417269" y="703431"/>
                  </a:lnTo>
                  <a:lnTo>
                    <a:pt x="430309" y="698314"/>
                  </a:lnTo>
                  <a:lnTo>
                    <a:pt x="443348" y="695409"/>
                  </a:lnTo>
                  <a:lnTo>
                    <a:pt x="456388" y="692416"/>
                  </a:lnTo>
                  <a:lnTo>
                    <a:pt x="469428" y="685584"/>
                  </a:lnTo>
                  <a:lnTo>
                    <a:pt x="482467" y="676049"/>
                  </a:lnTo>
                  <a:lnTo>
                    <a:pt x="495507" y="672001"/>
                  </a:lnTo>
                  <a:lnTo>
                    <a:pt x="508547" y="668574"/>
                  </a:lnTo>
                  <a:lnTo>
                    <a:pt x="521586" y="665830"/>
                  </a:lnTo>
                  <a:lnTo>
                    <a:pt x="534626" y="662725"/>
                  </a:lnTo>
                  <a:lnTo>
                    <a:pt x="547666" y="660646"/>
                  </a:lnTo>
                  <a:lnTo>
                    <a:pt x="560705" y="658364"/>
                  </a:lnTo>
                  <a:lnTo>
                    <a:pt x="573745" y="653767"/>
                  </a:lnTo>
                  <a:lnTo>
                    <a:pt x="586785" y="651674"/>
                  </a:lnTo>
                  <a:lnTo>
                    <a:pt x="599824" y="649999"/>
                  </a:lnTo>
                  <a:lnTo>
                    <a:pt x="612864" y="652321"/>
                  </a:lnTo>
                  <a:lnTo>
                    <a:pt x="625904" y="654935"/>
                  </a:lnTo>
                  <a:lnTo>
                    <a:pt x="638943" y="657209"/>
                  </a:lnTo>
                  <a:lnTo>
                    <a:pt x="651983" y="658099"/>
                  </a:lnTo>
                  <a:lnTo>
                    <a:pt x="665023" y="658749"/>
                  </a:lnTo>
                  <a:lnTo>
                    <a:pt x="678062" y="658133"/>
                  </a:lnTo>
                  <a:lnTo>
                    <a:pt x="691102" y="657713"/>
                  </a:lnTo>
                  <a:lnTo>
                    <a:pt x="704142" y="657208"/>
                  </a:lnTo>
                  <a:lnTo>
                    <a:pt x="717181" y="656696"/>
                  </a:lnTo>
                  <a:lnTo>
                    <a:pt x="730221" y="653336"/>
                  </a:lnTo>
                  <a:lnTo>
                    <a:pt x="743261" y="653602"/>
                  </a:lnTo>
                  <a:lnTo>
                    <a:pt x="756300" y="652479"/>
                  </a:lnTo>
                  <a:lnTo>
                    <a:pt x="769340" y="654676"/>
                  </a:lnTo>
                  <a:lnTo>
                    <a:pt x="782380" y="655225"/>
                  </a:lnTo>
                  <a:lnTo>
                    <a:pt x="795419" y="654627"/>
                  </a:lnTo>
                  <a:lnTo>
                    <a:pt x="808459" y="655802"/>
                  </a:lnTo>
                  <a:lnTo>
                    <a:pt x="821499" y="655898"/>
                  </a:lnTo>
                  <a:lnTo>
                    <a:pt x="834538" y="654430"/>
                  </a:lnTo>
                  <a:lnTo>
                    <a:pt x="847578" y="654497"/>
                  </a:lnTo>
                  <a:lnTo>
                    <a:pt x="860618" y="655015"/>
                  </a:lnTo>
                  <a:lnTo>
                    <a:pt x="873657" y="656210"/>
                  </a:lnTo>
                  <a:lnTo>
                    <a:pt x="886697" y="656624"/>
                  </a:lnTo>
                  <a:lnTo>
                    <a:pt x="899737" y="654833"/>
                  </a:lnTo>
                  <a:lnTo>
                    <a:pt x="912777" y="652945"/>
                  </a:lnTo>
                  <a:lnTo>
                    <a:pt x="925816" y="651268"/>
                  </a:lnTo>
                  <a:lnTo>
                    <a:pt x="938856" y="652450"/>
                  </a:lnTo>
                  <a:lnTo>
                    <a:pt x="951896" y="655282"/>
                  </a:lnTo>
                  <a:lnTo>
                    <a:pt x="964935" y="655538"/>
                  </a:lnTo>
                  <a:lnTo>
                    <a:pt x="977975" y="655359"/>
                  </a:lnTo>
                  <a:lnTo>
                    <a:pt x="991015" y="654760"/>
                  </a:lnTo>
                  <a:lnTo>
                    <a:pt x="1004054" y="654837"/>
                  </a:lnTo>
                  <a:lnTo>
                    <a:pt x="1017094" y="655669"/>
                  </a:lnTo>
                  <a:lnTo>
                    <a:pt x="1030134" y="657331"/>
                  </a:lnTo>
                  <a:lnTo>
                    <a:pt x="1043173" y="659903"/>
                  </a:lnTo>
                  <a:lnTo>
                    <a:pt x="1056213" y="663430"/>
                  </a:lnTo>
                  <a:lnTo>
                    <a:pt x="1069253" y="667589"/>
                  </a:lnTo>
                  <a:lnTo>
                    <a:pt x="1082292" y="669739"/>
                  </a:lnTo>
                  <a:lnTo>
                    <a:pt x="1095332" y="670646"/>
                  </a:lnTo>
                  <a:lnTo>
                    <a:pt x="1108372" y="673439"/>
                  </a:lnTo>
                  <a:lnTo>
                    <a:pt x="1121411" y="679438"/>
                  </a:lnTo>
                  <a:lnTo>
                    <a:pt x="1134451" y="685357"/>
                  </a:lnTo>
                  <a:lnTo>
                    <a:pt x="1147491" y="689130"/>
                  </a:lnTo>
                  <a:lnTo>
                    <a:pt x="1160530" y="692831"/>
                  </a:lnTo>
                  <a:lnTo>
                    <a:pt x="1173570" y="696399"/>
                  </a:lnTo>
                  <a:lnTo>
                    <a:pt x="1186610" y="695623"/>
                  </a:lnTo>
                  <a:lnTo>
                    <a:pt x="1199649" y="696220"/>
                  </a:lnTo>
                  <a:lnTo>
                    <a:pt x="1212689" y="695016"/>
                  </a:lnTo>
                  <a:lnTo>
                    <a:pt x="1225729" y="698542"/>
                  </a:lnTo>
                  <a:lnTo>
                    <a:pt x="1238768" y="698172"/>
                  </a:lnTo>
                  <a:lnTo>
                    <a:pt x="1251808" y="696787"/>
                  </a:lnTo>
                  <a:lnTo>
                    <a:pt x="1264848" y="694916"/>
                  </a:lnTo>
                  <a:lnTo>
                    <a:pt x="1277887" y="692535"/>
                  </a:lnTo>
                  <a:lnTo>
                    <a:pt x="1290927" y="690866"/>
                  </a:lnTo>
                  <a:lnTo>
                    <a:pt x="1303967" y="690610"/>
                  </a:lnTo>
                  <a:lnTo>
                    <a:pt x="1317006" y="688900"/>
                  </a:lnTo>
                  <a:lnTo>
                    <a:pt x="1330046" y="683021"/>
                  </a:lnTo>
                  <a:lnTo>
                    <a:pt x="1343086" y="676575"/>
                  </a:lnTo>
                  <a:lnTo>
                    <a:pt x="1356125" y="670094"/>
                  </a:lnTo>
                  <a:lnTo>
                    <a:pt x="1369165" y="663682"/>
                  </a:lnTo>
                  <a:lnTo>
                    <a:pt x="1382205" y="658337"/>
                  </a:lnTo>
                  <a:lnTo>
                    <a:pt x="1395244" y="654343"/>
                  </a:lnTo>
                  <a:lnTo>
                    <a:pt x="1408284" y="646193"/>
                  </a:lnTo>
                  <a:lnTo>
                    <a:pt x="1421324" y="640820"/>
                  </a:lnTo>
                  <a:lnTo>
                    <a:pt x="1434363" y="635321"/>
                  </a:lnTo>
                  <a:lnTo>
                    <a:pt x="1447403" y="627318"/>
                  </a:lnTo>
                  <a:lnTo>
                    <a:pt x="1460443" y="617603"/>
                  </a:lnTo>
                  <a:lnTo>
                    <a:pt x="1473482" y="611811"/>
                  </a:lnTo>
                  <a:lnTo>
                    <a:pt x="1486522" y="606439"/>
                  </a:lnTo>
                  <a:lnTo>
                    <a:pt x="1499562" y="601460"/>
                  </a:lnTo>
                  <a:lnTo>
                    <a:pt x="1512601" y="596964"/>
                  </a:lnTo>
                  <a:lnTo>
                    <a:pt x="1525641" y="593042"/>
                  </a:lnTo>
                  <a:lnTo>
                    <a:pt x="1538681" y="589786"/>
                  </a:lnTo>
                  <a:lnTo>
                    <a:pt x="1551720" y="587285"/>
                  </a:lnTo>
                  <a:lnTo>
                    <a:pt x="1564760" y="585631"/>
                  </a:lnTo>
                  <a:lnTo>
                    <a:pt x="1577800" y="584840"/>
                  </a:lnTo>
                  <a:lnTo>
                    <a:pt x="1590839" y="584819"/>
                  </a:lnTo>
                  <a:lnTo>
                    <a:pt x="1603879" y="586786"/>
                  </a:lnTo>
                  <a:lnTo>
                    <a:pt x="1616919" y="587211"/>
                  </a:lnTo>
                  <a:lnTo>
                    <a:pt x="1629958" y="591040"/>
                  </a:lnTo>
                  <a:lnTo>
                    <a:pt x="1642998" y="595681"/>
                  </a:lnTo>
                  <a:lnTo>
                    <a:pt x="1656038" y="598703"/>
                  </a:lnTo>
                  <a:lnTo>
                    <a:pt x="1669077" y="596790"/>
                  </a:lnTo>
                  <a:lnTo>
                    <a:pt x="1682117" y="602165"/>
                  </a:lnTo>
                  <a:lnTo>
                    <a:pt x="1695157" y="599732"/>
                  </a:lnTo>
                  <a:lnTo>
                    <a:pt x="1708196" y="594900"/>
                  </a:lnTo>
                  <a:lnTo>
                    <a:pt x="1721236" y="589412"/>
                  </a:lnTo>
                  <a:lnTo>
                    <a:pt x="1734276" y="584263"/>
                  </a:lnTo>
                  <a:lnTo>
                    <a:pt x="1747315" y="580872"/>
                  </a:lnTo>
                  <a:lnTo>
                    <a:pt x="1760355" y="576492"/>
                  </a:lnTo>
                  <a:lnTo>
                    <a:pt x="1773395" y="572070"/>
                  </a:lnTo>
                  <a:lnTo>
                    <a:pt x="1786435" y="566244"/>
                  </a:lnTo>
                  <a:lnTo>
                    <a:pt x="1799474" y="560141"/>
                  </a:lnTo>
                  <a:lnTo>
                    <a:pt x="1812514" y="549645"/>
                  </a:lnTo>
                  <a:lnTo>
                    <a:pt x="1825554" y="543111"/>
                  </a:lnTo>
                  <a:lnTo>
                    <a:pt x="1838593" y="527561"/>
                  </a:lnTo>
                  <a:lnTo>
                    <a:pt x="1851633" y="524707"/>
                  </a:lnTo>
                  <a:lnTo>
                    <a:pt x="1864673" y="517266"/>
                  </a:lnTo>
                  <a:lnTo>
                    <a:pt x="1877712" y="499614"/>
                  </a:lnTo>
                  <a:lnTo>
                    <a:pt x="1890752" y="476735"/>
                  </a:lnTo>
                  <a:lnTo>
                    <a:pt x="1903792" y="462869"/>
                  </a:lnTo>
                  <a:lnTo>
                    <a:pt x="1916831" y="449515"/>
                  </a:lnTo>
                  <a:lnTo>
                    <a:pt x="1929871" y="418038"/>
                  </a:lnTo>
                  <a:lnTo>
                    <a:pt x="1942911" y="408095"/>
                  </a:lnTo>
                  <a:lnTo>
                    <a:pt x="1955950" y="387132"/>
                  </a:lnTo>
                  <a:lnTo>
                    <a:pt x="1968990" y="381750"/>
                  </a:lnTo>
                  <a:lnTo>
                    <a:pt x="1982030" y="369676"/>
                  </a:lnTo>
                  <a:lnTo>
                    <a:pt x="1995069" y="346013"/>
                  </a:lnTo>
                  <a:lnTo>
                    <a:pt x="2008109" y="343303"/>
                  </a:lnTo>
                  <a:lnTo>
                    <a:pt x="2021149" y="348502"/>
                  </a:lnTo>
                  <a:lnTo>
                    <a:pt x="2034188" y="344947"/>
                  </a:lnTo>
                  <a:lnTo>
                    <a:pt x="2047228" y="349589"/>
                  </a:lnTo>
                  <a:lnTo>
                    <a:pt x="2060268" y="347341"/>
                  </a:lnTo>
                  <a:lnTo>
                    <a:pt x="2073307" y="354320"/>
                  </a:lnTo>
                  <a:lnTo>
                    <a:pt x="2086347" y="352065"/>
                  </a:lnTo>
                  <a:lnTo>
                    <a:pt x="2099387" y="328816"/>
                  </a:lnTo>
                  <a:lnTo>
                    <a:pt x="2112426" y="340099"/>
                  </a:lnTo>
                  <a:lnTo>
                    <a:pt x="2125466" y="354483"/>
                  </a:lnTo>
                  <a:lnTo>
                    <a:pt x="2138506" y="350716"/>
                  </a:lnTo>
                  <a:lnTo>
                    <a:pt x="2151545" y="338699"/>
                  </a:lnTo>
                  <a:lnTo>
                    <a:pt x="2164585" y="341782"/>
                  </a:lnTo>
                  <a:lnTo>
                    <a:pt x="2177625" y="320007"/>
                  </a:lnTo>
                  <a:lnTo>
                    <a:pt x="2190664" y="308002"/>
                  </a:lnTo>
                  <a:lnTo>
                    <a:pt x="2203704" y="259599"/>
                  </a:lnTo>
                  <a:lnTo>
                    <a:pt x="2216744" y="229021"/>
                  </a:lnTo>
                  <a:lnTo>
                    <a:pt x="2229783" y="208583"/>
                  </a:lnTo>
                  <a:lnTo>
                    <a:pt x="2242823" y="186168"/>
                  </a:lnTo>
                  <a:lnTo>
                    <a:pt x="2255863" y="166851"/>
                  </a:lnTo>
                  <a:lnTo>
                    <a:pt x="2268902" y="14214"/>
                  </a:lnTo>
                  <a:lnTo>
                    <a:pt x="2270648" y="0"/>
                  </a:lnTo>
                  <a:lnTo>
                    <a:pt x="2334101" y="0"/>
                  </a:lnTo>
                  <a:lnTo>
                    <a:pt x="2334101" y="1282135"/>
                  </a:lnTo>
                  <a:lnTo>
                    <a:pt x="2321061" y="1280252"/>
                  </a:lnTo>
                  <a:lnTo>
                    <a:pt x="2308021" y="1293597"/>
                  </a:lnTo>
                  <a:lnTo>
                    <a:pt x="2294982" y="1294028"/>
                  </a:lnTo>
                  <a:lnTo>
                    <a:pt x="2281942" y="1285599"/>
                  </a:lnTo>
                  <a:lnTo>
                    <a:pt x="2268902" y="1308413"/>
                  </a:lnTo>
                  <a:lnTo>
                    <a:pt x="2255863" y="1375507"/>
                  </a:lnTo>
                  <a:lnTo>
                    <a:pt x="2242823" y="1353625"/>
                  </a:lnTo>
                  <a:lnTo>
                    <a:pt x="2229783" y="1313783"/>
                  </a:lnTo>
                  <a:lnTo>
                    <a:pt x="2216744" y="1279282"/>
                  </a:lnTo>
                  <a:lnTo>
                    <a:pt x="2203704" y="1247853"/>
                  </a:lnTo>
                  <a:lnTo>
                    <a:pt x="2190664" y="1223856"/>
                  </a:lnTo>
                  <a:lnTo>
                    <a:pt x="2177625" y="1204286"/>
                  </a:lnTo>
                  <a:lnTo>
                    <a:pt x="2164585" y="1156715"/>
                  </a:lnTo>
                  <a:lnTo>
                    <a:pt x="2151545" y="1092436"/>
                  </a:lnTo>
                  <a:lnTo>
                    <a:pt x="2138506" y="1061860"/>
                  </a:lnTo>
                  <a:lnTo>
                    <a:pt x="2125466" y="1029755"/>
                  </a:lnTo>
                  <a:lnTo>
                    <a:pt x="2112426" y="987887"/>
                  </a:lnTo>
                  <a:lnTo>
                    <a:pt x="2099387" y="938207"/>
                  </a:lnTo>
                  <a:lnTo>
                    <a:pt x="2086347" y="880264"/>
                  </a:lnTo>
                  <a:lnTo>
                    <a:pt x="2073307" y="838697"/>
                  </a:lnTo>
                  <a:lnTo>
                    <a:pt x="2060268" y="817313"/>
                  </a:lnTo>
                  <a:lnTo>
                    <a:pt x="2047228" y="778074"/>
                  </a:lnTo>
                  <a:lnTo>
                    <a:pt x="2034188" y="751183"/>
                  </a:lnTo>
                  <a:lnTo>
                    <a:pt x="2021149" y="742731"/>
                  </a:lnTo>
                  <a:lnTo>
                    <a:pt x="2008109" y="727018"/>
                  </a:lnTo>
                  <a:lnTo>
                    <a:pt x="1995069" y="712430"/>
                  </a:lnTo>
                  <a:lnTo>
                    <a:pt x="1982030" y="706523"/>
                  </a:lnTo>
                  <a:lnTo>
                    <a:pt x="1968990" y="704282"/>
                  </a:lnTo>
                  <a:lnTo>
                    <a:pt x="1955950" y="700930"/>
                  </a:lnTo>
                  <a:lnTo>
                    <a:pt x="1942911" y="693339"/>
                  </a:lnTo>
                  <a:lnTo>
                    <a:pt x="1929871" y="698128"/>
                  </a:lnTo>
                  <a:lnTo>
                    <a:pt x="1916831" y="700433"/>
                  </a:lnTo>
                  <a:lnTo>
                    <a:pt x="1903792" y="703351"/>
                  </a:lnTo>
                  <a:lnTo>
                    <a:pt x="1890752" y="717565"/>
                  </a:lnTo>
                  <a:lnTo>
                    <a:pt x="1877712" y="728955"/>
                  </a:lnTo>
                  <a:lnTo>
                    <a:pt x="1864673" y="733872"/>
                  </a:lnTo>
                  <a:lnTo>
                    <a:pt x="1851633" y="742044"/>
                  </a:lnTo>
                  <a:lnTo>
                    <a:pt x="1838593" y="746408"/>
                  </a:lnTo>
                  <a:lnTo>
                    <a:pt x="1825554" y="749335"/>
                  </a:lnTo>
                  <a:lnTo>
                    <a:pt x="1812514" y="757465"/>
                  </a:lnTo>
                  <a:lnTo>
                    <a:pt x="1799474" y="765894"/>
                  </a:lnTo>
                  <a:lnTo>
                    <a:pt x="1786435" y="775097"/>
                  </a:lnTo>
                  <a:lnTo>
                    <a:pt x="1773395" y="784257"/>
                  </a:lnTo>
                  <a:lnTo>
                    <a:pt x="1760355" y="783202"/>
                  </a:lnTo>
                  <a:lnTo>
                    <a:pt x="1747315" y="789338"/>
                  </a:lnTo>
                  <a:lnTo>
                    <a:pt x="1734276" y="794010"/>
                  </a:lnTo>
                  <a:lnTo>
                    <a:pt x="1721236" y="794378"/>
                  </a:lnTo>
                  <a:lnTo>
                    <a:pt x="1708196" y="794459"/>
                  </a:lnTo>
                  <a:lnTo>
                    <a:pt x="1695157" y="793448"/>
                  </a:lnTo>
                  <a:lnTo>
                    <a:pt x="1682117" y="788848"/>
                  </a:lnTo>
                  <a:lnTo>
                    <a:pt x="1669077" y="786128"/>
                  </a:lnTo>
                  <a:lnTo>
                    <a:pt x="1656038" y="783142"/>
                  </a:lnTo>
                  <a:lnTo>
                    <a:pt x="1642998" y="779650"/>
                  </a:lnTo>
                  <a:lnTo>
                    <a:pt x="1629958" y="774687"/>
                  </a:lnTo>
                  <a:lnTo>
                    <a:pt x="1616919" y="771655"/>
                  </a:lnTo>
                  <a:lnTo>
                    <a:pt x="1603879" y="773844"/>
                  </a:lnTo>
                  <a:lnTo>
                    <a:pt x="1590839" y="776421"/>
                  </a:lnTo>
                  <a:lnTo>
                    <a:pt x="1577800" y="772813"/>
                  </a:lnTo>
                  <a:lnTo>
                    <a:pt x="1564760" y="772564"/>
                  </a:lnTo>
                  <a:lnTo>
                    <a:pt x="1551720" y="768343"/>
                  </a:lnTo>
                  <a:lnTo>
                    <a:pt x="1538681" y="770622"/>
                  </a:lnTo>
                  <a:lnTo>
                    <a:pt x="1525641" y="772989"/>
                  </a:lnTo>
                  <a:lnTo>
                    <a:pt x="1512601" y="775417"/>
                  </a:lnTo>
                  <a:lnTo>
                    <a:pt x="1499562" y="778935"/>
                  </a:lnTo>
                  <a:lnTo>
                    <a:pt x="1486522" y="784420"/>
                  </a:lnTo>
                  <a:lnTo>
                    <a:pt x="1473482" y="789800"/>
                  </a:lnTo>
                  <a:lnTo>
                    <a:pt x="1460443" y="791571"/>
                  </a:lnTo>
                  <a:lnTo>
                    <a:pt x="1447403" y="792737"/>
                  </a:lnTo>
                  <a:lnTo>
                    <a:pt x="1434363" y="793748"/>
                  </a:lnTo>
                  <a:lnTo>
                    <a:pt x="1421324" y="794612"/>
                  </a:lnTo>
                  <a:lnTo>
                    <a:pt x="1408284" y="795337"/>
                  </a:lnTo>
                  <a:lnTo>
                    <a:pt x="1395244" y="801862"/>
                  </a:lnTo>
                  <a:lnTo>
                    <a:pt x="1382205" y="811000"/>
                  </a:lnTo>
                  <a:lnTo>
                    <a:pt x="1369165" y="820051"/>
                  </a:lnTo>
                  <a:lnTo>
                    <a:pt x="1356125" y="823692"/>
                  </a:lnTo>
                  <a:lnTo>
                    <a:pt x="1343086" y="825825"/>
                  </a:lnTo>
                  <a:lnTo>
                    <a:pt x="1330046" y="830809"/>
                  </a:lnTo>
                  <a:lnTo>
                    <a:pt x="1317006" y="833269"/>
                  </a:lnTo>
                  <a:lnTo>
                    <a:pt x="1303967" y="834063"/>
                  </a:lnTo>
                  <a:lnTo>
                    <a:pt x="1290927" y="836252"/>
                  </a:lnTo>
                  <a:lnTo>
                    <a:pt x="1277887" y="839809"/>
                  </a:lnTo>
                  <a:lnTo>
                    <a:pt x="1264848" y="842429"/>
                  </a:lnTo>
                  <a:lnTo>
                    <a:pt x="1251808" y="844184"/>
                  </a:lnTo>
                  <a:lnTo>
                    <a:pt x="1238768" y="845146"/>
                  </a:lnTo>
                  <a:lnTo>
                    <a:pt x="1225729" y="845390"/>
                  </a:lnTo>
                  <a:lnTo>
                    <a:pt x="1212689" y="844987"/>
                  </a:lnTo>
                  <a:lnTo>
                    <a:pt x="1199649" y="844010"/>
                  </a:lnTo>
                  <a:lnTo>
                    <a:pt x="1186610" y="842533"/>
                  </a:lnTo>
                  <a:lnTo>
                    <a:pt x="1173570" y="840628"/>
                  </a:lnTo>
                  <a:lnTo>
                    <a:pt x="1160530" y="839431"/>
                  </a:lnTo>
                  <a:lnTo>
                    <a:pt x="1147491" y="836726"/>
                  </a:lnTo>
                  <a:lnTo>
                    <a:pt x="1134451" y="833791"/>
                  </a:lnTo>
                  <a:lnTo>
                    <a:pt x="1121411" y="830679"/>
                  </a:lnTo>
                  <a:lnTo>
                    <a:pt x="1108372" y="827442"/>
                  </a:lnTo>
                  <a:lnTo>
                    <a:pt x="1095332" y="824294"/>
                  </a:lnTo>
                  <a:lnTo>
                    <a:pt x="1082292" y="821434"/>
                  </a:lnTo>
                  <a:lnTo>
                    <a:pt x="1069253" y="818729"/>
                  </a:lnTo>
                  <a:lnTo>
                    <a:pt x="1056213" y="816251"/>
                  </a:lnTo>
                  <a:lnTo>
                    <a:pt x="1043173" y="814075"/>
                  </a:lnTo>
                  <a:lnTo>
                    <a:pt x="1030134" y="812253"/>
                  </a:lnTo>
                  <a:lnTo>
                    <a:pt x="1017094" y="810769"/>
                  </a:lnTo>
                  <a:lnTo>
                    <a:pt x="1004054" y="809590"/>
                  </a:lnTo>
                  <a:lnTo>
                    <a:pt x="991015" y="808681"/>
                  </a:lnTo>
                  <a:lnTo>
                    <a:pt x="977975" y="808009"/>
                  </a:lnTo>
                  <a:lnTo>
                    <a:pt x="964935" y="807539"/>
                  </a:lnTo>
                  <a:lnTo>
                    <a:pt x="951896" y="806763"/>
                  </a:lnTo>
                  <a:lnTo>
                    <a:pt x="938856" y="807070"/>
                  </a:lnTo>
                  <a:lnTo>
                    <a:pt x="925816" y="807004"/>
                  </a:lnTo>
                  <a:lnTo>
                    <a:pt x="912777" y="807005"/>
                  </a:lnTo>
                  <a:lnTo>
                    <a:pt x="899737" y="807038"/>
                  </a:lnTo>
                  <a:lnTo>
                    <a:pt x="886697" y="806152"/>
                  </a:lnTo>
                  <a:lnTo>
                    <a:pt x="873657" y="803060"/>
                  </a:lnTo>
                  <a:lnTo>
                    <a:pt x="860618" y="800020"/>
                  </a:lnTo>
                  <a:lnTo>
                    <a:pt x="847578" y="798109"/>
                  </a:lnTo>
                  <a:lnTo>
                    <a:pt x="834538" y="801076"/>
                  </a:lnTo>
                  <a:lnTo>
                    <a:pt x="821499" y="804821"/>
                  </a:lnTo>
                  <a:lnTo>
                    <a:pt x="808459" y="805344"/>
                  </a:lnTo>
                  <a:lnTo>
                    <a:pt x="795419" y="804420"/>
                  </a:lnTo>
                  <a:lnTo>
                    <a:pt x="782380" y="804298"/>
                  </a:lnTo>
                  <a:lnTo>
                    <a:pt x="769340" y="802560"/>
                  </a:lnTo>
                  <a:lnTo>
                    <a:pt x="756300" y="801770"/>
                  </a:lnTo>
                  <a:lnTo>
                    <a:pt x="743261" y="804425"/>
                  </a:lnTo>
                  <a:lnTo>
                    <a:pt x="730221" y="804962"/>
                  </a:lnTo>
                  <a:lnTo>
                    <a:pt x="717181" y="805082"/>
                  </a:lnTo>
                  <a:lnTo>
                    <a:pt x="704142" y="804724"/>
                  </a:lnTo>
                  <a:lnTo>
                    <a:pt x="691102" y="804185"/>
                  </a:lnTo>
                  <a:lnTo>
                    <a:pt x="678062" y="804267"/>
                  </a:lnTo>
                  <a:lnTo>
                    <a:pt x="665023" y="804045"/>
                  </a:lnTo>
                  <a:lnTo>
                    <a:pt x="651983" y="804105"/>
                  </a:lnTo>
                  <a:lnTo>
                    <a:pt x="638943" y="804489"/>
                  </a:lnTo>
                  <a:lnTo>
                    <a:pt x="625904" y="805243"/>
                  </a:lnTo>
                  <a:lnTo>
                    <a:pt x="612864" y="806411"/>
                  </a:lnTo>
                  <a:lnTo>
                    <a:pt x="599824" y="808037"/>
                  </a:lnTo>
                  <a:lnTo>
                    <a:pt x="586785" y="810165"/>
                  </a:lnTo>
                  <a:lnTo>
                    <a:pt x="573745" y="815994"/>
                  </a:lnTo>
                  <a:lnTo>
                    <a:pt x="560705" y="817687"/>
                  </a:lnTo>
                  <a:lnTo>
                    <a:pt x="547666" y="820005"/>
                  </a:lnTo>
                  <a:lnTo>
                    <a:pt x="534626" y="826796"/>
                  </a:lnTo>
                  <a:lnTo>
                    <a:pt x="521586" y="835090"/>
                  </a:lnTo>
                  <a:lnTo>
                    <a:pt x="508547" y="835942"/>
                  </a:lnTo>
                  <a:lnTo>
                    <a:pt x="495507" y="843886"/>
                  </a:lnTo>
                  <a:lnTo>
                    <a:pt x="482467" y="850054"/>
                  </a:lnTo>
                  <a:lnTo>
                    <a:pt x="469428" y="857967"/>
                  </a:lnTo>
                  <a:lnTo>
                    <a:pt x="456388" y="866101"/>
                  </a:lnTo>
                  <a:lnTo>
                    <a:pt x="443348" y="867831"/>
                  </a:lnTo>
                  <a:lnTo>
                    <a:pt x="430309" y="873949"/>
                  </a:lnTo>
                  <a:lnTo>
                    <a:pt x="417269" y="878068"/>
                  </a:lnTo>
                  <a:lnTo>
                    <a:pt x="404229" y="887379"/>
                  </a:lnTo>
                  <a:lnTo>
                    <a:pt x="391190" y="897311"/>
                  </a:lnTo>
                  <a:lnTo>
                    <a:pt x="378150" y="906823"/>
                  </a:lnTo>
                  <a:lnTo>
                    <a:pt x="365110" y="915771"/>
                  </a:lnTo>
                  <a:lnTo>
                    <a:pt x="352071" y="924868"/>
                  </a:lnTo>
                  <a:lnTo>
                    <a:pt x="339031" y="935328"/>
                  </a:lnTo>
                  <a:lnTo>
                    <a:pt x="325991" y="944797"/>
                  </a:lnTo>
                  <a:lnTo>
                    <a:pt x="312952" y="953089"/>
                  </a:lnTo>
                  <a:lnTo>
                    <a:pt x="299912" y="961638"/>
                  </a:lnTo>
                  <a:lnTo>
                    <a:pt x="286872" y="970520"/>
                  </a:lnTo>
                  <a:lnTo>
                    <a:pt x="273833" y="978139"/>
                  </a:lnTo>
                  <a:lnTo>
                    <a:pt x="260793" y="984347"/>
                  </a:lnTo>
                  <a:lnTo>
                    <a:pt x="247753" y="989029"/>
                  </a:lnTo>
                  <a:lnTo>
                    <a:pt x="234714" y="994635"/>
                  </a:lnTo>
                  <a:lnTo>
                    <a:pt x="221674" y="995659"/>
                  </a:lnTo>
                  <a:lnTo>
                    <a:pt x="208634" y="991892"/>
                  </a:lnTo>
                  <a:lnTo>
                    <a:pt x="195595" y="987571"/>
                  </a:lnTo>
                  <a:lnTo>
                    <a:pt x="182555" y="989210"/>
                  </a:lnTo>
                  <a:lnTo>
                    <a:pt x="169515" y="993641"/>
                  </a:lnTo>
                  <a:lnTo>
                    <a:pt x="156476" y="999282"/>
                  </a:lnTo>
                  <a:lnTo>
                    <a:pt x="143436" y="1001016"/>
                  </a:lnTo>
                  <a:lnTo>
                    <a:pt x="130396" y="1000786"/>
                  </a:lnTo>
                  <a:lnTo>
                    <a:pt x="117357" y="1002546"/>
                  </a:lnTo>
                  <a:lnTo>
                    <a:pt x="104317" y="1001571"/>
                  </a:lnTo>
                  <a:lnTo>
                    <a:pt x="91277" y="994395"/>
                  </a:lnTo>
                  <a:lnTo>
                    <a:pt x="78238" y="985764"/>
                  </a:lnTo>
                  <a:lnTo>
                    <a:pt x="65198" y="976959"/>
                  </a:lnTo>
                  <a:lnTo>
                    <a:pt x="52158" y="975702"/>
                  </a:lnTo>
                  <a:lnTo>
                    <a:pt x="39119" y="968134"/>
                  </a:lnTo>
                  <a:lnTo>
                    <a:pt x="26079" y="958759"/>
                  </a:lnTo>
                  <a:lnTo>
                    <a:pt x="13039" y="958992"/>
                  </a:lnTo>
                  <a:lnTo>
                    <a:pt x="0" y="94885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755389"/>
              <a:ext cx="2270648" cy="788466"/>
            </a:xfrm>
            <a:custGeom>
              <a:avLst/>
              <a:pathLst>
                <a:path w="2270648" h="788466">
                  <a:moveTo>
                    <a:pt x="0" y="710968"/>
                  </a:moveTo>
                  <a:lnTo>
                    <a:pt x="13039" y="740245"/>
                  </a:lnTo>
                  <a:lnTo>
                    <a:pt x="26079" y="753208"/>
                  </a:lnTo>
                  <a:lnTo>
                    <a:pt x="39119" y="766903"/>
                  </a:lnTo>
                  <a:lnTo>
                    <a:pt x="52158" y="764234"/>
                  </a:lnTo>
                  <a:lnTo>
                    <a:pt x="65198" y="764211"/>
                  </a:lnTo>
                  <a:lnTo>
                    <a:pt x="78238" y="756844"/>
                  </a:lnTo>
                  <a:lnTo>
                    <a:pt x="91277" y="758647"/>
                  </a:lnTo>
                  <a:lnTo>
                    <a:pt x="104317" y="759547"/>
                  </a:lnTo>
                  <a:lnTo>
                    <a:pt x="117357" y="763862"/>
                  </a:lnTo>
                  <a:lnTo>
                    <a:pt x="130396" y="768603"/>
                  </a:lnTo>
                  <a:lnTo>
                    <a:pt x="143436" y="776778"/>
                  </a:lnTo>
                  <a:lnTo>
                    <a:pt x="156476" y="784721"/>
                  </a:lnTo>
                  <a:lnTo>
                    <a:pt x="169515" y="785798"/>
                  </a:lnTo>
                  <a:lnTo>
                    <a:pt x="182555" y="788466"/>
                  </a:lnTo>
                  <a:lnTo>
                    <a:pt x="195595" y="786306"/>
                  </a:lnTo>
                  <a:lnTo>
                    <a:pt x="208634" y="784757"/>
                  </a:lnTo>
                  <a:lnTo>
                    <a:pt x="221674" y="781816"/>
                  </a:lnTo>
                  <a:lnTo>
                    <a:pt x="234714" y="774510"/>
                  </a:lnTo>
                  <a:lnTo>
                    <a:pt x="247753" y="767782"/>
                  </a:lnTo>
                  <a:lnTo>
                    <a:pt x="260793" y="761444"/>
                  </a:lnTo>
                  <a:lnTo>
                    <a:pt x="273833" y="758285"/>
                  </a:lnTo>
                  <a:lnTo>
                    <a:pt x="286872" y="750304"/>
                  </a:lnTo>
                  <a:lnTo>
                    <a:pt x="299912" y="741611"/>
                  </a:lnTo>
                  <a:lnTo>
                    <a:pt x="312952" y="735990"/>
                  </a:lnTo>
                  <a:lnTo>
                    <a:pt x="325991" y="730678"/>
                  </a:lnTo>
                  <a:lnTo>
                    <a:pt x="339031" y="728139"/>
                  </a:lnTo>
                  <a:lnTo>
                    <a:pt x="352071" y="723567"/>
                  </a:lnTo>
                  <a:lnTo>
                    <a:pt x="365110" y="719683"/>
                  </a:lnTo>
                  <a:lnTo>
                    <a:pt x="378150" y="716437"/>
                  </a:lnTo>
                  <a:lnTo>
                    <a:pt x="391190" y="713777"/>
                  </a:lnTo>
                  <a:lnTo>
                    <a:pt x="404229" y="709900"/>
                  </a:lnTo>
                  <a:lnTo>
                    <a:pt x="417269" y="703431"/>
                  </a:lnTo>
                  <a:lnTo>
                    <a:pt x="430309" y="698314"/>
                  </a:lnTo>
                  <a:lnTo>
                    <a:pt x="443348" y="695409"/>
                  </a:lnTo>
                  <a:lnTo>
                    <a:pt x="456388" y="692416"/>
                  </a:lnTo>
                  <a:lnTo>
                    <a:pt x="469428" y="685584"/>
                  </a:lnTo>
                  <a:lnTo>
                    <a:pt x="482467" y="676049"/>
                  </a:lnTo>
                  <a:lnTo>
                    <a:pt x="495507" y="672001"/>
                  </a:lnTo>
                  <a:lnTo>
                    <a:pt x="508547" y="668574"/>
                  </a:lnTo>
                  <a:lnTo>
                    <a:pt x="521586" y="665830"/>
                  </a:lnTo>
                  <a:lnTo>
                    <a:pt x="534626" y="662725"/>
                  </a:lnTo>
                  <a:lnTo>
                    <a:pt x="547666" y="660646"/>
                  </a:lnTo>
                  <a:lnTo>
                    <a:pt x="560705" y="658364"/>
                  </a:lnTo>
                  <a:lnTo>
                    <a:pt x="573745" y="653767"/>
                  </a:lnTo>
                  <a:lnTo>
                    <a:pt x="586785" y="651674"/>
                  </a:lnTo>
                  <a:lnTo>
                    <a:pt x="599824" y="649999"/>
                  </a:lnTo>
                  <a:lnTo>
                    <a:pt x="612864" y="652321"/>
                  </a:lnTo>
                  <a:lnTo>
                    <a:pt x="625904" y="654935"/>
                  </a:lnTo>
                  <a:lnTo>
                    <a:pt x="638943" y="657209"/>
                  </a:lnTo>
                  <a:lnTo>
                    <a:pt x="651983" y="658099"/>
                  </a:lnTo>
                  <a:lnTo>
                    <a:pt x="665023" y="658749"/>
                  </a:lnTo>
                  <a:lnTo>
                    <a:pt x="678062" y="658133"/>
                  </a:lnTo>
                  <a:lnTo>
                    <a:pt x="691102" y="657713"/>
                  </a:lnTo>
                  <a:lnTo>
                    <a:pt x="704142" y="657208"/>
                  </a:lnTo>
                  <a:lnTo>
                    <a:pt x="717181" y="656696"/>
                  </a:lnTo>
                  <a:lnTo>
                    <a:pt x="730221" y="653336"/>
                  </a:lnTo>
                  <a:lnTo>
                    <a:pt x="743261" y="653602"/>
                  </a:lnTo>
                  <a:lnTo>
                    <a:pt x="756300" y="652479"/>
                  </a:lnTo>
                  <a:lnTo>
                    <a:pt x="769340" y="654676"/>
                  </a:lnTo>
                  <a:lnTo>
                    <a:pt x="782380" y="655225"/>
                  </a:lnTo>
                  <a:lnTo>
                    <a:pt x="795419" y="654627"/>
                  </a:lnTo>
                  <a:lnTo>
                    <a:pt x="808459" y="655802"/>
                  </a:lnTo>
                  <a:lnTo>
                    <a:pt x="821499" y="655898"/>
                  </a:lnTo>
                  <a:lnTo>
                    <a:pt x="834538" y="654430"/>
                  </a:lnTo>
                  <a:lnTo>
                    <a:pt x="847578" y="654497"/>
                  </a:lnTo>
                  <a:lnTo>
                    <a:pt x="860618" y="655015"/>
                  </a:lnTo>
                  <a:lnTo>
                    <a:pt x="873657" y="656210"/>
                  </a:lnTo>
                  <a:lnTo>
                    <a:pt x="886697" y="656624"/>
                  </a:lnTo>
                  <a:lnTo>
                    <a:pt x="899737" y="654833"/>
                  </a:lnTo>
                  <a:lnTo>
                    <a:pt x="912777" y="652945"/>
                  </a:lnTo>
                  <a:lnTo>
                    <a:pt x="925816" y="651268"/>
                  </a:lnTo>
                  <a:lnTo>
                    <a:pt x="938856" y="652450"/>
                  </a:lnTo>
                  <a:lnTo>
                    <a:pt x="951896" y="655282"/>
                  </a:lnTo>
                  <a:lnTo>
                    <a:pt x="964935" y="655538"/>
                  </a:lnTo>
                  <a:lnTo>
                    <a:pt x="977975" y="655359"/>
                  </a:lnTo>
                  <a:lnTo>
                    <a:pt x="991015" y="654760"/>
                  </a:lnTo>
                  <a:lnTo>
                    <a:pt x="1004054" y="654837"/>
                  </a:lnTo>
                  <a:lnTo>
                    <a:pt x="1017094" y="655669"/>
                  </a:lnTo>
                  <a:lnTo>
                    <a:pt x="1030134" y="657331"/>
                  </a:lnTo>
                  <a:lnTo>
                    <a:pt x="1043173" y="659903"/>
                  </a:lnTo>
                  <a:lnTo>
                    <a:pt x="1056213" y="663430"/>
                  </a:lnTo>
                  <a:lnTo>
                    <a:pt x="1069253" y="667589"/>
                  </a:lnTo>
                  <a:lnTo>
                    <a:pt x="1082292" y="669739"/>
                  </a:lnTo>
                  <a:lnTo>
                    <a:pt x="1095332" y="670646"/>
                  </a:lnTo>
                  <a:lnTo>
                    <a:pt x="1108372" y="673439"/>
                  </a:lnTo>
                  <a:lnTo>
                    <a:pt x="1121411" y="679438"/>
                  </a:lnTo>
                  <a:lnTo>
                    <a:pt x="1134451" y="685357"/>
                  </a:lnTo>
                  <a:lnTo>
                    <a:pt x="1147491" y="689130"/>
                  </a:lnTo>
                  <a:lnTo>
                    <a:pt x="1160530" y="692831"/>
                  </a:lnTo>
                  <a:lnTo>
                    <a:pt x="1173570" y="696399"/>
                  </a:lnTo>
                  <a:lnTo>
                    <a:pt x="1186610" y="695623"/>
                  </a:lnTo>
                  <a:lnTo>
                    <a:pt x="1199649" y="696220"/>
                  </a:lnTo>
                  <a:lnTo>
                    <a:pt x="1212689" y="695016"/>
                  </a:lnTo>
                  <a:lnTo>
                    <a:pt x="1225729" y="698542"/>
                  </a:lnTo>
                  <a:lnTo>
                    <a:pt x="1238768" y="698172"/>
                  </a:lnTo>
                  <a:lnTo>
                    <a:pt x="1251808" y="696787"/>
                  </a:lnTo>
                  <a:lnTo>
                    <a:pt x="1264848" y="694916"/>
                  </a:lnTo>
                  <a:lnTo>
                    <a:pt x="1277887" y="692535"/>
                  </a:lnTo>
                  <a:lnTo>
                    <a:pt x="1290927" y="690866"/>
                  </a:lnTo>
                  <a:lnTo>
                    <a:pt x="1303967" y="690610"/>
                  </a:lnTo>
                  <a:lnTo>
                    <a:pt x="1317006" y="688900"/>
                  </a:lnTo>
                  <a:lnTo>
                    <a:pt x="1330046" y="683021"/>
                  </a:lnTo>
                  <a:lnTo>
                    <a:pt x="1343086" y="676575"/>
                  </a:lnTo>
                  <a:lnTo>
                    <a:pt x="1356125" y="670094"/>
                  </a:lnTo>
                  <a:lnTo>
                    <a:pt x="1369165" y="663682"/>
                  </a:lnTo>
                  <a:lnTo>
                    <a:pt x="1382205" y="658337"/>
                  </a:lnTo>
                  <a:lnTo>
                    <a:pt x="1395244" y="654343"/>
                  </a:lnTo>
                  <a:lnTo>
                    <a:pt x="1408284" y="646193"/>
                  </a:lnTo>
                  <a:lnTo>
                    <a:pt x="1421324" y="640820"/>
                  </a:lnTo>
                  <a:lnTo>
                    <a:pt x="1434363" y="635321"/>
                  </a:lnTo>
                  <a:lnTo>
                    <a:pt x="1447403" y="627318"/>
                  </a:lnTo>
                  <a:lnTo>
                    <a:pt x="1460443" y="617603"/>
                  </a:lnTo>
                  <a:lnTo>
                    <a:pt x="1473482" y="611811"/>
                  </a:lnTo>
                  <a:lnTo>
                    <a:pt x="1486522" y="606439"/>
                  </a:lnTo>
                  <a:lnTo>
                    <a:pt x="1499562" y="601460"/>
                  </a:lnTo>
                  <a:lnTo>
                    <a:pt x="1512601" y="596964"/>
                  </a:lnTo>
                  <a:lnTo>
                    <a:pt x="1525641" y="593042"/>
                  </a:lnTo>
                  <a:lnTo>
                    <a:pt x="1538681" y="589786"/>
                  </a:lnTo>
                  <a:lnTo>
                    <a:pt x="1551720" y="587285"/>
                  </a:lnTo>
                  <a:lnTo>
                    <a:pt x="1564760" y="585631"/>
                  </a:lnTo>
                  <a:lnTo>
                    <a:pt x="1577800" y="584840"/>
                  </a:lnTo>
                  <a:lnTo>
                    <a:pt x="1590839" y="584819"/>
                  </a:lnTo>
                  <a:lnTo>
                    <a:pt x="1603879" y="586786"/>
                  </a:lnTo>
                  <a:lnTo>
                    <a:pt x="1616919" y="587211"/>
                  </a:lnTo>
                  <a:lnTo>
                    <a:pt x="1629958" y="591040"/>
                  </a:lnTo>
                  <a:lnTo>
                    <a:pt x="1642998" y="595681"/>
                  </a:lnTo>
                  <a:lnTo>
                    <a:pt x="1656038" y="598703"/>
                  </a:lnTo>
                  <a:lnTo>
                    <a:pt x="1669077" y="596790"/>
                  </a:lnTo>
                  <a:lnTo>
                    <a:pt x="1682117" y="602165"/>
                  </a:lnTo>
                  <a:lnTo>
                    <a:pt x="1695157" y="599732"/>
                  </a:lnTo>
                  <a:lnTo>
                    <a:pt x="1708196" y="594900"/>
                  </a:lnTo>
                  <a:lnTo>
                    <a:pt x="1721236" y="589412"/>
                  </a:lnTo>
                  <a:lnTo>
                    <a:pt x="1734276" y="584263"/>
                  </a:lnTo>
                  <a:lnTo>
                    <a:pt x="1747315" y="580872"/>
                  </a:lnTo>
                  <a:lnTo>
                    <a:pt x="1760355" y="576492"/>
                  </a:lnTo>
                  <a:lnTo>
                    <a:pt x="1773395" y="572070"/>
                  </a:lnTo>
                  <a:lnTo>
                    <a:pt x="1786435" y="566244"/>
                  </a:lnTo>
                  <a:lnTo>
                    <a:pt x="1799474" y="560141"/>
                  </a:lnTo>
                  <a:lnTo>
                    <a:pt x="1812514" y="549645"/>
                  </a:lnTo>
                  <a:lnTo>
                    <a:pt x="1825554" y="543111"/>
                  </a:lnTo>
                  <a:lnTo>
                    <a:pt x="1838593" y="527561"/>
                  </a:lnTo>
                  <a:lnTo>
                    <a:pt x="1851633" y="524707"/>
                  </a:lnTo>
                  <a:lnTo>
                    <a:pt x="1864673" y="517266"/>
                  </a:lnTo>
                  <a:lnTo>
                    <a:pt x="1877712" y="499614"/>
                  </a:lnTo>
                  <a:lnTo>
                    <a:pt x="1890752" y="476735"/>
                  </a:lnTo>
                  <a:lnTo>
                    <a:pt x="1903792" y="462869"/>
                  </a:lnTo>
                  <a:lnTo>
                    <a:pt x="1916831" y="449515"/>
                  </a:lnTo>
                  <a:lnTo>
                    <a:pt x="1929871" y="418038"/>
                  </a:lnTo>
                  <a:lnTo>
                    <a:pt x="1942911" y="408095"/>
                  </a:lnTo>
                  <a:lnTo>
                    <a:pt x="1955950" y="387132"/>
                  </a:lnTo>
                  <a:lnTo>
                    <a:pt x="1968990" y="381750"/>
                  </a:lnTo>
                  <a:lnTo>
                    <a:pt x="1982030" y="369676"/>
                  </a:lnTo>
                  <a:lnTo>
                    <a:pt x="1995069" y="346013"/>
                  </a:lnTo>
                  <a:lnTo>
                    <a:pt x="2008109" y="343303"/>
                  </a:lnTo>
                  <a:lnTo>
                    <a:pt x="2021149" y="348502"/>
                  </a:lnTo>
                  <a:lnTo>
                    <a:pt x="2034188" y="344947"/>
                  </a:lnTo>
                  <a:lnTo>
                    <a:pt x="2047228" y="349589"/>
                  </a:lnTo>
                  <a:lnTo>
                    <a:pt x="2060268" y="347341"/>
                  </a:lnTo>
                  <a:lnTo>
                    <a:pt x="2073307" y="354320"/>
                  </a:lnTo>
                  <a:lnTo>
                    <a:pt x="2086347" y="352065"/>
                  </a:lnTo>
                  <a:lnTo>
                    <a:pt x="2099387" y="328816"/>
                  </a:lnTo>
                  <a:lnTo>
                    <a:pt x="2112426" y="340099"/>
                  </a:lnTo>
                  <a:lnTo>
                    <a:pt x="2125466" y="354483"/>
                  </a:lnTo>
                  <a:lnTo>
                    <a:pt x="2138506" y="350716"/>
                  </a:lnTo>
                  <a:lnTo>
                    <a:pt x="2151545" y="338699"/>
                  </a:lnTo>
                  <a:lnTo>
                    <a:pt x="2164585" y="341782"/>
                  </a:lnTo>
                  <a:lnTo>
                    <a:pt x="2177625" y="320007"/>
                  </a:lnTo>
                  <a:lnTo>
                    <a:pt x="2190664" y="308002"/>
                  </a:lnTo>
                  <a:lnTo>
                    <a:pt x="2203704" y="259599"/>
                  </a:lnTo>
                  <a:lnTo>
                    <a:pt x="2216744" y="229021"/>
                  </a:lnTo>
                  <a:lnTo>
                    <a:pt x="2229783" y="208583"/>
                  </a:lnTo>
                  <a:lnTo>
                    <a:pt x="2242823" y="186168"/>
                  </a:lnTo>
                  <a:lnTo>
                    <a:pt x="2255863" y="166851"/>
                  </a:lnTo>
                  <a:lnTo>
                    <a:pt x="2268902" y="14214"/>
                  </a:lnTo>
                  <a:lnTo>
                    <a:pt x="22706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448728"/>
              <a:ext cx="2334101" cy="682168"/>
            </a:xfrm>
            <a:custGeom>
              <a:avLst/>
              <a:pathLst>
                <a:path w="2334101" h="682168">
                  <a:moveTo>
                    <a:pt x="2334101" y="588796"/>
                  </a:moveTo>
                  <a:lnTo>
                    <a:pt x="2321061" y="586912"/>
                  </a:lnTo>
                  <a:lnTo>
                    <a:pt x="2308021" y="600257"/>
                  </a:lnTo>
                  <a:lnTo>
                    <a:pt x="2294982" y="600688"/>
                  </a:lnTo>
                  <a:lnTo>
                    <a:pt x="2281942" y="592259"/>
                  </a:lnTo>
                  <a:lnTo>
                    <a:pt x="2268902" y="615074"/>
                  </a:lnTo>
                  <a:lnTo>
                    <a:pt x="2255863" y="682168"/>
                  </a:lnTo>
                  <a:lnTo>
                    <a:pt x="2242823" y="660286"/>
                  </a:lnTo>
                  <a:lnTo>
                    <a:pt x="2229783" y="620444"/>
                  </a:lnTo>
                  <a:lnTo>
                    <a:pt x="2216744" y="585943"/>
                  </a:lnTo>
                  <a:lnTo>
                    <a:pt x="2203704" y="554514"/>
                  </a:lnTo>
                  <a:lnTo>
                    <a:pt x="2190664" y="530517"/>
                  </a:lnTo>
                  <a:lnTo>
                    <a:pt x="2177625" y="510947"/>
                  </a:lnTo>
                  <a:lnTo>
                    <a:pt x="2164585" y="463376"/>
                  </a:lnTo>
                  <a:lnTo>
                    <a:pt x="2151545" y="399097"/>
                  </a:lnTo>
                  <a:lnTo>
                    <a:pt x="2138506" y="368521"/>
                  </a:lnTo>
                  <a:lnTo>
                    <a:pt x="2125466" y="336416"/>
                  </a:lnTo>
                  <a:lnTo>
                    <a:pt x="2112426" y="294547"/>
                  </a:lnTo>
                  <a:lnTo>
                    <a:pt x="2099387" y="244868"/>
                  </a:lnTo>
                  <a:lnTo>
                    <a:pt x="2086347" y="186924"/>
                  </a:lnTo>
                  <a:lnTo>
                    <a:pt x="2073307" y="145358"/>
                  </a:lnTo>
                  <a:lnTo>
                    <a:pt x="2060268" y="123974"/>
                  </a:lnTo>
                  <a:lnTo>
                    <a:pt x="2047228" y="84734"/>
                  </a:lnTo>
                  <a:lnTo>
                    <a:pt x="2034188" y="57844"/>
                  </a:lnTo>
                  <a:lnTo>
                    <a:pt x="2021149" y="49392"/>
                  </a:lnTo>
                  <a:lnTo>
                    <a:pt x="2008109" y="33678"/>
                  </a:lnTo>
                  <a:lnTo>
                    <a:pt x="1995069" y="19091"/>
                  </a:lnTo>
                  <a:lnTo>
                    <a:pt x="1982030" y="13184"/>
                  </a:lnTo>
                  <a:lnTo>
                    <a:pt x="1968990" y="10942"/>
                  </a:lnTo>
                  <a:lnTo>
                    <a:pt x="1955950" y="7591"/>
                  </a:lnTo>
                  <a:lnTo>
                    <a:pt x="1942911" y="0"/>
                  </a:lnTo>
                  <a:lnTo>
                    <a:pt x="1929871" y="4789"/>
                  </a:lnTo>
                  <a:lnTo>
                    <a:pt x="1916831" y="7093"/>
                  </a:lnTo>
                  <a:lnTo>
                    <a:pt x="1903792" y="10012"/>
                  </a:lnTo>
                  <a:lnTo>
                    <a:pt x="1890752" y="24225"/>
                  </a:lnTo>
                  <a:lnTo>
                    <a:pt x="1877712" y="35616"/>
                  </a:lnTo>
                  <a:lnTo>
                    <a:pt x="1864673" y="40532"/>
                  </a:lnTo>
                  <a:lnTo>
                    <a:pt x="1851633" y="48704"/>
                  </a:lnTo>
                  <a:lnTo>
                    <a:pt x="1838593" y="53069"/>
                  </a:lnTo>
                  <a:lnTo>
                    <a:pt x="1825554" y="55995"/>
                  </a:lnTo>
                  <a:lnTo>
                    <a:pt x="1812514" y="64126"/>
                  </a:lnTo>
                  <a:lnTo>
                    <a:pt x="1799474" y="72555"/>
                  </a:lnTo>
                  <a:lnTo>
                    <a:pt x="1786435" y="81758"/>
                  </a:lnTo>
                  <a:lnTo>
                    <a:pt x="1773395" y="90917"/>
                  </a:lnTo>
                  <a:lnTo>
                    <a:pt x="1760355" y="89863"/>
                  </a:lnTo>
                  <a:lnTo>
                    <a:pt x="1747315" y="95998"/>
                  </a:lnTo>
                  <a:lnTo>
                    <a:pt x="1734276" y="100670"/>
                  </a:lnTo>
                  <a:lnTo>
                    <a:pt x="1721236" y="101038"/>
                  </a:lnTo>
                  <a:lnTo>
                    <a:pt x="1708196" y="101119"/>
                  </a:lnTo>
                  <a:lnTo>
                    <a:pt x="1695157" y="100108"/>
                  </a:lnTo>
                  <a:lnTo>
                    <a:pt x="1682117" y="95509"/>
                  </a:lnTo>
                  <a:lnTo>
                    <a:pt x="1669077" y="92788"/>
                  </a:lnTo>
                  <a:lnTo>
                    <a:pt x="1656038" y="89803"/>
                  </a:lnTo>
                  <a:lnTo>
                    <a:pt x="1642998" y="86311"/>
                  </a:lnTo>
                  <a:lnTo>
                    <a:pt x="1629958" y="81347"/>
                  </a:lnTo>
                  <a:lnTo>
                    <a:pt x="1616919" y="78316"/>
                  </a:lnTo>
                  <a:lnTo>
                    <a:pt x="1603879" y="80504"/>
                  </a:lnTo>
                  <a:lnTo>
                    <a:pt x="1590839" y="83082"/>
                  </a:lnTo>
                  <a:lnTo>
                    <a:pt x="1577800" y="79474"/>
                  </a:lnTo>
                  <a:lnTo>
                    <a:pt x="1564760" y="79224"/>
                  </a:lnTo>
                  <a:lnTo>
                    <a:pt x="1551720" y="75003"/>
                  </a:lnTo>
                  <a:lnTo>
                    <a:pt x="1538681" y="77282"/>
                  </a:lnTo>
                  <a:lnTo>
                    <a:pt x="1525641" y="79649"/>
                  </a:lnTo>
                  <a:lnTo>
                    <a:pt x="1512601" y="82077"/>
                  </a:lnTo>
                  <a:lnTo>
                    <a:pt x="1499562" y="85596"/>
                  </a:lnTo>
                  <a:lnTo>
                    <a:pt x="1486522" y="91081"/>
                  </a:lnTo>
                  <a:lnTo>
                    <a:pt x="1473482" y="96460"/>
                  </a:lnTo>
                  <a:lnTo>
                    <a:pt x="1460443" y="98231"/>
                  </a:lnTo>
                  <a:lnTo>
                    <a:pt x="1447403" y="99397"/>
                  </a:lnTo>
                  <a:lnTo>
                    <a:pt x="1434363" y="100408"/>
                  </a:lnTo>
                  <a:lnTo>
                    <a:pt x="1421324" y="101272"/>
                  </a:lnTo>
                  <a:lnTo>
                    <a:pt x="1408284" y="101997"/>
                  </a:lnTo>
                  <a:lnTo>
                    <a:pt x="1395244" y="108523"/>
                  </a:lnTo>
                  <a:lnTo>
                    <a:pt x="1382205" y="117661"/>
                  </a:lnTo>
                  <a:lnTo>
                    <a:pt x="1369165" y="126712"/>
                  </a:lnTo>
                  <a:lnTo>
                    <a:pt x="1356125" y="130353"/>
                  </a:lnTo>
                  <a:lnTo>
                    <a:pt x="1343086" y="132485"/>
                  </a:lnTo>
                  <a:lnTo>
                    <a:pt x="1330046" y="137469"/>
                  </a:lnTo>
                  <a:lnTo>
                    <a:pt x="1317006" y="139930"/>
                  </a:lnTo>
                  <a:lnTo>
                    <a:pt x="1303967" y="140724"/>
                  </a:lnTo>
                  <a:lnTo>
                    <a:pt x="1290927" y="142913"/>
                  </a:lnTo>
                  <a:lnTo>
                    <a:pt x="1277887" y="146470"/>
                  </a:lnTo>
                  <a:lnTo>
                    <a:pt x="1264848" y="149089"/>
                  </a:lnTo>
                  <a:lnTo>
                    <a:pt x="1251808" y="150844"/>
                  </a:lnTo>
                  <a:lnTo>
                    <a:pt x="1238768" y="151807"/>
                  </a:lnTo>
                  <a:lnTo>
                    <a:pt x="1225729" y="152050"/>
                  </a:lnTo>
                  <a:lnTo>
                    <a:pt x="1212689" y="151647"/>
                  </a:lnTo>
                  <a:lnTo>
                    <a:pt x="1199649" y="150671"/>
                  </a:lnTo>
                  <a:lnTo>
                    <a:pt x="1186610" y="149194"/>
                  </a:lnTo>
                  <a:lnTo>
                    <a:pt x="1173570" y="147289"/>
                  </a:lnTo>
                  <a:lnTo>
                    <a:pt x="1160530" y="146092"/>
                  </a:lnTo>
                  <a:lnTo>
                    <a:pt x="1147491" y="143386"/>
                  </a:lnTo>
                  <a:lnTo>
                    <a:pt x="1134451" y="140452"/>
                  </a:lnTo>
                  <a:lnTo>
                    <a:pt x="1121411" y="137340"/>
                  </a:lnTo>
                  <a:lnTo>
                    <a:pt x="1108372" y="134103"/>
                  </a:lnTo>
                  <a:lnTo>
                    <a:pt x="1095332" y="130954"/>
                  </a:lnTo>
                  <a:lnTo>
                    <a:pt x="1082292" y="128094"/>
                  </a:lnTo>
                  <a:lnTo>
                    <a:pt x="1069253" y="125389"/>
                  </a:lnTo>
                  <a:lnTo>
                    <a:pt x="1056213" y="122912"/>
                  </a:lnTo>
                  <a:lnTo>
                    <a:pt x="1043173" y="120735"/>
                  </a:lnTo>
                  <a:lnTo>
                    <a:pt x="1030134" y="118913"/>
                  </a:lnTo>
                  <a:lnTo>
                    <a:pt x="1017094" y="117430"/>
                  </a:lnTo>
                  <a:lnTo>
                    <a:pt x="1004054" y="116251"/>
                  </a:lnTo>
                  <a:lnTo>
                    <a:pt x="991015" y="115342"/>
                  </a:lnTo>
                  <a:lnTo>
                    <a:pt x="977975" y="114669"/>
                  </a:lnTo>
                  <a:lnTo>
                    <a:pt x="964935" y="114199"/>
                  </a:lnTo>
                  <a:lnTo>
                    <a:pt x="951896" y="113423"/>
                  </a:lnTo>
                  <a:lnTo>
                    <a:pt x="938856" y="113731"/>
                  </a:lnTo>
                  <a:lnTo>
                    <a:pt x="925816" y="113665"/>
                  </a:lnTo>
                  <a:lnTo>
                    <a:pt x="912777" y="113665"/>
                  </a:lnTo>
                  <a:lnTo>
                    <a:pt x="899737" y="113699"/>
                  </a:lnTo>
                  <a:lnTo>
                    <a:pt x="886697" y="112812"/>
                  </a:lnTo>
                  <a:lnTo>
                    <a:pt x="873657" y="109721"/>
                  </a:lnTo>
                  <a:lnTo>
                    <a:pt x="860618" y="106681"/>
                  </a:lnTo>
                  <a:lnTo>
                    <a:pt x="847578" y="104769"/>
                  </a:lnTo>
                  <a:lnTo>
                    <a:pt x="834538" y="107737"/>
                  </a:lnTo>
                  <a:lnTo>
                    <a:pt x="821499" y="111482"/>
                  </a:lnTo>
                  <a:lnTo>
                    <a:pt x="808459" y="112005"/>
                  </a:lnTo>
                  <a:lnTo>
                    <a:pt x="795419" y="111080"/>
                  </a:lnTo>
                  <a:lnTo>
                    <a:pt x="782380" y="110958"/>
                  </a:lnTo>
                  <a:lnTo>
                    <a:pt x="769340" y="109220"/>
                  </a:lnTo>
                  <a:lnTo>
                    <a:pt x="756300" y="108431"/>
                  </a:lnTo>
                  <a:lnTo>
                    <a:pt x="743261" y="111085"/>
                  </a:lnTo>
                  <a:lnTo>
                    <a:pt x="730221" y="111622"/>
                  </a:lnTo>
                  <a:lnTo>
                    <a:pt x="717181" y="111743"/>
                  </a:lnTo>
                  <a:lnTo>
                    <a:pt x="704142" y="111384"/>
                  </a:lnTo>
                  <a:lnTo>
                    <a:pt x="691102" y="110846"/>
                  </a:lnTo>
                  <a:lnTo>
                    <a:pt x="678062" y="110927"/>
                  </a:lnTo>
                  <a:lnTo>
                    <a:pt x="665023" y="110706"/>
                  </a:lnTo>
                  <a:lnTo>
                    <a:pt x="651983" y="110765"/>
                  </a:lnTo>
                  <a:lnTo>
                    <a:pt x="638943" y="111150"/>
                  </a:lnTo>
                  <a:lnTo>
                    <a:pt x="625904" y="111904"/>
                  </a:lnTo>
                  <a:lnTo>
                    <a:pt x="612864" y="113072"/>
                  </a:lnTo>
                  <a:lnTo>
                    <a:pt x="599824" y="114697"/>
                  </a:lnTo>
                  <a:lnTo>
                    <a:pt x="586785" y="116825"/>
                  </a:lnTo>
                  <a:lnTo>
                    <a:pt x="573745" y="122654"/>
                  </a:lnTo>
                  <a:lnTo>
                    <a:pt x="560705" y="124347"/>
                  </a:lnTo>
                  <a:lnTo>
                    <a:pt x="547666" y="126666"/>
                  </a:lnTo>
                  <a:lnTo>
                    <a:pt x="534626" y="133457"/>
                  </a:lnTo>
                  <a:lnTo>
                    <a:pt x="521586" y="141750"/>
                  </a:lnTo>
                  <a:lnTo>
                    <a:pt x="508547" y="142602"/>
                  </a:lnTo>
                  <a:lnTo>
                    <a:pt x="495507" y="150547"/>
                  </a:lnTo>
                  <a:lnTo>
                    <a:pt x="482467" y="156715"/>
                  </a:lnTo>
                  <a:lnTo>
                    <a:pt x="469428" y="164628"/>
                  </a:lnTo>
                  <a:lnTo>
                    <a:pt x="456388" y="172761"/>
                  </a:lnTo>
                  <a:lnTo>
                    <a:pt x="443348" y="174492"/>
                  </a:lnTo>
                  <a:lnTo>
                    <a:pt x="430309" y="180610"/>
                  </a:lnTo>
                  <a:lnTo>
                    <a:pt x="417269" y="184729"/>
                  </a:lnTo>
                  <a:lnTo>
                    <a:pt x="404229" y="194040"/>
                  </a:lnTo>
                  <a:lnTo>
                    <a:pt x="391190" y="203971"/>
                  </a:lnTo>
                  <a:lnTo>
                    <a:pt x="378150" y="213484"/>
                  </a:lnTo>
                  <a:lnTo>
                    <a:pt x="365110" y="222432"/>
                  </a:lnTo>
                  <a:lnTo>
                    <a:pt x="352071" y="231528"/>
                  </a:lnTo>
                  <a:lnTo>
                    <a:pt x="339031" y="241989"/>
                  </a:lnTo>
                  <a:lnTo>
                    <a:pt x="325991" y="251458"/>
                  </a:lnTo>
                  <a:lnTo>
                    <a:pt x="312952" y="259750"/>
                  </a:lnTo>
                  <a:lnTo>
                    <a:pt x="299912" y="268298"/>
                  </a:lnTo>
                  <a:lnTo>
                    <a:pt x="286872" y="277180"/>
                  </a:lnTo>
                  <a:lnTo>
                    <a:pt x="273833" y="284800"/>
                  </a:lnTo>
                  <a:lnTo>
                    <a:pt x="260793" y="291007"/>
                  </a:lnTo>
                  <a:lnTo>
                    <a:pt x="247753" y="295690"/>
                  </a:lnTo>
                  <a:lnTo>
                    <a:pt x="234714" y="301296"/>
                  </a:lnTo>
                  <a:lnTo>
                    <a:pt x="221674" y="302319"/>
                  </a:lnTo>
                  <a:lnTo>
                    <a:pt x="208634" y="298552"/>
                  </a:lnTo>
                  <a:lnTo>
                    <a:pt x="195595" y="294232"/>
                  </a:lnTo>
                  <a:lnTo>
                    <a:pt x="182555" y="295870"/>
                  </a:lnTo>
                  <a:lnTo>
                    <a:pt x="169515" y="300302"/>
                  </a:lnTo>
                  <a:lnTo>
                    <a:pt x="156476" y="305942"/>
                  </a:lnTo>
                  <a:lnTo>
                    <a:pt x="143436" y="307677"/>
                  </a:lnTo>
                  <a:lnTo>
                    <a:pt x="130396" y="307447"/>
                  </a:lnTo>
                  <a:lnTo>
                    <a:pt x="117357" y="309207"/>
                  </a:lnTo>
                  <a:lnTo>
                    <a:pt x="104317" y="308231"/>
                  </a:lnTo>
                  <a:lnTo>
                    <a:pt x="91277" y="301056"/>
                  </a:lnTo>
                  <a:lnTo>
                    <a:pt x="78238" y="292424"/>
                  </a:lnTo>
                  <a:lnTo>
                    <a:pt x="65198" y="283620"/>
                  </a:lnTo>
                  <a:lnTo>
                    <a:pt x="52158" y="282363"/>
                  </a:lnTo>
                  <a:lnTo>
                    <a:pt x="39119" y="274794"/>
                  </a:lnTo>
                  <a:lnTo>
                    <a:pt x="26079" y="265420"/>
                  </a:lnTo>
                  <a:lnTo>
                    <a:pt x="13039" y="265653"/>
                  </a:lnTo>
                  <a:lnTo>
                    <a:pt x="0" y="2555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703334" y="1211720"/>
              <a:ext cx="2334101" cy="439322"/>
            </a:xfrm>
            <a:custGeom>
              <a:avLst/>
              <a:pathLst>
                <a:path w="2334101" h="439322">
                  <a:moveTo>
                    <a:pt x="0" y="375678"/>
                  </a:moveTo>
                  <a:lnTo>
                    <a:pt x="13039" y="386934"/>
                  </a:lnTo>
                  <a:lnTo>
                    <a:pt x="26079" y="396972"/>
                  </a:lnTo>
                  <a:lnTo>
                    <a:pt x="39119" y="405834"/>
                  </a:lnTo>
                  <a:lnTo>
                    <a:pt x="52158" y="413560"/>
                  </a:lnTo>
                  <a:lnTo>
                    <a:pt x="65198" y="420191"/>
                  </a:lnTo>
                  <a:lnTo>
                    <a:pt x="78238" y="425766"/>
                  </a:lnTo>
                  <a:lnTo>
                    <a:pt x="91277" y="430326"/>
                  </a:lnTo>
                  <a:lnTo>
                    <a:pt x="104317" y="433912"/>
                  </a:lnTo>
                  <a:lnTo>
                    <a:pt x="117357" y="436564"/>
                  </a:lnTo>
                  <a:lnTo>
                    <a:pt x="130396" y="438323"/>
                  </a:lnTo>
                  <a:lnTo>
                    <a:pt x="143436" y="439229"/>
                  </a:lnTo>
                  <a:lnTo>
                    <a:pt x="156476" y="439322"/>
                  </a:lnTo>
                  <a:lnTo>
                    <a:pt x="169515" y="438644"/>
                  </a:lnTo>
                  <a:lnTo>
                    <a:pt x="182555" y="437234"/>
                  </a:lnTo>
                  <a:lnTo>
                    <a:pt x="195595" y="435132"/>
                  </a:lnTo>
                  <a:lnTo>
                    <a:pt x="208634" y="432381"/>
                  </a:lnTo>
                  <a:lnTo>
                    <a:pt x="221674" y="429019"/>
                  </a:lnTo>
                  <a:lnTo>
                    <a:pt x="234714" y="425087"/>
                  </a:lnTo>
                  <a:lnTo>
                    <a:pt x="247753" y="420626"/>
                  </a:lnTo>
                  <a:lnTo>
                    <a:pt x="260793" y="415677"/>
                  </a:lnTo>
                  <a:lnTo>
                    <a:pt x="273833" y="410289"/>
                  </a:lnTo>
                  <a:lnTo>
                    <a:pt x="286872" y="404508"/>
                  </a:lnTo>
                  <a:lnTo>
                    <a:pt x="299912" y="398382"/>
                  </a:lnTo>
                  <a:lnTo>
                    <a:pt x="312952" y="391958"/>
                  </a:lnTo>
                  <a:lnTo>
                    <a:pt x="325991" y="385284"/>
                  </a:lnTo>
                  <a:lnTo>
                    <a:pt x="339031" y="378408"/>
                  </a:lnTo>
                  <a:lnTo>
                    <a:pt x="352071" y="371375"/>
                  </a:lnTo>
                  <a:lnTo>
                    <a:pt x="365110" y="364235"/>
                  </a:lnTo>
                  <a:lnTo>
                    <a:pt x="378150" y="357034"/>
                  </a:lnTo>
                  <a:lnTo>
                    <a:pt x="391190" y="349820"/>
                  </a:lnTo>
                  <a:lnTo>
                    <a:pt x="404229" y="342640"/>
                  </a:lnTo>
                  <a:lnTo>
                    <a:pt x="417269" y="335541"/>
                  </a:lnTo>
                  <a:lnTo>
                    <a:pt x="430309" y="328572"/>
                  </a:lnTo>
                  <a:lnTo>
                    <a:pt x="443348" y="321779"/>
                  </a:lnTo>
                  <a:lnTo>
                    <a:pt x="456388" y="315209"/>
                  </a:lnTo>
                  <a:lnTo>
                    <a:pt x="469428" y="308911"/>
                  </a:lnTo>
                  <a:lnTo>
                    <a:pt x="482467" y="302931"/>
                  </a:lnTo>
                  <a:lnTo>
                    <a:pt x="495507" y="297318"/>
                  </a:lnTo>
                  <a:lnTo>
                    <a:pt x="508547" y="292116"/>
                  </a:lnTo>
                  <a:lnTo>
                    <a:pt x="521586" y="287369"/>
                  </a:lnTo>
                  <a:lnTo>
                    <a:pt x="534626" y="283099"/>
                  </a:lnTo>
                  <a:lnTo>
                    <a:pt x="547666" y="279289"/>
                  </a:lnTo>
                  <a:lnTo>
                    <a:pt x="560705" y="275913"/>
                  </a:lnTo>
                  <a:lnTo>
                    <a:pt x="573745" y="272947"/>
                  </a:lnTo>
                  <a:lnTo>
                    <a:pt x="586785" y="270366"/>
                  </a:lnTo>
                  <a:lnTo>
                    <a:pt x="599824" y="268145"/>
                  </a:lnTo>
                  <a:lnTo>
                    <a:pt x="612864" y="266259"/>
                  </a:lnTo>
                  <a:lnTo>
                    <a:pt x="625904" y="264683"/>
                  </a:lnTo>
                  <a:lnTo>
                    <a:pt x="638943" y="263392"/>
                  </a:lnTo>
                  <a:lnTo>
                    <a:pt x="651983" y="262362"/>
                  </a:lnTo>
                  <a:lnTo>
                    <a:pt x="665023" y="261566"/>
                  </a:lnTo>
                  <a:lnTo>
                    <a:pt x="678062" y="260980"/>
                  </a:lnTo>
                  <a:lnTo>
                    <a:pt x="691102" y="260580"/>
                  </a:lnTo>
                  <a:lnTo>
                    <a:pt x="704142" y="260340"/>
                  </a:lnTo>
                  <a:lnTo>
                    <a:pt x="717181" y="260235"/>
                  </a:lnTo>
                  <a:lnTo>
                    <a:pt x="730221" y="260240"/>
                  </a:lnTo>
                  <a:lnTo>
                    <a:pt x="743261" y="260330"/>
                  </a:lnTo>
                  <a:lnTo>
                    <a:pt x="756300" y="260482"/>
                  </a:lnTo>
                  <a:lnTo>
                    <a:pt x="769340" y="260671"/>
                  </a:lnTo>
                  <a:lnTo>
                    <a:pt x="782380" y="260878"/>
                  </a:lnTo>
                  <a:lnTo>
                    <a:pt x="795419" y="261096"/>
                  </a:lnTo>
                  <a:lnTo>
                    <a:pt x="808459" y="261329"/>
                  </a:lnTo>
                  <a:lnTo>
                    <a:pt x="821499" y="261588"/>
                  </a:lnTo>
                  <a:lnTo>
                    <a:pt x="834538" y="261882"/>
                  </a:lnTo>
                  <a:lnTo>
                    <a:pt x="847578" y="262219"/>
                  </a:lnTo>
                  <a:lnTo>
                    <a:pt x="860618" y="262609"/>
                  </a:lnTo>
                  <a:lnTo>
                    <a:pt x="873657" y="263062"/>
                  </a:lnTo>
                  <a:lnTo>
                    <a:pt x="886697" y="263587"/>
                  </a:lnTo>
                  <a:lnTo>
                    <a:pt x="899737" y="264192"/>
                  </a:lnTo>
                  <a:lnTo>
                    <a:pt x="912777" y="264889"/>
                  </a:lnTo>
                  <a:lnTo>
                    <a:pt x="925816" y="265685"/>
                  </a:lnTo>
                  <a:lnTo>
                    <a:pt x="938856" y="266590"/>
                  </a:lnTo>
                  <a:lnTo>
                    <a:pt x="951896" y="267613"/>
                  </a:lnTo>
                  <a:lnTo>
                    <a:pt x="964935" y="268764"/>
                  </a:lnTo>
                  <a:lnTo>
                    <a:pt x="977975" y="270052"/>
                  </a:lnTo>
                  <a:lnTo>
                    <a:pt x="991015" y="271486"/>
                  </a:lnTo>
                  <a:lnTo>
                    <a:pt x="1004054" y="273076"/>
                  </a:lnTo>
                  <a:lnTo>
                    <a:pt x="1017094" y="274829"/>
                  </a:lnTo>
                  <a:lnTo>
                    <a:pt x="1030134" y="276748"/>
                  </a:lnTo>
                  <a:lnTo>
                    <a:pt x="1043173" y="278834"/>
                  </a:lnTo>
                  <a:lnTo>
                    <a:pt x="1056213" y="281072"/>
                  </a:lnTo>
                  <a:lnTo>
                    <a:pt x="1069253" y="283425"/>
                  </a:lnTo>
                  <a:lnTo>
                    <a:pt x="1082292" y="285855"/>
                  </a:lnTo>
                  <a:lnTo>
                    <a:pt x="1095332" y="288321"/>
                  </a:lnTo>
                  <a:lnTo>
                    <a:pt x="1108372" y="290783"/>
                  </a:lnTo>
                  <a:lnTo>
                    <a:pt x="1121411" y="293201"/>
                  </a:lnTo>
                  <a:lnTo>
                    <a:pt x="1134451" y="295534"/>
                  </a:lnTo>
                  <a:lnTo>
                    <a:pt x="1147491" y="297742"/>
                  </a:lnTo>
                  <a:lnTo>
                    <a:pt x="1160530" y="299786"/>
                  </a:lnTo>
                  <a:lnTo>
                    <a:pt x="1173570" y="301624"/>
                  </a:lnTo>
                  <a:lnTo>
                    <a:pt x="1186610" y="303218"/>
                  </a:lnTo>
                  <a:lnTo>
                    <a:pt x="1199649" y="304526"/>
                  </a:lnTo>
                  <a:lnTo>
                    <a:pt x="1212689" y="305510"/>
                  </a:lnTo>
                  <a:lnTo>
                    <a:pt x="1225729" y="306127"/>
                  </a:lnTo>
                  <a:lnTo>
                    <a:pt x="1238768" y="306339"/>
                  </a:lnTo>
                  <a:lnTo>
                    <a:pt x="1251808" y="306107"/>
                  </a:lnTo>
                  <a:lnTo>
                    <a:pt x="1264848" y="305390"/>
                  </a:lnTo>
                  <a:lnTo>
                    <a:pt x="1277887" y="304157"/>
                  </a:lnTo>
                  <a:lnTo>
                    <a:pt x="1290927" y="302379"/>
                  </a:lnTo>
                  <a:lnTo>
                    <a:pt x="1303967" y="300037"/>
                  </a:lnTo>
                  <a:lnTo>
                    <a:pt x="1317006" y="297136"/>
                  </a:lnTo>
                  <a:lnTo>
                    <a:pt x="1330046" y="293729"/>
                  </a:lnTo>
                  <a:lnTo>
                    <a:pt x="1343086" y="289883"/>
                  </a:lnTo>
                  <a:lnTo>
                    <a:pt x="1356125" y="285661"/>
                  </a:lnTo>
                  <a:lnTo>
                    <a:pt x="1369165" y="281129"/>
                  </a:lnTo>
                  <a:lnTo>
                    <a:pt x="1382205" y="276350"/>
                  </a:lnTo>
                  <a:lnTo>
                    <a:pt x="1395244" y="271390"/>
                  </a:lnTo>
                  <a:lnTo>
                    <a:pt x="1408284" y="266313"/>
                  </a:lnTo>
                  <a:lnTo>
                    <a:pt x="1421324" y="261183"/>
                  </a:lnTo>
                  <a:lnTo>
                    <a:pt x="1434363" y="256066"/>
                  </a:lnTo>
                  <a:lnTo>
                    <a:pt x="1447403" y="251026"/>
                  </a:lnTo>
                  <a:lnTo>
                    <a:pt x="1460443" y="246128"/>
                  </a:lnTo>
                  <a:lnTo>
                    <a:pt x="1473482" y="241436"/>
                  </a:lnTo>
                  <a:lnTo>
                    <a:pt x="1486522" y="237015"/>
                  </a:lnTo>
                  <a:lnTo>
                    <a:pt x="1499562" y="232927"/>
                  </a:lnTo>
                  <a:lnTo>
                    <a:pt x="1512601" y="229238"/>
                  </a:lnTo>
                  <a:lnTo>
                    <a:pt x="1525641" y="226003"/>
                  </a:lnTo>
                  <a:lnTo>
                    <a:pt x="1538681" y="223274"/>
                  </a:lnTo>
                  <a:lnTo>
                    <a:pt x="1551720" y="221092"/>
                  </a:lnTo>
                  <a:lnTo>
                    <a:pt x="1564760" y="219489"/>
                  </a:lnTo>
                  <a:lnTo>
                    <a:pt x="1577800" y="218462"/>
                  </a:lnTo>
                  <a:lnTo>
                    <a:pt x="1590839" y="217932"/>
                  </a:lnTo>
                  <a:lnTo>
                    <a:pt x="1603879" y="217805"/>
                  </a:lnTo>
                  <a:lnTo>
                    <a:pt x="1616919" y="217989"/>
                  </a:lnTo>
                  <a:lnTo>
                    <a:pt x="1629958" y="218389"/>
                  </a:lnTo>
                  <a:lnTo>
                    <a:pt x="1642998" y="218912"/>
                  </a:lnTo>
                  <a:lnTo>
                    <a:pt x="1656038" y="219464"/>
                  </a:lnTo>
                  <a:lnTo>
                    <a:pt x="1669077" y="219953"/>
                  </a:lnTo>
                  <a:lnTo>
                    <a:pt x="1682117" y="220284"/>
                  </a:lnTo>
                  <a:lnTo>
                    <a:pt x="1695157" y="220365"/>
                  </a:lnTo>
                  <a:lnTo>
                    <a:pt x="1708196" y="220101"/>
                  </a:lnTo>
                  <a:lnTo>
                    <a:pt x="1721236" y="219399"/>
                  </a:lnTo>
                  <a:lnTo>
                    <a:pt x="1734276" y="218166"/>
                  </a:lnTo>
                  <a:lnTo>
                    <a:pt x="1747315" y="216310"/>
                  </a:lnTo>
                  <a:lnTo>
                    <a:pt x="1760355" y="213738"/>
                  </a:lnTo>
                  <a:lnTo>
                    <a:pt x="1773395" y="210363"/>
                  </a:lnTo>
                  <a:lnTo>
                    <a:pt x="1786435" y="206114"/>
                  </a:lnTo>
                  <a:lnTo>
                    <a:pt x="1799474" y="200931"/>
                  </a:lnTo>
                  <a:lnTo>
                    <a:pt x="1812514" y="194774"/>
                  </a:lnTo>
                  <a:lnTo>
                    <a:pt x="1825554" y="187615"/>
                  </a:lnTo>
                  <a:lnTo>
                    <a:pt x="1838593" y="179509"/>
                  </a:lnTo>
                  <a:lnTo>
                    <a:pt x="1851633" y="170665"/>
                  </a:lnTo>
                  <a:lnTo>
                    <a:pt x="1864673" y="161324"/>
                  </a:lnTo>
                  <a:lnTo>
                    <a:pt x="1877712" y="151726"/>
                  </a:lnTo>
                  <a:lnTo>
                    <a:pt x="1890752" y="142109"/>
                  </a:lnTo>
                  <a:lnTo>
                    <a:pt x="1903792" y="132715"/>
                  </a:lnTo>
                  <a:lnTo>
                    <a:pt x="1916831" y="123782"/>
                  </a:lnTo>
                  <a:lnTo>
                    <a:pt x="1929871" y="115551"/>
                  </a:lnTo>
                  <a:lnTo>
                    <a:pt x="1942911" y="108261"/>
                  </a:lnTo>
                  <a:lnTo>
                    <a:pt x="1955950" y="102151"/>
                  </a:lnTo>
                  <a:lnTo>
                    <a:pt x="1968990" y="97463"/>
                  </a:lnTo>
                  <a:lnTo>
                    <a:pt x="1982030" y="94434"/>
                  </a:lnTo>
                  <a:lnTo>
                    <a:pt x="1995069" y="93306"/>
                  </a:lnTo>
                  <a:lnTo>
                    <a:pt x="2008109" y="94318"/>
                  </a:lnTo>
                  <a:lnTo>
                    <a:pt x="2021149" y="97701"/>
                  </a:lnTo>
                  <a:lnTo>
                    <a:pt x="2034188" y="103662"/>
                  </a:lnTo>
                  <a:lnTo>
                    <a:pt x="2047228" y="112352"/>
                  </a:lnTo>
                  <a:lnTo>
                    <a:pt x="2060268" y="123872"/>
                  </a:lnTo>
                  <a:lnTo>
                    <a:pt x="2073307" y="138265"/>
                  </a:lnTo>
                  <a:lnTo>
                    <a:pt x="2086347" y="155519"/>
                  </a:lnTo>
                  <a:lnTo>
                    <a:pt x="2099387" y="175332"/>
                  </a:lnTo>
                  <a:lnTo>
                    <a:pt x="2112426" y="196905"/>
                  </a:lnTo>
                  <a:lnTo>
                    <a:pt x="2125466" y="219356"/>
                  </a:lnTo>
                  <a:lnTo>
                    <a:pt x="2138506" y="241803"/>
                  </a:lnTo>
                  <a:lnTo>
                    <a:pt x="2151545" y="263365"/>
                  </a:lnTo>
                  <a:lnTo>
                    <a:pt x="2164585" y="283161"/>
                  </a:lnTo>
                  <a:lnTo>
                    <a:pt x="2177625" y="300308"/>
                  </a:lnTo>
                  <a:lnTo>
                    <a:pt x="2190664" y="313926"/>
                  </a:lnTo>
                  <a:lnTo>
                    <a:pt x="2203704" y="323132"/>
                  </a:lnTo>
                  <a:lnTo>
                    <a:pt x="2216744" y="327041"/>
                  </a:lnTo>
                  <a:lnTo>
                    <a:pt x="2229783" y="324770"/>
                  </a:lnTo>
                  <a:lnTo>
                    <a:pt x="2242823" y="315437"/>
                  </a:lnTo>
                  <a:lnTo>
                    <a:pt x="2255863" y="298159"/>
                  </a:lnTo>
                  <a:lnTo>
                    <a:pt x="2268902" y="272154"/>
                  </a:lnTo>
                  <a:lnTo>
                    <a:pt x="2281942" y="236875"/>
                  </a:lnTo>
                  <a:lnTo>
                    <a:pt x="2294982" y="192162"/>
                  </a:lnTo>
                  <a:lnTo>
                    <a:pt x="2308021" y="137808"/>
                  </a:lnTo>
                  <a:lnTo>
                    <a:pt x="2321061" y="73812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1894150" y="1988050"/>
              <a:ext cx="2347515" cy="558922"/>
            </a:xfrm>
            <a:custGeom>
              <a:avLst/>
              <a:pathLst>
                <a:path w="2347515" h="558922">
                  <a:moveTo>
                    <a:pt x="0" y="235074"/>
                  </a:moveTo>
                  <a:lnTo>
                    <a:pt x="13114" y="234771"/>
                  </a:lnTo>
                  <a:lnTo>
                    <a:pt x="26229" y="234466"/>
                  </a:lnTo>
                  <a:lnTo>
                    <a:pt x="39343" y="234162"/>
                  </a:lnTo>
                  <a:lnTo>
                    <a:pt x="52458" y="233857"/>
                  </a:lnTo>
                  <a:lnTo>
                    <a:pt x="65573" y="233552"/>
                  </a:lnTo>
                  <a:lnTo>
                    <a:pt x="78687" y="233245"/>
                  </a:lnTo>
                  <a:lnTo>
                    <a:pt x="91802" y="232938"/>
                  </a:lnTo>
                  <a:lnTo>
                    <a:pt x="104916" y="232628"/>
                  </a:lnTo>
                  <a:lnTo>
                    <a:pt x="118031" y="232317"/>
                  </a:lnTo>
                  <a:lnTo>
                    <a:pt x="131146" y="232003"/>
                  </a:lnTo>
                  <a:lnTo>
                    <a:pt x="144260" y="231686"/>
                  </a:lnTo>
                  <a:lnTo>
                    <a:pt x="157375" y="231367"/>
                  </a:lnTo>
                  <a:lnTo>
                    <a:pt x="170489" y="231044"/>
                  </a:lnTo>
                  <a:lnTo>
                    <a:pt x="183604" y="230717"/>
                  </a:lnTo>
                  <a:lnTo>
                    <a:pt x="196719" y="230386"/>
                  </a:lnTo>
                  <a:lnTo>
                    <a:pt x="209833" y="230050"/>
                  </a:lnTo>
                  <a:lnTo>
                    <a:pt x="222948" y="229709"/>
                  </a:lnTo>
                  <a:lnTo>
                    <a:pt x="236063" y="229363"/>
                  </a:lnTo>
                  <a:lnTo>
                    <a:pt x="249177" y="229012"/>
                  </a:lnTo>
                  <a:lnTo>
                    <a:pt x="262292" y="228654"/>
                  </a:lnTo>
                  <a:lnTo>
                    <a:pt x="275406" y="228290"/>
                  </a:lnTo>
                  <a:lnTo>
                    <a:pt x="288521" y="227920"/>
                  </a:lnTo>
                  <a:lnTo>
                    <a:pt x="301636" y="227542"/>
                  </a:lnTo>
                  <a:lnTo>
                    <a:pt x="314750" y="227157"/>
                  </a:lnTo>
                  <a:lnTo>
                    <a:pt x="327865" y="226764"/>
                  </a:lnTo>
                  <a:lnTo>
                    <a:pt x="340979" y="226363"/>
                  </a:lnTo>
                  <a:lnTo>
                    <a:pt x="354094" y="225954"/>
                  </a:lnTo>
                  <a:lnTo>
                    <a:pt x="367209" y="225536"/>
                  </a:lnTo>
                  <a:lnTo>
                    <a:pt x="380323" y="225109"/>
                  </a:lnTo>
                  <a:lnTo>
                    <a:pt x="393438" y="224672"/>
                  </a:lnTo>
                  <a:lnTo>
                    <a:pt x="406552" y="224225"/>
                  </a:lnTo>
                  <a:lnTo>
                    <a:pt x="419667" y="223769"/>
                  </a:lnTo>
                  <a:lnTo>
                    <a:pt x="432782" y="223302"/>
                  </a:lnTo>
                  <a:lnTo>
                    <a:pt x="445896" y="222824"/>
                  </a:lnTo>
                  <a:lnTo>
                    <a:pt x="459011" y="222335"/>
                  </a:lnTo>
                  <a:lnTo>
                    <a:pt x="472126" y="221834"/>
                  </a:lnTo>
                  <a:lnTo>
                    <a:pt x="485240" y="221322"/>
                  </a:lnTo>
                  <a:lnTo>
                    <a:pt x="498355" y="220797"/>
                  </a:lnTo>
                  <a:lnTo>
                    <a:pt x="511469" y="220260"/>
                  </a:lnTo>
                  <a:lnTo>
                    <a:pt x="524584" y="219710"/>
                  </a:lnTo>
                  <a:lnTo>
                    <a:pt x="537699" y="219147"/>
                  </a:lnTo>
                  <a:lnTo>
                    <a:pt x="550813" y="218570"/>
                  </a:lnTo>
                  <a:lnTo>
                    <a:pt x="563928" y="217980"/>
                  </a:lnTo>
                  <a:lnTo>
                    <a:pt x="577042" y="217375"/>
                  </a:lnTo>
                  <a:lnTo>
                    <a:pt x="590157" y="216756"/>
                  </a:lnTo>
                  <a:lnTo>
                    <a:pt x="603272" y="216123"/>
                  </a:lnTo>
                  <a:lnTo>
                    <a:pt x="616386" y="215474"/>
                  </a:lnTo>
                  <a:lnTo>
                    <a:pt x="629501" y="214810"/>
                  </a:lnTo>
                  <a:lnTo>
                    <a:pt x="642615" y="214130"/>
                  </a:lnTo>
                  <a:lnTo>
                    <a:pt x="655730" y="213435"/>
                  </a:lnTo>
                  <a:lnTo>
                    <a:pt x="668845" y="212723"/>
                  </a:lnTo>
                  <a:lnTo>
                    <a:pt x="681959" y="211995"/>
                  </a:lnTo>
                  <a:lnTo>
                    <a:pt x="695074" y="211250"/>
                  </a:lnTo>
                  <a:lnTo>
                    <a:pt x="708189" y="210489"/>
                  </a:lnTo>
                  <a:lnTo>
                    <a:pt x="721303" y="209710"/>
                  </a:lnTo>
                  <a:lnTo>
                    <a:pt x="734418" y="208914"/>
                  </a:lnTo>
                  <a:lnTo>
                    <a:pt x="747532" y="208101"/>
                  </a:lnTo>
                  <a:lnTo>
                    <a:pt x="760647" y="207270"/>
                  </a:lnTo>
                  <a:lnTo>
                    <a:pt x="773762" y="206421"/>
                  </a:lnTo>
                  <a:lnTo>
                    <a:pt x="786876" y="205554"/>
                  </a:lnTo>
                  <a:lnTo>
                    <a:pt x="799991" y="204670"/>
                  </a:lnTo>
                  <a:lnTo>
                    <a:pt x="813105" y="203767"/>
                  </a:lnTo>
                  <a:lnTo>
                    <a:pt x="826220" y="202845"/>
                  </a:lnTo>
                  <a:lnTo>
                    <a:pt x="839335" y="201906"/>
                  </a:lnTo>
                  <a:lnTo>
                    <a:pt x="852449" y="200947"/>
                  </a:lnTo>
                  <a:lnTo>
                    <a:pt x="865564" y="199970"/>
                  </a:lnTo>
                  <a:lnTo>
                    <a:pt x="878679" y="198975"/>
                  </a:lnTo>
                  <a:lnTo>
                    <a:pt x="891793" y="197961"/>
                  </a:lnTo>
                  <a:lnTo>
                    <a:pt x="904908" y="196928"/>
                  </a:lnTo>
                  <a:lnTo>
                    <a:pt x="918022" y="195876"/>
                  </a:lnTo>
                  <a:lnTo>
                    <a:pt x="931137" y="194805"/>
                  </a:lnTo>
                  <a:lnTo>
                    <a:pt x="944252" y="193716"/>
                  </a:lnTo>
                  <a:lnTo>
                    <a:pt x="957366" y="192607"/>
                  </a:lnTo>
                  <a:lnTo>
                    <a:pt x="970481" y="191480"/>
                  </a:lnTo>
                  <a:lnTo>
                    <a:pt x="983595" y="190334"/>
                  </a:lnTo>
                  <a:lnTo>
                    <a:pt x="996710" y="189170"/>
                  </a:lnTo>
                  <a:lnTo>
                    <a:pt x="1009825" y="187986"/>
                  </a:lnTo>
                  <a:lnTo>
                    <a:pt x="1022939" y="186784"/>
                  </a:lnTo>
                  <a:lnTo>
                    <a:pt x="1036054" y="185564"/>
                  </a:lnTo>
                  <a:lnTo>
                    <a:pt x="1049168" y="184325"/>
                  </a:lnTo>
                  <a:lnTo>
                    <a:pt x="1062283" y="183067"/>
                  </a:lnTo>
                  <a:lnTo>
                    <a:pt x="1075398" y="181792"/>
                  </a:lnTo>
                  <a:lnTo>
                    <a:pt x="1088512" y="180498"/>
                  </a:lnTo>
                  <a:lnTo>
                    <a:pt x="1101627" y="179185"/>
                  </a:lnTo>
                  <a:lnTo>
                    <a:pt x="1114742" y="177855"/>
                  </a:lnTo>
                  <a:lnTo>
                    <a:pt x="1127856" y="176507"/>
                  </a:lnTo>
                  <a:lnTo>
                    <a:pt x="1140971" y="175141"/>
                  </a:lnTo>
                  <a:lnTo>
                    <a:pt x="1154085" y="173757"/>
                  </a:lnTo>
                  <a:lnTo>
                    <a:pt x="1167200" y="172356"/>
                  </a:lnTo>
                  <a:lnTo>
                    <a:pt x="1180315" y="170937"/>
                  </a:lnTo>
                  <a:lnTo>
                    <a:pt x="1193429" y="169501"/>
                  </a:lnTo>
                  <a:lnTo>
                    <a:pt x="1206544" y="168048"/>
                  </a:lnTo>
                  <a:lnTo>
                    <a:pt x="1219658" y="166577"/>
                  </a:lnTo>
                  <a:lnTo>
                    <a:pt x="1232773" y="165090"/>
                  </a:lnTo>
                  <a:lnTo>
                    <a:pt x="1245888" y="163587"/>
                  </a:lnTo>
                  <a:lnTo>
                    <a:pt x="1259002" y="162066"/>
                  </a:lnTo>
                  <a:lnTo>
                    <a:pt x="1272117" y="160529"/>
                  </a:lnTo>
                  <a:lnTo>
                    <a:pt x="1285231" y="158976"/>
                  </a:lnTo>
                  <a:lnTo>
                    <a:pt x="1298346" y="157407"/>
                  </a:lnTo>
                  <a:lnTo>
                    <a:pt x="1311461" y="155822"/>
                  </a:lnTo>
                  <a:lnTo>
                    <a:pt x="1324575" y="154221"/>
                  </a:lnTo>
                  <a:lnTo>
                    <a:pt x="1337690" y="152604"/>
                  </a:lnTo>
                  <a:lnTo>
                    <a:pt x="1350805" y="150972"/>
                  </a:lnTo>
                  <a:lnTo>
                    <a:pt x="1363919" y="149325"/>
                  </a:lnTo>
                  <a:lnTo>
                    <a:pt x="1377034" y="147662"/>
                  </a:lnTo>
                  <a:lnTo>
                    <a:pt x="1390148" y="145985"/>
                  </a:lnTo>
                  <a:lnTo>
                    <a:pt x="1403263" y="144293"/>
                  </a:lnTo>
                  <a:lnTo>
                    <a:pt x="1416378" y="142586"/>
                  </a:lnTo>
                  <a:lnTo>
                    <a:pt x="1429492" y="140864"/>
                  </a:lnTo>
                  <a:lnTo>
                    <a:pt x="1442607" y="139129"/>
                  </a:lnTo>
                  <a:lnTo>
                    <a:pt x="1455721" y="137379"/>
                  </a:lnTo>
                  <a:lnTo>
                    <a:pt x="1468836" y="135616"/>
                  </a:lnTo>
                  <a:lnTo>
                    <a:pt x="1481951" y="133838"/>
                  </a:lnTo>
                  <a:lnTo>
                    <a:pt x="1495065" y="132048"/>
                  </a:lnTo>
                  <a:lnTo>
                    <a:pt x="1508180" y="130244"/>
                  </a:lnTo>
                  <a:lnTo>
                    <a:pt x="1521295" y="128427"/>
                  </a:lnTo>
                  <a:lnTo>
                    <a:pt x="1534409" y="126597"/>
                  </a:lnTo>
                  <a:lnTo>
                    <a:pt x="1547524" y="124754"/>
                  </a:lnTo>
                  <a:lnTo>
                    <a:pt x="1560638" y="122900"/>
                  </a:lnTo>
                  <a:lnTo>
                    <a:pt x="1573753" y="121033"/>
                  </a:lnTo>
                  <a:lnTo>
                    <a:pt x="1586868" y="119154"/>
                  </a:lnTo>
                  <a:lnTo>
                    <a:pt x="1599982" y="117264"/>
                  </a:lnTo>
                  <a:lnTo>
                    <a:pt x="1613097" y="115362"/>
                  </a:lnTo>
                  <a:lnTo>
                    <a:pt x="1626211" y="113450"/>
                  </a:lnTo>
                  <a:lnTo>
                    <a:pt x="1639326" y="111527"/>
                  </a:lnTo>
                  <a:lnTo>
                    <a:pt x="1652441" y="109593"/>
                  </a:lnTo>
                  <a:lnTo>
                    <a:pt x="1665555" y="107649"/>
                  </a:lnTo>
                  <a:lnTo>
                    <a:pt x="1678670" y="105696"/>
                  </a:lnTo>
                  <a:lnTo>
                    <a:pt x="1691784" y="103733"/>
                  </a:lnTo>
                  <a:lnTo>
                    <a:pt x="1704899" y="101761"/>
                  </a:lnTo>
                  <a:lnTo>
                    <a:pt x="1718014" y="99780"/>
                  </a:lnTo>
                  <a:lnTo>
                    <a:pt x="1731128" y="97790"/>
                  </a:lnTo>
                  <a:lnTo>
                    <a:pt x="1744243" y="95793"/>
                  </a:lnTo>
                  <a:lnTo>
                    <a:pt x="1757358" y="93788"/>
                  </a:lnTo>
                  <a:lnTo>
                    <a:pt x="1770472" y="91775"/>
                  </a:lnTo>
                  <a:lnTo>
                    <a:pt x="1783587" y="89755"/>
                  </a:lnTo>
                  <a:lnTo>
                    <a:pt x="1796701" y="87728"/>
                  </a:lnTo>
                  <a:lnTo>
                    <a:pt x="1809816" y="85696"/>
                  </a:lnTo>
                  <a:lnTo>
                    <a:pt x="1822931" y="83657"/>
                  </a:lnTo>
                  <a:lnTo>
                    <a:pt x="1836045" y="81612"/>
                  </a:lnTo>
                  <a:lnTo>
                    <a:pt x="1849160" y="79562"/>
                  </a:lnTo>
                  <a:lnTo>
                    <a:pt x="1862274" y="77507"/>
                  </a:lnTo>
                  <a:lnTo>
                    <a:pt x="1875389" y="75447"/>
                  </a:lnTo>
                  <a:lnTo>
                    <a:pt x="1888504" y="73383"/>
                  </a:lnTo>
                  <a:lnTo>
                    <a:pt x="1901618" y="71315"/>
                  </a:lnTo>
                  <a:lnTo>
                    <a:pt x="1914733" y="69244"/>
                  </a:lnTo>
                  <a:lnTo>
                    <a:pt x="1927847" y="67168"/>
                  </a:lnTo>
                  <a:lnTo>
                    <a:pt x="1940962" y="65090"/>
                  </a:lnTo>
                  <a:lnTo>
                    <a:pt x="1954077" y="63009"/>
                  </a:lnTo>
                  <a:lnTo>
                    <a:pt x="1967191" y="60925"/>
                  </a:lnTo>
                  <a:lnTo>
                    <a:pt x="1980306" y="58838"/>
                  </a:lnTo>
                  <a:lnTo>
                    <a:pt x="1993421" y="56750"/>
                  </a:lnTo>
                  <a:lnTo>
                    <a:pt x="2006535" y="54659"/>
                  </a:lnTo>
                  <a:lnTo>
                    <a:pt x="2019650" y="52567"/>
                  </a:lnTo>
                  <a:lnTo>
                    <a:pt x="2032764" y="50473"/>
                  </a:lnTo>
                  <a:lnTo>
                    <a:pt x="2045879" y="48378"/>
                  </a:lnTo>
                  <a:lnTo>
                    <a:pt x="2058994" y="46281"/>
                  </a:lnTo>
                  <a:lnTo>
                    <a:pt x="2072108" y="44183"/>
                  </a:lnTo>
                  <a:lnTo>
                    <a:pt x="2085223" y="42084"/>
                  </a:lnTo>
                  <a:lnTo>
                    <a:pt x="2098337" y="39984"/>
                  </a:lnTo>
                  <a:lnTo>
                    <a:pt x="2111452" y="37883"/>
                  </a:lnTo>
                  <a:lnTo>
                    <a:pt x="2124567" y="35782"/>
                  </a:lnTo>
                  <a:lnTo>
                    <a:pt x="2137681" y="33680"/>
                  </a:lnTo>
                  <a:lnTo>
                    <a:pt x="2150796" y="31577"/>
                  </a:lnTo>
                  <a:lnTo>
                    <a:pt x="2163911" y="29474"/>
                  </a:lnTo>
                  <a:lnTo>
                    <a:pt x="2177025" y="27370"/>
                  </a:lnTo>
                  <a:lnTo>
                    <a:pt x="2190140" y="25266"/>
                  </a:lnTo>
                  <a:lnTo>
                    <a:pt x="2203254" y="23161"/>
                  </a:lnTo>
                  <a:lnTo>
                    <a:pt x="2216369" y="21057"/>
                  </a:lnTo>
                  <a:lnTo>
                    <a:pt x="2229484" y="18952"/>
                  </a:lnTo>
                  <a:lnTo>
                    <a:pt x="2242598" y="16846"/>
                  </a:lnTo>
                  <a:lnTo>
                    <a:pt x="2255713" y="14741"/>
                  </a:lnTo>
                  <a:lnTo>
                    <a:pt x="2268827" y="12635"/>
                  </a:lnTo>
                  <a:lnTo>
                    <a:pt x="2281942" y="10529"/>
                  </a:lnTo>
                  <a:lnTo>
                    <a:pt x="2295057" y="8424"/>
                  </a:lnTo>
                  <a:lnTo>
                    <a:pt x="2308171" y="6318"/>
                  </a:lnTo>
                  <a:lnTo>
                    <a:pt x="2321286" y="4212"/>
                  </a:lnTo>
                  <a:lnTo>
                    <a:pt x="2334400" y="2106"/>
                  </a:lnTo>
                  <a:lnTo>
                    <a:pt x="2347515" y="0"/>
                  </a:lnTo>
                  <a:lnTo>
                    <a:pt x="2347515" y="128208"/>
                  </a:lnTo>
                  <a:lnTo>
                    <a:pt x="2334400" y="130808"/>
                  </a:lnTo>
                  <a:lnTo>
                    <a:pt x="2321286" y="133407"/>
                  </a:lnTo>
                  <a:lnTo>
                    <a:pt x="2308171" y="136007"/>
                  </a:lnTo>
                  <a:lnTo>
                    <a:pt x="2295057" y="138606"/>
                  </a:lnTo>
                  <a:lnTo>
                    <a:pt x="2281942" y="141206"/>
                  </a:lnTo>
                  <a:lnTo>
                    <a:pt x="2268827" y="143806"/>
                  </a:lnTo>
                  <a:lnTo>
                    <a:pt x="2255713" y="146405"/>
                  </a:lnTo>
                  <a:lnTo>
                    <a:pt x="2242598" y="149005"/>
                  </a:lnTo>
                  <a:lnTo>
                    <a:pt x="2229484" y="151605"/>
                  </a:lnTo>
                  <a:lnTo>
                    <a:pt x="2216369" y="154205"/>
                  </a:lnTo>
                  <a:lnTo>
                    <a:pt x="2203254" y="156805"/>
                  </a:lnTo>
                  <a:lnTo>
                    <a:pt x="2190140" y="159405"/>
                  </a:lnTo>
                  <a:lnTo>
                    <a:pt x="2177025" y="162006"/>
                  </a:lnTo>
                  <a:lnTo>
                    <a:pt x="2163911" y="164606"/>
                  </a:lnTo>
                  <a:lnTo>
                    <a:pt x="2150796" y="167207"/>
                  </a:lnTo>
                  <a:lnTo>
                    <a:pt x="2137681" y="169808"/>
                  </a:lnTo>
                  <a:lnTo>
                    <a:pt x="2124567" y="172409"/>
                  </a:lnTo>
                  <a:lnTo>
                    <a:pt x="2111452" y="175010"/>
                  </a:lnTo>
                  <a:lnTo>
                    <a:pt x="2098337" y="177611"/>
                  </a:lnTo>
                  <a:lnTo>
                    <a:pt x="2085223" y="180212"/>
                  </a:lnTo>
                  <a:lnTo>
                    <a:pt x="2072108" y="182813"/>
                  </a:lnTo>
                  <a:lnTo>
                    <a:pt x="2058994" y="185415"/>
                  </a:lnTo>
                  <a:lnTo>
                    <a:pt x="2045879" y="188016"/>
                  </a:lnTo>
                  <a:lnTo>
                    <a:pt x="2032764" y="190617"/>
                  </a:lnTo>
                  <a:lnTo>
                    <a:pt x="2019650" y="193218"/>
                  </a:lnTo>
                  <a:lnTo>
                    <a:pt x="2006535" y="195819"/>
                  </a:lnTo>
                  <a:lnTo>
                    <a:pt x="1993421" y="198420"/>
                  </a:lnTo>
                  <a:lnTo>
                    <a:pt x="1980306" y="201020"/>
                  </a:lnTo>
                  <a:lnTo>
                    <a:pt x="1967191" y="203619"/>
                  </a:lnTo>
                  <a:lnTo>
                    <a:pt x="1954077" y="206218"/>
                  </a:lnTo>
                  <a:lnTo>
                    <a:pt x="1940962" y="208816"/>
                  </a:lnTo>
                  <a:lnTo>
                    <a:pt x="1927847" y="211413"/>
                  </a:lnTo>
                  <a:lnTo>
                    <a:pt x="1914733" y="214009"/>
                  </a:lnTo>
                  <a:lnTo>
                    <a:pt x="1901618" y="216604"/>
                  </a:lnTo>
                  <a:lnTo>
                    <a:pt x="1888504" y="219198"/>
                  </a:lnTo>
                  <a:lnTo>
                    <a:pt x="1875389" y="221790"/>
                  </a:lnTo>
                  <a:lnTo>
                    <a:pt x="1862274" y="224380"/>
                  </a:lnTo>
                  <a:lnTo>
                    <a:pt x="1849160" y="226969"/>
                  </a:lnTo>
                  <a:lnTo>
                    <a:pt x="1836045" y="229556"/>
                  </a:lnTo>
                  <a:lnTo>
                    <a:pt x="1822931" y="232140"/>
                  </a:lnTo>
                  <a:lnTo>
                    <a:pt x="1809816" y="234722"/>
                  </a:lnTo>
                  <a:lnTo>
                    <a:pt x="1796701" y="237302"/>
                  </a:lnTo>
                  <a:lnTo>
                    <a:pt x="1783587" y="239879"/>
                  </a:lnTo>
                  <a:lnTo>
                    <a:pt x="1770472" y="242454"/>
                  </a:lnTo>
                  <a:lnTo>
                    <a:pt x="1757358" y="245025"/>
                  </a:lnTo>
                  <a:lnTo>
                    <a:pt x="1744243" y="247593"/>
                  </a:lnTo>
                  <a:lnTo>
                    <a:pt x="1731128" y="250158"/>
                  </a:lnTo>
                  <a:lnTo>
                    <a:pt x="1718014" y="252720"/>
                  </a:lnTo>
                  <a:lnTo>
                    <a:pt x="1704899" y="255278"/>
                  </a:lnTo>
                  <a:lnTo>
                    <a:pt x="1691784" y="257833"/>
                  </a:lnTo>
                  <a:lnTo>
                    <a:pt x="1678670" y="260383"/>
                  </a:lnTo>
                  <a:lnTo>
                    <a:pt x="1665555" y="262930"/>
                  </a:lnTo>
                  <a:lnTo>
                    <a:pt x="1652441" y="265473"/>
                  </a:lnTo>
                  <a:lnTo>
                    <a:pt x="1639326" y="268013"/>
                  </a:lnTo>
                  <a:lnTo>
                    <a:pt x="1626211" y="270548"/>
                  </a:lnTo>
                  <a:lnTo>
                    <a:pt x="1613097" y="273078"/>
                  </a:lnTo>
                  <a:lnTo>
                    <a:pt x="1599982" y="275605"/>
                  </a:lnTo>
                  <a:lnTo>
                    <a:pt x="1586868" y="278128"/>
                  </a:lnTo>
                  <a:lnTo>
                    <a:pt x="1573753" y="280646"/>
                  </a:lnTo>
                  <a:lnTo>
                    <a:pt x="1560638" y="283160"/>
                  </a:lnTo>
                  <a:lnTo>
                    <a:pt x="1547524" y="285669"/>
                  </a:lnTo>
                  <a:lnTo>
                    <a:pt x="1534409" y="288175"/>
                  </a:lnTo>
                  <a:lnTo>
                    <a:pt x="1521295" y="290676"/>
                  </a:lnTo>
                  <a:lnTo>
                    <a:pt x="1508180" y="293172"/>
                  </a:lnTo>
                  <a:lnTo>
                    <a:pt x="1495065" y="295665"/>
                  </a:lnTo>
                  <a:lnTo>
                    <a:pt x="1481951" y="298153"/>
                  </a:lnTo>
                  <a:lnTo>
                    <a:pt x="1468836" y="300636"/>
                  </a:lnTo>
                  <a:lnTo>
                    <a:pt x="1455721" y="303116"/>
                  </a:lnTo>
                  <a:lnTo>
                    <a:pt x="1442607" y="305591"/>
                  </a:lnTo>
                  <a:lnTo>
                    <a:pt x="1429492" y="308062"/>
                  </a:lnTo>
                  <a:lnTo>
                    <a:pt x="1416378" y="310529"/>
                  </a:lnTo>
                  <a:lnTo>
                    <a:pt x="1403263" y="312992"/>
                  </a:lnTo>
                  <a:lnTo>
                    <a:pt x="1390148" y="315451"/>
                  </a:lnTo>
                  <a:lnTo>
                    <a:pt x="1377034" y="317906"/>
                  </a:lnTo>
                  <a:lnTo>
                    <a:pt x="1363919" y="320357"/>
                  </a:lnTo>
                  <a:lnTo>
                    <a:pt x="1350805" y="322804"/>
                  </a:lnTo>
                  <a:lnTo>
                    <a:pt x="1337690" y="325247"/>
                  </a:lnTo>
                  <a:lnTo>
                    <a:pt x="1324575" y="327686"/>
                  </a:lnTo>
                  <a:lnTo>
                    <a:pt x="1311461" y="330122"/>
                  </a:lnTo>
                  <a:lnTo>
                    <a:pt x="1298346" y="332553"/>
                  </a:lnTo>
                  <a:lnTo>
                    <a:pt x="1285231" y="334981"/>
                  </a:lnTo>
                  <a:lnTo>
                    <a:pt x="1272117" y="337405"/>
                  </a:lnTo>
                  <a:lnTo>
                    <a:pt x="1259002" y="339825"/>
                  </a:lnTo>
                  <a:lnTo>
                    <a:pt x="1245888" y="342242"/>
                  </a:lnTo>
                  <a:lnTo>
                    <a:pt x="1232773" y="344655"/>
                  </a:lnTo>
                  <a:lnTo>
                    <a:pt x="1219658" y="347065"/>
                  </a:lnTo>
                  <a:lnTo>
                    <a:pt x="1206544" y="349470"/>
                  </a:lnTo>
                  <a:lnTo>
                    <a:pt x="1193429" y="351872"/>
                  </a:lnTo>
                  <a:lnTo>
                    <a:pt x="1180315" y="354271"/>
                  </a:lnTo>
                  <a:lnTo>
                    <a:pt x="1167200" y="356666"/>
                  </a:lnTo>
                  <a:lnTo>
                    <a:pt x="1154085" y="359057"/>
                  </a:lnTo>
                  <a:lnTo>
                    <a:pt x="1140971" y="361445"/>
                  </a:lnTo>
                  <a:lnTo>
                    <a:pt x="1127856" y="363829"/>
                  </a:lnTo>
                  <a:lnTo>
                    <a:pt x="1114742" y="366209"/>
                  </a:lnTo>
                  <a:lnTo>
                    <a:pt x="1101627" y="368586"/>
                  </a:lnTo>
                  <a:lnTo>
                    <a:pt x="1088512" y="370960"/>
                  </a:lnTo>
                  <a:lnTo>
                    <a:pt x="1075398" y="373329"/>
                  </a:lnTo>
                  <a:lnTo>
                    <a:pt x="1062283" y="375696"/>
                  </a:lnTo>
                  <a:lnTo>
                    <a:pt x="1049168" y="378058"/>
                  </a:lnTo>
                  <a:lnTo>
                    <a:pt x="1036054" y="380417"/>
                  </a:lnTo>
                  <a:lnTo>
                    <a:pt x="1022939" y="382772"/>
                  </a:lnTo>
                  <a:lnTo>
                    <a:pt x="1009825" y="385124"/>
                  </a:lnTo>
                  <a:lnTo>
                    <a:pt x="996710" y="387472"/>
                  </a:lnTo>
                  <a:lnTo>
                    <a:pt x="983595" y="389816"/>
                  </a:lnTo>
                  <a:lnTo>
                    <a:pt x="970481" y="392157"/>
                  </a:lnTo>
                  <a:lnTo>
                    <a:pt x="957366" y="394494"/>
                  </a:lnTo>
                  <a:lnTo>
                    <a:pt x="944252" y="396828"/>
                  </a:lnTo>
                  <a:lnTo>
                    <a:pt x="931137" y="399157"/>
                  </a:lnTo>
                  <a:lnTo>
                    <a:pt x="918022" y="401484"/>
                  </a:lnTo>
                  <a:lnTo>
                    <a:pt x="904908" y="403806"/>
                  </a:lnTo>
                  <a:lnTo>
                    <a:pt x="891793" y="406126"/>
                  </a:lnTo>
                  <a:lnTo>
                    <a:pt x="878679" y="408441"/>
                  </a:lnTo>
                  <a:lnTo>
                    <a:pt x="865564" y="410754"/>
                  </a:lnTo>
                  <a:lnTo>
                    <a:pt x="852449" y="413062"/>
                  </a:lnTo>
                  <a:lnTo>
                    <a:pt x="839335" y="415367"/>
                  </a:lnTo>
                  <a:lnTo>
                    <a:pt x="826220" y="417669"/>
                  </a:lnTo>
                  <a:lnTo>
                    <a:pt x="813105" y="419968"/>
                  </a:lnTo>
                  <a:lnTo>
                    <a:pt x="799991" y="422263"/>
                  </a:lnTo>
                  <a:lnTo>
                    <a:pt x="786876" y="424555"/>
                  </a:lnTo>
                  <a:lnTo>
                    <a:pt x="773762" y="426844"/>
                  </a:lnTo>
                  <a:lnTo>
                    <a:pt x="760647" y="429129"/>
                  </a:lnTo>
                  <a:lnTo>
                    <a:pt x="747532" y="431412"/>
                  </a:lnTo>
                  <a:lnTo>
                    <a:pt x="734418" y="433692"/>
                  </a:lnTo>
                  <a:lnTo>
                    <a:pt x="721303" y="435968"/>
                  </a:lnTo>
                  <a:lnTo>
                    <a:pt x="708189" y="438242"/>
                  </a:lnTo>
                  <a:lnTo>
                    <a:pt x="695074" y="440514"/>
                  </a:lnTo>
                  <a:lnTo>
                    <a:pt x="681959" y="442782"/>
                  </a:lnTo>
                  <a:lnTo>
                    <a:pt x="668845" y="445048"/>
                  </a:lnTo>
                  <a:lnTo>
                    <a:pt x="655730" y="447312"/>
                  </a:lnTo>
                  <a:lnTo>
                    <a:pt x="642615" y="449573"/>
                  </a:lnTo>
                  <a:lnTo>
                    <a:pt x="629501" y="451832"/>
                  </a:lnTo>
                  <a:lnTo>
                    <a:pt x="616386" y="454089"/>
                  </a:lnTo>
                  <a:lnTo>
                    <a:pt x="603272" y="456343"/>
                  </a:lnTo>
                  <a:lnTo>
                    <a:pt x="590157" y="458596"/>
                  </a:lnTo>
                  <a:lnTo>
                    <a:pt x="577042" y="460847"/>
                  </a:lnTo>
                  <a:lnTo>
                    <a:pt x="563928" y="463096"/>
                  </a:lnTo>
                  <a:lnTo>
                    <a:pt x="550813" y="465344"/>
                  </a:lnTo>
                  <a:lnTo>
                    <a:pt x="537699" y="467590"/>
                  </a:lnTo>
                  <a:lnTo>
                    <a:pt x="524584" y="469835"/>
                  </a:lnTo>
                  <a:lnTo>
                    <a:pt x="511469" y="472078"/>
                  </a:lnTo>
                  <a:lnTo>
                    <a:pt x="498355" y="474320"/>
                  </a:lnTo>
                  <a:lnTo>
                    <a:pt x="485240" y="476561"/>
                  </a:lnTo>
                  <a:lnTo>
                    <a:pt x="472126" y="478801"/>
                  </a:lnTo>
                  <a:lnTo>
                    <a:pt x="459011" y="481040"/>
                  </a:lnTo>
                  <a:lnTo>
                    <a:pt x="445896" y="483278"/>
                  </a:lnTo>
                  <a:lnTo>
                    <a:pt x="432782" y="485515"/>
                  </a:lnTo>
                  <a:lnTo>
                    <a:pt x="419667" y="487751"/>
                  </a:lnTo>
                  <a:lnTo>
                    <a:pt x="406552" y="489986"/>
                  </a:lnTo>
                  <a:lnTo>
                    <a:pt x="393438" y="492220"/>
                  </a:lnTo>
                  <a:lnTo>
                    <a:pt x="380323" y="494454"/>
                  </a:lnTo>
                  <a:lnTo>
                    <a:pt x="367209" y="496687"/>
                  </a:lnTo>
                  <a:lnTo>
                    <a:pt x="354094" y="498919"/>
                  </a:lnTo>
                  <a:lnTo>
                    <a:pt x="340979" y="501151"/>
                  </a:lnTo>
                  <a:lnTo>
                    <a:pt x="327865" y="503382"/>
                  </a:lnTo>
                  <a:lnTo>
                    <a:pt x="314750" y="505612"/>
                  </a:lnTo>
                  <a:lnTo>
                    <a:pt x="301636" y="507841"/>
                  </a:lnTo>
                  <a:lnTo>
                    <a:pt x="288521" y="510070"/>
                  </a:lnTo>
                  <a:lnTo>
                    <a:pt x="275406" y="512298"/>
                  </a:lnTo>
                  <a:lnTo>
                    <a:pt x="262292" y="514524"/>
                  </a:lnTo>
                  <a:lnTo>
                    <a:pt x="249177" y="516751"/>
                  </a:lnTo>
                  <a:lnTo>
                    <a:pt x="236063" y="518976"/>
                  </a:lnTo>
                  <a:lnTo>
                    <a:pt x="222948" y="521201"/>
                  </a:lnTo>
                  <a:lnTo>
                    <a:pt x="209833" y="523424"/>
                  </a:lnTo>
                  <a:lnTo>
                    <a:pt x="196719" y="525647"/>
                  </a:lnTo>
                  <a:lnTo>
                    <a:pt x="183604" y="527869"/>
                  </a:lnTo>
                  <a:lnTo>
                    <a:pt x="170489" y="530090"/>
                  </a:lnTo>
                  <a:lnTo>
                    <a:pt x="157375" y="532311"/>
                  </a:lnTo>
                  <a:lnTo>
                    <a:pt x="144260" y="534531"/>
                  </a:lnTo>
                  <a:lnTo>
                    <a:pt x="131146" y="536750"/>
                  </a:lnTo>
                  <a:lnTo>
                    <a:pt x="118031" y="538969"/>
                  </a:lnTo>
                  <a:lnTo>
                    <a:pt x="104916" y="541187"/>
                  </a:lnTo>
                  <a:lnTo>
                    <a:pt x="91802" y="543404"/>
                  </a:lnTo>
                  <a:lnTo>
                    <a:pt x="78687" y="545622"/>
                  </a:lnTo>
                  <a:lnTo>
                    <a:pt x="65573" y="547839"/>
                  </a:lnTo>
                  <a:lnTo>
                    <a:pt x="52458" y="550055"/>
                  </a:lnTo>
                  <a:lnTo>
                    <a:pt x="39343" y="552272"/>
                  </a:lnTo>
                  <a:lnTo>
                    <a:pt x="26229" y="554489"/>
                  </a:lnTo>
                  <a:lnTo>
                    <a:pt x="13114" y="556705"/>
                  </a:lnTo>
                  <a:lnTo>
                    <a:pt x="0" y="55892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1988050"/>
              <a:ext cx="2347515" cy="235074"/>
            </a:xfrm>
            <a:custGeom>
              <a:avLst/>
              <a:pathLst>
                <a:path w="2347515" h="235074">
                  <a:moveTo>
                    <a:pt x="0" y="235074"/>
                  </a:moveTo>
                  <a:lnTo>
                    <a:pt x="13114" y="234771"/>
                  </a:lnTo>
                  <a:lnTo>
                    <a:pt x="26229" y="234466"/>
                  </a:lnTo>
                  <a:lnTo>
                    <a:pt x="39343" y="234162"/>
                  </a:lnTo>
                  <a:lnTo>
                    <a:pt x="52458" y="233857"/>
                  </a:lnTo>
                  <a:lnTo>
                    <a:pt x="65573" y="233552"/>
                  </a:lnTo>
                  <a:lnTo>
                    <a:pt x="78687" y="233245"/>
                  </a:lnTo>
                  <a:lnTo>
                    <a:pt x="91802" y="232938"/>
                  </a:lnTo>
                  <a:lnTo>
                    <a:pt x="104916" y="232628"/>
                  </a:lnTo>
                  <a:lnTo>
                    <a:pt x="118031" y="232317"/>
                  </a:lnTo>
                  <a:lnTo>
                    <a:pt x="131146" y="232003"/>
                  </a:lnTo>
                  <a:lnTo>
                    <a:pt x="144260" y="231686"/>
                  </a:lnTo>
                  <a:lnTo>
                    <a:pt x="157375" y="231367"/>
                  </a:lnTo>
                  <a:lnTo>
                    <a:pt x="170489" y="231044"/>
                  </a:lnTo>
                  <a:lnTo>
                    <a:pt x="183604" y="230717"/>
                  </a:lnTo>
                  <a:lnTo>
                    <a:pt x="196719" y="230386"/>
                  </a:lnTo>
                  <a:lnTo>
                    <a:pt x="209833" y="230050"/>
                  </a:lnTo>
                  <a:lnTo>
                    <a:pt x="222948" y="229709"/>
                  </a:lnTo>
                  <a:lnTo>
                    <a:pt x="236063" y="229363"/>
                  </a:lnTo>
                  <a:lnTo>
                    <a:pt x="249177" y="229012"/>
                  </a:lnTo>
                  <a:lnTo>
                    <a:pt x="262292" y="228654"/>
                  </a:lnTo>
                  <a:lnTo>
                    <a:pt x="275406" y="228290"/>
                  </a:lnTo>
                  <a:lnTo>
                    <a:pt x="288521" y="227920"/>
                  </a:lnTo>
                  <a:lnTo>
                    <a:pt x="301636" y="227542"/>
                  </a:lnTo>
                  <a:lnTo>
                    <a:pt x="314750" y="227157"/>
                  </a:lnTo>
                  <a:lnTo>
                    <a:pt x="327865" y="226764"/>
                  </a:lnTo>
                  <a:lnTo>
                    <a:pt x="340979" y="226363"/>
                  </a:lnTo>
                  <a:lnTo>
                    <a:pt x="354094" y="225954"/>
                  </a:lnTo>
                  <a:lnTo>
                    <a:pt x="367209" y="225536"/>
                  </a:lnTo>
                  <a:lnTo>
                    <a:pt x="380323" y="225109"/>
                  </a:lnTo>
                  <a:lnTo>
                    <a:pt x="393438" y="224672"/>
                  </a:lnTo>
                  <a:lnTo>
                    <a:pt x="406552" y="224225"/>
                  </a:lnTo>
                  <a:lnTo>
                    <a:pt x="419667" y="223769"/>
                  </a:lnTo>
                  <a:lnTo>
                    <a:pt x="432782" y="223302"/>
                  </a:lnTo>
                  <a:lnTo>
                    <a:pt x="445896" y="222824"/>
                  </a:lnTo>
                  <a:lnTo>
                    <a:pt x="459011" y="222335"/>
                  </a:lnTo>
                  <a:lnTo>
                    <a:pt x="472126" y="221834"/>
                  </a:lnTo>
                  <a:lnTo>
                    <a:pt x="485240" y="221322"/>
                  </a:lnTo>
                  <a:lnTo>
                    <a:pt x="498355" y="220797"/>
                  </a:lnTo>
                  <a:lnTo>
                    <a:pt x="511469" y="220260"/>
                  </a:lnTo>
                  <a:lnTo>
                    <a:pt x="524584" y="219710"/>
                  </a:lnTo>
                  <a:lnTo>
                    <a:pt x="537699" y="219147"/>
                  </a:lnTo>
                  <a:lnTo>
                    <a:pt x="550813" y="218570"/>
                  </a:lnTo>
                  <a:lnTo>
                    <a:pt x="563928" y="217980"/>
                  </a:lnTo>
                  <a:lnTo>
                    <a:pt x="577042" y="217375"/>
                  </a:lnTo>
                  <a:lnTo>
                    <a:pt x="590157" y="216756"/>
                  </a:lnTo>
                  <a:lnTo>
                    <a:pt x="603272" y="216123"/>
                  </a:lnTo>
                  <a:lnTo>
                    <a:pt x="616386" y="215474"/>
                  </a:lnTo>
                  <a:lnTo>
                    <a:pt x="629501" y="214810"/>
                  </a:lnTo>
                  <a:lnTo>
                    <a:pt x="642615" y="214130"/>
                  </a:lnTo>
                  <a:lnTo>
                    <a:pt x="655730" y="213435"/>
                  </a:lnTo>
                  <a:lnTo>
                    <a:pt x="668845" y="212723"/>
                  </a:lnTo>
                  <a:lnTo>
                    <a:pt x="681959" y="211995"/>
                  </a:lnTo>
                  <a:lnTo>
                    <a:pt x="695074" y="211250"/>
                  </a:lnTo>
                  <a:lnTo>
                    <a:pt x="708189" y="210489"/>
                  </a:lnTo>
                  <a:lnTo>
                    <a:pt x="721303" y="209710"/>
                  </a:lnTo>
                  <a:lnTo>
                    <a:pt x="734418" y="208914"/>
                  </a:lnTo>
                  <a:lnTo>
                    <a:pt x="747532" y="208101"/>
                  </a:lnTo>
                  <a:lnTo>
                    <a:pt x="760647" y="207270"/>
                  </a:lnTo>
                  <a:lnTo>
                    <a:pt x="773762" y="206421"/>
                  </a:lnTo>
                  <a:lnTo>
                    <a:pt x="786876" y="205554"/>
                  </a:lnTo>
                  <a:lnTo>
                    <a:pt x="799991" y="204670"/>
                  </a:lnTo>
                  <a:lnTo>
                    <a:pt x="813105" y="203767"/>
                  </a:lnTo>
                  <a:lnTo>
                    <a:pt x="826220" y="202845"/>
                  </a:lnTo>
                  <a:lnTo>
                    <a:pt x="839335" y="201906"/>
                  </a:lnTo>
                  <a:lnTo>
                    <a:pt x="852449" y="200947"/>
                  </a:lnTo>
                  <a:lnTo>
                    <a:pt x="865564" y="199970"/>
                  </a:lnTo>
                  <a:lnTo>
                    <a:pt x="878679" y="198975"/>
                  </a:lnTo>
                  <a:lnTo>
                    <a:pt x="891793" y="197961"/>
                  </a:lnTo>
                  <a:lnTo>
                    <a:pt x="904908" y="196928"/>
                  </a:lnTo>
                  <a:lnTo>
                    <a:pt x="918022" y="195876"/>
                  </a:lnTo>
                  <a:lnTo>
                    <a:pt x="931137" y="194805"/>
                  </a:lnTo>
                  <a:lnTo>
                    <a:pt x="944252" y="193716"/>
                  </a:lnTo>
                  <a:lnTo>
                    <a:pt x="957366" y="192607"/>
                  </a:lnTo>
                  <a:lnTo>
                    <a:pt x="970481" y="191480"/>
                  </a:lnTo>
                  <a:lnTo>
                    <a:pt x="983595" y="190334"/>
                  </a:lnTo>
                  <a:lnTo>
                    <a:pt x="996710" y="189170"/>
                  </a:lnTo>
                  <a:lnTo>
                    <a:pt x="1009825" y="187986"/>
                  </a:lnTo>
                  <a:lnTo>
                    <a:pt x="1022939" y="186784"/>
                  </a:lnTo>
                  <a:lnTo>
                    <a:pt x="1036054" y="185564"/>
                  </a:lnTo>
                  <a:lnTo>
                    <a:pt x="1049168" y="184325"/>
                  </a:lnTo>
                  <a:lnTo>
                    <a:pt x="1062283" y="183067"/>
                  </a:lnTo>
                  <a:lnTo>
                    <a:pt x="1075398" y="181792"/>
                  </a:lnTo>
                  <a:lnTo>
                    <a:pt x="1088512" y="180498"/>
                  </a:lnTo>
                  <a:lnTo>
                    <a:pt x="1101627" y="179185"/>
                  </a:lnTo>
                  <a:lnTo>
                    <a:pt x="1114742" y="177855"/>
                  </a:lnTo>
                  <a:lnTo>
                    <a:pt x="1127856" y="176507"/>
                  </a:lnTo>
                  <a:lnTo>
                    <a:pt x="1140971" y="175141"/>
                  </a:lnTo>
                  <a:lnTo>
                    <a:pt x="1154085" y="173757"/>
                  </a:lnTo>
                  <a:lnTo>
                    <a:pt x="1167200" y="172356"/>
                  </a:lnTo>
                  <a:lnTo>
                    <a:pt x="1180315" y="170937"/>
                  </a:lnTo>
                  <a:lnTo>
                    <a:pt x="1193429" y="169501"/>
                  </a:lnTo>
                  <a:lnTo>
                    <a:pt x="1206544" y="168048"/>
                  </a:lnTo>
                  <a:lnTo>
                    <a:pt x="1219658" y="166577"/>
                  </a:lnTo>
                  <a:lnTo>
                    <a:pt x="1232773" y="165090"/>
                  </a:lnTo>
                  <a:lnTo>
                    <a:pt x="1245888" y="163587"/>
                  </a:lnTo>
                  <a:lnTo>
                    <a:pt x="1259002" y="162066"/>
                  </a:lnTo>
                  <a:lnTo>
                    <a:pt x="1272117" y="160529"/>
                  </a:lnTo>
                  <a:lnTo>
                    <a:pt x="1285231" y="158976"/>
                  </a:lnTo>
                  <a:lnTo>
                    <a:pt x="1298346" y="157407"/>
                  </a:lnTo>
                  <a:lnTo>
                    <a:pt x="1311461" y="155822"/>
                  </a:lnTo>
                  <a:lnTo>
                    <a:pt x="1324575" y="154221"/>
                  </a:lnTo>
                  <a:lnTo>
                    <a:pt x="1337690" y="152604"/>
                  </a:lnTo>
                  <a:lnTo>
                    <a:pt x="1350805" y="150972"/>
                  </a:lnTo>
                  <a:lnTo>
                    <a:pt x="1363919" y="149325"/>
                  </a:lnTo>
                  <a:lnTo>
                    <a:pt x="1377034" y="147662"/>
                  </a:lnTo>
                  <a:lnTo>
                    <a:pt x="1390148" y="145985"/>
                  </a:lnTo>
                  <a:lnTo>
                    <a:pt x="1403263" y="144293"/>
                  </a:lnTo>
                  <a:lnTo>
                    <a:pt x="1416378" y="142586"/>
                  </a:lnTo>
                  <a:lnTo>
                    <a:pt x="1429492" y="140864"/>
                  </a:lnTo>
                  <a:lnTo>
                    <a:pt x="1442607" y="139129"/>
                  </a:lnTo>
                  <a:lnTo>
                    <a:pt x="1455721" y="137379"/>
                  </a:lnTo>
                  <a:lnTo>
                    <a:pt x="1468836" y="135616"/>
                  </a:lnTo>
                  <a:lnTo>
                    <a:pt x="1481951" y="133838"/>
                  </a:lnTo>
                  <a:lnTo>
                    <a:pt x="1495065" y="132048"/>
                  </a:lnTo>
                  <a:lnTo>
                    <a:pt x="1508180" y="130244"/>
                  </a:lnTo>
                  <a:lnTo>
                    <a:pt x="1521295" y="128427"/>
                  </a:lnTo>
                  <a:lnTo>
                    <a:pt x="1534409" y="126597"/>
                  </a:lnTo>
                  <a:lnTo>
                    <a:pt x="1547524" y="124754"/>
                  </a:lnTo>
                  <a:lnTo>
                    <a:pt x="1560638" y="122900"/>
                  </a:lnTo>
                  <a:lnTo>
                    <a:pt x="1573753" y="121033"/>
                  </a:lnTo>
                  <a:lnTo>
                    <a:pt x="1586868" y="119154"/>
                  </a:lnTo>
                  <a:lnTo>
                    <a:pt x="1599982" y="117264"/>
                  </a:lnTo>
                  <a:lnTo>
                    <a:pt x="1613097" y="115362"/>
                  </a:lnTo>
                  <a:lnTo>
                    <a:pt x="1626211" y="113450"/>
                  </a:lnTo>
                  <a:lnTo>
                    <a:pt x="1639326" y="111527"/>
                  </a:lnTo>
                  <a:lnTo>
                    <a:pt x="1652441" y="109593"/>
                  </a:lnTo>
                  <a:lnTo>
                    <a:pt x="1665555" y="107649"/>
                  </a:lnTo>
                  <a:lnTo>
                    <a:pt x="1678670" y="105696"/>
                  </a:lnTo>
                  <a:lnTo>
                    <a:pt x="1691784" y="103733"/>
                  </a:lnTo>
                  <a:lnTo>
                    <a:pt x="1704899" y="101761"/>
                  </a:lnTo>
                  <a:lnTo>
                    <a:pt x="1718014" y="99780"/>
                  </a:lnTo>
                  <a:lnTo>
                    <a:pt x="1731128" y="97790"/>
                  </a:lnTo>
                  <a:lnTo>
                    <a:pt x="1744243" y="95793"/>
                  </a:lnTo>
                  <a:lnTo>
                    <a:pt x="1757358" y="93788"/>
                  </a:lnTo>
                  <a:lnTo>
                    <a:pt x="1770472" y="91775"/>
                  </a:lnTo>
                  <a:lnTo>
                    <a:pt x="1783587" y="89755"/>
                  </a:lnTo>
                  <a:lnTo>
                    <a:pt x="1796701" y="87728"/>
                  </a:lnTo>
                  <a:lnTo>
                    <a:pt x="1809816" y="85696"/>
                  </a:lnTo>
                  <a:lnTo>
                    <a:pt x="1822931" y="83657"/>
                  </a:lnTo>
                  <a:lnTo>
                    <a:pt x="1836045" y="81612"/>
                  </a:lnTo>
                  <a:lnTo>
                    <a:pt x="1849160" y="79562"/>
                  </a:lnTo>
                  <a:lnTo>
                    <a:pt x="1862274" y="77507"/>
                  </a:lnTo>
                  <a:lnTo>
                    <a:pt x="1875389" y="75447"/>
                  </a:lnTo>
                  <a:lnTo>
                    <a:pt x="1888504" y="73383"/>
                  </a:lnTo>
                  <a:lnTo>
                    <a:pt x="1901618" y="71315"/>
                  </a:lnTo>
                  <a:lnTo>
                    <a:pt x="1914733" y="69244"/>
                  </a:lnTo>
                  <a:lnTo>
                    <a:pt x="1927847" y="67168"/>
                  </a:lnTo>
                  <a:lnTo>
                    <a:pt x="1940962" y="65090"/>
                  </a:lnTo>
                  <a:lnTo>
                    <a:pt x="1954077" y="63009"/>
                  </a:lnTo>
                  <a:lnTo>
                    <a:pt x="1967191" y="60925"/>
                  </a:lnTo>
                  <a:lnTo>
                    <a:pt x="1980306" y="58838"/>
                  </a:lnTo>
                  <a:lnTo>
                    <a:pt x="1993421" y="56750"/>
                  </a:lnTo>
                  <a:lnTo>
                    <a:pt x="2006535" y="54659"/>
                  </a:lnTo>
                  <a:lnTo>
                    <a:pt x="2019650" y="52567"/>
                  </a:lnTo>
                  <a:lnTo>
                    <a:pt x="2032764" y="50473"/>
                  </a:lnTo>
                  <a:lnTo>
                    <a:pt x="2045879" y="48378"/>
                  </a:lnTo>
                  <a:lnTo>
                    <a:pt x="2058994" y="46281"/>
                  </a:lnTo>
                  <a:lnTo>
                    <a:pt x="2072108" y="44183"/>
                  </a:lnTo>
                  <a:lnTo>
                    <a:pt x="2085223" y="42084"/>
                  </a:lnTo>
                  <a:lnTo>
                    <a:pt x="2098337" y="39984"/>
                  </a:lnTo>
                  <a:lnTo>
                    <a:pt x="2111452" y="37883"/>
                  </a:lnTo>
                  <a:lnTo>
                    <a:pt x="2124567" y="35782"/>
                  </a:lnTo>
                  <a:lnTo>
                    <a:pt x="2137681" y="33680"/>
                  </a:lnTo>
                  <a:lnTo>
                    <a:pt x="2150796" y="31577"/>
                  </a:lnTo>
                  <a:lnTo>
                    <a:pt x="2163911" y="29474"/>
                  </a:lnTo>
                  <a:lnTo>
                    <a:pt x="2177025" y="27370"/>
                  </a:lnTo>
                  <a:lnTo>
                    <a:pt x="2190140" y="25266"/>
                  </a:lnTo>
                  <a:lnTo>
                    <a:pt x="2203254" y="23161"/>
                  </a:lnTo>
                  <a:lnTo>
                    <a:pt x="2216369" y="21057"/>
                  </a:lnTo>
                  <a:lnTo>
                    <a:pt x="2229484" y="18952"/>
                  </a:lnTo>
                  <a:lnTo>
                    <a:pt x="2242598" y="16846"/>
                  </a:lnTo>
                  <a:lnTo>
                    <a:pt x="2255713" y="14741"/>
                  </a:lnTo>
                  <a:lnTo>
                    <a:pt x="2268827" y="12635"/>
                  </a:lnTo>
                  <a:lnTo>
                    <a:pt x="2281942" y="10529"/>
                  </a:lnTo>
                  <a:lnTo>
                    <a:pt x="2295057" y="8424"/>
                  </a:lnTo>
                  <a:lnTo>
                    <a:pt x="2308171" y="6318"/>
                  </a:lnTo>
                  <a:lnTo>
                    <a:pt x="2321286" y="4212"/>
                  </a:lnTo>
                  <a:lnTo>
                    <a:pt x="2334400" y="210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116259"/>
              <a:ext cx="2347515" cy="430713"/>
            </a:xfrm>
            <a:custGeom>
              <a:avLst/>
              <a:pathLst>
                <a:path w="2347515" h="430713">
                  <a:moveTo>
                    <a:pt x="2347515" y="0"/>
                  </a:moveTo>
                  <a:lnTo>
                    <a:pt x="2334400" y="2599"/>
                  </a:lnTo>
                  <a:lnTo>
                    <a:pt x="2321286" y="5199"/>
                  </a:lnTo>
                  <a:lnTo>
                    <a:pt x="2308171" y="7798"/>
                  </a:lnTo>
                  <a:lnTo>
                    <a:pt x="2295057" y="10398"/>
                  </a:lnTo>
                  <a:lnTo>
                    <a:pt x="2281942" y="12997"/>
                  </a:lnTo>
                  <a:lnTo>
                    <a:pt x="2268827" y="15597"/>
                  </a:lnTo>
                  <a:lnTo>
                    <a:pt x="2255713" y="18197"/>
                  </a:lnTo>
                  <a:lnTo>
                    <a:pt x="2242598" y="20797"/>
                  </a:lnTo>
                  <a:lnTo>
                    <a:pt x="2229484" y="23397"/>
                  </a:lnTo>
                  <a:lnTo>
                    <a:pt x="2216369" y="25996"/>
                  </a:lnTo>
                  <a:lnTo>
                    <a:pt x="2203254" y="28597"/>
                  </a:lnTo>
                  <a:lnTo>
                    <a:pt x="2190140" y="31197"/>
                  </a:lnTo>
                  <a:lnTo>
                    <a:pt x="2177025" y="33797"/>
                  </a:lnTo>
                  <a:lnTo>
                    <a:pt x="2163911" y="36398"/>
                  </a:lnTo>
                  <a:lnTo>
                    <a:pt x="2150796" y="38998"/>
                  </a:lnTo>
                  <a:lnTo>
                    <a:pt x="2137681" y="41599"/>
                  </a:lnTo>
                  <a:lnTo>
                    <a:pt x="2124567" y="44200"/>
                  </a:lnTo>
                  <a:lnTo>
                    <a:pt x="2111452" y="46801"/>
                  </a:lnTo>
                  <a:lnTo>
                    <a:pt x="2098337" y="49402"/>
                  </a:lnTo>
                  <a:lnTo>
                    <a:pt x="2085223" y="52004"/>
                  </a:lnTo>
                  <a:lnTo>
                    <a:pt x="2072108" y="54605"/>
                  </a:lnTo>
                  <a:lnTo>
                    <a:pt x="2058994" y="57206"/>
                  </a:lnTo>
                  <a:lnTo>
                    <a:pt x="2045879" y="59808"/>
                  </a:lnTo>
                  <a:lnTo>
                    <a:pt x="2032764" y="62409"/>
                  </a:lnTo>
                  <a:lnTo>
                    <a:pt x="2019650" y="65010"/>
                  </a:lnTo>
                  <a:lnTo>
                    <a:pt x="2006535" y="67611"/>
                  </a:lnTo>
                  <a:lnTo>
                    <a:pt x="1993421" y="70211"/>
                  </a:lnTo>
                  <a:lnTo>
                    <a:pt x="1980306" y="72811"/>
                  </a:lnTo>
                  <a:lnTo>
                    <a:pt x="1967191" y="75411"/>
                  </a:lnTo>
                  <a:lnTo>
                    <a:pt x="1954077" y="78010"/>
                  </a:lnTo>
                  <a:lnTo>
                    <a:pt x="1940962" y="80608"/>
                  </a:lnTo>
                  <a:lnTo>
                    <a:pt x="1927847" y="83205"/>
                  </a:lnTo>
                  <a:lnTo>
                    <a:pt x="1914733" y="85801"/>
                  </a:lnTo>
                  <a:lnTo>
                    <a:pt x="1901618" y="88396"/>
                  </a:lnTo>
                  <a:lnTo>
                    <a:pt x="1888504" y="90989"/>
                  </a:lnTo>
                  <a:lnTo>
                    <a:pt x="1875389" y="93582"/>
                  </a:lnTo>
                  <a:lnTo>
                    <a:pt x="1862274" y="96172"/>
                  </a:lnTo>
                  <a:lnTo>
                    <a:pt x="1849160" y="98761"/>
                  </a:lnTo>
                  <a:lnTo>
                    <a:pt x="1836045" y="101347"/>
                  </a:lnTo>
                  <a:lnTo>
                    <a:pt x="1822931" y="103932"/>
                  </a:lnTo>
                  <a:lnTo>
                    <a:pt x="1809816" y="106514"/>
                  </a:lnTo>
                  <a:lnTo>
                    <a:pt x="1796701" y="109094"/>
                  </a:lnTo>
                  <a:lnTo>
                    <a:pt x="1783587" y="111671"/>
                  </a:lnTo>
                  <a:lnTo>
                    <a:pt x="1770472" y="114245"/>
                  </a:lnTo>
                  <a:lnTo>
                    <a:pt x="1757358" y="116816"/>
                  </a:lnTo>
                  <a:lnTo>
                    <a:pt x="1744243" y="119385"/>
                  </a:lnTo>
                  <a:lnTo>
                    <a:pt x="1731128" y="121950"/>
                  </a:lnTo>
                  <a:lnTo>
                    <a:pt x="1718014" y="124511"/>
                  </a:lnTo>
                  <a:lnTo>
                    <a:pt x="1704899" y="127070"/>
                  </a:lnTo>
                  <a:lnTo>
                    <a:pt x="1691784" y="129624"/>
                  </a:lnTo>
                  <a:lnTo>
                    <a:pt x="1678670" y="132175"/>
                  </a:lnTo>
                  <a:lnTo>
                    <a:pt x="1665555" y="134722"/>
                  </a:lnTo>
                  <a:lnTo>
                    <a:pt x="1652441" y="137265"/>
                  </a:lnTo>
                  <a:lnTo>
                    <a:pt x="1639326" y="139804"/>
                  </a:lnTo>
                  <a:lnTo>
                    <a:pt x="1626211" y="142339"/>
                  </a:lnTo>
                  <a:lnTo>
                    <a:pt x="1613097" y="144870"/>
                  </a:lnTo>
                  <a:lnTo>
                    <a:pt x="1599982" y="147397"/>
                  </a:lnTo>
                  <a:lnTo>
                    <a:pt x="1586868" y="149919"/>
                  </a:lnTo>
                  <a:lnTo>
                    <a:pt x="1573753" y="152437"/>
                  </a:lnTo>
                  <a:lnTo>
                    <a:pt x="1560638" y="154951"/>
                  </a:lnTo>
                  <a:lnTo>
                    <a:pt x="1547524" y="157461"/>
                  </a:lnTo>
                  <a:lnTo>
                    <a:pt x="1534409" y="159966"/>
                  </a:lnTo>
                  <a:lnTo>
                    <a:pt x="1521295" y="162467"/>
                  </a:lnTo>
                  <a:lnTo>
                    <a:pt x="1508180" y="164964"/>
                  </a:lnTo>
                  <a:lnTo>
                    <a:pt x="1495065" y="167456"/>
                  </a:lnTo>
                  <a:lnTo>
                    <a:pt x="1481951" y="169944"/>
                  </a:lnTo>
                  <a:lnTo>
                    <a:pt x="1468836" y="172428"/>
                  </a:lnTo>
                  <a:lnTo>
                    <a:pt x="1455721" y="174907"/>
                  </a:lnTo>
                  <a:lnTo>
                    <a:pt x="1442607" y="177383"/>
                  </a:lnTo>
                  <a:lnTo>
                    <a:pt x="1429492" y="179854"/>
                  </a:lnTo>
                  <a:lnTo>
                    <a:pt x="1416378" y="182321"/>
                  </a:lnTo>
                  <a:lnTo>
                    <a:pt x="1403263" y="184784"/>
                  </a:lnTo>
                  <a:lnTo>
                    <a:pt x="1390148" y="187243"/>
                  </a:lnTo>
                  <a:lnTo>
                    <a:pt x="1377034" y="189698"/>
                  </a:lnTo>
                  <a:lnTo>
                    <a:pt x="1363919" y="192149"/>
                  </a:lnTo>
                  <a:lnTo>
                    <a:pt x="1350805" y="194596"/>
                  </a:lnTo>
                  <a:lnTo>
                    <a:pt x="1337690" y="197039"/>
                  </a:lnTo>
                  <a:lnTo>
                    <a:pt x="1324575" y="199478"/>
                  </a:lnTo>
                  <a:lnTo>
                    <a:pt x="1311461" y="201913"/>
                  </a:lnTo>
                  <a:lnTo>
                    <a:pt x="1298346" y="204345"/>
                  </a:lnTo>
                  <a:lnTo>
                    <a:pt x="1285231" y="206773"/>
                  </a:lnTo>
                  <a:lnTo>
                    <a:pt x="1272117" y="209197"/>
                  </a:lnTo>
                  <a:lnTo>
                    <a:pt x="1259002" y="211617"/>
                  </a:lnTo>
                  <a:lnTo>
                    <a:pt x="1245888" y="214034"/>
                  </a:lnTo>
                  <a:lnTo>
                    <a:pt x="1232773" y="216447"/>
                  </a:lnTo>
                  <a:lnTo>
                    <a:pt x="1219658" y="218856"/>
                  </a:lnTo>
                  <a:lnTo>
                    <a:pt x="1206544" y="221262"/>
                  </a:lnTo>
                  <a:lnTo>
                    <a:pt x="1193429" y="223664"/>
                  </a:lnTo>
                  <a:lnTo>
                    <a:pt x="1180315" y="226062"/>
                  </a:lnTo>
                  <a:lnTo>
                    <a:pt x="1167200" y="228457"/>
                  </a:lnTo>
                  <a:lnTo>
                    <a:pt x="1154085" y="230849"/>
                  </a:lnTo>
                  <a:lnTo>
                    <a:pt x="1140971" y="233236"/>
                  </a:lnTo>
                  <a:lnTo>
                    <a:pt x="1127856" y="235621"/>
                  </a:lnTo>
                  <a:lnTo>
                    <a:pt x="1114742" y="238001"/>
                  </a:lnTo>
                  <a:lnTo>
                    <a:pt x="1101627" y="240378"/>
                  </a:lnTo>
                  <a:lnTo>
                    <a:pt x="1088512" y="242751"/>
                  </a:lnTo>
                  <a:lnTo>
                    <a:pt x="1075398" y="245121"/>
                  </a:lnTo>
                  <a:lnTo>
                    <a:pt x="1062283" y="247487"/>
                  </a:lnTo>
                  <a:lnTo>
                    <a:pt x="1049168" y="249850"/>
                  </a:lnTo>
                  <a:lnTo>
                    <a:pt x="1036054" y="252208"/>
                  </a:lnTo>
                  <a:lnTo>
                    <a:pt x="1022939" y="254564"/>
                  </a:lnTo>
                  <a:lnTo>
                    <a:pt x="1009825" y="256915"/>
                  </a:lnTo>
                  <a:lnTo>
                    <a:pt x="996710" y="259263"/>
                  </a:lnTo>
                  <a:lnTo>
                    <a:pt x="983595" y="261608"/>
                  </a:lnTo>
                  <a:lnTo>
                    <a:pt x="970481" y="263948"/>
                  </a:lnTo>
                  <a:lnTo>
                    <a:pt x="957366" y="266286"/>
                  </a:lnTo>
                  <a:lnTo>
                    <a:pt x="944252" y="268619"/>
                  </a:lnTo>
                  <a:lnTo>
                    <a:pt x="931137" y="270949"/>
                  </a:lnTo>
                  <a:lnTo>
                    <a:pt x="918022" y="273275"/>
                  </a:lnTo>
                  <a:lnTo>
                    <a:pt x="904908" y="275598"/>
                  </a:lnTo>
                  <a:lnTo>
                    <a:pt x="891793" y="277917"/>
                  </a:lnTo>
                  <a:lnTo>
                    <a:pt x="878679" y="280233"/>
                  </a:lnTo>
                  <a:lnTo>
                    <a:pt x="865564" y="282545"/>
                  </a:lnTo>
                  <a:lnTo>
                    <a:pt x="852449" y="284854"/>
                  </a:lnTo>
                  <a:lnTo>
                    <a:pt x="839335" y="287159"/>
                  </a:lnTo>
                  <a:lnTo>
                    <a:pt x="826220" y="289461"/>
                  </a:lnTo>
                  <a:lnTo>
                    <a:pt x="813105" y="291759"/>
                  </a:lnTo>
                  <a:lnTo>
                    <a:pt x="799991" y="294055"/>
                  </a:lnTo>
                  <a:lnTo>
                    <a:pt x="786876" y="296347"/>
                  </a:lnTo>
                  <a:lnTo>
                    <a:pt x="773762" y="298635"/>
                  </a:lnTo>
                  <a:lnTo>
                    <a:pt x="760647" y="300921"/>
                  </a:lnTo>
                  <a:lnTo>
                    <a:pt x="747532" y="303204"/>
                  </a:lnTo>
                  <a:lnTo>
                    <a:pt x="734418" y="305483"/>
                  </a:lnTo>
                  <a:lnTo>
                    <a:pt x="721303" y="307760"/>
                  </a:lnTo>
                  <a:lnTo>
                    <a:pt x="708189" y="310034"/>
                  </a:lnTo>
                  <a:lnTo>
                    <a:pt x="695074" y="312305"/>
                  </a:lnTo>
                  <a:lnTo>
                    <a:pt x="681959" y="314574"/>
                  </a:lnTo>
                  <a:lnTo>
                    <a:pt x="668845" y="316840"/>
                  </a:lnTo>
                  <a:lnTo>
                    <a:pt x="655730" y="319103"/>
                  </a:lnTo>
                  <a:lnTo>
                    <a:pt x="642615" y="321364"/>
                  </a:lnTo>
                  <a:lnTo>
                    <a:pt x="629501" y="323623"/>
                  </a:lnTo>
                  <a:lnTo>
                    <a:pt x="616386" y="325880"/>
                  </a:lnTo>
                  <a:lnTo>
                    <a:pt x="603272" y="328135"/>
                  </a:lnTo>
                  <a:lnTo>
                    <a:pt x="590157" y="330388"/>
                  </a:lnTo>
                  <a:lnTo>
                    <a:pt x="577042" y="332639"/>
                  </a:lnTo>
                  <a:lnTo>
                    <a:pt x="563928" y="334888"/>
                  </a:lnTo>
                  <a:lnTo>
                    <a:pt x="550813" y="337136"/>
                  </a:lnTo>
                  <a:lnTo>
                    <a:pt x="537699" y="339382"/>
                  </a:lnTo>
                  <a:lnTo>
                    <a:pt x="524584" y="341626"/>
                  </a:lnTo>
                  <a:lnTo>
                    <a:pt x="511469" y="343870"/>
                  </a:lnTo>
                  <a:lnTo>
                    <a:pt x="498355" y="346112"/>
                  </a:lnTo>
                  <a:lnTo>
                    <a:pt x="485240" y="348353"/>
                  </a:lnTo>
                  <a:lnTo>
                    <a:pt x="472126" y="350593"/>
                  </a:lnTo>
                  <a:lnTo>
                    <a:pt x="459011" y="352831"/>
                  </a:lnTo>
                  <a:lnTo>
                    <a:pt x="445896" y="355069"/>
                  </a:lnTo>
                  <a:lnTo>
                    <a:pt x="432782" y="357306"/>
                  </a:lnTo>
                  <a:lnTo>
                    <a:pt x="419667" y="359542"/>
                  </a:lnTo>
                  <a:lnTo>
                    <a:pt x="406552" y="361778"/>
                  </a:lnTo>
                  <a:lnTo>
                    <a:pt x="393438" y="364012"/>
                  </a:lnTo>
                  <a:lnTo>
                    <a:pt x="380323" y="366246"/>
                  </a:lnTo>
                  <a:lnTo>
                    <a:pt x="367209" y="368479"/>
                  </a:lnTo>
                  <a:lnTo>
                    <a:pt x="354094" y="370711"/>
                  </a:lnTo>
                  <a:lnTo>
                    <a:pt x="340979" y="372943"/>
                  </a:lnTo>
                  <a:lnTo>
                    <a:pt x="327865" y="375173"/>
                  </a:lnTo>
                  <a:lnTo>
                    <a:pt x="314750" y="377403"/>
                  </a:lnTo>
                  <a:lnTo>
                    <a:pt x="301636" y="379633"/>
                  </a:lnTo>
                  <a:lnTo>
                    <a:pt x="288521" y="381861"/>
                  </a:lnTo>
                  <a:lnTo>
                    <a:pt x="275406" y="384089"/>
                  </a:lnTo>
                  <a:lnTo>
                    <a:pt x="262292" y="386316"/>
                  </a:lnTo>
                  <a:lnTo>
                    <a:pt x="249177" y="388542"/>
                  </a:lnTo>
                  <a:lnTo>
                    <a:pt x="236063" y="390768"/>
                  </a:lnTo>
                  <a:lnTo>
                    <a:pt x="222948" y="392992"/>
                  </a:lnTo>
                  <a:lnTo>
                    <a:pt x="209833" y="395216"/>
                  </a:lnTo>
                  <a:lnTo>
                    <a:pt x="196719" y="397439"/>
                  </a:lnTo>
                  <a:lnTo>
                    <a:pt x="183604" y="399661"/>
                  </a:lnTo>
                  <a:lnTo>
                    <a:pt x="170489" y="401882"/>
                  </a:lnTo>
                  <a:lnTo>
                    <a:pt x="157375" y="404102"/>
                  </a:lnTo>
                  <a:lnTo>
                    <a:pt x="144260" y="406322"/>
                  </a:lnTo>
                  <a:lnTo>
                    <a:pt x="131146" y="408542"/>
                  </a:lnTo>
                  <a:lnTo>
                    <a:pt x="118031" y="410760"/>
                  </a:lnTo>
                  <a:lnTo>
                    <a:pt x="104916" y="412978"/>
                  </a:lnTo>
                  <a:lnTo>
                    <a:pt x="91802" y="415196"/>
                  </a:lnTo>
                  <a:lnTo>
                    <a:pt x="78687" y="417413"/>
                  </a:lnTo>
                  <a:lnTo>
                    <a:pt x="65573" y="419630"/>
                  </a:lnTo>
                  <a:lnTo>
                    <a:pt x="52458" y="421847"/>
                  </a:lnTo>
                  <a:lnTo>
                    <a:pt x="39343" y="424064"/>
                  </a:lnTo>
                  <a:lnTo>
                    <a:pt x="26229" y="426280"/>
                  </a:lnTo>
                  <a:lnTo>
                    <a:pt x="13114" y="428497"/>
                  </a:lnTo>
                  <a:lnTo>
                    <a:pt x="0" y="4307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894150" y="2051998"/>
              <a:ext cx="2347515" cy="340385"/>
            </a:xfrm>
            <a:custGeom>
              <a:avLst/>
              <a:pathLst>
                <a:path w="2347515" h="340385">
                  <a:moveTo>
                    <a:pt x="0" y="340385"/>
                  </a:moveTo>
                  <a:lnTo>
                    <a:pt x="13114" y="339051"/>
                  </a:lnTo>
                  <a:lnTo>
                    <a:pt x="26229" y="337717"/>
                  </a:lnTo>
                  <a:lnTo>
                    <a:pt x="39343" y="336383"/>
                  </a:lnTo>
                  <a:lnTo>
                    <a:pt x="52458" y="335048"/>
                  </a:lnTo>
                  <a:lnTo>
                    <a:pt x="65573" y="333714"/>
                  </a:lnTo>
                  <a:lnTo>
                    <a:pt x="78687" y="332378"/>
                  </a:lnTo>
                  <a:lnTo>
                    <a:pt x="91802" y="331042"/>
                  </a:lnTo>
                  <a:lnTo>
                    <a:pt x="104916" y="329705"/>
                  </a:lnTo>
                  <a:lnTo>
                    <a:pt x="118031" y="328367"/>
                  </a:lnTo>
                  <a:lnTo>
                    <a:pt x="131146" y="327028"/>
                  </a:lnTo>
                  <a:lnTo>
                    <a:pt x="144260" y="325687"/>
                  </a:lnTo>
                  <a:lnTo>
                    <a:pt x="157375" y="324345"/>
                  </a:lnTo>
                  <a:lnTo>
                    <a:pt x="170489" y="323001"/>
                  </a:lnTo>
                  <a:lnTo>
                    <a:pt x="183604" y="321655"/>
                  </a:lnTo>
                  <a:lnTo>
                    <a:pt x="196719" y="320306"/>
                  </a:lnTo>
                  <a:lnTo>
                    <a:pt x="209833" y="318956"/>
                  </a:lnTo>
                  <a:lnTo>
                    <a:pt x="222948" y="317603"/>
                  </a:lnTo>
                  <a:lnTo>
                    <a:pt x="236063" y="316247"/>
                  </a:lnTo>
                  <a:lnTo>
                    <a:pt x="249177" y="314888"/>
                  </a:lnTo>
                  <a:lnTo>
                    <a:pt x="262292" y="313526"/>
                  </a:lnTo>
                  <a:lnTo>
                    <a:pt x="275406" y="312161"/>
                  </a:lnTo>
                  <a:lnTo>
                    <a:pt x="288521" y="310793"/>
                  </a:lnTo>
                  <a:lnTo>
                    <a:pt x="301636" y="309422"/>
                  </a:lnTo>
                  <a:lnTo>
                    <a:pt x="314750" y="308046"/>
                  </a:lnTo>
                  <a:lnTo>
                    <a:pt x="327865" y="306667"/>
                  </a:lnTo>
                  <a:lnTo>
                    <a:pt x="340979" y="305284"/>
                  </a:lnTo>
                  <a:lnTo>
                    <a:pt x="354094" y="303897"/>
                  </a:lnTo>
                  <a:lnTo>
                    <a:pt x="367209" y="302505"/>
                  </a:lnTo>
                  <a:lnTo>
                    <a:pt x="380323" y="301110"/>
                  </a:lnTo>
                  <a:lnTo>
                    <a:pt x="393438" y="299709"/>
                  </a:lnTo>
                  <a:lnTo>
                    <a:pt x="406552" y="298304"/>
                  </a:lnTo>
                  <a:lnTo>
                    <a:pt x="419667" y="296894"/>
                  </a:lnTo>
                  <a:lnTo>
                    <a:pt x="432782" y="295478"/>
                  </a:lnTo>
                  <a:lnTo>
                    <a:pt x="445896" y="294058"/>
                  </a:lnTo>
                  <a:lnTo>
                    <a:pt x="459011" y="292631"/>
                  </a:lnTo>
                  <a:lnTo>
                    <a:pt x="472126" y="291199"/>
                  </a:lnTo>
                  <a:lnTo>
                    <a:pt x="485240" y="289762"/>
                  </a:lnTo>
                  <a:lnTo>
                    <a:pt x="498355" y="288318"/>
                  </a:lnTo>
                  <a:lnTo>
                    <a:pt x="511469" y="286868"/>
                  </a:lnTo>
                  <a:lnTo>
                    <a:pt x="524584" y="285411"/>
                  </a:lnTo>
                  <a:lnTo>
                    <a:pt x="537699" y="283948"/>
                  </a:lnTo>
                  <a:lnTo>
                    <a:pt x="550813" y="282477"/>
                  </a:lnTo>
                  <a:lnTo>
                    <a:pt x="563928" y="281000"/>
                  </a:lnTo>
                  <a:lnTo>
                    <a:pt x="577042" y="279515"/>
                  </a:lnTo>
                  <a:lnTo>
                    <a:pt x="590157" y="278023"/>
                  </a:lnTo>
                  <a:lnTo>
                    <a:pt x="603272" y="276523"/>
                  </a:lnTo>
                  <a:lnTo>
                    <a:pt x="616386" y="275015"/>
                  </a:lnTo>
                  <a:lnTo>
                    <a:pt x="629501" y="273499"/>
                  </a:lnTo>
                  <a:lnTo>
                    <a:pt x="642615" y="271975"/>
                  </a:lnTo>
                  <a:lnTo>
                    <a:pt x="655730" y="270442"/>
                  </a:lnTo>
                  <a:lnTo>
                    <a:pt x="668845" y="268901"/>
                  </a:lnTo>
                  <a:lnTo>
                    <a:pt x="681959" y="267351"/>
                  </a:lnTo>
                  <a:lnTo>
                    <a:pt x="695074" y="265791"/>
                  </a:lnTo>
                  <a:lnTo>
                    <a:pt x="708189" y="264223"/>
                  </a:lnTo>
                  <a:lnTo>
                    <a:pt x="721303" y="262645"/>
                  </a:lnTo>
                  <a:lnTo>
                    <a:pt x="734418" y="261058"/>
                  </a:lnTo>
                  <a:lnTo>
                    <a:pt x="747532" y="259461"/>
                  </a:lnTo>
                  <a:lnTo>
                    <a:pt x="760647" y="257854"/>
                  </a:lnTo>
                  <a:lnTo>
                    <a:pt x="773762" y="256238"/>
                  </a:lnTo>
                  <a:lnTo>
                    <a:pt x="786876" y="254611"/>
                  </a:lnTo>
                  <a:lnTo>
                    <a:pt x="799991" y="252975"/>
                  </a:lnTo>
                  <a:lnTo>
                    <a:pt x="813105" y="251328"/>
                  </a:lnTo>
                  <a:lnTo>
                    <a:pt x="826220" y="249671"/>
                  </a:lnTo>
                  <a:lnTo>
                    <a:pt x="839335" y="248003"/>
                  </a:lnTo>
                  <a:lnTo>
                    <a:pt x="852449" y="246325"/>
                  </a:lnTo>
                  <a:lnTo>
                    <a:pt x="865564" y="244637"/>
                  </a:lnTo>
                  <a:lnTo>
                    <a:pt x="878679" y="242938"/>
                  </a:lnTo>
                  <a:lnTo>
                    <a:pt x="891793" y="241228"/>
                  </a:lnTo>
                  <a:lnTo>
                    <a:pt x="904908" y="239508"/>
                  </a:lnTo>
                  <a:lnTo>
                    <a:pt x="918022" y="237777"/>
                  </a:lnTo>
                  <a:lnTo>
                    <a:pt x="931137" y="236035"/>
                  </a:lnTo>
                  <a:lnTo>
                    <a:pt x="944252" y="234283"/>
                  </a:lnTo>
                  <a:lnTo>
                    <a:pt x="957366" y="232520"/>
                  </a:lnTo>
                  <a:lnTo>
                    <a:pt x="970481" y="230746"/>
                  </a:lnTo>
                  <a:lnTo>
                    <a:pt x="983595" y="228961"/>
                  </a:lnTo>
                  <a:lnTo>
                    <a:pt x="996710" y="227166"/>
                  </a:lnTo>
                  <a:lnTo>
                    <a:pt x="1009825" y="225360"/>
                  </a:lnTo>
                  <a:lnTo>
                    <a:pt x="1022939" y="223543"/>
                  </a:lnTo>
                  <a:lnTo>
                    <a:pt x="1036054" y="221715"/>
                  </a:lnTo>
                  <a:lnTo>
                    <a:pt x="1049168" y="219877"/>
                  </a:lnTo>
                  <a:lnTo>
                    <a:pt x="1062283" y="218029"/>
                  </a:lnTo>
                  <a:lnTo>
                    <a:pt x="1075398" y="216169"/>
                  </a:lnTo>
                  <a:lnTo>
                    <a:pt x="1088512" y="214299"/>
                  </a:lnTo>
                  <a:lnTo>
                    <a:pt x="1101627" y="212419"/>
                  </a:lnTo>
                  <a:lnTo>
                    <a:pt x="1114742" y="210528"/>
                  </a:lnTo>
                  <a:lnTo>
                    <a:pt x="1127856" y="208627"/>
                  </a:lnTo>
                  <a:lnTo>
                    <a:pt x="1140971" y="206716"/>
                  </a:lnTo>
                  <a:lnTo>
                    <a:pt x="1154085" y="204794"/>
                  </a:lnTo>
                  <a:lnTo>
                    <a:pt x="1167200" y="202862"/>
                  </a:lnTo>
                  <a:lnTo>
                    <a:pt x="1180315" y="200920"/>
                  </a:lnTo>
                  <a:lnTo>
                    <a:pt x="1193429" y="198968"/>
                  </a:lnTo>
                  <a:lnTo>
                    <a:pt x="1206544" y="197006"/>
                  </a:lnTo>
                  <a:lnTo>
                    <a:pt x="1219658" y="195033"/>
                  </a:lnTo>
                  <a:lnTo>
                    <a:pt x="1232773" y="193051"/>
                  </a:lnTo>
                  <a:lnTo>
                    <a:pt x="1245888" y="191059"/>
                  </a:lnTo>
                  <a:lnTo>
                    <a:pt x="1259002" y="189057"/>
                  </a:lnTo>
                  <a:lnTo>
                    <a:pt x="1272117" y="187045"/>
                  </a:lnTo>
                  <a:lnTo>
                    <a:pt x="1285231" y="185024"/>
                  </a:lnTo>
                  <a:lnTo>
                    <a:pt x="1298346" y="182993"/>
                  </a:lnTo>
                  <a:lnTo>
                    <a:pt x="1311461" y="180952"/>
                  </a:lnTo>
                  <a:lnTo>
                    <a:pt x="1324575" y="178902"/>
                  </a:lnTo>
                  <a:lnTo>
                    <a:pt x="1337690" y="176843"/>
                  </a:lnTo>
                  <a:lnTo>
                    <a:pt x="1350805" y="174774"/>
                  </a:lnTo>
                  <a:lnTo>
                    <a:pt x="1363919" y="172695"/>
                  </a:lnTo>
                  <a:lnTo>
                    <a:pt x="1377034" y="170608"/>
                  </a:lnTo>
                  <a:lnTo>
                    <a:pt x="1390148" y="168511"/>
                  </a:lnTo>
                  <a:lnTo>
                    <a:pt x="1403263" y="166405"/>
                  </a:lnTo>
                  <a:lnTo>
                    <a:pt x="1416378" y="164289"/>
                  </a:lnTo>
                  <a:lnTo>
                    <a:pt x="1429492" y="162165"/>
                  </a:lnTo>
                  <a:lnTo>
                    <a:pt x="1442607" y="160032"/>
                  </a:lnTo>
                  <a:lnTo>
                    <a:pt x="1455721" y="157890"/>
                  </a:lnTo>
                  <a:lnTo>
                    <a:pt x="1468836" y="155739"/>
                  </a:lnTo>
                  <a:lnTo>
                    <a:pt x="1481951" y="153579"/>
                  </a:lnTo>
                  <a:lnTo>
                    <a:pt x="1495065" y="151411"/>
                  </a:lnTo>
                  <a:lnTo>
                    <a:pt x="1508180" y="149234"/>
                  </a:lnTo>
                  <a:lnTo>
                    <a:pt x="1521295" y="147048"/>
                  </a:lnTo>
                  <a:lnTo>
                    <a:pt x="1534409" y="144854"/>
                  </a:lnTo>
                  <a:lnTo>
                    <a:pt x="1547524" y="142652"/>
                  </a:lnTo>
                  <a:lnTo>
                    <a:pt x="1560638" y="140442"/>
                  </a:lnTo>
                  <a:lnTo>
                    <a:pt x="1573753" y="138224"/>
                  </a:lnTo>
                  <a:lnTo>
                    <a:pt x="1586868" y="135997"/>
                  </a:lnTo>
                  <a:lnTo>
                    <a:pt x="1599982" y="133764"/>
                  </a:lnTo>
                  <a:lnTo>
                    <a:pt x="1613097" y="131522"/>
                  </a:lnTo>
                  <a:lnTo>
                    <a:pt x="1626211" y="129273"/>
                  </a:lnTo>
                  <a:lnTo>
                    <a:pt x="1639326" y="127017"/>
                  </a:lnTo>
                  <a:lnTo>
                    <a:pt x="1652441" y="124753"/>
                  </a:lnTo>
                  <a:lnTo>
                    <a:pt x="1665555" y="122483"/>
                  </a:lnTo>
                  <a:lnTo>
                    <a:pt x="1678670" y="120206"/>
                  </a:lnTo>
                  <a:lnTo>
                    <a:pt x="1691784" y="117923"/>
                  </a:lnTo>
                  <a:lnTo>
                    <a:pt x="1704899" y="115633"/>
                  </a:lnTo>
                  <a:lnTo>
                    <a:pt x="1718014" y="113337"/>
                  </a:lnTo>
                  <a:lnTo>
                    <a:pt x="1731128" y="111036"/>
                  </a:lnTo>
                  <a:lnTo>
                    <a:pt x="1744243" y="108728"/>
                  </a:lnTo>
                  <a:lnTo>
                    <a:pt x="1757358" y="106416"/>
                  </a:lnTo>
                  <a:lnTo>
                    <a:pt x="1770472" y="104098"/>
                  </a:lnTo>
                  <a:lnTo>
                    <a:pt x="1783587" y="101775"/>
                  </a:lnTo>
                  <a:lnTo>
                    <a:pt x="1796701" y="99448"/>
                  </a:lnTo>
                  <a:lnTo>
                    <a:pt x="1809816" y="97116"/>
                  </a:lnTo>
                  <a:lnTo>
                    <a:pt x="1822931" y="94780"/>
                  </a:lnTo>
                  <a:lnTo>
                    <a:pt x="1836045" y="92440"/>
                  </a:lnTo>
                  <a:lnTo>
                    <a:pt x="1849160" y="90097"/>
                  </a:lnTo>
                  <a:lnTo>
                    <a:pt x="1862274" y="87750"/>
                  </a:lnTo>
                  <a:lnTo>
                    <a:pt x="1875389" y="85400"/>
                  </a:lnTo>
                  <a:lnTo>
                    <a:pt x="1888504" y="83047"/>
                  </a:lnTo>
                  <a:lnTo>
                    <a:pt x="1901618" y="80691"/>
                  </a:lnTo>
                  <a:lnTo>
                    <a:pt x="1914733" y="78333"/>
                  </a:lnTo>
                  <a:lnTo>
                    <a:pt x="1927847" y="75972"/>
                  </a:lnTo>
                  <a:lnTo>
                    <a:pt x="1940962" y="73610"/>
                  </a:lnTo>
                  <a:lnTo>
                    <a:pt x="1954077" y="71245"/>
                  </a:lnTo>
                  <a:lnTo>
                    <a:pt x="1967191" y="68879"/>
                  </a:lnTo>
                  <a:lnTo>
                    <a:pt x="1980306" y="66512"/>
                  </a:lnTo>
                  <a:lnTo>
                    <a:pt x="1993421" y="64143"/>
                  </a:lnTo>
                  <a:lnTo>
                    <a:pt x="2006535" y="61773"/>
                  </a:lnTo>
                  <a:lnTo>
                    <a:pt x="2019650" y="59402"/>
                  </a:lnTo>
                  <a:lnTo>
                    <a:pt x="2032764" y="57029"/>
                  </a:lnTo>
                  <a:lnTo>
                    <a:pt x="2045879" y="54657"/>
                  </a:lnTo>
                  <a:lnTo>
                    <a:pt x="2058994" y="52283"/>
                  </a:lnTo>
                  <a:lnTo>
                    <a:pt x="2072108" y="49909"/>
                  </a:lnTo>
                  <a:lnTo>
                    <a:pt x="2085223" y="47534"/>
                  </a:lnTo>
                  <a:lnTo>
                    <a:pt x="2098337" y="45159"/>
                  </a:lnTo>
                  <a:lnTo>
                    <a:pt x="2111452" y="42784"/>
                  </a:lnTo>
                  <a:lnTo>
                    <a:pt x="2124567" y="40408"/>
                  </a:lnTo>
                  <a:lnTo>
                    <a:pt x="2137681" y="38032"/>
                  </a:lnTo>
                  <a:lnTo>
                    <a:pt x="2150796" y="35656"/>
                  </a:lnTo>
                  <a:lnTo>
                    <a:pt x="2163911" y="33279"/>
                  </a:lnTo>
                  <a:lnTo>
                    <a:pt x="2177025" y="30903"/>
                  </a:lnTo>
                  <a:lnTo>
                    <a:pt x="2190140" y="28526"/>
                  </a:lnTo>
                  <a:lnTo>
                    <a:pt x="2203254" y="26149"/>
                  </a:lnTo>
                  <a:lnTo>
                    <a:pt x="2216369" y="23772"/>
                  </a:lnTo>
                  <a:lnTo>
                    <a:pt x="2229484" y="21395"/>
                  </a:lnTo>
                  <a:lnTo>
                    <a:pt x="2242598" y="19018"/>
                  </a:lnTo>
                  <a:lnTo>
                    <a:pt x="2255713" y="16641"/>
                  </a:lnTo>
                  <a:lnTo>
                    <a:pt x="2268827" y="14264"/>
                  </a:lnTo>
                  <a:lnTo>
                    <a:pt x="2281942" y="11886"/>
                  </a:lnTo>
                  <a:lnTo>
                    <a:pt x="2295057" y="9509"/>
                  </a:lnTo>
                  <a:lnTo>
                    <a:pt x="2308171" y="7132"/>
                  </a:lnTo>
                  <a:lnTo>
                    <a:pt x="2321286" y="4754"/>
                  </a:lnTo>
                  <a:lnTo>
                    <a:pt x="2334400" y="237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8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pg45"/>
            <p:cNvSpPr/>
            <p:nvPr/>
          </p:nvSpPr>
          <p:spPr>
            <a:xfrm>
              <a:off x="5300048" y="2052573"/>
              <a:ext cx="2346210" cy="517862"/>
            </a:xfrm>
            <a:custGeom>
              <a:avLst/>
              <a:pathLst>
                <a:path w="2346210" h="517862">
                  <a:moveTo>
                    <a:pt x="0" y="256310"/>
                  </a:moveTo>
                  <a:lnTo>
                    <a:pt x="13107" y="255740"/>
                  </a:lnTo>
                  <a:lnTo>
                    <a:pt x="26214" y="255169"/>
                  </a:lnTo>
                  <a:lnTo>
                    <a:pt x="39321" y="254599"/>
                  </a:lnTo>
                  <a:lnTo>
                    <a:pt x="52429" y="254028"/>
                  </a:lnTo>
                  <a:lnTo>
                    <a:pt x="65536" y="253457"/>
                  </a:lnTo>
                  <a:lnTo>
                    <a:pt x="78643" y="252886"/>
                  </a:lnTo>
                  <a:lnTo>
                    <a:pt x="91751" y="252313"/>
                  </a:lnTo>
                  <a:lnTo>
                    <a:pt x="104858" y="251740"/>
                  </a:lnTo>
                  <a:lnTo>
                    <a:pt x="117965" y="251165"/>
                  </a:lnTo>
                  <a:lnTo>
                    <a:pt x="131073" y="250589"/>
                  </a:lnTo>
                  <a:lnTo>
                    <a:pt x="144180" y="250012"/>
                  </a:lnTo>
                  <a:lnTo>
                    <a:pt x="157287" y="249432"/>
                  </a:lnTo>
                  <a:lnTo>
                    <a:pt x="170395" y="248850"/>
                  </a:lnTo>
                  <a:lnTo>
                    <a:pt x="183502" y="248265"/>
                  </a:lnTo>
                  <a:lnTo>
                    <a:pt x="196609" y="247678"/>
                  </a:lnTo>
                  <a:lnTo>
                    <a:pt x="209717" y="247087"/>
                  </a:lnTo>
                  <a:lnTo>
                    <a:pt x="222824" y="246493"/>
                  </a:lnTo>
                  <a:lnTo>
                    <a:pt x="235931" y="245895"/>
                  </a:lnTo>
                  <a:lnTo>
                    <a:pt x="249039" y="245292"/>
                  </a:lnTo>
                  <a:lnTo>
                    <a:pt x="262146" y="244685"/>
                  </a:lnTo>
                  <a:lnTo>
                    <a:pt x="275253" y="244074"/>
                  </a:lnTo>
                  <a:lnTo>
                    <a:pt x="288361" y="243456"/>
                  </a:lnTo>
                  <a:lnTo>
                    <a:pt x="301468" y="242834"/>
                  </a:lnTo>
                  <a:lnTo>
                    <a:pt x="314575" y="242205"/>
                  </a:lnTo>
                  <a:lnTo>
                    <a:pt x="327682" y="241570"/>
                  </a:lnTo>
                  <a:lnTo>
                    <a:pt x="340790" y="240928"/>
                  </a:lnTo>
                  <a:lnTo>
                    <a:pt x="353897" y="240279"/>
                  </a:lnTo>
                  <a:lnTo>
                    <a:pt x="367004" y="239623"/>
                  </a:lnTo>
                  <a:lnTo>
                    <a:pt x="380112" y="238959"/>
                  </a:lnTo>
                  <a:lnTo>
                    <a:pt x="393219" y="238287"/>
                  </a:lnTo>
                  <a:lnTo>
                    <a:pt x="406326" y="237606"/>
                  </a:lnTo>
                  <a:lnTo>
                    <a:pt x="419434" y="236917"/>
                  </a:lnTo>
                  <a:lnTo>
                    <a:pt x="432541" y="236218"/>
                  </a:lnTo>
                  <a:lnTo>
                    <a:pt x="445648" y="235510"/>
                  </a:lnTo>
                  <a:lnTo>
                    <a:pt x="458756" y="234792"/>
                  </a:lnTo>
                  <a:lnTo>
                    <a:pt x="471863" y="234064"/>
                  </a:lnTo>
                  <a:lnTo>
                    <a:pt x="484970" y="233326"/>
                  </a:lnTo>
                  <a:lnTo>
                    <a:pt x="498078" y="232576"/>
                  </a:lnTo>
                  <a:lnTo>
                    <a:pt x="511185" y="231816"/>
                  </a:lnTo>
                  <a:lnTo>
                    <a:pt x="524292" y="231045"/>
                  </a:lnTo>
                  <a:lnTo>
                    <a:pt x="537400" y="230261"/>
                  </a:lnTo>
                  <a:lnTo>
                    <a:pt x="550507" y="229466"/>
                  </a:lnTo>
                  <a:lnTo>
                    <a:pt x="563614" y="228659"/>
                  </a:lnTo>
                  <a:lnTo>
                    <a:pt x="576722" y="227839"/>
                  </a:lnTo>
                  <a:lnTo>
                    <a:pt x="589829" y="227006"/>
                  </a:lnTo>
                  <a:lnTo>
                    <a:pt x="602936" y="226161"/>
                  </a:lnTo>
                  <a:lnTo>
                    <a:pt x="616043" y="225302"/>
                  </a:lnTo>
                  <a:lnTo>
                    <a:pt x="629151" y="224430"/>
                  </a:lnTo>
                  <a:lnTo>
                    <a:pt x="642258" y="223544"/>
                  </a:lnTo>
                  <a:lnTo>
                    <a:pt x="655365" y="222645"/>
                  </a:lnTo>
                  <a:lnTo>
                    <a:pt x="668473" y="221731"/>
                  </a:lnTo>
                  <a:lnTo>
                    <a:pt x="681580" y="220803"/>
                  </a:lnTo>
                  <a:lnTo>
                    <a:pt x="694687" y="219860"/>
                  </a:lnTo>
                  <a:lnTo>
                    <a:pt x="707795" y="218903"/>
                  </a:lnTo>
                  <a:lnTo>
                    <a:pt x="720902" y="217932"/>
                  </a:lnTo>
                  <a:lnTo>
                    <a:pt x="734009" y="216945"/>
                  </a:lnTo>
                  <a:lnTo>
                    <a:pt x="747117" y="215943"/>
                  </a:lnTo>
                  <a:lnTo>
                    <a:pt x="760224" y="214926"/>
                  </a:lnTo>
                  <a:lnTo>
                    <a:pt x="773331" y="213893"/>
                  </a:lnTo>
                  <a:lnTo>
                    <a:pt x="786439" y="212845"/>
                  </a:lnTo>
                  <a:lnTo>
                    <a:pt x="799546" y="211782"/>
                  </a:lnTo>
                  <a:lnTo>
                    <a:pt x="812653" y="210703"/>
                  </a:lnTo>
                  <a:lnTo>
                    <a:pt x="825761" y="209608"/>
                  </a:lnTo>
                  <a:lnTo>
                    <a:pt x="838868" y="208497"/>
                  </a:lnTo>
                  <a:lnTo>
                    <a:pt x="851975" y="207370"/>
                  </a:lnTo>
                  <a:lnTo>
                    <a:pt x="865083" y="206227"/>
                  </a:lnTo>
                  <a:lnTo>
                    <a:pt x="878190" y="205068"/>
                  </a:lnTo>
                  <a:lnTo>
                    <a:pt x="891297" y="203893"/>
                  </a:lnTo>
                  <a:lnTo>
                    <a:pt x="904405" y="202702"/>
                  </a:lnTo>
                  <a:lnTo>
                    <a:pt x="917512" y="201494"/>
                  </a:lnTo>
                  <a:lnTo>
                    <a:pt x="930619" y="200271"/>
                  </a:lnTo>
                  <a:lnTo>
                    <a:pt x="943726" y="199031"/>
                  </a:lnTo>
                  <a:lnTo>
                    <a:pt x="956834" y="197775"/>
                  </a:lnTo>
                  <a:lnTo>
                    <a:pt x="969941" y="196503"/>
                  </a:lnTo>
                  <a:lnTo>
                    <a:pt x="983048" y="195214"/>
                  </a:lnTo>
                  <a:lnTo>
                    <a:pt x="996156" y="193910"/>
                  </a:lnTo>
                  <a:lnTo>
                    <a:pt x="1009263" y="192589"/>
                  </a:lnTo>
                  <a:lnTo>
                    <a:pt x="1022370" y="191252"/>
                  </a:lnTo>
                  <a:lnTo>
                    <a:pt x="1035478" y="189899"/>
                  </a:lnTo>
                  <a:lnTo>
                    <a:pt x="1048585" y="188530"/>
                  </a:lnTo>
                  <a:lnTo>
                    <a:pt x="1061692" y="187146"/>
                  </a:lnTo>
                  <a:lnTo>
                    <a:pt x="1074800" y="185745"/>
                  </a:lnTo>
                  <a:lnTo>
                    <a:pt x="1087907" y="184328"/>
                  </a:lnTo>
                  <a:lnTo>
                    <a:pt x="1101014" y="182896"/>
                  </a:lnTo>
                  <a:lnTo>
                    <a:pt x="1114122" y="181448"/>
                  </a:lnTo>
                  <a:lnTo>
                    <a:pt x="1127229" y="179985"/>
                  </a:lnTo>
                  <a:lnTo>
                    <a:pt x="1140336" y="178506"/>
                  </a:lnTo>
                  <a:lnTo>
                    <a:pt x="1153444" y="177011"/>
                  </a:lnTo>
                  <a:lnTo>
                    <a:pt x="1166551" y="175502"/>
                  </a:lnTo>
                  <a:lnTo>
                    <a:pt x="1179658" y="173977"/>
                  </a:lnTo>
                  <a:lnTo>
                    <a:pt x="1192766" y="172437"/>
                  </a:lnTo>
                  <a:lnTo>
                    <a:pt x="1205873" y="170883"/>
                  </a:lnTo>
                  <a:lnTo>
                    <a:pt x="1218980" y="169313"/>
                  </a:lnTo>
                  <a:lnTo>
                    <a:pt x="1232087" y="167729"/>
                  </a:lnTo>
                  <a:lnTo>
                    <a:pt x="1245195" y="166131"/>
                  </a:lnTo>
                  <a:lnTo>
                    <a:pt x="1258302" y="164518"/>
                  </a:lnTo>
                  <a:lnTo>
                    <a:pt x="1271409" y="162891"/>
                  </a:lnTo>
                  <a:lnTo>
                    <a:pt x="1284517" y="161251"/>
                  </a:lnTo>
                  <a:lnTo>
                    <a:pt x="1297624" y="159596"/>
                  </a:lnTo>
                  <a:lnTo>
                    <a:pt x="1310731" y="157927"/>
                  </a:lnTo>
                  <a:lnTo>
                    <a:pt x="1323839" y="156245"/>
                  </a:lnTo>
                  <a:lnTo>
                    <a:pt x="1336946" y="154550"/>
                  </a:lnTo>
                  <a:lnTo>
                    <a:pt x="1350053" y="152842"/>
                  </a:lnTo>
                  <a:lnTo>
                    <a:pt x="1363161" y="151121"/>
                  </a:lnTo>
                  <a:lnTo>
                    <a:pt x="1376268" y="149386"/>
                  </a:lnTo>
                  <a:lnTo>
                    <a:pt x="1389375" y="147640"/>
                  </a:lnTo>
                  <a:lnTo>
                    <a:pt x="1402483" y="145880"/>
                  </a:lnTo>
                  <a:lnTo>
                    <a:pt x="1415590" y="144109"/>
                  </a:lnTo>
                  <a:lnTo>
                    <a:pt x="1428697" y="142326"/>
                  </a:lnTo>
                  <a:lnTo>
                    <a:pt x="1441805" y="140530"/>
                  </a:lnTo>
                  <a:lnTo>
                    <a:pt x="1454912" y="138723"/>
                  </a:lnTo>
                  <a:lnTo>
                    <a:pt x="1468019" y="136905"/>
                  </a:lnTo>
                  <a:lnTo>
                    <a:pt x="1481127" y="135076"/>
                  </a:lnTo>
                  <a:lnTo>
                    <a:pt x="1494234" y="133235"/>
                  </a:lnTo>
                  <a:lnTo>
                    <a:pt x="1507341" y="131384"/>
                  </a:lnTo>
                  <a:lnTo>
                    <a:pt x="1520448" y="129522"/>
                  </a:lnTo>
                  <a:lnTo>
                    <a:pt x="1533556" y="127649"/>
                  </a:lnTo>
                  <a:lnTo>
                    <a:pt x="1546663" y="125767"/>
                  </a:lnTo>
                  <a:lnTo>
                    <a:pt x="1559770" y="123874"/>
                  </a:lnTo>
                  <a:lnTo>
                    <a:pt x="1572878" y="121972"/>
                  </a:lnTo>
                  <a:lnTo>
                    <a:pt x="1585985" y="120060"/>
                  </a:lnTo>
                  <a:lnTo>
                    <a:pt x="1599092" y="118139"/>
                  </a:lnTo>
                  <a:lnTo>
                    <a:pt x="1612200" y="116209"/>
                  </a:lnTo>
                  <a:lnTo>
                    <a:pt x="1625307" y="114270"/>
                  </a:lnTo>
                  <a:lnTo>
                    <a:pt x="1638414" y="112322"/>
                  </a:lnTo>
                  <a:lnTo>
                    <a:pt x="1651522" y="110366"/>
                  </a:lnTo>
                  <a:lnTo>
                    <a:pt x="1664629" y="108402"/>
                  </a:lnTo>
                  <a:lnTo>
                    <a:pt x="1677736" y="106429"/>
                  </a:lnTo>
                  <a:lnTo>
                    <a:pt x="1690844" y="104449"/>
                  </a:lnTo>
                  <a:lnTo>
                    <a:pt x="1703951" y="102462"/>
                  </a:lnTo>
                  <a:lnTo>
                    <a:pt x="1717058" y="100467"/>
                  </a:lnTo>
                  <a:lnTo>
                    <a:pt x="1730166" y="98465"/>
                  </a:lnTo>
                  <a:lnTo>
                    <a:pt x="1743273" y="96456"/>
                  </a:lnTo>
                  <a:lnTo>
                    <a:pt x="1756380" y="94441"/>
                  </a:lnTo>
                  <a:lnTo>
                    <a:pt x="1769488" y="92419"/>
                  </a:lnTo>
                  <a:lnTo>
                    <a:pt x="1782595" y="90391"/>
                  </a:lnTo>
                  <a:lnTo>
                    <a:pt x="1795702" y="88358"/>
                  </a:lnTo>
                  <a:lnTo>
                    <a:pt x="1808810" y="86318"/>
                  </a:lnTo>
                  <a:lnTo>
                    <a:pt x="1821917" y="84273"/>
                  </a:lnTo>
                  <a:lnTo>
                    <a:pt x="1835024" y="82222"/>
                  </a:lnTo>
                  <a:lnTo>
                    <a:pt x="1848131" y="80166"/>
                  </a:lnTo>
                  <a:lnTo>
                    <a:pt x="1861239" y="78106"/>
                  </a:lnTo>
                  <a:lnTo>
                    <a:pt x="1874346" y="76040"/>
                  </a:lnTo>
                  <a:lnTo>
                    <a:pt x="1887453" y="73971"/>
                  </a:lnTo>
                  <a:lnTo>
                    <a:pt x="1900561" y="71896"/>
                  </a:lnTo>
                  <a:lnTo>
                    <a:pt x="1913668" y="69818"/>
                  </a:lnTo>
                  <a:lnTo>
                    <a:pt x="1926775" y="67736"/>
                  </a:lnTo>
                  <a:lnTo>
                    <a:pt x="1939883" y="65650"/>
                  </a:lnTo>
                  <a:lnTo>
                    <a:pt x="1952990" y="63560"/>
                  </a:lnTo>
                  <a:lnTo>
                    <a:pt x="1966097" y="61467"/>
                  </a:lnTo>
                  <a:lnTo>
                    <a:pt x="1979205" y="59371"/>
                  </a:lnTo>
                  <a:lnTo>
                    <a:pt x="1992312" y="57272"/>
                  </a:lnTo>
                  <a:lnTo>
                    <a:pt x="2005419" y="55170"/>
                  </a:lnTo>
                  <a:lnTo>
                    <a:pt x="2018527" y="53066"/>
                  </a:lnTo>
                  <a:lnTo>
                    <a:pt x="2031634" y="50959"/>
                  </a:lnTo>
                  <a:lnTo>
                    <a:pt x="2044741" y="48849"/>
                  </a:lnTo>
                  <a:lnTo>
                    <a:pt x="2057849" y="46738"/>
                  </a:lnTo>
                  <a:lnTo>
                    <a:pt x="2070956" y="44624"/>
                  </a:lnTo>
                  <a:lnTo>
                    <a:pt x="2084063" y="42509"/>
                  </a:lnTo>
                  <a:lnTo>
                    <a:pt x="2097171" y="40392"/>
                  </a:lnTo>
                  <a:lnTo>
                    <a:pt x="2110278" y="38273"/>
                  </a:lnTo>
                  <a:lnTo>
                    <a:pt x="2123385" y="36153"/>
                  </a:lnTo>
                  <a:lnTo>
                    <a:pt x="2136492" y="34032"/>
                  </a:lnTo>
                  <a:lnTo>
                    <a:pt x="2149600" y="31909"/>
                  </a:lnTo>
                  <a:lnTo>
                    <a:pt x="2162707" y="29786"/>
                  </a:lnTo>
                  <a:lnTo>
                    <a:pt x="2175814" y="27661"/>
                  </a:lnTo>
                  <a:lnTo>
                    <a:pt x="2188922" y="25536"/>
                  </a:lnTo>
                  <a:lnTo>
                    <a:pt x="2202029" y="23410"/>
                  </a:lnTo>
                  <a:lnTo>
                    <a:pt x="2215136" y="21283"/>
                  </a:lnTo>
                  <a:lnTo>
                    <a:pt x="2228244" y="19156"/>
                  </a:lnTo>
                  <a:lnTo>
                    <a:pt x="2241351" y="17028"/>
                  </a:lnTo>
                  <a:lnTo>
                    <a:pt x="2254458" y="14900"/>
                  </a:lnTo>
                  <a:lnTo>
                    <a:pt x="2267566" y="12772"/>
                  </a:lnTo>
                  <a:lnTo>
                    <a:pt x="2280673" y="10644"/>
                  </a:lnTo>
                  <a:lnTo>
                    <a:pt x="2293780" y="8515"/>
                  </a:lnTo>
                  <a:lnTo>
                    <a:pt x="2306888" y="6386"/>
                  </a:lnTo>
                  <a:lnTo>
                    <a:pt x="2319995" y="4257"/>
                  </a:lnTo>
                  <a:lnTo>
                    <a:pt x="2333102" y="2128"/>
                  </a:lnTo>
                  <a:lnTo>
                    <a:pt x="2346210" y="0"/>
                  </a:lnTo>
                  <a:lnTo>
                    <a:pt x="2346210" y="123489"/>
                  </a:lnTo>
                  <a:lnTo>
                    <a:pt x="2333102" y="125901"/>
                  </a:lnTo>
                  <a:lnTo>
                    <a:pt x="2319995" y="128314"/>
                  </a:lnTo>
                  <a:lnTo>
                    <a:pt x="2306888" y="130726"/>
                  </a:lnTo>
                  <a:lnTo>
                    <a:pt x="2293780" y="133139"/>
                  </a:lnTo>
                  <a:lnTo>
                    <a:pt x="2280673" y="135551"/>
                  </a:lnTo>
                  <a:lnTo>
                    <a:pt x="2267566" y="137964"/>
                  </a:lnTo>
                  <a:lnTo>
                    <a:pt x="2254458" y="140376"/>
                  </a:lnTo>
                  <a:lnTo>
                    <a:pt x="2241351" y="142789"/>
                  </a:lnTo>
                  <a:lnTo>
                    <a:pt x="2228244" y="145201"/>
                  </a:lnTo>
                  <a:lnTo>
                    <a:pt x="2215136" y="147613"/>
                  </a:lnTo>
                  <a:lnTo>
                    <a:pt x="2202029" y="150025"/>
                  </a:lnTo>
                  <a:lnTo>
                    <a:pt x="2188922" y="152437"/>
                  </a:lnTo>
                  <a:lnTo>
                    <a:pt x="2175814" y="154849"/>
                  </a:lnTo>
                  <a:lnTo>
                    <a:pt x="2162707" y="157260"/>
                  </a:lnTo>
                  <a:lnTo>
                    <a:pt x="2149600" y="159672"/>
                  </a:lnTo>
                  <a:lnTo>
                    <a:pt x="2136492" y="162082"/>
                  </a:lnTo>
                  <a:lnTo>
                    <a:pt x="2123385" y="164493"/>
                  </a:lnTo>
                  <a:lnTo>
                    <a:pt x="2110278" y="166903"/>
                  </a:lnTo>
                  <a:lnTo>
                    <a:pt x="2097171" y="169312"/>
                  </a:lnTo>
                  <a:lnTo>
                    <a:pt x="2084063" y="171721"/>
                  </a:lnTo>
                  <a:lnTo>
                    <a:pt x="2070956" y="174129"/>
                  </a:lnTo>
                  <a:lnTo>
                    <a:pt x="2057849" y="176536"/>
                  </a:lnTo>
                  <a:lnTo>
                    <a:pt x="2044741" y="178942"/>
                  </a:lnTo>
                  <a:lnTo>
                    <a:pt x="2031634" y="181348"/>
                  </a:lnTo>
                  <a:lnTo>
                    <a:pt x="2018527" y="183752"/>
                  </a:lnTo>
                  <a:lnTo>
                    <a:pt x="2005419" y="186155"/>
                  </a:lnTo>
                  <a:lnTo>
                    <a:pt x="1992312" y="188557"/>
                  </a:lnTo>
                  <a:lnTo>
                    <a:pt x="1979205" y="190958"/>
                  </a:lnTo>
                  <a:lnTo>
                    <a:pt x="1966097" y="193358"/>
                  </a:lnTo>
                  <a:lnTo>
                    <a:pt x="1952990" y="195755"/>
                  </a:lnTo>
                  <a:lnTo>
                    <a:pt x="1939883" y="198152"/>
                  </a:lnTo>
                  <a:lnTo>
                    <a:pt x="1926775" y="200546"/>
                  </a:lnTo>
                  <a:lnTo>
                    <a:pt x="1913668" y="202939"/>
                  </a:lnTo>
                  <a:lnTo>
                    <a:pt x="1900561" y="205330"/>
                  </a:lnTo>
                  <a:lnTo>
                    <a:pt x="1887453" y="207719"/>
                  </a:lnTo>
                  <a:lnTo>
                    <a:pt x="1874346" y="210106"/>
                  </a:lnTo>
                  <a:lnTo>
                    <a:pt x="1861239" y="212491"/>
                  </a:lnTo>
                  <a:lnTo>
                    <a:pt x="1848131" y="214874"/>
                  </a:lnTo>
                  <a:lnTo>
                    <a:pt x="1835024" y="217254"/>
                  </a:lnTo>
                  <a:lnTo>
                    <a:pt x="1821917" y="219632"/>
                  </a:lnTo>
                  <a:lnTo>
                    <a:pt x="1808810" y="222007"/>
                  </a:lnTo>
                  <a:lnTo>
                    <a:pt x="1795702" y="224380"/>
                  </a:lnTo>
                  <a:lnTo>
                    <a:pt x="1782595" y="226751"/>
                  </a:lnTo>
                  <a:lnTo>
                    <a:pt x="1769488" y="229118"/>
                  </a:lnTo>
                  <a:lnTo>
                    <a:pt x="1756380" y="231483"/>
                  </a:lnTo>
                  <a:lnTo>
                    <a:pt x="1743273" y="233845"/>
                  </a:lnTo>
                  <a:lnTo>
                    <a:pt x="1730166" y="236204"/>
                  </a:lnTo>
                  <a:lnTo>
                    <a:pt x="1717058" y="238561"/>
                  </a:lnTo>
                  <a:lnTo>
                    <a:pt x="1703951" y="240914"/>
                  </a:lnTo>
                  <a:lnTo>
                    <a:pt x="1690844" y="243264"/>
                  </a:lnTo>
                  <a:lnTo>
                    <a:pt x="1677736" y="245612"/>
                  </a:lnTo>
                  <a:lnTo>
                    <a:pt x="1664629" y="247956"/>
                  </a:lnTo>
                  <a:lnTo>
                    <a:pt x="1651522" y="250297"/>
                  </a:lnTo>
                  <a:lnTo>
                    <a:pt x="1638414" y="252634"/>
                  </a:lnTo>
                  <a:lnTo>
                    <a:pt x="1625307" y="254969"/>
                  </a:lnTo>
                  <a:lnTo>
                    <a:pt x="1612200" y="257300"/>
                  </a:lnTo>
                  <a:lnTo>
                    <a:pt x="1599092" y="259627"/>
                  </a:lnTo>
                  <a:lnTo>
                    <a:pt x="1585985" y="261952"/>
                  </a:lnTo>
                  <a:lnTo>
                    <a:pt x="1572878" y="264273"/>
                  </a:lnTo>
                  <a:lnTo>
                    <a:pt x="1559770" y="266590"/>
                  </a:lnTo>
                  <a:lnTo>
                    <a:pt x="1546663" y="268905"/>
                  </a:lnTo>
                  <a:lnTo>
                    <a:pt x="1533556" y="271215"/>
                  </a:lnTo>
                  <a:lnTo>
                    <a:pt x="1520448" y="273522"/>
                  </a:lnTo>
                  <a:lnTo>
                    <a:pt x="1507341" y="275826"/>
                  </a:lnTo>
                  <a:lnTo>
                    <a:pt x="1494234" y="278126"/>
                  </a:lnTo>
                  <a:lnTo>
                    <a:pt x="1481127" y="280422"/>
                  </a:lnTo>
                  <a:lnTo>
                    <a:pt x="1468019" y="282715"/>
                  </a:lnTo>
                  <a:lnTo>
                    <a:pt x="1454912" y="285004"/>
                  </a:lnTo>
                  <a:lnTo>
                    <a:pt x="1441805" y="287289"/>
                  </a:lnTo>
                  <a:lnTo>
                    <a:pt x="1428697" y="289571"/>
                  </a:lnTo>
                  <a:lnTo>
                    <a:pt x="1415590" y="291849"/>
                  </a:lnTo>
                  <a:lnTo>
                    <a:pt x="1402483" y="294123"/>
                  </a:lnTo>
                  <a:lnTo>
                    <a:pt x="1389375" y="296393"/>
                  </a:lnTo>
                  <a:lnTo>
                    <a:pt x="1376268" y="298660"/>
                  </a:lnTo>
                  <a:lnTo>
                    <a:pt x="1363161" y="300922"/>
                  </a:lnTo>
                  <a:lnTo>
                    <a:pt x="1350053" y="303181"/>
                  </a:lnTo>
                  <a:lnTo>
                    <a:pt x="1336946" y="305436"/>
                  </a:lnTo>
                  <a:lnTo>
                    <a:pt x="1323839" y="307687"/>
                  </a:lnTo>
                  <a:lnTo>
                    <a:pt x="1310731" y="309934"/>
                  </a:lnTo>
                  <a:lnTo>
                    <a:pt x="1297624" y="312177"/>
                  </a:lnTo>
                  <a:lnTo>
                    <a:pt x="1284517" y="314416"/>
                  </a:lnTo>
                  <a:lnTo>
                    <a:pt x="1271409" y="316652"/>
                  </a:lnTo>
                  <a:lnTo>
                    <a:pt x="1258302" y="318883"/>
                  </a:lnTo>
                  <a:lnTo>
                    <a:pt x="1245195" y="321110"/>
                  </a:lnTo>
                  <a:lnTo>
                    <a:pt x="1232087" y="323333"/>
                  </a:lnTo>
                  <a:lnTo>
                    <a:pt x="1218980" y="325553"/>
                  </a:lnTo>
                  <a:lnTo>
                    <a:pt x="1205873" y="327768"/>
                  </a:lnTo>
                  <a:lnTo>
                    <a:pt x="1192766" y="329979"/>
                  </a:lnTo>
                  <a:lnTo>
                    <a:pt x="1179658" y="332186"/>
                  </a:lnTo>
                  <a:lnTo>
                    <a:pt x="1166551" y="334389"/>
                  </a:lnTo>
                  <a:lnTo>
                    <a:pt x="1153444" y="336588"/>
                  </a:lnTo>
                  <a:lnTo>
                    <a:pt x="1140336" y="338782"/>
                  </a:lnTo>
                  <a:lnTo>
                    <a:pt x="1127229" y="340973"/>
                  </a:lnTo>
                  <a:lnTo>
                    <a:pt x="1114122" y="343160"/>
                  </a:lnTo>
                  <a:lnTo>
                    <a:pt x="1101014" y="345342"/>
                  </a:lnTo>
                  <a:lnTo>
                    <a:pt x="1087907" y="347521"/>
                  </a:lnTo>
                  <a:lnTo>
                    <a:pt x="1074800" y="349695"/>
                  </a:lnTo>
                  <a:lnTo>
                    <a:pt x="1061692" y="351865"/>
                  </a:lnTo>
                  <a:lnTo>
                    <a:pt x="1048585" y="354031"/>
                  </a:lnTo>
                  <a:lnTo>
                    <a:pt x="1035478" y="356193"/>
                  </a:lnTo>
                  <a:lnTo>
                    <a:pt x="1022370" y="358351"/>
                  </a:lnTo>
                  <a:lnTo>
                    <a:pt x="1009263" y="360505"/>
                  </a:lnTo>
                  <a:lnTo>
                    <a:pt x="996156" y="362654"/>
                  </a:lnTo>
                  <a:lnTo>
                    <a:pt x="983048" y="364800"/>
                  </a:lnTo>
                  <a:lnTo>
                    <a:pt x="969941" y="366942"/>
                  </a:lnTo>
                  <a:lnTo>
                    <a:pt x="956834" y="369079"/>
                  </a:lnTo>
                  <a:lnTo>
                    <a:pt x="943726" y="371213"/>
                  </a:lnTo>
                  <a:lnTo>
                    <a:pt x="930619" y="373342"/>
                  </a:lnTo>
                  <a:lnTo>
                    <a:pt x="917512" y="375468"/>
                  </a:lnTo>
                  <a:lnTo>
                    <a:pt x="904405" y="377589"/>
                  </a:lnTo>
                  <a:lnTo>
                    <a:pt x="891297" y="379707"/>
                  </a:lnTo>
                  <a:lnTo>
                    <a:pt x="878190" y="381821"/>
                  </a:lnTo>
                  <a:lnTo>
                    <a:pt x="865083" y="383931"/>
                  </a:lnTo>
                  <a:lnTo>
                    <a:pt x="851975" y="386037"/>
                  </a:lnTo>
                  <a:lnTo>
                    <a:pt x="838868" y="388139"/>
                  </a:lnTo>
                  <a:lnTo>
                    <a:pt x="825761" y="390237"/>
                  </a:lnTo>
                  <a:lnTo>
                    <a:pt x="812653" y="392332"/>
                  </a:lnTo>
                  <a:lnTo>
                    <a:pt x="799546" y="394423"/>
                  </a:lnTo>
                  <a:lnTo>
                    <a:pt x="786439" y="396511"/>
                  </a:lnTo>
                  <a:lnTo>
                    <a:pt x="773331" y="398595"/>
                  </a:lnTo>
                  <a:lnTo>
                    <a:pt x="760224" y="400675"/>
                  </a:lnTo>
                  <a:lnTo>
                    <a:pt x="747117" y="402752"/>
                  </a:lnTo>
                  <a:lnTo>
                    <a:pt x="734009" y="404825"/>
                  </a:lnTo>
                  <a:lnTo>
                    <a:pt x="720902" y="406896"/>
                  </a:lnTo>
                  <a:lnTo>
                    <a:pt x="707795" y="408962"/>
                  </a:lnTo>
                  <a:lnTo>
                    <a:pt x="694687" y="411026"/>
                  </a:lnTo>
                  <a:lnTo>
                    <a:pt x="681580" y="413086"/>
                  </a:lnTo>
                  <a:lnTo>
                    <a:pt x="668473" y="415144"/>
                  </a:lnTo>
                  <a:lnTo>
                    <a:pt x="655365" y="417198"/>
                  </a:lnTo>
                  <a:lnTo>
                    <a:pt x="642258" y="419249"/>
                  </a:lnTo>
                  <a:lnTo>
                    <a:pt x="629151" y="421298"/>
                  </a:lnTo>
                  <a:lnTo>
                    <a:pt x="616043" y="423343"/>
                  </a:lnTo>
                  <a:lnTo>
                    <a:pt x="602936" y="425386"/>
                  </a:lnTo>
                  <a:lnTo>
                    <a:pt x="589829" y="427426"/>
                  </a:lnTo>
                  <a:lnTo>
                    <a:pt x="576722" y="429464"/>
                  </a:lnTo>
                  <a:lnTo>
                    <a:pt x="563614" y="431499"/>
                  </a:lnTo>
                  <a:lnTo>
                    <a:pt x="550507" y="433532"/>
                  </a:lnTo>
                  <a:lnTo>
                    <a:pt x="537400" y="435562"/>
                  </a:lnTo>
                  <a:lnTo>
                    <a:pt x="524292" y="437591"/>
                  </a:lnTo>
                  <a:lnTo>
                    <a:pt x="511185" y="439617"/>
                  </a:lnTo>
                  <a:lnTo>
                    <a:pt x="498078" y="441641"/>
                  </a:lnTo>
                  <a:lnTo>
                    <a:pt x="484970" y="443663"/>
                  </a:lnTo>
                  <a:lnTo>
                    <a:pt x="471863" y="445683"/>
                  </a:lnTo>
                  <a:lnTo>
                    <a:pt x="458756" y="447702"/>
                  </a:lnTo>
                  <a:lnTo>
                    <a:pt x="445648" y="449719"/>
                  </a:lnTo>
                  <a:lnTo>
                    <a:pt x="432541" y="451734"/>
                  </a:lnTo>
                  <a:lnTo>
                    <a:pt x="419434" y="453748"/>
                  </a:lnTo>
                  <a:lnTo>
                    <a:pt x="406326" y="455761"/>
                  </a:lnTo>
                  <a:lnTo>
                    <a:pt x="393219" y="457772"/>
                  </a:lnTo>
                  <a:lnTo>
                    <a:pt x="380112" y="459782"/>
                  </a:lnTo>
                  <a:lnTo>
                    <a:pt x="367004" y="461791"/>
                  </a:lnTo>
                  <a:lnTo>
                    <a:pt x="353897" y="463799"/>
                  </a:lnTo>
                  <a:lnTo>
                    <a:pt x="340790" y="465806"/>
                  </a:lnTo>
                  <a:lnTo>
                    <a:pt x="327682" y="467812"/>
                  </a:lnTo>
                  <a:lnTo>
                    <a:pt x="314575" y="469818"/>
                  </a:lnTo>
                  <a:lnTo>
                    <a:pt x="301468" y="471822"/>
                  </a:lnTo>
                  <a:lnTo>
                    <a:pt x="288361" y="473826"/>
                  </a:lnTo>
                  <a:lnTo>
                    <a:pt x="275253" y="475830"/>
                  </a:lnTo>
                  <a:lnTo>
                    <a:pt x="262146" y="477833"/>
                  </a:lnTo>
                  <a:lnTo>
                    <a:pt x="249039" y="479835"/>
                  </a:lnTo>
                  <a:lnTo>
                    <a:pt x="235931" y="481837"/>
                  </a:lnTo>
                  <a:lnTo>
                    <a:pt x="222824" y="483839"/>
                  </a:lnTo>
                  <a:lnTo>
                    <a:pt x="209717" y="485841"/>
                  </a:lnTo>
                  <a:lnTo>
                    <a:pt x="196609" y="487843"/>
                  </a:lnTo>
                  <a:lnTo>
                    <a:pt x="183502" y="489844"/>
                  </a:lnTo>
                  <a:lnTo>
                    <a:pt x="170395" y="491845"/>
                  </a:lnTo>
                  <a:lnTo>
                    <a:pt x="157287" y="493846"/>
                  </a:lnTo>
                  <a:lnTo>
                    <a:pt x="144180" y="495847"/>
                  </a:lnTo>
                  <a:lnTo>
                    <a:pt x="131073" y="497849"/>
                  </a:lnTo>
                  <a:lnTo>
                    <a:pt x="117965" y="499850"/>
                  </a:lnTo>
                  <a:lnTo>
                    <a:pt x="104858" y="501851"/>
                  </a:lnTo>
                  <a:lnTo>
                    <a:pt x="91751" y="503852"/>
                  </a:lnTo>
                  <a:lnTo>
                    <a:pt x="78643" y="505854"/>
                  </a:lnTo>
                  <a:lnTo>
                    <a:pt x="65536" y="507855"/>
                  </a:lnTo>
                  <a:lnTo>
                    <a:pt x="52429" y="509856"/>
                  </a:lnTo>
                  <a:lnTo>
                    <a:pt x="39321" y="511858"/>
                  </a:lnTo>
                  <a:lnTo>
                    <a:pt x="26214" y="513859"/>
                  </a:lnTo>
                  <a:lnTo>
                    <a:pt x="13107" y="515860"/>
                  </a:lnTo>
                  <a:lnTo>
                    <a:pt x="0" y="51786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46"/>
            <p:cNvSpPr/>
            <p:nvPr/>
          </p:nvSpPr>
          <p:spPr>
            <a:xfrm>
              <a:off x="5300048" y="2052573"/>
              <a:ext cx="2346210" cy="256310"/>
            </a:xfrm>
            <a:custGeom>
              <a:avLst/>
              <a:pathLst>
                <a:path w="2346210" h="256310">
                  <a:moveTo>
                    <a:pt x="0" y="256310"/>
                  </a:moveTo>
                  <a:lnTo>
                    <a:pt x="13107" y="255740"/>
                  </a:lnTo>
                  <a:lnTo>
                    <a:pt x="26214" y="255169"/>
                  </a:lnTo>
                  <a:lnTo>
                    <a:pt x="39321" y="254599"/>
                  </a:lnTo>
                  <a:lnTo>
                    <a:pt x="52429" y="254028"/>
                  </a:lnTo>
                  <a:lnTo>
                    <a:pt x="65536" y="253457"/>
                  </a:lnTo>
                  <a:lnTo>
                    <a:pt x="78643" y="252886"/>
                  </a:lnTo>
                  <a:lnTo>
                    <a:pt x="91751" y="252313"/>
                  </a:lnTo>
                  <a:lnTo>
                    <a:pt x="104858" y="251740"/>
                  </a:lnTo>
                  <a:lnTo>
                    <a:pt x="117965" y="251165"/>
                  </a:lnTo>
                  <a:lnTo>
                    <a:pt x="131073" y="250589"/>
                  </a:lnTo>
                  <a:lnTo>
                    <a:pt x="144180" y="250012"/>
                  </a:lnTo>
                  <a:lnTo>
                    <a:pt x="157287" y="249432"/>
                  </a:lnTo>
                  <a:lnTo>
                    <a:pt x="170395" y="248850"/>
                  </a:lnTo>
                  <a:lnTo>
                    <a:pt x="183502" y="248265"/>
                  </a:lnTo>
                  <a:lnTo>
                    <a:pt x="196609" y="247678"/>
                  </a:lnTo>
                  <a:lnTo>
                    <a:pt x="209717" y="247087"/>
                  </a:lnTo>
                  <a:lnTo>
                    <a:pt x="222824" y="246493"/>
                  </a:lnTo>
                  <a:lnTo>
                    <a:pt x="235931" y="245895"/>
                  </a:lnTo>
                  <a:lnTo>
                    <a:pt x="249039" y="245292"/>
                  </a:lnTo>
                  <a:lnTo>
                    <a:pt x="262146" y="244685"/>
                  </a:lnTo>
                  <a:lnTo>
                    <a:pt x="275253" y="244074"/>
                  </a:lnTo>
                  <a:lnTo>
                    <a:pt x="288361" y="243456"/>
                  </a:lnTo>
                  <a:lnTo>
                    <a:pt x="301468" y="242834"/>
                  </a:lnTo>
                  <a:lnTo>
                    <a:pt x="314575" y="242205"/>
                  </a:lnTo>
                  <a:lnTo>
                    <a:pt x="327682" y="241570"/>
                  </a:lnTo>
                  <a:lnTo>
                    <a:pt x="340790" y="240928"/>
                  </a:lnTo>
                  <a:lnTo>
                    <a:pt x="353897" y="240279"/>
                  </a:lnTo>
                  <a:lnTo>
                    <a:pt x="367004" y="239623"/>
                  </a:lnTo>
                  <a:lnTo>
                    <a:pt x="380112" y="238959"/>
                  </a:lnTo>
                  <a:lnTo>
                    <a:pt x="393219" y="238287"/>
                  </a:lnTo>
                  <a:lnTo>
                    <a:pt x="406326" y="237606"/>
                  </a:lnTo>
                  <a:lnTo>
                    <a:pt x="419434" y="236917"/>
                  </a:lnTo>
                  <a:lnTo>
                    <a:pt x="432541" y="236218"/>
                  </a:lnTo>
                  <a:lnTo>
                    <a:pt x="445648" y="235510"/>
                  </a:lnTo>
                  <a:lnTo>
                    <a:pt x="458756" y="234792"/>
                  </a:lnTo>
                  <a:lnTo>
                    <a:pt x="471863" y="234064"/>
                  </a:lnTo>
                  <a:lnTo>
                    <a:pt x="484970" y="233326"/>
                  </a:lnTo>
                  <a:lnTo>
                    <a:pt x="498078" y="232576"/>
                  </a:lnTo>
                  <a:lnTo>
                    <a:pt x="511185" y="231816"/>
                  </a:lnTo>
                  <a:lnTo>
                    <a:pt x="524292" y="231045"/>
                  </a:lnTo>
                  <a:lnTo>
                    <a:pt x="537400" y="230261"/>
                  </a:lnTo>
                  <a:lnTo>
                    <a:pt x="550507" y="229466"/>
                  </a:lnTo>
                  <a:lnTo>
                    <a:pt x="563614" y="228659"/>
                  </a:lnTo>
                  <a:lnTo>
                    <a:pt x="576722" y="227839"/>
                  </a:lnTo>
                  <a:lnTo>
                    <a:pt x="589829" y="227006"/>
                  </a:lnTo>
                  <a:lnTo>
                    <a:pt x="602936" y="226161"/>
                  </a:lnTo>
                  <a:lnTo>
                    <a:pt x="616043" y="225302"/>
                  </a:lnTo>
                  <a:lnTo>
                    <a:pt x="629151" y="224430"/>
                  </a:lnTo>
                  <a:lnTo>
                    <a:pt x="642258" y="223544"/>
                  </a:lnTo>
                  <a:lnTo>
                    <a:pt x="655365" y="222645"/>
                  </a:lnTo>
                  <a:lnTo>
                    <a:pt x="668473" y="221731"/>
                  </a:lnTo>
                  <a:lnTo>
                    <a:pt x="681580" y="220803"/>
                  </a:lnTo>
                  <a:lnTo>
                    <a:pt x="694687" y="219860"/>
                  </a:lnTo>
                  <a:lnTo>
                    <a:pt x="707795" y="218903"/>
                  </a:lnTo>
                  <a:lnTo>
                    <a:pt x="720902" y="217932"/>
                  </a:lnTo>
                  <a:lnTo>
                    <a:pt x="734009" y="216945"/>
                  </a:lnTo>
                  <a:lnTo>
                    <a:pt x="747117" y="215943"/>
                  </a:lnTo>
                  <a:lnTo>
                    <a:pt x="760224" y="214926"/>
                  </a:lnTo>
                  <a:lnTo>
                    <a:pt x="773331" y="213893"/>
                  </a:lnTo>
                  <a:lnTo>
                    <a:pt x="786439" y="212845"/>
                  </a:lnTo>
                  <a:lnTo>
                    <a:pt x="799546" y="211782"/>
                  </a:lnTo>
                  <a:lnTo>
                    <a:pt x="812653" y="210703"/>
                  </a:lnTo>
                  <a:lnTo>
                    <a:pt x="825761" y="209608"/>
                  </a:lnTo>
                  <a:lnTo>
                    <a:pt x="838868" y="208497"/>
                  </a:lnTo>
                  <a:lnTo>
                    <a:pt x="851975" y="207370"/>
                  </a:lnTo>
                  <a:lnTo>
                    <a:pt x="865083" y="206227"/>
                  </a:lnTo>
                  <a:lnTo>
                    <a:pt x="878190" y="205068"/>
                  </a:lnTo>
                  <a:lnTo>
                    <a:pt x="891297" y="203893"/>
                  </a:lnTo>
                  <a:lnTo>
                    <a:pt x="904405" y="202702"/>
                  </a:lnTo>
                  <a:lnTo>
                    <a:pt x="917512" y="201494"/>
                  </a:lnTo>
                  <a:lnTo>
                    <a:pt x="930619" y="200271"/>
                  </a:lnTo>
                  <a:lnTo>
                    <a:pt x="943726" y="199031"/>
                  </a:lnTo>
                  <a:lnTo>
                    <a:pt x="956834" y="197775"/>
                  </a:lnTo>
                  <a:lnTo>
                    <a:pt x="969941" y="196503"/>
                  </a:lnTo>
                  <a:lnTo>
                    <a:pt x="983048" y="195214"/>
                  </a:lnTo>
                  <a:lnTo>
                    <a:pt x="996156" y="193910"/>
                  </a:lnTo>
                  <a:lnTo>
                    <a:pt x="1009263" y="192589"/>
                  </a:lnTo>
                  <a:lnTo>
                    <a:pt x="1022370" y="191252"/>
                  </a:lnTo>
                  <a:lnTo>
                    <a:pt x="1035478" y="189899"/>
                  </a:lnTo>
                  <a:lnTo>
                    <a:pt x="1048585" y="188530"/>
                  </a:lnTo>
                  <a:lnTo>
                    <a:pt x="1061692" y="187146"/>
                  </a:lnTo>
                  <a:lnTo>
                    <a:pt x="1074800" y="185745"/>
                  </a:lnTo>
                  <a:lnTo>
                    <a:pt x="1087907" y="184328"/>
                  </a:lnTo>
                  <a:lnTo>
                    <a:pt x="1101014" y="182896"/>
                  </a:lnTo>
                  <a:lnTo>
                    <a:pt x="1114122" y="181448"/>
                  </a:lnTo>
                  <a:lnTo>
                    <a:pt x="1127229" y="179985"/>
                  </a:lnTo>
                  <a:lnTo>
                    <a:pt x="1140336" y="178506"/>
                  </a:lnTo>
                  <a:lnTo>
                    <a:pt x="1153444" y="177011"/>
                  </a:lnTo>
                  <a:lnTo>
                    <a:pt x="1166551" y="175502"/>
                  </a:lnTo>
                  <a:lnTo>
                    <a:pt x="1179658" y="173977"/>
                  </a:lnTo>
                  <a:lnTo>
                    <a:pt x="1192766" y="172437"/>
                  </a:lnTo>
                  <a:lnTo>
                    <a:pt x="1205873" y="170883"/>
                  </a:lnTo>
                  <a:lnTo>
                    <a:pt x="1218980" y="169313"/>
                  </a:lnTo>
                  <a:lnTo>
                    <a:pt x="1232087" y="167729"/>
                  </a:lnTo>
                  <a:lnTo>
                    <a:pt x="1245195" y="166131"/>
                  </a:lnTo>
                  <a:lnTo>
                    <a:pt x="1258302" y="164518"/>
                  </a:lnTo>
                  <a:lnTo>
                    <a:pt x="1271409" y="162891"/>
                  </a:lnTo>
                  <a:lnTo>
                    <a:pt x="1284517" y="161251"/>
                  </a:lnTo>
                  <a:lnTo>
                    <a:pt x="1297624" y="159596"/>
                  </a:lnTo>
                  <a:lnTo>
                    <a:pt x="1310731" y="157927"/>
                  </a:lnTo>
                  <a:lnTo>
                    <a:pt x="1323839" y="156245"/>
                  </a:lnTo>
                  <a:lnTo>
                    <a:pt x="1336946" y="154550"/>
                  </a:lnTo>
                  <a:lnTo>
                    <a:pt x="1350053" y="152842"/>
                  </a:lnTo>
                  <a:lnTo>
                    <a:pt x="1363161" y="151121"/>
                  </a:lnTo>
                  <a:lnTo>
                    <a:pt x="1376268" y="149386"/>
                  </a:lnTo>
                  <a:lnTo>
                    <a:pt x="1389375" y="147640"/>
                  </a:lnTo>
                  <a:lnTo>
                    <a:pt x="1402483" y="145880"/>
                  </a:lnTo>
                  <a:lnTo>
                    <a:pt x="1415590" y="144109"/>
                  </a:lnTo>
                  <a:lnTo>
                    <a:pt x="1428697" y="142326"/>
                  </a:lnTo>
                  <a:lnTo>
                    <a:pt x="1441805" y="140530"/>
                  </a:lnTo>
                  <a:lnTo>
                    <a:pt x="1454912" y="138723"/>
                  </a:lnTo>
                  <a:lnTo>
                    <a:pt x="1468019" y="136905"/>
                  </a:lnTo>
                  <a:lnTo>
                    <a:pt x="1481127" y="135076"/>
                  </a:lnTo>
                  <a:lnTo>
                    <a:pt x="1494234" y="133235"/>
                  </a:lnTo>
                  <a:lnTo>
                    <a:pt x="1507341" y="131384"/>
                  </a:lnTo>
                  <a:lnTo>
                    <a:pt x="1520448" y="129522"/>
                  </a:lnTo>
                  <a:lnTo>
                    <a:pt x="1533556" y="127649"/>
                  </a:lnTo>
                  <a:lnTo>
                    <a:pt x="1546663" y="125767"/>
                  </a:lnTo>
                  <a:lnTo>
                    <a:pt x="1559770" y="123874"/>
                  </a:lnTo>
                  <a:lnTo>
                    <a:pt x="1572878" y="121972"/>
                  </a:lnTo>
                  <a:lnTo>
                    <a:pt x="1585985" y="120060"/>
                  </a:lnTo>
                  <a:lnTo>
                    <a:pt x="1599092" y="118139"/>
                  </a:lnTo>
                  <a:lnTo>
                    <a:pt x="1612200" y="116209"/>
                  </a:lnTo>
                  <a:lnTo>
                    <a:pt x="1625307" y="114270"/>
                  </a:lnTo>
                  <a:lnTo>
                    <a:pt x="1638414" y="112322"/>
                  </a:lnTo>
                  <a:lnTo>
                    <a:pt x="1651522" y="110366"/>
                  </a:lnTo>
                  <a:lnTo>
                    <a:pt x="1664629" y="108402"/>
                  </a:lnTo>
                  <a:lnTo>
                    <a:pt x="1677736" y="106429"/>
                  </a:lnTo>
                  <a:lnTo>
                    <a:pt x="1690844" y="104449"/>
                  </a:lnTo>
                  <a:lnTo>
                    <a:pt x="1703951" y="102462"/>
                  </a:lnTo>
                  <a:lnTo>
                    <a:pt x="1717058" y="100467"/>
                  </a:lnTo>
                  <a:lnTo>
                    <a:pt x="1730166" y="98465"/>
                  </a:lnTo>
                  <a:lnTo>
                    <a:pt x="1743273" y="96456"/>
                  </a:lnTo>
                  <a:lnTo>
                    <a:pt x="1756380" y="94441"/>
                  </a:lnTo>
                  <a:lnTo>
                    <a:pt x="1769488" y="92419"/>
                  </a:lnTo>
                  <a:lnTo>
                    <a:pt x="1782595" y="90391"/>
                  </a:lnTo>
                  <a:lnTo>
                    <a:pt x="1795702" y="88358"/>
                  </a:lnTo>
                  <a:lnTo>
                    <a:pt x="1808810" y="86318"/>
                  </a:lnTo>
                  <a:lnTo>
                    <a:pt x="1821917" y="84273"/>
                  </a:lnTo>
                  <a:lnTo>
                    <a:pt x="1835024" y="82222"/>
                  </a:lnTo>
                  <a:lnTo>
                    <a:pt x="1848131" y="80166"/>
                  </a:lnTo>
                  <a:lnTo>
                    <a:pt x="1861239" y="78106"/>
                  </a:lnTo>
                  <a:lnTo>
                    <a:pt x="1874346" y="76040"/>
                  </a:lnTo>
                  <a:lnTo>
                    <a:pt x="1887453" y="73971"/>
                  </a:lnTo>
                  <a:lnTo>
                    <a:pt x="1900561" y="71896"/>
                  </a:lnTo>
                  <a:lnTo>
                    <a:pt x="1913668" y="69818"/>
                  </a:lnTo>
                  <a:lnTo>
                    <a:pt x="1926775" y="67736"/>
                  </a:lnTo>
                  <a:lnTo>
                    <a:pt x="1939883" y="65650"/>
                  </a:lnTo>
                  <a:lnTo>
                    <a:pt x="1952990" y="63560"/>
                  </a:lnTo>
                  <a:lnTo>
                    <a:pt x="1966097" y="61467"/>
                  </a:lnTo>
                  <a:lnTo>
                    <a:pt x="1979205" y="59371"/>
                  </a:lnTo>
                  <a:lnTo>
                    <a:pt x="1992312" y="57272"/>
                  </a:lnTo>
                  <a:lnTo>
                    <a:pt x="2005419" y="55170"/>
                  </a:lnTo>
                  <a:lnTo>
                    <a:pt x="2018527" y="53066"/>
                  </a:lnTo>
                  <a:lnTo>
                    <a:pt x="2031634" y="50959"/>
                  </a:lnTo>
                  <a:lnTo>
                    <a:pt x="2044741" y="48849"/>
                  </a:lnTo>
                  <a:lnTo>
                    <a:pt x="2057849" y="46738"/>
                  </a:lnTo>
                  <a:lnTo>
                    <a:pt x="2070956" y="44624"/>
                  </a:lnTo>
                  <a:lnTo>
                    <a:pt x="2084063" y="42509"/>
                  </a:lnTo>
                  <a:lnTo>
                    <a:pt x="2097171" y="40392"/>
                  </a:lnTo>
                  <a:lnTo>
                    <a:pt x="2110278" y="38273"/>
                  </a:lnTo>
                  <a:lnTo>
                    <a:pt x="2123385" y="36153"/>
                  </a:lnTo>
                  <a:lnTo>
                    <a:pt x="2136492" y="34032"/>
                  </a:lnTo>
                  <a:lnTo>
                    <a:pt x="2149600" y="31909"/>
                  </a:lnTo>
                  <a:lnTo>
                    <a:pt x="2162707" y="29786"/>
                  </a:lnTo>
                  <a:lnTo>
                    <a:pt x="2175814" y="27661"/>
                  </a:lnTo>
                  <a:lnTo>
                    <a:pt x="2188922" y="25536"/>
                  </a:lnTo>
                  <a:lnTo>
                    <a:pt x="2202029" y="23410"/>
                  </a:lnTo>
                  <a:lnTo>
                    <a:pt x="2215136" y="21283"/>
                  </a:lnTo>
                  <a:lnTo>
                    <a:pt x="2228244" y="19156"/>
                  </a:lnTo>
                  <a:lnTo>
                    <a:pt x="2241351" y="17028"/>
                  </a:lnTo>
                  <a:lnTo>
                    <a:pt x="2254458" y="14900"/>
                  </a:lnTo>
                  <a:lnTo>
                    <a:pt x="2267566" y="12772"/>
                  </a:lnTo>
                  <a:lnTo>
                    <a:pt x="2280673" y="10644"/>
                  </a:lnTo>
                  <a:lnTo>
                    <a:pt x="2293780" y="8515"/>
                  </a:lnTo>
                  <a:lnTo>
                    <a:pt x="2306888" y="6386"/>
                  </a:lnTo>
                  <a:lnTo>
                    <a:pt x="2319995" y="4257"/>
                  </a:lnTo>
                  <a:lnTo>
                    <a:pt x="2333102" y="2128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3" name="pl47"/>
            <p:cNvSpPr/>
            <p:nvPr/>
          </p:nvSpPr>
          <p:spPr>
            <a:xfrm>
              <a:off x="5300048" y="2176062"/>
              <a:ext cx="2346210" cy="394373"/>
            </a:xfrm>
            <a:custGeom>
              <a:avLst/>
              <a:pathLst>
                <a:path w="2346210" h="394373">
                  <a:moveTo>
                    <a:pt x="2346210" y="0"/>
                  </a:moveTo>
                  <a:lnTo>
                    <a:pt x="2333102" y="2412"/>
                  </a:lnTo>
                  <a:lnTo>
                    <a:pt x="2319995" y="4825"/>
                  </a:lnTo>
                  <a:lnTo>
                    <a:pt x="2306888" y="7237"/>
                  </a:lnTo>
                  <a:lnTo>
                    <a:pt x="2293780" y="9650"/>
                  </a:lnTo>
                  <a:lnTo>
                    <a:pt x="2280673" y="12062"/>
                  </a:lnTo>
                  <a:lnTo>
                    <a:pt x="2267566" y="14475"/>
                  </a:lnTo>
                  <a:lnTo>
                    <a:pt x="2254458" y="16887"/>
                  </a:lnTo>
                  <a:lnTo>
                    <a:pt x="2241351" y="19299"/>
                  </a:lnTo>
                  <a:lnTo>
                    <a:pt x="2228244" y="21712"/>
                  </a:lnTo>
                  <a:lnTo>
                    <a:pt x="2215136" y="24124"/>
                  </a:lnTo>
                  <a:lnTo>
                    <a:pt x="2202029" y="26536"/>
                  </a:lnTo>
                  <a:lnTo>
                    <a:pt x="2188922" y="28948"/>
                  </a:lnTo>
                  <a:lnTo>
                    <a:pt x="2175814" y="31360"/>
                  </a:lnTo>
                  <a:lnTo>
                    <a:pt x="2162707" y="33771"/>
                  </a:lnTo>
                  <a:lnTo>
                    <a:pt x="2149600" y="36183"/>
                  </a:lnTo>
                  <a:lnTo>
                    <a:pt x="2136492" y="38593"/>
                  </a:lnTo>
                  <a:lnTo>
                    <a:pt x="2123385" y="41004"/>
                  </a:lnTo>
                  <a:lnTo>
                    <a:pt x="2110278" y="43414"/>
                  </a:lnTo>
                  <a:lnTo>
                    <a:pt x="2097171" y="45823"/>
                  </a:lnTo>
                  <a:lnTo>
                    <a:pt x="2084063" y="48232"/>
                  </a:lnTo>
                  <a:lnTo>
                    <a:pt x="2070956" y="50640"/>
                  </a:lnTo>
                  <a:lnTo>
                    <a:pt x="2057849" y="53047"/>
                  </a:lnTo>
                  <a:lnTo>
                    <a:pt x="2044741" y="55453"/>
                  </a:lnTo>
                  <a:lnTo>
                    <a:pt x="2031634" y="57859"/>
                  </a:lnTo>
                  <a:lnTo>
                    <a:pt x="2018527" y="60263"/>
                  </a:lnTo>
                  <a:lnTo>
                    <a:pt x="2005419" y="62666"/>
                  </a:lnTo>
                  <a:lnTo>
                    <a:pt x="1992312" y="65068"/>
                  </a:lnTo>
                  <a:lnTo>
                    <a:pt x="1979205" y="67469"/>
                  </a:lnTo>
                  <a:lnTo>
                    <a:pt x="1966097" y="69868"/>
                  </a:lnTo>
                  <a:lnTo>
                    <a:pt x="1952990" y="72266"/>
                  </a:lnTo>
                  <a:lnTo>
                    <a:pt x="1939883" y="74663"/>
                  </a:lnTo>
                  <a:lnTo>
                    <a:pt x="1926775" y="77057"/>
                  </a:lnTo>
                  <a:lnTo>
                    <a:pt x="1913668" y="79450"/>
                  </a:lnTo>
                  <a:lnTo>
                    <a:pt x="1900561" y="81841"/>
                  </a:lnTo>
                  <a:lnTo>
                    <a:pt x="1887453" y="84230"/>
                  </a:lnTo>
                  <a:lnTo>
                    <a:pt x="1874346" y="86617"/>
                  </a:lnTo>
                  <a:lnTo>
                    <a:pt x="1861239" y="89002"/>
                  </a:lnTo>
                  <a:lnTo>
                    <a:pt x="1848131" y="91384"/>
                  </a:lnTo>
                  <a:lnTo>
                    <a:pt x="1835024" y="93765"/>
                  </a:lnTo>
                  <a:lnTo>
                    <a:pt x="1821917" y="96143"/>
                  </a:lnTo>
                  <a:lnTo>
                    <a:pt x="1808810" y="98518"/>
                  </a:lnTo>
                  <a:lnTo>
                    <a:pt x="1795702" y="100891"/>
                  </a:lnTo>
                  <a:lnTo>
                    <a:pt x="1782595" y="103261"/>
                  </a:lnTo>
                  <a:lnTo>
                    <a:pt x="1769488" y="105629"/>
                  </a:lnTo>
                  <a:lnTo>
                    <a:pt x="1756380" y="107994"/>
                  </a:lnTo>
                  <a:lnTo>
                    <a:pt x="1743273" y="110356"/>
                  </a:lnTo>
                  <a:lnTo>
                    <a:pt x="1730166" y="112715"/>
                  </a:lnTo>
                  <a:lnTo>
                    <a:pt x="1717058" y="115072"/>
                  </a:lnTo>
                  <a:lnTo>
                    <a:pt x="1703951" y="117425"/>
                  </a:lnTo>
                  <a:lnTo>
                    <a:pt x="1690844" y="119775"/>
                  </a:lnTo>
                  <a:lnTo>
                    <a:pt x="1677736" y="122122"/>
                  </a:lnTo>
                  <a:lnTo>
                    <a:pt x="1664629" y="124467"/>
                  </a:lnTo>
                  <a:lnTo>
                    <a:pt x="1651522" y="126807"/>
                  </a:lnTo>
                  <a:lnTo>
                    <a:pt x="1638414" y="129145"/>
                  </a:lnTo>
                  <a:lnTo>
                    <a:pt x="1625307" y="131479"/>
                  </a:lnTo>
                  <a:lnTo>
                    <a:pt x="1612200" y="133811"/>
                  </a:lnTo>
                  <a:lnTo>
                    <a:pt x="1599092" y="136138"/>
                  </a:lnTo>
                  <a:lnTo>
                    <a:pt x="1585985" y="138463"/>
                  </a:lnTo>
                  <a:lnTo>
                    <a:pt x="1572878" y="140784"/>
                  </a:lnTo>
                  <a:lnTo>
                    <a:pt x="1559770" y="143101"/>
                  </a:lnTo>
                  <a:lnTo>
                    <a:pt x="1546663" y="145415"/>
                  </a:lnTo>
                  <a:lnTo>
                    <a:pt x="1533556" y="147726"/>
                  </a:lnTo>
                  <a:lnTo>
                    <a:pt x="1520448" y="150033"/>
                  </a:lnTo>
                  <a:lnTo>
                    <a:pt x="1507341" y="152337"/>
                  </a:lnTo>
                  <a:lnTo>
                    <a:pt x="1494234" y="154637"/>
                  </a:lnTo>
                  <a:lnTo>
                    <a:pt x="1481127" y="156933"/>
                  </a:lnTo>
                  <a:lnTo>
                    <a:pt x="1468019" y="159226"/>
                  </a:lnTo>
                  <a:lnTo>
                    <a:pt x="1454912" y="161515"/>
                  </a:lnTo>
                  <a:lnTo>
                    <a:pt x="1441805" y="163800"/>
                  </a:lnTo>
                  <a:lnTo>
                    <a:pt x="1428697" y="166082"/>
                  </a:lnTo>
                  <a:lnTo>
                    <a:pt x="1415590" y="168360"/>
                  </a:lnTo>
                  <a:lnTo>
                    <a:pt x="1402483" y="170634"/>
                  </a:lnTo>
                  <a:lnTo>
                    <a:pt x="1389375" y="172904"/>
                  </a:lnTo>
                  <a:lnTo>
                    <a:pt x="1376268" y="175171"/>
                  </a:lnTo>
                  <a:lnTo>
                    <a:pt x="1363161" y="177433"/>
                  </a:lnTo>
                  <a:lnTo>
                    <a:pt x="1350053" y="179692"/>
                  </a:lnTo>
                  <a:lnTo>
                    <a:pt x="1336946" y="181947"/>
                  </a:lnTo>
                  <a:lnTo>
                    <a:pt x="1323839" y="184198"/>
                  </a:lnTo>
                  <a:lnTo>
                    <a:pt x="1310731" y="186445"/>
                  </a:lnTo>
                  <a:lnTo>
                    <a:pt x="1297624" y="188688"/>
                  </a:lnTo>
                  <a:lnTo>
                    <a:pt x="1284517" y="190927"/>
                  </a:lnTo>
                  <a:lnTo>
                    <a:pt x="1271409" y="193163"/>
                  </a:lnTo>
                  <a:lnTo>
                    <a:pt x="1258302" y="195394"/>
                  </a:lnTo>
                  <a:lnTo>
                    <a:pt x="1245195" y="197621"/>
                  </a:lnTo>
                  <a:lnTo>
                    <a:pt x="1232087" y="199844"/>
                  </a:lnTo>
                  <a:lnTo>
                    <a:pt x="1218980" y="202063"/>
                  </a:lnTo>
                  <a:lnTo>
                    <a:pt x="1205873" y="204279"/>
                  </a:lnTo>
                  <a:lnTo>
                    <a:pt x="1192766" y="206490"/>
                  </a:lnTo>
                  <a:lnTo>
                    <a:pt x="1179658" y="208697"/>
                  </a:lnTo>
                  <a:lnTo>
                    <a:pt x="1166551" y="210900"/>
                  </a:lnTo>
                  <a:lnTo>
                    <a:pt x="1153444" y="213099"/>
                  </a:lnTo>
                  <a:lnTo>
                    <a:pt x="1140336" y="215293"/>
                  </a:lnTo>
                  <a:lnTo>
                    <a:pt x="1127229" y="217484"/>
                  </a:lnTo>
                  <a:lnTo>
                    <a:pt x="1114122" y="219671"/>
                  </a:lnTo>
                  <a:lnTo>
                    <a:pt x="1101014" y="221853"/>
                  </a:lnTo>
                  <a:lnTo>
                    <a:pt x="1087907" y="224031"/>
                  </a:lnTo>
                  <a:lnTo>
                    <a:pt x="1074800" y="226206"/>
                  </a:lnTo>
                  <a:lnTo>
                    <a:pt x="1061692" y="228376"/>
                  </a:lnTo>
                  <a:lnTo>
                    <a:pt x="1048585" y="230542"/>
                  </a:lnTo>
                  <a:lnTo>
                    <a:pt x="1035478" y="232704"/>
                  </a:lnTo>
                  <a:lnTo>
                    <a:pt x="1022370" y="234862"/>
                  </a:lnTo>
                  <a:lnTo>
                    <a:pt x="1009263" y="237016"/>
                  </a:lnTo>
                  <a:lnTo>
                    <a:pt x="996156" y="239165"/>
                  </a:lnTo>
                  <a:lnTo>
                    <a:pt x="983048" y="241311"/>
                  </a:lnTo>
                  <a:lnTo>
                    <a:pt x="969941" y="243453"/>
                  </a:lnTo>
                  <a:lnTo>
                    <a:pt x="956834" y="245590"/>
                  </a:lnTo>
                  <a:lnTo>
                    <a:pt x="943726" y="247724"/>
                  </a:lnTo>
                  <a:lnTo>
                    <a:pt x="930619" y="249853"/>
                  </a:lnTo>
                  <a:lnTo>
                    <a:pt x="917512" y="251979"/>
                  </a:lnTo>
                  <a:lnTo>
                    <a:pt x="904405" y="254100"/>
                  </a:lnTo>
                  <a:lnTo>
                    <a:pt x="891297" y="256218"/>
                  </a:lnTo>
                  <a:lnTo>
                    <a:pt x="878190" y="258332"/>
                  </a:lnTo>
                  <a:lnTo>
                    <a:pt x="865083" y="260442"/>
                  </a:lnTo>
                  <a:lnTo>
                    <a:pt x="851975" y="262548"/>
                  </a:lnTo>
                  <a:lnTo>
                    <a:pt x="838868" y="264650"/>
                  </a:lnTo>
                  <a:lnTo>
                    <a:pt x="825761" y="266748"/>
                  </a:lnTo>
                  <a:lnTo>
                    <a:pt x="812653" y="268843"/>
                  </a:lnTo>
                  <a:lnTo>
                    <a:pt x="799546" y="270934"/>
                  </a:lnTo>
                  <a:lnTo>
                    <a:pt x="786439" y="273022"/>
                  </a:lnTo>
                  <a:lnTo>
                    <a:pt x="773331" y="275106"/>
                  </a:lnTo>
                  <a:lnTo>
                    <a:pt x="760224" y="277186"/>
                  </a:lnTo>
                  <a:lnTo>
                    <a:pt x="747117" y="279263"/>
                  </a:lnTo>
                  <a:lnTo>
                    <a:pt x="734009" y="281336"/>
                  </a:lnTo>
                  <a:lnTo>
                    <a:pt x="720902" y="283407"/>
                  </a:lnTo>
                  <a:lnTo>
                    <a:pt x="707795" y="285473"/>
                  </a:lnTo>
                  <a:lnTo>
                    <a:pt x="694687" y="287537"/>
                  </a:lnTo>
                  <a:lnTo>
                    <a:pt x="681580" y="289597"/>
                  </a:lnTo>
                  <a:lnTo>
                    <a:pt x="668473" y="291655"/>
                  </a:lnTo>
                  <a:lnTo>
                    <a:pt x="655365" y="293709"/>
                  </a:lnTo>
                  <a:lnTo>
                    <a:pt x="642258" y="295760"/>
                  </a:lnTo>
                  <a:lnTo>
                    <a:pt x="629151" y="297808"/>
                  </a:lnTo>
                  <a:lnTo>
                    <a:pt x="616043" y="299854"/>
                  </a:lnTo>
                  <a:lnTo>
                    <a:pt x="602936" y="301897"/>
                  </a:lnTo>
                  <a:lnTo>
                    <a:pt x="589829" y="303937"/>
                  </a:lnTo>
                  <a:lnTo>
                    <a:pt x="576722" y="305975"/>
                  </a:lnTo>
                  <a:lnTo>
                    <a:pt x="563614" y="308010"/>
                  </a:lnTo>
                  <a:lnTo>
                    <a:pt x="550507" y="310043"/>
                  </a:lnTo>
                  <a:lnTo>
                    <a:pt x="537400" y="312073"/>
                  </a:lnTo>
                  <a:lnTo>
                    <a:pt x="524292" y="314102"/>
                  </a:lnTo>
                  <a:lnTo>
                    <a:pt x="511185" y="316128"/>
                  </a:lnTo>
                  <a:lnTo>
                    <a:pt x="498078" y="318152"/>
                  </a:lnTo>
                  <a:lnTo>
                    <a:pt x="484970" y="320174"/>
                  </a:lnTo>
                  <a:lnTo>
                    <a:pt x="471863" y="322194"/>
                  </a:lnTo>
                  <a:lnTo>
                    <a:pt x="458756" y="324213"/>
                  </a:lnTo>
                  <a:lnTo>
                    <a:pt x="445648" y="326230"/>
                  </a:lnTo>
                  <a:lnTo>
                    <a:pt x="432541" y="328245"/>
                  </a:lnTo>
                  <a:lnTo>
                    <a:pt x="419434" y="330259"/>
                  </a:lnTo>
                  <a:lnTo>
                    <a:pt x="406326" y="332272"/>
                  </a:lnTo>
                  <a:lnTo>
                    <a:pt x="393219" y="334283"/>
                  </a:lnTo>
                  <a:lnTo>
                    <a:pt x="380112" y="336293"/>
                  </a:lnTo>
                  <a:lnTo>
                    <a:pt x="367004" y="338302"/>
                  </a:lnTo>
                  <a:lnTo>
                    <a:pt x="353897" y="340310"/>
                  </a:lnTo>
                  <a:lnTo>
                    <a:pt x="340790" y="342317"/>
                  </a:lnTo>
                  <a:lnTo>
                    <a:pt x="327682" y="344323"/>
                  </a:lnTo>
                  <a:lnTo>
                    <a:pt x="314575" y="346329"/>
                  </a:lnTo>
                  <a:lnTo>
                    <a:pt x="301468" y="348333"/>
                  </a:lnTo>
                  <a:lnTo>
                    <a:pt x="288361" y="350337"/>
                  </a:lnTo>
                  <a:lnTo>
                    <a:pt x="275253" y="352341"/>
                  </a:lnTo>
                  <a:lnTo>
                    <a:pt x="262146" y="354344"/>
                  </a:lnTo>
                  <a:lnTo>
                    <a:pt x="249039" y="356346"/>
                  </a:lnTo>
                  <a:lnTo>
                    <a:pt x="235931" y="358348"/>
                  </a:lnTo>
                  <a:lnTo>
                    <a:pt x="222824" y="360350"/>
                  </a:lnTo>
                  <a:lnTo>
                    <a:pt x="209717" y="362352"/>
                  </a:lnTo>
                  <a:lnTo>
                    <a:pt x="196609" y="364353"/>
                  </a:lnTo>
                  <a:lnTo>
                    <a:pt x="183502" y="366355"/>
                  </a:lnTo>
                  <a:lnTo>
                    <a:pt x="170395" y="368356"/>
                  </a:lnTo>
                  <a:lnTo>
                    <a:pt x="157287" y="370357"/>
                  </a:lnTo>
                  <a:lnTo>
                    <a:pt x="144180" y="372358"/>
                  </a:lnTo>
                  <a:lnTo>
                    <a:pt x="131073" y="374360"/>
                  </a:lnTo>
                  <a:lnTo>
                    <a:pt x="117965" y="376361"/>
                  </a:lnTo>
                  <a:lnTo>
                    <a:pt x="104858" y="378362"/>
                  </a:lnTo>
                  <a:lnTo>
                    <a:pt x="91751" y="380363"/>
                  </a:lnTo>
                  <a:lnTo>
                    <a:pt x="78643" y="382364"/>
                  </a:lnTo>
                  <a:lnTo>
                    <a:pt x="65536" y="384366"/>
                  </a:lnTo>
                  <a:lnTo>
                    <a:pt x="52429" y="386367"/>
                  </a:lnTo>
                  <a:lnTo>
                    <a:pt x="39321" y="388369"/>
                  </a:lnTo>
                  <a:lnTo>
                    <a:pt x="26214" y="390370"/>
                  </a:lnTo>
                  <a:lnTo>
                    <a:pt x="13107" y="392371"/>
                  </a:lnTo>
                  <a:lnTo>
                    <a:pt x="0" y="3943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4" name="pl48"/>
            <p:cNvSpPr/>
            <p:nvPr/>
          </p:nvSpPr>
          <p:spPr>
            <a:xfrm>
              <a:off x="5300048" y="2112831"/>
              <a:ext cx="2346210" cy="329345"/>
            </a:xfrm>
            <a:custGeom>
              <a:avLst/>
              <a:pathLst>
                <a:path w="2346210" h="329345">
                  <a:moveTo>
                    <a:pt x="0" y="329345"/>
                  </a:moveTo>
                  <a:lnTo>
                    <a:pt x="13107" y="328045"/>
                  </a:lnTo>
                  <a:lnTo>
                    <a:pt x="26214" y="326745"/>
                  </a:lnTo>
                  <a:lnTo>
                    <a:pt x="39321" y="325445"/>
                  </a:lnTo>
                  <a:lnTo>
                    <a:pt x="52429" y="324144"/>
                  </a:lnTo>
                  <a:lnTo>
                    <a:pt x="65536" y="322844"/>
                  </a:lnTo>
                  <a:lnTo>
                    <a:pt x="78643" y="321543"/>
                  </a:lnTo>
                  <a:lnTo>
                    <a:pt x="91751" y="320242"/>
                  </a:lnTo>
                  <a:lnTo>
                    <a:pt x="104858" y="318940"/>
                  </a:lnTo>
                  <a:lnTo>
                    <a:pt x="117965" y="317638"/>
                  </a:lnTo>
                  <a:lnTo>
                    <a:pt x="131073" y="316334"/>
                  </a:lnTo>
                  <a:lnTo>
                    <a:pt x="144180" y="315030"/>
                  </a:lnTo>
                  <a:lnTo>
                    <a:pt x="157287" y="313725"/>
                  </a:lnTo>
                  <a:lnTo>
                    <a:pt x="170395" y="312419"/>
                  </a:lnTo>
                  <a:lnTo>
                    <a:pt x="183502" y="311111"/>
                  </a:lnTo>
                  <a:lnTo>
                    <a:pt x="196609" y="309802"/>
                  </a:lnTo>
                  <a:lnTo>
                    <a:pt x="209717" y="308490"/>
                  </a:lnTo>
                  <a:lnTo>
                    <a:pt x="222824" y="307177"/>
                  </a:lnTo>
                  <a:lnTo>
                    <a:pt x="235931" y="305862"/>
                  </a:lnTo>
                  <a:lnTo>
                    <a:pt x="249039" y="304544"/>
                  </a:lnTo>
                  <a:lnTo>
                    <a:pt x="262146" y="303224"/>
                  </a:lnTo>
                  <a:lnTo>
                    <a:pt x="275253" y="301900"/>
                  </a:lnTo>
                  <a:lnTo>
                    <a:pt x="288361" y="300574"/>
                  </a:lnTo>
                  <a:lnTo>
                    <a:pt x="301468" y="299244"/>
                  </a:lnTo>
                  <a:lnTo>
                    <a:pt x="314575" y="297911"/>
                  </a:lnTo>
                  <a:lnTo>
                    <a:pt x="327682" y="296574"/>
                  </a:lnTo>
                  <a:lnTo>
                    <a:pt x="340790" y="295234"/>
                  </a:lnTo>
                  <a:lnTo>
                    <a:pt x="353897" y="293889"/>
                  </a:lnTo>
                  <a:lnTo>
                    <a:pt x="367004" y="292540"/>
                  </a:lnTo>
                  <a:lnTo>
                    <a:pt x="380112" y="291186"/>
                  </a:lnTo>
                  <a:lnTo>
                    <a:pt x="393219" y="289827"/>
                  </a:lnTo>
                  <a:lnTo>
                    <a:pt x="406326" y="288464"/>
                  </a:lnTo>
                  <a:lnTo>
                    <a:pt x="419434" y="287095"/>
                  </a:lnTo>
                  <a:lnTo>
                    <a:pt x="432541" y="285720"/>
                  </a:lnTo>
                  <a:lnTo>
                    <a:pt x="445648" y="284340"/>
                  </a:lnTo>
                  <a:lnTo>
                    <a:pt x="458756" y="282954"/>
                  </a:lnTo>
                  <a:lnTo>
                    <a:pt x="471863" y="281562"/>
                  </a:lnTo>
                  <a:lnTo>
                    <a:pt x="484970" y="280164"/>
                  </a:lnTo>
                  <a:lnTo>
                    <a:pt x="498078" y="278759"/>
                  </a:lnTo>
                  <a:lnTo>
                    <a:pt x="511185" y="277348"/>
                  </a:lnTo>
                  <a:lnTo>
                    <a:pt x="524292" y="275930"/>
                  </a:lnTo>
                  <a:lnTo>
                    <a:pt x="537400" y="274504"/>
                  </a:lnTo>
                  <a:lnTo>
                    <a:pt x="550507" y="273072"/>
                  </a:lnTo>
                  <a:lnTo>
                    <a:pt x="563614" y="271632"/>
                  </a:lnTo>
                  <a:lnTo>
                    <a:pt x="576722" y="270184"/>
                  </a:lnTo>
                  <a:lnTo>
                    <a:pt x="589829" y="268729"/>
                  </a:lnTo>
                  <a:lnTo>
                    <a:pt x="602936" y="267265"/>
                  </a:lnTo>
                  <a:lnTo>
                    <a:pt x="616043" y="265794"/>
                  </a:lnTo>
                  <a:lnTo>
                    <a:pt x="629151" y="264314"/>
                  </a:lnTo>
                  <a:lnTo>
                    <a:pt x="642258" y="262826"/>
                  </a:lnTo>
                  <a:lnTo>
                    <a:pt x="655365" y="261329"/>
                  </a:lnTo>
                  <a:lnTo>
                    <a:pt x="668473" y="259824"/>
                  </a:lnTo>
                  <a:lnTo>
                    <a:pt x="681580" y="258310"/>
                  </a:lnTo>
                  <a:lnTo>
                    <a:pt x="694687" y="256787"/>
                  </a:lnTo>
                  <a:lnTo>
                    <a:pt x="707795" y="255255"/>
                  </a:lnTo>
                  <a:lnTo>
                    <a:pt x="720902" y="253713"/>
                  </a:lnTo>
                  <a:lnTo>
                    <a:pt x="734009" y="252163"/>
                  </a:lnTo>
                  <a:lnTo>
                    <a:pt x="747117" y="250603"/>
                  </a:lnTo>
                  <a:lnTo>
                    <a:pt x="760224" y="249033"/>
                  </a:lnTo>
                  <a:lnTo>
                    <a:pt x="773331" y="247454"/>
                  </a:lnTo>
                  <a:lnTo>
                    <a:pt x="786439" y="245865"/>
                  </a:lnTo>
                  <a:lnTo>
                    <a:pt x="799546" y="244267"/>
                  </a:lnTo>
                  <a:lnTo>
                    <a:pt x="812653" y="242658"/>
                  </a:lnTo>
                  <a:lnTo>
                    <a:pt x="825761" y="241040"/>
                  </a:lnTo>
                  <a:lnTo>
                    <a:pt x="838868" y="239412"/>
                  </a:lnTo>
                  <a:lnTo>
                    <a:pt x="851975" y="237774"/>
                  </a:lnTo>
                  <a:lnTo>
                    <a:pt x="865083" y="236125"/>
                  </a:lnTo>
                  <a:lnTo>
                    <a:pt x="878190" y="234467"/>
                  </a:lnTo>
                  <a:lnTo>
                    <a:pt x="891297" y="232799"/>
                  </a:lnTo>
                  <a:lnTo>
                    <a:pt x="904405" y="231120"/>
                  </a:lnTo>
                  <a:lnTo>
                    <a:pt x="917512" y="229431"/>
                  </a:lnTo>
                  <a:lnTo>
                    <a:pt x="930619" y="227732"/>
                  </a:lnTo>
                  <a:lnTo>
                    <a:pt x="943726" y="226023"/>
                  </a:lnTo>
                  <a:lnTo>
                    <a:pt x="956834" y="224303"/>
                  </a:lnTo>
                  <a:lnTo>
                    <a:pt x="969941" y="222574"/>
                  </a:lnTo>
                  <a:lnTo>
                    <a:pt x="983048" y="220834"/>
                  </a:lnTo>
                  <a:lnTo>
                    <a:pt x="996156" y="219083"/>
                  </a:lnTo>
                  <a:lnTo>
                    <a:pt x="1009263" y="217323"/>
                  </a:lnTo>
                  <a:lnTo>
                    <a:pt x="1022370" y="215552"/>
                  </a:lnTo>
                  <a:lnTo>
                    <a:pt x="1035478" y="213772"/>
                  </a:lnTo>
                  <a:lnTo>
                    <a:pt x="1048585" y="211981"/>
                  </a:lnTo>
                  <a:lnTo>
                    <a:pt x="1061692" y="210180"/>
                  </a:lnTo>
                  <a:lnTo>
                    <a:pt x="1074800" y="208369"/>
                  </a:lnTo>
                  <a:lnTo>
                    <a:pt x="1087907" y="206547"/>
                  </a:lnTo>
                  <a:lnTo>
                    <a:pt x="1101014" y="204716"/>
                  </a:lnTo>
                  <a:lnTo>
                    <a:pt x="1114122" y="202875"/>
                  </a:lnTo>
                  <a:lnTo>
                    <a:pt x="1127229" y="201024"/>
                  </a:lnTo>
                  <a:lnTo>
                    <a:pt x="1140336" y="199163"/>
                  </a:lnTo>
                  <a:lnTo>
                    <a:pt x="1153444" y="197293"/>
                  </a:lnTo>
                  <a:lnTo>
                    <a:pt x="1166551" y="195412"/>
                  </a:lnTo>
                  <a:lnTo>
                    <a:pt x="1179658" y="193522"/>
                  </a:lnTo>
                  <a:lnTo>
                    <a:pt x="1192766" y="191623"/>
                  </a:lnTo>
                  <a:lnTo>
                    <a:pt x="1205873" y="189714"/>
                  </a:lnTo>
                  <a:lnTo>
                    <a:pt x="1218980" y="187796"/>
                  </a:lnTo>
                  <a:lnTo>
                    <a:pt x="1232087" y="185868"/>
                  </a:lnTo>
                  <a:lnTo>
                    <a:pt x="1245195" y="183931"/>
                  </a:lnTo>
                  <a:lnTo>
                    <a:pt x="1258302" y="181985"/>
                  </a:lnTo>
                  <a:lnTo>
                    <a:pt x="1271409" y="180029"/>
                  </a:lnTo>
                  <a:lnTo>
                    <a:pt x="1284517" y="178065"/>
                  </a:lnTo>
                  <a:lnTo>
                    <a:pt x="1297624" y="176092"/>
                  </a:lnTo>
                  <a:lnTo>
                    <a:pt x="1310731" y="174110"/>
                  </a:lnTo>
                  <a:lnTo>
                    <a:pt x="1323839" y="172120"/>
                  </a:lnTo>
                  <a:lnTo>
                    <a:pt x="1336946" y="170120"/>
                  </a:lnTo>
                  <a:lnTo>
                    <a:pt x="1350053" y="168113"/>
                  </a:lnTo>
                  <a:lnTo>
                    <a:pt x="1363161" y="166097"/>
                  </a:lnTo>
                  <a:lnTo>
                    <a:pt x="1376268" y="164072"/>
                  </a:lnTo>
                  <a:lnTo>
                    <a:pt x="1389375" y="162040"/>
                  </a:lnTo>
                  <a:lnTo>
                    <a:pt x="1402483" y="159999"/>
                  </a:lnTo>
                  <a:lnTo>
                    <a:pt x="1415590" y="157950"/>
                  </a:lnTo>
                  <a:lnTo>
                    <a:pt x="1428697" y="155894"/>
                  </a:lnTo>
                  <a:lnTo>
                    <a:pt x="1441805" y="153830"/>
                  </a:lnTo>
                  <a:lnTo>
                    <a:pt x="1454912" y="151758"/>
                  </a:lnTo>
                  <a:lnTo>
                    <a:pt x="1468019" y="149679"/>
                  </a:lnTo>
                  <a:lnTo>
                    <a:pt x="1481127" y="147592"/>
                  </a:lnTo>
                  <a:lnTo>
                    <a:pt x="1494234" y="145498"/>
                  </a:lnTo>
                  <a:lnTo>
                    <a:pt x="1507341" y="143397"/>
                  </a:lnTo>
                  <a:lnTo>
                    <a:pt x="1520448" y="141289"/>
                  </a:lnTo>
                  <a:lnTo>
                    <a:pt x="1533556" y="139174"/>
                  </a:lnTo>
                  <a:lnTo>
                    <a:pt x="1546663" y="137052"/>
                  </a:lnTo>
                  <a:lnTo>
                    <a:pt x="1559770" y="134923"/>
                  </a:lnTo>
                  <a:lnTo>
                    <a:pt x="1572878" y="132788"/>
                  </a:lnTo>
                  <a:lnTo>
                    <a:pt x="1585985" y="130647"/>
                  </a:lnTo>
                  <a:lnTo>
                    <a:pt x="1599092" y="128499"/>
                  </a:lnTo>
                  <a:lnTo>
                    <a:pt x="1612200" y="126345"/>
                  </a:lnTo>
                  <a:lnTo>
                    <a:pt x="1625307" y="124185"/>
                  </a:lnTo>
                  <a:lnTo>
                    <a:pt x="1638414" y="122019"/>
                  </a:lnTo>
                  <a:lnTo>
                    <a:pt x="1651522" y="119847"/>
                  </a:lnTo>
                  <a:lnTo>
                    <a:pt x="1664629" y="117670"/>
                  </a:lnTo>
                  <a:lnTo>
                    <a:pt x="1677736" y="115487"/>
                  </a:lnTo>
                  <a:lnTo>
                    <a:pt x="1690844" y="113299"/>
                  </a:lnTo>
                  <a:lnTo>
                    <a:pt x="1703951" y="111105"/>
                  </a:lnTo>
                  <a:lnTo>
                    <a:pt x="1717058" y="108907"/>
                  </a:lnTo>
                  <a:lnTo>
                    <a:pt x="1730166" y="106703"/>
                  </a:lnTo>
                  <a:lnTo>
                    <a:pt x="1743273" y="104495"/>
                  </a:lnTo>
                  <a:lnTo>
                    <a:pt x="1756380" y="102281"/>
                  </a:lnTo>
                  <a:lnTo>
                    <a:pt x="1769488" y="100064"/>
                  </a:lnTo>
                  <a:lnTo>
                    <a:pt x="1782595" y="97842"/>
                  </a:lnTo>
                  <a:lnTo>
                    <a:pt x="1795702" y="95615"/>
                  </a:lnTo>
                  <a:lnTo>
                    <a:pt x="1808810" y="93385"/>
                  </a:lnTo>
                  <a:lnTo>
                    <a:pt x="1821917" y="91150"/>
                  </a:lnTo>
                  <a:lnTo>
                    <a:pt x="1835024" y="88912"/>
                  </a:lnTo>
                  <a:lnTo>
                    <a:pt x="1848131" y="86670"/>
                  </a:lnTo>
                  <a:lnTo>
                    <a:pt x="1861239" y="84424"/>
                  </a:lnTo>
                  <a:lnTo>
                    <a:pt x="1874346" y="82175"/>
                  </a:lnTo>
                  <a:lnTo>
                    <a:pt x="1887453" y="79922"/>
                  </a:lnTo>
                  <a:lnTo>
                    <a:pt x="1900561" y="77667"/>
                  </a:lnTo>
                  <a:lnTo>
                    <a:pt x="1913668" y="75408"/>
                  </a:lnTo>
                  <a:lnTo>
                    <a:pt x="1926775" y="73147"/>
                  </a:lnTo>
                  <a:lnTo>
                    <a:pt x="1939883" y="70883"/>
                  </a:lnTo>
                  <a:lnTo>
                    <a:pt x="1952990" y="68616"/>
                  </a:lnTo>
                  <a:lnTo>
                    <a:pt x="1966097" y="66347"/>
                  </a:lnTo>
                  <a:lnTo>
                    <a:pt x="1979205" y="64075"/>
                  </a:lnTo>
                  <a:lnTo>
                    <a:pt x="1992312" y="61802"/>
                  </a:lnTo>
                  <a:lnTo>
                    <a:pt x="2005419" y="59526"/>
                  </a:lnTo>
                  <a:lnTo>
                    <a:pt x="2018527" y="57249"/>
                  </a:lnTo>
                  <a:lnTo>
                    <a:pt x="2031634" y="54969"/>
                  </a:lnTo>
                  <a:lnTo>
                    <a:pt x="2044741" y="52688"/>
                  </a:lnTo>
                  <a:lnTo>
                    <a:pt x="2057849" y="50406"/>
                  </a:lnTo>
                  <a:lnTo>
                    <a:pt x="2070956" y="48122"/>
                  </a:lnTo>
                  <a:lnTo>
                    <a:pt x="2084063" y="45837"/>
                  </a:lnTo>
                  <a:lnTo>
                    <a:pt x="2097171" y="43550"/>
                  </a:lnTo>
                  <a:lnTo>
                    <a:pt x="2110278" y="41263"/>
                  </a:lnTo>
                  <a:lnTo>
                    <a:pt x="2123385" y="38974"/>
                  </a:lnTo>
                  <a:lnTo>
                    <a:pt x="2136492" y="36685"/>
                  </a:lnTo>
                  <a:lnTo>
                    <a:pt x="2149600" y="34395"/>
                  </a:lnTo>
                  <a:lnTo>
                    <a:pt x="2162707" y="32104"/>
                  </a:lnTo>
                  <a:lnTo>
                    <a:pt x="2175814" y="29813"/>
                  </a:lnTo>
                  <a:lnTo>
                    <a:pt x="2188922" y="27521"/>
                  </a:lnTo>
                  <a:lnTo>
                    <a:pt x="2202029" y="25229"/>
                  </a:lnTo>
                  <a:lnTo>
                    <a:pt x="2215136" y="22936"/>
                  </a:lnTo>
                  <a:lnTo>
                    <a:pt x="2228244" y="20643"/>
                  </a:lnTo>
                  <a:lnTo>
                    <a:pt x="2241351" y="18350"/>
                  </a:lnTo>
                  <a:lnTo>
                    <a:pt x="2254458" y="16056"/>
                  </a:lnTo>
                  <a:lnTo>
                    <a:pt x="2267566" y="13763"/>
                  </a:lnTo>
                  <a:lnTo>
                    <a:pt x="2280673" y="11469"/>
                  </a:lnTo>
                  <a:lnTo>
                    <a:pt x="2293780" y="9175"/>
                  </a:lnTo>
                  <a:lnTo>
                    <a:pt x="2306888" y="6881"/>
                  </a:lnTo>
                  <a:lnTo>
                    <a:pt x="2319995" y="4587"/>
                  </a:lnTo>
                  <a:lnTo>
                    <a:pt x="2333102" y="2293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4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7" name="pg45"/>
            <p:cNvSpPr/>
            <p:nvPr/>
          </p:nvSpPr>
          <p:spPr>
            <a:xfrm>
              <a:off x="8703334" y="1219974"/>
              <a:ext cx="2347515" cy="336157"/>
            </a:xfrm>
            <a:custGeom>
              <a:avLst/>
              <a:pathLst>
                <a:path w="2347515" h="336157">
                  <a:moveTo>
                    <a:pt x="0" y="0"/>
                  </a:moveTo>
                  <a:lnTo>
                    <a:pt x="13114" y="1451"/>
                  </a:lnTo>
                  <a:lnTo>
                    <a:pt x="26229" y="2903"/>
                  </a:lnTo>
                  <a:lnTo>
                    <a:pt x="39343" y="4354"/>
                  </a:lnTo>
                  <a:lnTo>
                    <a:pt x="52458" y="5806"/>
                  </a:lnTo>
                  <a:lnTo>
                    <a:pt x="65573" y="7257"/>
                  </a:lnTo>
                  <a:lnTo>
                    <a:pt x="78687" y="8708"/>
                  </a:lnTo>
                  <a:lnTo>
                    <a:pt x="91802" y="10158"/>
                  </a:lnTo>
                  <a:lnTo>
                    <a:pt x="104916" y="11608"/>
                  </a:lnTo>
                  <a:lnTo>
                    <a:pt x="118031" y="13058"/>
                  </a:lnTo>
                  <a:lnTo>
                    <a:pt x="131146" y="14507"/>
                  </a:lnTo>
                  <a:lnTo>
                    <a:pt x="144260" y="15955"/>
                  </a:lnTo>
                  <a:lnTo>
                    <a:pt x="157375" y="17402"/>
                  </a:lnTo>
                  <a:lnTo>
                    <a:pt x="170489" y="18847"/>
                  </a:lnTo>
                  <a:lnTo>
                    <a:pt x="183604" y="20292"/>
                  </a:lnTo>
                  <a:lnTo>
                    <a:pt x="196719" y="21734"/>
                  </a:lnTo>
                  <a:lnTo>
                    <a:pt x="209833" y="23175"/>
                  </a:lnTo>
                  <a:lnTo>
                    <a:pt x="222948" y="24614"/>
                  </a:lnTo>
                  <a:lnTo>
                    <a:pt x="236063" y="26051"/>
                  </a:lnTo>
                  <a:lnTo>
                    <a:pt x="249177" y="27485"/>
                  </a:lnTo>
                  <a:lnTo>
                    <a:pt x="262292" y="28917"/>
                  </a:lnTo>
                  <a:lnTo>
                    <a:pt x="275406" y="30346"/>
                  </a:lnTo>
                  <a:lnTo>
                    <a:pt x="288521" y="31771"/>
                  </a:lnTo>
                  <a:lnTo>
                    <a:pt x="301636" y="33194"/>
                  </a:lnTo>
                  <a:lnTo>
                    <a:pt x="314750" y="34612"/>
                  </a:lnTo>
                  <a:lnTo>
                    <a:pt x="327865" y="36028"/>
                  </a:lnTo>
                  <a:lnTo>
                    <a:pt x="340979" y="37439"/>
                  </a:lnTo>
                  <a:lnTo>
                    <a:pt x="354094" y="38846"/>
                  </a:lnTo>
                  <a:lnTo>
                    <a:pt x="367209" y="40248"/>
                  </a:lnTo>
                  <a:lnTo>
                    <a:pt x="380323" y="41646"/>
                  </a:lnTo>
                  <a:lnTo>
                    <a:pt x="393438" y="43040"/>
                  </a:lnTo>
                  <a:lnTo>
                    <a:pt x="406552" y="44428"/>
                  </a:lnTo>
                  <a:lnTo>
                    <a:pt x="419667" y="45811"/>
                  </a:lnTo>
                  <a:lnTo>
                    <a:pt x="432782" y="47189"/>
                  </a:lnTo>
                  <a:lnTo>
                    <a:pt x="445896" y="48561"/>
                  </a:lnTo>
                  <a:lnTo>
                    <a:pt x="459011" y="49928"/>
                  </a:lnTo>
                  <a:lnTo>
                    <a:pt x="472126" y="51288"/>
                  </a:lnTo>
                  <a:lnTo>
                    <a:pt x="485240" y="52643"/>
                  </a:lnTo>
                  <a:lnTo>
                    <a:pt x="498355" y="53991"/>
                  </a:lnTo>
                  <a:lnTo>
                    <a:pt x="511469" y="55332"/>
                  </a:lnTo>
                  <a:lnTo>
                    <a:pt x="524584" y="56667"/>
                  </a:lnTo>
                  <a:lnTo>
                    <a:pt x="537699" y="57995"/>
                  </a:lnTo>
                  <a:lnTo>
                    <a:pt x="550813" y="59316"/>
                  </a:lnTo>
                  <a:lnTo>
                    <a:pt x="563928" y="60629"/>
                  </a:lnTo>
                  <a:lnTo>
                    <a:pt x="577042" y="61934"/>
                  </a:lnTo>
                  <a:lnTo>
                    <a:pt x="590157" y="63232"/>
                  </a:lnTo>
                  <a:lnTo>
                    <a:pt x="603272" y="64522"/>
                  </a:lnTo>
                  <a:lnTo>
                    <a:pt x="616386" y="65803"/>
                  </a:lnTo>
                  <a:lnTo>
                    <a:pt x="629501" y="67076"/>
                  </a:lnTo>
                  <a:lnTo>
                    <a:pt x="642615" y="68341"/>
                  </a:lnTo>
                  <a:lnTo>
                    <a:pt x="655730" y="69596"/>
                  </a:lnTo>
                  <a:lnTo>
                    <a:pt x="668845" y="70842"/>
                  </a:lnTo>
                  <a:lnTo>
                    <a:pt x="681959" y="72079"/>
                  </a:lnTo>
                  <a:lnTo>
                    <a:pt x="695074" y="73306"/>
                  </a:lnTo>
                  <a:lnTo>
                    <a:pt x="708189" y="74523"/>
                  </a:lnTo>
                  <a:lnTo>
                    <a:pt x="721303" y="75731"/>
                  </a:lnTo>
                  <a:lnTo>
                    <a:pt x="734418" y="76928"/>
                  </a:lnTo>
                  <a:lnTo>
                    <a:pt x="747532" y="78114"/>
                  </a:lnTo>
                  <a:lnTo>
                    <a:pt x="760647" y="79290"/>
                  </a:lnTo>
                  <a:lnTo>
                    <a:pt x="773762" y="80455"/>
                  </a:lnTo>
                  <a:lnTo>
                    <a:pt x="786876" y="81608"/>
                  </a:lnTo>
                  <a:lnTo>
                    <a:pt x="799991" y="82751"/>
                  </a:lnTo>
                  <a:lnTo>
                    <a:pt x="813105" y="83882"/>
                  </a:lnTo>
                  <a:lnTo>
                    <a:pt x="826220" y="85001"/>
                  </a:lnTo>
                  <a:lnTo>
                    <a:pt x="839335" y="86109"/>
                  </a:lnTo>
                  <a:lnTo>
                    <a:pt x="852449" y="87204"/>
                  </a:lnTo>
                  <a:lnTo>
                    <a:pt x="865564" y="88288"/>
                  </a:lnTo>
                  <a:lnTo>
                    <a:pt x="878679" y="89359"/>
                  </a:lnTo>
                  <a:lnTo>
                    <a:pt x="891793" y="90418"/>
                  </a:lnTo>
                  <a:lnTo>
                    <a:pt x="904908" y="91465"/>
                  </a:lnTo>
                  <a:lnTo>
                    <a:pt x="918022" y="92498"/>
                  </a:lnTo>
                  <a:lnTo>
                    <a:pt x="931137" y="93520"/>
                  </a:lnTo>
                  <a:lnTo>
                    <a:pt x="944252" y="94528"/>
                  </a:lnTo>
                  <a:lnTo>
                    <a:pt x="957366" y="95524"/>
                  </a:lnTo>
                  <a:lnTo>
                    <a:pt x="970481" y="96506"/>
                  </a:lnTo>
                  <a:lnTo>
                    <a:pt x="983595" y="97476"/>
                  </a:lnTo>
                  <a:lnTo>
                    <a:pt x="996710" y="98432"/>
                  </a:lnTo>
                  <a:lnTo>
                    <a:pt x="1009825" y="99376"/>
                  </a:lnTo>
                  <a:lnTo>
                    <a:pt x="1022939" y="100306"/>
                  </a:lnTo>
                  <a:lnTo>
                    <a:pt x="1036054" y="101224"/>
                  </a:lnTo>
                  <a:lnTo>
                    <a:pt x="1049168" y="102128"/>
                  </a:lnTo>
                  <a:lnTo>
                    <a:pt x="1062283" y="103019"/>
                  </a:lnTo>
                  <a:lnTo>
                    <a:pt x="1075398" y="103898"/>
                  </a:lnTo>
                  <a:lnTo>
                    <a:pt x="1088512" y="104763"/>
                  </a:lnTo>
                  <a:lnTo>
                    <a:pt x="1101627" y="105615"/>
                  </a:lnTo>
                  <a:lnTo>
                    <a:pt x="1114742" y="106454"/>
                  </a:lnTo>
                  <a:lnTo>
                    <a:pt x="1127856" y="107280"/>
                  </a:lnTo>
                  <a:lnTo>
                    <a:pt x="1140971" y="108094"/>
                  </a:lnTo>
                  <a:lnTo>
                    <a:pt x="1154085" y="108894"/>
                  </a:lnTo>
                  <a:lnTo>
                    <a:pt x="1167200" y="109682"/>
                  </a:lnTo>
                  <a:lnTo>
                    <a:pt x="1180315" y="110457"/>
                  </a:lnTo>
                  <a:lnTo>
                    <a:pt x="1193429" y="111219"/>
                  </a:lnTo>
                  <a:lnTo>
                    <a:pt x="1206544" y="111969"/>
                  </a:lnTo>
                  <a:lnTo>
                    <a:pt x="1219658" y="112706"/>
                  </a:lnTo>
                  <a:lnTo>
                    <a:pt x="1232773" y="113431"/>
                  </a:lnTo>
                  <a:lnTo>
                    <a:pt x="1245888" y="114144"/>
                  </a:lnTo>
                  <a:lnTo>
                    <a:pt x="1259002" y="114844"/>
                  </a:lnTo>
                  <a:lnTo>
                    <a:pt x="1272117" y="115532"/>
                  </a:lnTo>
                  <a:lnTo>
                    <a:pt x="1285231" y="116208"/>
                  </a:lnTo>
                  <a:lnTo>
                    <a:pt x="1298346" y="116872"/>
                  </a:lnTo>
                  <a:lnTo>
                    <a:pt x="1311461" y="117524"/>
                  </a:lnTo>
                  <a:lnTo>
                    <a:pt x="1324575" y="118165"/>
                  </a:lnTo>
                  <a:lnTo>
                    <a:pt x="1337690" y="118793"/>
                  </a:lnTo>
                  <a:lnTo>
                    <a:pt x="1350805" y="119410"/>
                  </a:lnTo>
                  <a:lnTo>
                    <a:pt x="1363919" y="120016"/>
                  </a:lnTo>
                  <a:lnTo>
                    <a:pt x="1377034" y="120610"/>
                  </a:lnTo>
                  <a:lnTo>
                    <a:pt x="1390148" y="121193"/>
                  </a:lnTo>
                  <a:lnTo>
                    <a:pt x="1403263" y="121764"/>
                  </a:lnTo>
                  <a:lnTo>
                    <a:pt x="1416378" y="122325"/>
                  </a:lnTo>
                  <a:lnTo>
                    <a:pt x="1429492" y="122874"/>
                  </a:lnTo>
                  <a:lnTo>
                    <a:pt x="1442607" y="123413"/>
                  </a:lnTo>
                  <a:lnTo>
                    <a:pt x="1455721" y="123941"/>
                  </a:lnTo>
                  <a:lnTo>
                    <a:pt x="1468836" y="124459"/>
                  </a:lnTo>
                  <a:lnTo>
                    <a:pt x="1481951" y="124966"/>
                  </a:lnTo>
                  <a:lnTo>
                    <a:pt x="1495065" y="125463"/>
                  </a:lnTo>
                  <a:lnTo>
                    <a:pt x="1508180" y="125950"/>
                  </a:lnTo>
                  <a:lnTo>
                    <a:pt x="1521295" y="126427"/>
                  </a:lnTo>
                  <a:lnTo>
                    <a:pt x="1534409" y="126894"/>
                  </a:lnTo>
                  <a:lnTo>
                    <a:pt x="1547524" y="127352"/>
                  </a:lnTo>
                  <a:lnTo>
                    <a:pt x="1560638" y="127801"/>
                  </a:lnTo>
                  <a:lnTo>
                    <a:pt x="1573753" y="128240"/>
                  </a:lnTo>
                  <a:lnTo>
                    <a:pt x="1586868" y="128671"/>
                  </a:lnTo>
                  <a:lnTo>
                    <a:pt x="1599982" y="129093"/>
                  </a:lnTo>
                  <a:lnTo>
                    <a:pt x="1613097" y="129507"/>
                  </a:lnTo>
                  <a:lnTo>
                    <a:pt x="1626211" y="129912"/>
                  </a:lnTo>
                  <a:lnTo>
                    <a:pt x="1639326" y="130310"/>
                  </a:lnTo>
                  <a:lnTo>
                    <a:pt x="1652441" y="130700"/>
                  </a:lnTo>
                  <a:lnTo>
                    <a:pt x="1665555" y="131082"/>
                  </a:lnTo>
                  <a:lnTo>
                    <a:pt x="1678670" y="131458"/>
                  </a:lnTo>
                  <a:lnTo>
                    <a:pt x="1691784" y="131827"/>
                  </a:lnTo>
                  <a:lnTo>
                    <a:pt x="1704899" y="132189"/>
                  </a:lnTo>
                  <a:lnTo>
                    <a:pt x="1718014" y="132546"/>
                  </a:lnTo>
                  <a:lnTo>
                    <a:pt x="1731128" y="132896"/>
                  </a:lnTo>
                  <a:lnTo>
                    <a:pt x="1744243" y="133241"/>
                  </a:lnTo>
                  <a:lnTo>
                    <a:pt x="1757358" y="133581"/>
                  </a:lnTo>
                  <a:lnTo>
                    <a:pt x="1770472" y="133915"/>
                  </a:lnTo>
                  <a:lnTo>
                    <a:pt x="1783587" y="134246"/>
                  </a:lnTo>
                  <a:lnTo>
                    <a:pt x="1796701" y="134571"/>
                  </a:lnTo>
                  <a:lnTo>
                    <a:pt x="1809816" y="134893"/>
                  </a:lnTo>
                  <a:lnTo>
                    <a:pt x="1822931" y="135212"/>
                  </a:lnTo>
                  <a:lnTo>
                    <a:pt x="1836045" y="135526"/>
                  </a:lnTo>
                  <a:lnTo>
                    <a:pt x="1849160" y="135838"/>
                  </a:lnTo>
                  <a:lnTo>
                    <a:pt x="1862274" y="136147"/>
                  </a:lnTo>
                  <a:lnTo>
                    <a:pt x="1875389" y="136453"/>
                  </a:lnTo>
                  <a:lnTo>
                    <a:pt x="1888504" y="136756"/>
                  </a:lnTo>
                  <a:lnTo>
                    <a:pt x="1901618" y="137058"/>
                  </a:lnTo>
                  <a:lnTo>
                    <a:pt x="1914733" y="137358"/>
                  </a:lnTo>
                  <a:lnTo>
                    <a:pt x="1927847" y="137656"/>
                  </a:lnTo>
                  <a:lnTo>
                    <a:pt x="1940962" y="137952"/>
                  </a:lnTo>
                  <a:lnTo>
                    <a:pt x="1954077" y="138248"/>
                  </a:lnTo>
                  <a:lnTo>
                    <a:pt x="1967191" y="138542"/>
                  </a:lnTo>
                  <a:lnTo>
                    <a:pt x="1980306" y="138835"/>
                  </a:lnTo>
                  <a:lnTo>
                    <a:pt x="1993421" y="139127"/>
                  </a:lnTo>
                  <a:lnTo>
                    <a:pt x="2006535" y="139418"/>
                  </a:lnTo>
                  <a:lnTo>
                    <a:pt x="2019650" y="139709"/>
                  </a:lnTo>
                  <a:lnTo>
                    <a:pt x="2032764" y="140000"/>
                  </a:lnTo>
                  <a:lnTo>
                    <a:pt x="2045879" y="140289"/>
                  </a:lnTo>
                  <a:lnTo>
                    <a:pt x="2058994" y="140579"/>
                  </a:lnTo>
                  <a:lnTo>
                    <a:pt x="2072108" y="140868"/>
                  </a:lnTo>
                  <a:lnTo>
                    <a:pt x="2085223" y="141156"/>
                  </a:lnTo>
                  <a:lnTo>
                    <a:pt x="2098337" y="141444"/>
                  </a:lnTo>
                  <a:lnTo>
                    <a:pt x="2111452" y="141732"/>
                  </a:lnTo>
                  <a:lnTo>
                    <a:pt x="2124567" y="142020"/>
                  </a:lnTo>
                  <a:lnTo>
                    <a:pt x="2137681" y="142307"/>
                  </a:lnTo>
                  <a:lnTo>
                    <a:pt x="2150796" y="142593"/>
                  </a:lnTo>
                  <a:lnTo>
                    <a:pt x="2163911" y="142880"/>
                  </a:lnTo>
                  <a:lnTo>
                    <a:pt x="2177025" y="143165"/>
                  </a:lnTo>
                  <a:lnTo>
                    <a:pt x="2190140" y="143451"/>
                  </a:lnTo>
                  <a:lnTo>
                    <a:pt x="2203254" y="143736"/>
                  </a:lnTo>
                  <a:lnTo>
                    <a:pt x="2216369" y="144020"/>
                  </a:lnTo>
                  <a:lnTo>
                    <a:pt x="2229484" y="144304"/>
                  </a:lnTo>
                  <a:lnTo>
                    <a:pt x="2242598" y="144588"/>
                  </a:lnTo>
                  <a:lnTo>
                    <a:pt x="2255713" y="144871"/>
                  </a:lnTo>
                  <a:lnTo>
                    <a:pt x="2268827" y="145154"/>
                  </a:lnTo>
                  <a:lnTo>
                    <a:pt x="2281942" y="145437"/>
                  </a:lnTo>
                  <a:lnTo>
                    <a:pt x="2295057" y="145719"/>
                  </a:lnTo>
                  <a:lnTo>
                    <a:pt x="2308171" y="146001"/>
                  </a:lnTo>
                  <a:lnTo>
                    <a:pt x="2321286" y="146283"/>
                  </a:lnTo>
                  <a:lnTo>
                    <a:pt x="2334400" y="146565"/>
                  </a:lnTo>
                  <a:lnTo>
                    <a:pt x="2347515" y="146848"/>
                  </a:lnTo>
                  <a:lnTo>
                    <a:pt x="2347515" y="317301"/>
                  </a:lnTo>
                  <a:lnTo>
                    <a:pt x="2334400" y="317372"/>
                  </a:lnTo>
                  <a:lnTo>
                    <a:pt x="2321286" y="317443"/>
                  </a:lnTo>
                  <a:lnTo>
                    <a:pt x="2308171" y="317514"/>
                  </a:lnTo>
                  <a:lnTo>
                    <a:pt x="2295057" y="317584"/>
                  </a:lnTo>
                  <a:lnTo>
                    <a:pt x="2281942" y="317655"/>
                  </a:lnTo>
                  <a:lnTo>
                    <a:pt x="2268827" y="317725"/>
                  </a:lnTo>
                  <a:lnTo>
                    <a:pt x="2255713" y="317796"/>
                  </a:lnTo>
                  <a:lnTo>
                    <a:pt x="2242598" y="317866"/>
                  </a:lnTo>
                  <a:lnTo>
                    <a:pt x="2229484" y="317936"/>
                  </a:lnTo>
                  <a:lnTo>
                    <a:pt x="2216369" y="318006"/>
                  </a:lnTo>
                  <a:lnTo>
                    <a:pt x="2203254" y="318075"/>
                  </a:lnTo>
                  <a:lnTo>
                    <a:pt x="2190140" y="318145"/>
                  </a:lnTo>
                  <a:lnTo>
                    <a:pt x="2177025" y="318215"/>
                  </a:lnTo>
                  <a:lnTo>
                    <a:pt x="2163911" y="318285"/>
                  </a:lnTo>
                  <a:lnTo>
                    <a:pt x="2150796" y="318355"/>
                  </a:lnTo>
                  <a:lnTo>
                    <a:pt x="2137681" y="318426"/>
                  </a:lnTo>
                  <a:lnTo>
                    <a:pt x="2124567" y="318497"/>
                  </a:lnTo>
                  <a:lnTo>
                    <a:pt x="2111452" y="318568"/>
                  </a:lnTo>
                  <a:lnTo>
                    <a:pt x="2098337" y="318640"/>
                  </a:lnTo>
                  <a:lnTo>
                    <a:pt x="2085223" y="318712"/>
                  </a:lnTo>
                  <a:lnTo>
                    <a:pt x="2072108" y="318786"/>
                  </a:lnTo>
                  <a:lnTo>
                    <a:pt x="2058994" y="318859"/>
                  </a:lnTo>
                  <a:lnTo>
                    <a:pt x="2045879" y="318934"/>
                  </a:lnTo>
                  <a:lnTo>
                    <a:pt x="2032764" y="319010"/>
                  </a:lnTo>
                  <a:lnTo>
                    <a:pt x="2019650" y="319086"/>
                  </a:lnTo>
                  <a:lnTo>
                    <a:pt x="2006535" y="319163"/>
                  </a:lnTo>
                  <a:lnTo>
                    <a:pt x="1993421" y="319241"/>
                  </a:lnTo>
                  <a:lnTo>
                    <a:pt x="1980306" y="319320"/>
                  </a:lnTo>
                  <a:lnTo>
                    <a:pt x="1967191" y="319400"/>
                  </a:lnTo>
                  <a:lnTo>
                    <a:pt x="1954077" y="319481"/>
                  </a:lnTo>
                  <a:lnTo>
                    <a:pt x="1940962" y="319563"/>
                  </a:lnTo>
                  <a:lnTo>
                    <a:pt x="1927847" y="319645"/>
                  </a:lnTo>
                  <a:lnTo>
                    <a:pt x="1914733" y="319728"/>
                  </a:lnTo>
                  <a:lnTo>
                    <a:pt x="1901618" y="319811"/>
                  </a:lnTo>
                  <a:lnTo>
                    <a:pt x="1888504" y="319896"/>
                  </a:lnTo>
                  <a:lnTo>
                    <a:pt x="1875389" y="319980"/>
                  </a:lnTo>
                  <a:lnTo>
                    <a:pt x="1862274" y="320065"/>
                  </a:lnTo>
                  <a:lnTo>
                    <a:pt x="1849160" y="320150"/>
                  </a:lnTo>
                  <a:lnTo>
                    <a:pt x="1836045" y="320235"/>
                  </a:lnTo>
                  <a:lnTo>
                    <a:pt x="1822931" y="320320"/>
                  </a:lnTo>
                  <a:lnTo>
                    <a:pt x="1809816" y="320405"/>
                  </a:lnTo>
                  <a:lnTo>
                    <a:pt x="1796701" y="320490"/>
                  </a:lnTo>
                  <a:lnTo>
                    <a:pt x="1783587" y="320574"/>
                  </a:lnTo>
                  <a:lnTo>
                    <a:pt x="1770472" y="320658"/>
                  </a:lnTo>
                  <a:lnTo>
                    <a:pt x="1757358" y="320741"/>
                  </a:lnTo>
                  <a:lnTo>
                    <a:pt x="1744243" y="320824"/>
                  </a:lnTo>
                  <a:lnTo>
                    <a:pt x="1731128" y="320905"/>
                  </a:lnTo>
                  <a:lnTo>
                    <a:pt x="1718014" y="320986"/>
                  </a:lnTo>
                  <a:lnTo>
                    <a:pt x="1704899" y="321066"/>
                  </a:lnTo>
                  <a:lnTo>
                    <a:pt x="1691784" y="321144"/>
                  </a:lnTo>
                  <a:lnTo>
                    <a:pt x="1678670" y="321222"/>
                  </a:lnTo>
                  <a:lnTo>
                    <a:pt x="1665555" y="321298"/>
                  </a:lnTo>
                  <a:lnTo>
                    <a:pt x="1652441" y="321372"/>
                  </a:lnTo>
                  <a:lnTo>
                    <a:pt x="1639326" y="321446"/>
                  </a:lnTo>
                  <a:lnTo>
                    <a:pt x="1626211" y="321517"/>
                  </a:lnTo>
                  <a:lnTo>
                    <a:pt x="1613097" y="321587"/>
                  </a:lnTo>
                  <a:lnTo>
                    <a:pt x="1599982" y="321656"/>
                  </a:lnTo>
                  <a:lnTo>
                    <a:pt x="1586868" y="321723"/>
                  </a:lnTo>
                  <a:lnTo>
                    <a:pt x="1573753" y="321788"/>
                  </a:lnTo>
                  <a:lnTo>
                    <a:pt x="1560638" y="321851"/>
                  </a:lnTo>
                  <a:lnTo>
                    <a:pt x="1547524" y="321913"/>
                  </a:lnTo>
                  <a:lnTo>
                    <a:pt x="1534409" y="321973"/>
                  </a:lnTo>
                  <a:lnTo>
                    <a:pt x="1521295" y="322031"/>
                  </a:lnTo>
                  <a:lnTo>
                    <a:pt x="1508180" y="322088"/>
                  </a:lnTo>
                  <a:lnTo>
                    <a:pt x="1495065" y="322143"/>
                  </a:lnTo>
                  <a:lnTo>
                    <a:pt x="1481951" y="322196"/>
                  </a:lnTo>
                  <a:lnTo>
                    <a:pt x="1468836" y="322248"/>
                  </a:lnTo>
                  <a:lnTo>
                    <a:pt x="1455721" y="322299"/>
                  </a:lnTo>
                  <a:lnTo>
                    <a:pt x="1442607" y="322348"/>
                  </a:lnTo>
                  <a:lnTo>
                    <a:pt x="1429492" y="322395"/>
                  </a:lnTo>
                  <a:lnTo>
                    <a:pt x="1416378" y="322442"/>
                  </a:lnTo>
                  <a:lnTo>
                    <a:pt x="1403263" y="322487"/>
                  </a:lnTo>
                  <a:lnTo>
                    <a:pt x="1390148" y="322531"/>
                  </a:lnTo>
                  <a:lnTo>
                    <a:pt x="1377034" y="322574"/>
                  </a:lnTo>
                  <a:lnTo>
                    <a:pt x="1363919" y="322616"/>
                  </a:lnTo>
                  <a:lnTo>
                    <a:pt x="1350805" y="322657"/>
                  </a:lnTo>
                  <a:lnTo>
                    <a:pt x="1337690" y="322697"/>
                  </a:lnTo>
                  <a:lnTo>
                    <a:pt x="1324575" y="322737"/>
                  </a:lnTo>
                  <a:lnTo>
                    <a:pt x="1311461" y="322776"/>
                  </a:lnTo>
                  <a:lnTo>
                    <a:pt x="1298346" y="322814"/>
                  </a:lnTo>
                  <a:lnTo>
                    <a:pt x="1285231" y="322852"/>
                  </a:lnTo>
                  <a:lnTo>
                    <a:pt x="1272117" y="322890"/>
                  </a:lnTo>
                  <a:lnTo>
                    <a:pt x="1259002" y="322927"/>
                  </a:lnTo>
                  <a:lnTo>
                    <a:pt x="1245888" y="322965"/>
                  </a:lnTo>
                  <a:lnTo>
                    <a:pt x="1232773" y="323002"/>
                  </a:lnTo>
                  <a:lnTo>
                    <a:pt x="1219658" y="323038"/>
                  </a:lnTo>
                  <a:lnTo>
                    <a:pt x="1206544" y="323075"/>
                  </a:lnTo>
                  <a:lnTo>
                    <a:pt x="1193429" y="323112"/>
                  </a:lnTo>
                  <a:lnTo>
                    <a:pt x="1180315" y="323150"/>
                  </a:lnTo>
                  <a:lnTo>
                    <a:pt x="1167200" y="323187"/>
                  </a:lnTo>
                  <a:lnTo>
                    <a:pt x="1154085" y="323225"/>
                  </a:lnTo>
                  <a:lnTo>
                    <a:pt x="1140971" y="323263"/>
                  </a:lnTo>
                  <a:lnTo>
                    <a:pt x="1127856" y="323301"/>
                  </a:lnTo>
                  <a:lnTo>
                    <a:pt x="1114742" y="323340"/>
                  </a:lnTo>
                  <a:lnTo>
                    <a:pt x="1101627" y="323379"/>
                  </a:lnTo>
                  <a:lnTo>
                    <a:pt x="1088512" y="323419"/>
                  </a:lnTo>
                  <a:lnTo>
                    <a:pt x="1075398" y="323460"/>
                  </a:lnTo>
                  <a:lnTo>
                    <a:pt x="1062283" y="323502"/>
                  </a:lnTo>
                  <a:lnTo>
                    <a:pt x="1049168" y="323544"/>
                  </a:lnTo>
                  <a:lnTo>
                    <a:pt x="1036054" y="323587"/>
                  </a:lnTo>
                  <a:lnTo>
                    <a:pt x="1022939" y="323631"/>
                  </a:lnTo>
                  <a:lnTo>
                    <a:pt x="1009825" y="323676"/>
                  </a:lnTo>
                  <a:lnTo>
                    <a:pt x="996710" y="323723"/>
                  </a:lnTo>
                  <a:lnTo>
                    <a:pt x="983595" y="323770"/>
                  </a:lnTo>
                  <a:lnTo>
                    <a:pt x="970481" y="323819"/>
                  </a:lnTo>
                  <a:lnTo>
                    <a:pt x="957366" y="323869"/>
                  </a:lnTo>
                  <a:lnTo>
                    <a:pt x="944252" y="323921"/>
                  </a:lnTo>
                  <a:lnTo>
                    <a:pt x="931137" y="323974"/>
                  </a:lnTo>
                  <a:lnTo>
                    <a:pt x="918022" y="324030"/>
                  </a:lnTo>
                  <a:lnTo>
                    <a:pt x="904908" y="324086"/>
                  </a:lnTo>
                  <a:lnTo>
                    <a:pt x="891793" y="324145"/>
                  </a:lnTo>
                  <a:lnTo>
                    <a:pt x="878679" y="324206"/>
                  </a:lnTo>
                  <a:lnTo>
                    <a:pt x="865564" y="324269"/>
                  </a:lnTo>
                  <a:lnTo>
                    <a:pt x="852449" y="324334"/>
                  </a:lnTo>
                  <a:lnTo>
                    <a:pt x="839335" y="324402"/>
                  </a:lnTo>
                  <a:lnTo>
                    <a:pt x="826220" y="324472"/>
                  </a:lnTo>
                  <a:lnTo>
                    <a:pt x="813105" y="324545"/>
                  </a:lnTo>
                  <a:lnTo>
                    <a:pt x="799991" y="324621"/>
                  </a:lnTo>
                  <a:lnTo>
                    <a:pt x="786876" y="324699"/>
                  </a:lnTo>
                  <a:lnTo>
                    <a:pt x="773762" y="324781"/>
                  </a:lnTo>
                  <a:lnTo>
                    <a:pt x="760647" y="324865"/>
                  </a:lnTo>
                  <a:lnTo>
                    <a:pt x="747532" y="324953"/>
                  </a:lnTo>
                  <a:lnTo>
                    <a:pt x="734418" y="325045"/>
                  </a:lnTo>
                  <a:lnTo>
                    <a:pt x="721303" y="325140"/>
                  </a:lnTo>
                  <a:lnTo>
                    <a:pt x="708189" y="325238"/>
                  </a:lnTo>
                  <a:lnTo>
                    <a:pt x="695074" y="325340"/>
                  </a:lnTo>
                  <a:lnTo>
                    <a:pt x="681959" y="325446"/>
                  </a:lnTo>
                  <a:lnTo>
                    <a:pt x="668845" y="325557"/>
                  </a:lnTo>
                  <a:lnTo>
                    <a:pt x="655730" y="325671"/>
                  </a:lnTo>
                  <a:lnTo>
                    <a:pt x="642615" y="325789"/>
                  </a:lnTo>
                  <a:lnTo>
                    <a:pt x="629501" y="325912"/>
                  </a:lnTo>
                  <a:lnTo>
                    <a:pt x="616386" y="326039"/>
                  </a:lnTo>
                  <a:lnTo>
                    <a:pt x="603272" y="326170"/>
                  </a:lnTo>
                  <a:lnTo>
                    <a:pt x="590157" y="326306"/>
                  </a:lnTo>
                  <a:lnTo>
                    <a:pt x="577042" y="326446"/>
                  </a:lnTo>
                  <a:lnTo>
                    <a:pt x="563928" y="326590"/>
                  </a:lnTo>
                  <a:lnTo>
                    <a:pt x="550813" y="326740"/>
                  </a:lnTo>
                  <a:lnTo>
                    <a:pt x="537699" y="326894"/>
                  </a:lnTo>
                  <a:lnTo>
                    <a:pt x="524584" y="327052"/>
                  </a:lnTo>
                  <a:lnTo>
                    <a:pt x="511469" y="327215"/>
                  </a:lnTo>
                  <a:lnTo>
                    <a:pt x="498355" y="327383"/>
                  </a:lnTo>
                  <a:lnTo>
                    <a:pt x="485240" y="327555"/>
                  </a:lnTo>
                  <a:lnTo>
                    <a:pt x="472126" y="327731"/>
                  </a:lnTo>
                  <a:lnTo>
                    <a:pt x="459011" y="327912"/>
                  </a:lnTo>
                  <a:lnTo>
                    <a:pt x="445896" y="328097"/>
                  </a:lnTo>
                  <a:lnTo>
                    <a:pt x="432782" y="328287"/>
                  </a:lnTo>
                  <a:lnTo>
                    <a:pt x="419667" y="328481"/>
                  </a:lnTo>
                  <a:lnTo>
                    <a:pt x="406552" y="328679"/>
                  </a:lnTo>
                  <a:lnTo>
                    <a:pt x="393438" y="328880"/>
                  </a:lnTo>
                  <a:lnTo>
                    <a:pt x="380323" y="329086"/>
                  </a:lnTo>
                  <a:lnTo>
                    <a:pt x="367209" y="329296"/>
                  </a:lnTo>
                  <a:lnTo>
                    <a:pt x="354094" y="329509"/>
                  </a:lnTo>
                  <a:lnTo>
                    <a:pt x="340979" y="329726"/>
                  </a:lnTo>
                  <a:lnTo>
                    <a:pt x="327865" y="329946"/>
                  </a:lnTo>
                  <a:lnTo>
                    <a:pt x="314750" y="330169"/>
                  </a:lnTo>
                  <a:lnTo>
                    <a:pt x="301636" y="330396"/>
                  </a:lnTo>
                  <a:lnTo>
                    <a:pt x="288521" y="330626"/>
                  </a:lnTo>
                  <a:lnTo>
                    <a:pt x="275406" y="330858"/>
                  </a:lnTo>
                  <a:lnTo>
                    <a:pt x="262292" y="331094"/>
                  </a:lnTo>
                  <a:lnTo>
                    <a:pt x="249177" y="331331"/>
                  </a:lnTo>
                  <a:lnTo>
                    <a:pt x="236063" y="331572"/>
                  </a:lnTo>
                  <a:lnTo>
                    <a:pt x="222948" y="331815"/>
                  </a:lnTo>
                  <a:lnTo>
                    <a:pt x="209833" y="332059"/>
                  </a:lnTo>
                  <a:lnTo>
                    <a:pt x="196719" y="332306"/>
                  </a:lnTo>
                  <a:lnTo>
                    <a:pt x="183604" y="332555"/>
                  </a:lnTo>
                  <a:lnTo>
                    <a:pt x="170489" y="332806"/>
                  </a:lnTo>
                  <a:lnTo>
                    <a:pt x="157375" y="333058"/>
                  </a:lnTo>
                  <a:lnTo>
                    <a:pt x="144260" y="333312"/>
                  </a:lnTo>
                  <a:lnTo>
                    <a:pt x="131146" y="333567"/>
                  </a:lnTo>
                  <a:lnTo>
                    <a:pt x="118031" y="333823"/>
                  </a:lnTo>
                  <a:lnTo>
                    <a:pt x="104916" y="334080"/>
                  </a:lnTo>
                  <a:lnTo>
                    <a:pt x="91802" y="334338"/>
                  </a:lnTo>
                  <a:lnTo>
                    <a:pt x="78687" y="334597"/>
                  </a:lnTo>
                  <a:lnTo>
                    <a:pt x="65573" y="334856"/>
                  </a:lnTo>
                  <a:lnTo>
                    <a:pt x="52458" y="335116"/>
                  </a:lnTo>
                  <a:lnTo>
                    <a:pt x="39343" y="335376"/>
                  </a:lnTo>
                  <a:lnTo>
                    <a:pt x="26229" y="335636"/>
                  </a:lnTo>
                  <a:lnTo>
                    <a:pt x="13114" y="335897"/>
                  </a:lnTo>
                  <a:lnTo>
                    <a:pt x="0" y="33615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46"/>
            <p:cNvSpPr/>
            <p:nvPr/>
          </p:nvSpPr>
          <p:spPr>
            <a:xfrm>
              <a:off x="8703334" y="1219974"/>
              <a:ext cx="2347515" cy="146848"/>
            </a:xfrm>
            <a:custGeom>
              <a:avLst/>
              <a:pathLst>
                <a:path w="2347515" h="146848">
                  <a:moveTo>
                    <a:pt x="0" y="0"/>
                  </a:moveTo>
                  <a:lnTo>
                    <a:pt x="13114" y="1451"/>
                  </a:lnTo>
                  <a:lnTo>
                    <a:pt x="26229" y="2903"/>
                  </a:lnTo>
                  <a:lnTo>
                    <a:pt x="39343" y="4354"/>
                  </a:lnTo>
                  <a:lnTo>
                    <a:pt x="52458" y="5806"/>
                  </a:lnTo>
                  <a:lnTo>
                    <a:pt x="65573" y="7257"/>
                  </a:lnTo>
                  <a:lnTo>
                    <a:pt x="78687" y="8708"/>
                  </a:lnTo>
                  <a:lnTo>
                    <a:pt x="91802" y="10158"/>
                  </a:lnTo>
                  <a:lnTo>
                    <a:pt x="104916" y="11608"/>
                  </a:lnTo>
                  <a:lnTo>
                    <a:pt x="118031" y="13058"/>
                  </a:lnTo>
                  <a:lnTo>
                    <a:pt x="131146" y="14507"/>
                  </a:lnTo>
                  <a:lnTo>
                    <a:pt x="144260" y="15955"/>
                  </a:lnTo>
                  <a:lnTo>
                    <a:pt x="157375" y="17402"/>
                  </a:lnTo>
                  <a:lnTo>
                    <a:pt x="170489" y="18847"/>
                  </a:lnTo>
                  <a:lnTo>
                    <a:pt x="183604" y="20292"/>
                  </a:lnTo>
                  <a:lnTo>
                    <a:pt x="196719" y="21734"/>
                  </a:lnTo>
                  <a:lnTo>
                    <a:pt x="209833" y="23175"/>
                  </a:lnTo>
                  <a:lnTo>
                    <a:pt x="222948" y="24614"/>
                  </a:lnTo>
                  <a:lnTo>
                    <a:pt x="236063" y="26051"/>
                  </a:lnTo>
                  <a:lnTo>
                    <a:pt x="249177" y="27485"/>
                  </a:lnTo>
                  <a:lnTo>
                    <a:pt x="262292" y="28917"/>
                  </a:lnTo>
                  <a:lnTo>
                    <a:pt x="275406" y="30346"/>
                  </a:lnTo>
                  <a:lnTo>
                    <a:pt x="288521" y="31771"/>
                  </a:lnTo>
                  <a:lnTo>
                    <a:pt x="301636" y="33194"/>
                  </a:lnTo>
                  <a:lnTo>
                    <a:pt x="314750" y="34612"/>
                  </a:lnTo>
                  <a:lnTo>
                    <a:pt x="327865" y="36028"/>
                  </a:lnTo>
                  <a:lnTo>
                    <a:pt x="340979" y="37439"/>
                  </a:lnTo>
                  <a:lnTo>
                    <a:pt x="354094" y="38846"/>
                  </a:lnTo>
                  <a:lnTo>
                    <a:pt x="367209" y="40248"/>
                  </a:lnTo>
                  <a:lnTo>
                    <a:pt x="380323" y="41646"/>
                  </a:lnTo>
                  <a:lnTo>
                    <a:pt x="393438" y="43040"/>
                  </a:lnTo>
                  <a:lnTo>
                    <a:pt x="406552" y="44428"/>
                  </a:lnTo>
                  <a:lnTo>
                    <a:pt x="419667" y="45811"/>
                  </a:lnTo>
                  <a:lnTo>
                    <a:pt x="432782" y="47189"/>
                  </a:lnTo>
                  <a:lnTo>
                    <a:pt x="445896" y="48561"/>
                  </a:lnTo>
                  <a:lnTo>
                    <a:pt x="459011" y="49928"/>
                  </a:lnTo>
                  <a:lnTo>
                    <a:pt x="472126" y="51288"/>
                  </a:lnTo>
                  <a:lnTo>
                    <a:pt x="485240" y="52643"/>
                  </a:lnTo>
                  <a:lnTo>
                    <a:pt x="498355" y="53991"/>
                  </a:lnTo>
                  <a:lnTo>
                    <a:pt x="511469" y="55332"/>
                  </a:lnTo>
                  <a:lnTo>
                    <a:pt x="524584" y="56667"/>
                  </a:lnTo>
                  <a:lnTo>
                    <a:pt x="537699" y="57995"/>
                  </a:lnTo>
                  <a:lnTo>
                    <a:pt x="550813" y="59316"/>
                  </a:lnTo>
                  <a:lnTo>
                    <a:pt x="563928" y="60629"/>
                  </a:lnTo>
                  <a:lnTo>
                    <a:pt x="577042" y="61934"/>
                  </a:lnTo>
                  <a:lnTo>
                    <a:pt x="590157" y="63232"/>
                  </a:lnTo>
                  <a:lnTo>
                    <a:pt x="603272" y="64522"/>
                  </a:lnTo>
                  <a:lnTo>
                    <a:pt x="616386" y="65803"/>
                  </a:lnTo>
                  <a:lnTo>
                    <a:pt x="629501" y="67076"/>
                  </a:lnTo>
                  <a:lnTo>
                    <a:pt x="642615" y="68341"/>
                  </a:lnTo>
                  <a:lnTo>
                    <a:pt x="655730" y="69596"/>
                  </a:lnTo>
                  <a:lnTo>
                    <a:pt x="668845" y="70842"/>
                  </a:lnTo>
                  <a:lnTo>
                    <a:pt x="681959" y="72079"/>
                  </a:lnTo>
                  <a:lnTo>
                    <a:pt x="695074" y="73306"/>
                  </a:lnTo>
                  <a:lnTo>
                    <a:pt x="708189" y="74523"/>
                  </a:lnTo>
                  <a:lnTo>
                    <a:pt x="721303" y="75731"/>
                  </a:lnTo>
                  <a:lnTo>
                    <a:pt x="734418" y="76928"/>
                  </a:lnTo>
                  <a:lnTo>
                    <a:pt x="747532" y="78114"/>
                  </a:lnTo>
                  <a:lnTo>
                    <a:pt x="760647" y="79290"/>
                  </a:lnTo>
                  <a:lnTo>
                    <a:pt x="773762" y="80455"/>
                  </a:lnTo>
                  <a:lnTo>
                    <a:pt x="786876" y="81608"/>
                  </a:lnTo>
                  <a:lnTo>
                    <a:pt x="799991" y="82751"/>
                  </a:lnTo>
                  <a:lnTo>
                    <a:pt x="813105" y="83882"/>
                  </a:lnTo>
                  <a:lnTo>
                    <a:pt x="826220" y="85001"/>
                  </a:lnTo>
                  <a:lnTo>
                    <a:pt x="839335" y="86109"/>
                  </a:lnTo>
                  <a:lnTo>
                    <a:pt x="852449" y="87204"/>
                  </a:lnTo>
                  <a:lnTo>
                    <a:pt x="865564" y="88288"/>
                  </a:lnTo>
                  <a:lnTo>
                    <a:pt x="878679" y="89359"/>
                  </a:lnTo>
                  <a:lnTo>
                    <a:pt x="891793" y="90418"/>
                  </a:lnTo>
                  <a:lnTo>
                    <a:pt x="904908" y="91465"/>
                  </a:lnTo>
                  <a:lnTo>
                    <a:pt x="918022" y="92498"/>
                  </a:lnTo>
                  <a:lnTo>
                    <a:pt x="931137" y="93520"/>
                  </a:lnTo>
                  <a:lnTo>
                    <a:pt x="944252" y="94528"/>
                  </a:lnTo>
                  <a:lnTo>
                    <a:pt x="957366" y="95524"/>
                  </a:lnTo>
                  <a:lnTo>
                    <a:pt x="970481" y="96506"/>
                  </a:lnTo>
                  <a:lnTo>
                    <a:pt x="983595" y="97476"/>
                  </a:lnTo>
                  <a:lnTo>
                    <a:pt x="996710" y="98432"/>
                  </a:lnTo>
                  <a:lnTo>
                    <a:pt x="1009825" y="99376"/>
                  </a:lnTo>
                  <a:lnTo>
                    <a:pt x="1022939" y="100306"/>
                  </a:lnTo>
                  <a:lnTo>
                    <a:pt x="1036054" y="101224"/>
                  </a:lnTo>
                  <a:lnTo>
                    <a:pt x="1049168" y="102128"/>
                  </a:lnTo>
                  <a:lnTo>
                    <a:pt x="1062283" y="103019"/>
                  </a:lnTo>
                  <a:lnTo>
                    <a:pt x="1075398" y="103898"/>
                  </a:lnTo>
                  <a:lnTo>
                    <a:pt x="1088512" y="104763"/>
                  </a:lnTo>
                  <a:lnTo>
                    <a:pt x="1101627" y="105615"/>
                  </a:lnTo>
                  <a:lnTo>
                    <a:pt x="1114742" y="106454"/>
                  </a:lnTo>
                  <a:lnTo>
                    <a:pt x="1127856" y="107280"/>
                  </a:lnTo>
                  <a:lnTo>
                    <a:pt x="1140971" y="108094"/>
                  </a:lnTo>
                  <a:lnTo>
                    <a:pt x="1154085" y="108894"/>
                  </a:lnTo>
                  <a:lnTo>
                    <a:pt x="1167200" y="109682"/>
                  </a:lnTo>
                  <a:lnTo>
                    <a:pt x="1180315" y="110457"/>
                  </a:lnTo>
                  <a:lnTo>
                    <a:pt x="1193429" y="111219"/>
                  </a:lnTo>
                  <a:lnTo>
                    <a:pt x="1206544" y="111969"/>
                  </a:lnTo>
                  <a:lnTo>
                    <a:pt x="1219658" y="112706"/>
                  </a:lnTo>
                  <a:lnTo>
                    <a:pt x="1232773" y="113431"/>
                  </a:lnTo>
                  <a:lnTo>
                    <a:pt x="1245888" y="114144"/>
                  </a:lnTo>
                  <a:lnTo>
                    <a:pt x="1259002" y="114844"/>
                  </a:lnTo>
                  <a:lnTo>
                    <a:pt x="1272117" y="115532"/>
                  </a:lnTo>
                  <a:lnTo>
                    <a:pt x="1285231" y="116208"/>
                  </a:lnTo>
                  <a:lnTo>
                    <a:pt x="1298346" y="116872"/>
                  </a:lnTo>
                  <a:lnTo>
                    <a:pt x="1311461" y="117524"/>
                  </a:lnTo>
                  <a:lnTo>
                    <a:pt x="1324575" y="118165"/>
                  </a:lnTo>
                  <a:lnTo>
                    <a:pt x="1337690" y="118793"/>
                  </a:lnTo>
                  <a:lnTo>
                    <a:pt x="1350805" y="119410"/>
                  </a:lnTo>
                  <a:lnTo>
                    <a:pt x="1363919" y="120016"/>
                  </a:lnTo>
                  <a:lnTo>
                    <a:pt x="1377034" y="120610"/>
                  </a:lnTo>
                  <a:lnTo>
                    <a:pt x="1390148" y="121193"/>
                  </a:lnTo>
                  <a:lnTo>
                    <a:pt x="1403263" y="121764"/>
                  </a:lnTo>
                  <a:lnTo>
                    <a:pt x="1416378" y="122325"/>
                  </a:lnTo>
                  <a:lnTo>
                    <a:pt x="1429492" y="122874"/>
                  </a:lnTo>
                  <a:lnTo>
                    <a:pt x="1442607" y="123413"/>
                  </a:lnTo>
                  <a:lnTo>
                    <a:pt x="1455721" y="123941"/>
                  </a:lnTo>
                  <a:lnTo>
                    <a:pt x="1468836" y="124459"/>
                  </a:lnTo>
                  <a:lnTo>
                    <a:pt x="1481951" y="124966"/>
                  </a:lnTo>
                  <a:lnTo>
                    <a:pt x="1495065" y="125463"/>
                  </a:lnTo>
                  <a:lnTo>
                    <a:pt x="1508180" y="125950"/>
                  </a:lnTo>
                  <a:lnTo>
                    <a:pt x="1521295" y="126427"/>
                  </a:lnTo>
                  <a:lnTo>
                    <a:pt x="1534409" y="126894"/>
                  </a:lnTo>
                  <a:lnTo>
                    <a:pt x="1547524" y="127352"/>
                  </a:lnTo>
                  <a:lnTo>
                    <a:pt x="1560638" y="127801"/>
                  </a:lnTo>
                  <a:lnTo>
                    <a:pt x="1573753" y="128240"/>
                  </a:lnTo>
                  <a:lnTo>
                    <a:pt x="1586868" y="128671"/>
                  </a:lnTo>
                  <a:lnTo>
                    <a:pt x="1599982" y="129093"/>
                  </a:lnTo>
                  <a:lnTo>
                    <a:pt x="1613097" y="129507"/>
                  </a:lnTo>
                  <a:lnTo>
                    <a:pt x="1626211" y="129912"/>
                  </a:lnTo>
                  <a:lnTo>
                    <a:pt x="1639326" y="130310"/>
                  </a:lnTo>
                  <a:lnTo>
                    <a:pt x="1652441" y="130700"/>
                  </a:lnTo>
                  <a:lnTo>
                    <a:pt x="1665555" y="131082"/>
                  </a:lnTo>
                  <a:lnTo>
                    <a:pt x="1678670" y="131458"/>
                  </a:lnTo>
                  <a:lnTo>
                    <a:pt x="1691784" y="131827"/>
                  </a:lnTo>
                  <a:lnTo>
                    <a:pt x="1704899" y="132189"/>
                  </a:lnTo>
                  <a:lnTo>
                    <a:pt x="1718014" y="132546"/>
                  </a:lnTo>
                  <a:lnTo>
                    <a:pt x="1731128" y="132896"/>
                  </a:lnTo>
                  <a:lnTo>
                    <a:pt x="1744243" y="133241"/>
                  </a:lnTo>
                  <a:lnTo>
                    <a:pt x="1757358" y="133581"/>
                  </a:lnTo>
                  <a:lnTo>
                    <a:pt x="1770472" y="133915"/>
                  </a:lnTo>
                  <a:lnTo>
                    <a:pt x="1783587" y="134246"/>
                  </a:lnTo>
                  <a:lnTo>
                    <a:pt x="1796701" y="134571"/>
                  </a:lnTo>
                  <a:lnTo>
                    <a:pt x="1809816" y="134893"/>
                  </a:lnTo>
                  <a:lnTo>
                    <a:pt x="1822931" y="135212"/>
                  </a:lnTo>
                  <a:lnTo>
                    <a:pt x="1836045" y="135526"/>
                  </a:lnTo>
                  <a:lnTo>
                    <a:pt x="1849160" y="135838"/>
                  </a:lnTo>
                  <a:lnTo>
                    <a:pt x="1862274" y="136147"/>
                  </a:lnTo>
                  <a:lnTo>
                    <a:pt x="1875389" y="136453"/>
                  </a:lnTo>
                  <a:lnTo>
                    <a:pt x="1888504" y="136756"/>
                  </a:lnTo>
                  <a:lnTo>
                    <a:pt x="1901618" y="137058"/>
                  </a:lnTo>
                  <a:lnTo>
                    <a:pt x="1914733" y="137358"/>
                  </a:lnTo>
                  <a:lnTo>
                    <a:pt x="1927847" y="137656"/>
                  </a:lnTo>
                  <a:lnTo>
                    <a:pt x="1940962" y="137952"/>
                  </a:lnTo>
                  <a:lnTo>
                    <a:pt x="1954077" y="138248"/>
                  </a:lnTo>
                  <a:lnTo>
                    <a:pt x="1967191" y="138542"/>
                  </a:lnTo>
                  <a:lnTo>
                    <a:pt x="1980306" y="138835"/>
                  </a:lnTo>
                  <a:lnTo>
                    <a:pt x="1993421" y="139127"/>
                  </a:lnTo>
                  <a:lnTo>
                    <a:pt x="2006535" y="139418"/>
                  </a:lnTo>
                  <a:lnTo>
                    <a:pt x="2019650" y="139709"/>
                  </a:lnTo>
                  <a:lnTo>
                    <a:pt x="2032764" y="140000"/>
                  </a:lnTo>
                  <a:lnTo>
                    <a:pt x="2045879" y="140289"/>
                  </a:lnTo>
                  <a:lnTo>
                    <a:pt x="2058994" y="140579"/>
                  </a:lnTo>
                  <a:lnTo>
                    <a:pt x="2072108" y="140868"/>
                  </a:lnTo>
                  <a:lnTo>
                    <a:pt x="2085223" y="141156"/>
                  </a:lnTo>
                  <a:lnTo>
                    <a:pt x="2098337" y="141444"/>
                  </a:lnTo>
                  <a:lnTo>
                    <a:pt x="2111452" y="141732"/>
                  </a:lnTo>
                  <a:lnTo>
                    <a:pt x="2124567" y="142020"/>
                  </a:lnTo>
                  <a:lnTo>
                    <a:pt x="2137681" y="142307"/>
                  </a:lnTo>
                  <a:lnTo>
                    <a:pt x="2150796" y="142593"/>
                  </a:lnTo>
                  <a:lnTo>
                    <a:pt x="2163911" y="142880"/>
                  </a:lnTo>
                  <a:lnTo>
                    <a:pt x="2177025" y="143165"/>
                  </a:lnTo>
                  <a:lnTo>
                    <a:pt x="2190140" y="143451"/>
                  </a:lnTo>
                  <a:lnTo>
                    <a:pt x="2203254" y="143736"/>
                  </a:lnTo>
                  <a:lnTo>
                    <a:pt x="2216369" y="144020"/>
                  </a:lnTo>
                  <a:lnTo>
                    <a:pt x="2229484" y="144304"/>
                  </a:lnTo>
                  <a:lnTo>
                    <a:pt x="2242598" y="144588"/>
                  </a:lnTo>
                  <a:lnTo>
                    <a:pt x="2255713" y="144871"/>
                  </a:lnTo>
                  <a:lnTo>
                    <a:pt x="2268827" y="145154"/>
                  </a:lnTo>
                  <a:lnTo>
                    <a:pt x="2281942" y="145437"/>
                  </a:lnTo>
                  <a:lnTo>
                    <a:pt x="2295057" y="145719"/>
                  </a:lnTo>
                  <a:lnTo>
                    <a:pt x="2308171" y="146001"/>
                  </a:lnTo>
                  <a:lnTo>
                    <a:pt x="2321286" y="146283"/>
                  </a:lnTo>
                  <a:lnTo>
                    <a:pt x="2334400" y="146565"/>
                  </a:lnTo>
                  <a:lnTo>
                    <a:pt x="2347515" y="146848"/>
                  </a:lnTo>
                  <a:lnTo>
                    <a:pt x="2347515" y="1468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9" name="pl47"/>
            <p:cNvSpPr/>
            <p:nvPr/>
          </p:nvSpPr>
          <p:spPr>
            <a:xfrm>
              <a:off x="8703334" y="1537276"/>
              <a:ext cx="2347515" cy="18856"/>
            </a:xfrm>
            <a:custGeom>
              <a:avLst/>
              <a:pathLst>
                <a:path w="2347515" h="18856">
                  <a:moveTo>
                    <a:pt x="2347515" y="0"/>
                  </a:moveTo>
                  <a:lnTo>
                    <a:pt x="2334400" y="70"/>
                  </a:lnTo>
                  <a:lnTo>
                    <a:pt x="2321286" y="141"/>
                  </a:lnTo>
                  <a:lnTo>
                    <a:pt x="2308171" y="212"/>
                  </a:lnTo>
                  <a:lnTo>
                    <a:pt x="2295057" y="283"/>
                  </a:lnTo>
                  <a:lnTo>
                    <a:pt x="2281942" y="353"/>
                  </a:lnTo>
                  <a:lnTo>
                    <a:pt x="2268827" y="424"/>
                  </a:lnTo>
                  <a:lnTo>
                    <a:pt x="2255713" y="494"/>
                  </a:lnTo>
                  <a:lnTo>
                    <a:pt x="2242598" y="564"/>
                  </a:lnTo>
                  <a:lnTo>
                    <a:pt x="2229484" y="634"/>
                  </a:lnTo>
                  <a:lnTo>
                    <a:pt x="2216369" y="704"/>
                  </a:lnTo>
                  <a:lnTo>
                    <a:pt x="2203254" y="774"/>
                  </a:lnTo>
                  <a:lnTo>
                    <a:pt x="2190140" y="844"/>
                  </a:lnTo>
                  <a:lnTo>
                    <a:pt x="2177025" y="914"/>
                  </a:lnTo>
                  <a:lnTo>
                    <a:pt x="2163911" y="984"/>
                  </a:lnTo>
                  <a:lnTo>
                    <a:pt x="2150796" y="1054"/>
                  </a:lnTo>
                  <a:lnTo>
                    <a:pt x="2137681" y="1124"/>
                  </a:lnTo>
                  <a:lnTo>
                    <a:pt x="2124567" y="1195"/>
                  </a:lnTo>
                  <a:lnTo>
                    <a:pt x="2111452" y="1266"/>
                  </a:lnTo>
                  <a:lnTo>
                    <a:pt x="2098337" y="1338"/>
                  </a:lnTo>
                  <a:lnTo>
                    <a:pt x="2085223" y="1411"/>
                  </a:lnTo>
                  <a:lnTo>
                    <a:pt x="2072108" y="1484"/>
                  </a:lnTo>
                  <a:lnTo>
                    <a:pt x="2058994" y="1558"/>
                  </a:lnTo>
                  <a:lnTo>
                    <a:pt x="2045879" y="1632"/>
                  </a:lnTo>
                  <a:lnTo>
                    <a:pt x="2032764" y="1708"/>
                  </a:lnTo>
                  <a:lnTo>
                    <a:pt x="2019650" y="1784"/>
                  </a:lnTo>
                  <a:lnTo>
                    <a:pt x="2006535" y="1862"/>
                  </a:lnTo>
                  <a:lnTo>
                    <a:pt x="1993421" y="1940"/>
                  </a:lnTo>
                  <a:lnTo>
                    <a:pt x="1980306" y="2019"/>
                  </a:lnTo>
                  <a:lnTo>
                    <a:pt x="1967191" y="2099"/>
                  </a:lnTo>
                  <a:lnTo>
                    <a:pt x="1954077" y="2179"/>
                  </a:lnTo>
                  <a:lnTo>
                    <a:pt x="1940962" y="2261"/>
                  </a:lnTo>
                  <a:lnTo>
                    <a:pt x="1927847" y="2343"/>
                  </a:lnTo>
                  <a:lnTo>
                    <a:pt x="1914733" y="2426"/>
                  </a:lnTo>
                  <a:lnTo>
                    <a:pt x="1901618" y="2510"/>
                  </a:lnTo>
                  <a:lnTo>
                    <a:pt x="1888504" y="2594"/>
                  </a:lnTo>
                  <a:lnTo>
                    <a:pt x="1875389" y="2678"/>
                  </a:lnTo>
                  <a:lnTo>
                    <a:pt x="1862274" y="2763"/>
                  </a:lnTo>
                  <a:lnTo>
                    <a:pt x="1849160" y="2848"/>
                  </a:lnTo>
                  <a:lnTo>
                    <a:pt x="1836045" y="2933"/>
                  </a:lnTo>
                  <a:lnTo>
                    <a:pt x="1822931" y="3018"/>
                  </a:lnTo>
                  <a:lnTo>
                    <a:pt x="1809816" y="3103"/>
                  </a:lnTo>
                  <a:lnTo>
                    <a:pt x="1796701" y="3188"/>
                  </a:lnTo>
                  <a:lnTo>
                    <a:pt x="1783587" y="3272"/>
                  </a:lnTo>
                  <a:lnTo>
                    <a:pt x="1770472" y="3356"/>
                  </a:lnTo>
                  <a:lnTo>
                    <a:pt x="1757358" y="3439"/>
                  </a:lnTo>
                  <a:lnTo>
                    <a:pt x="1744243" y="3522"/>
                  </a:lnTo>
                  <a:lnTo>
                    <a:pt x="1731128" y="3604"/>
                  </a:lnTo>
                  <a:lnTo>
                    <a:pt x="1718014" y="3684"/>
                  </a:lnTo>
                  <a:lnTo>
                    <a:pt x="1704899" y="3764"/>
                  </a:lnTo>
                  <a:lnTo>
                    <a:pt x="1691784" y="3843"/>
                  </a:lnTo>
                  <a:lnTo>
                    <a:pt x="1678670" y="3920"/>
                  </a:lnTo>
                  <a:lnTo>
                    <a:pt x="1665555" y="3996"/>
                  </a:lnTo>
                  <a:lnTo>
                    <a:pt x="1652441" y="4071"/>
                  </a:lnTo>
                  <a:lnTo>
                    <a:pt x="1639326" y="4144"/>
                  </a:lnTo>
                  <a:lnTo>
                    <a:pt x="1626211" y="4216"/>
                  </a:lnTo>
                  <a:lnTo>
                    <a:pt x="1613097" y="4286"/>
                  </a:lnTo>
                  <a:lnTo>
                    <a:pt x="1599982" y="4354"/>
                  </a:lnTo>
                  <a:lnTo>
                    <a:pt x="1586868" y="4421"/>
                  </a:lnTo>
                  <a:lnTo>
                    <a:pt x="1573753" y="4486"/>
                  </a:lnTo>
                  <a:lnTo>
                    <a:pt x="1560638" y="4550"/>
                  </a:lnTo>
                  <a:lnTo>
                    <a:pt x="1547524" y="4611"/>
                  </a:lnTo>
                  <a:lnTo>
                    <a:pt x="1534409" y="4671"/>
                  </a:lnTo>
                  <a:lnTo>
                    <a:pt x="1521295" y="4730"/>
                  </a:lnTo>
                  <a:lnTo>
                    <a:pt x="1508180" y="4786"/>
                  </a:lnTo>
                  <a:lnTo>
                    <a:pt x="1495065" y="4841"/>
                  </a:lnTo>
                  <a:lnTo>
                    <a:pt x="1481951" y="4895"/>
                  </a:lnTo>
                  <a:lnTo>
                    <a:pt x="1468836" y="4947"/>
                  </a:lnTo>
                  <a:lnTo>
                    <a:pt x="1455721" y="4997"/>
                  </a:lnTo>
                  <a:lnTo>
                    <a:pt x="1442607" y="5046"/>
                  </a:lnTo>
                  <a:lnTo>
                    <a:pt x="1429492" y="5094"/>
                  </a:lnTo>
                  <a:lnTo>
                    <a:pt x="1416378" y="5140"/>
                  </a:lnTo>
                  <a:lnTo>
                    <a:pt x="1403263" y="5185"/>
                  </a:lnTo>
                  <a:lnTo>
                    <a:pt x="1390148" y="5229"/>
                  </a:lnTo>
                  <a:lnTo>
                    <a:pt x="1377034" y="5272"/>
                  </a:lnTo>
                  <a:lnTo>
                    <a:pt x="1363919" y="5314"/>
                  </a:lnTo>
                  <a:lnTo>
                    <a:pt x="1350805" y="5355"/>
                  </a:lnTo>
                  <a:lnTo>
                    <a:pt x="1337690" y="5395"/>
                  </a:lnTo>
                  <a:lnTo>
                    <a:pt x="1324575" y="5435"/>
                  </a:lnTo>
                  <a:lnTo>
                    <a:pt x="1311461" y="5474"/>
                  </a:lnTo>
                  <a:lnTo>
                    <a:pt x="1298346" y="5513"/>
                  </a:lnTo>
                  <a:lnTo>
                    <a:pt x="1285231" y="5551"/>
                  </a:lnTo>
                  <a:lnTo>
                    <a:pt x="1272117" y="5588"/>
                  </a:lnTo>
                  <a:lnTo>
                    <a:pt x="1259002" y="5626"/>
                  </a:lnTo>
                  <a:lnTo>
                    <a:pt x="1245888" y="5663"/>
                  </a:lnTo>
                  <a:lnTo>
                    <a:pt x="1232773" y="5700"/>
                  </a:lnTo>
                  <a:lnTo>
                    <a:pt x="1219658" y="5737"/>
                  </a:lnTo>
                  <a:lnTo>
                    <a:pt x="1206544" y="5774"/>
                  </a:lnTo>
                  <a:lnTo>
                    <a:pt x="1193429" y="5811"/>
                  </a:lnTo>
                  <a:lnTo>
                    <a:pt x="1180315" y="5848"/>
                  </a:lnTo>
                  <a:lnTo>
                    <a:pt x="1167200" y="5885"/>
                  </a:lnTo>
                  <a:lnTo>
                    <a:pt x="1154085" y="5923"/>
                  </a:lnTo>
                  <a:lnTo>
                    <a:pt x="1140971" y="5961"/>
                  </a:lnTo>
                  <a:lnTo>
                    <a:pt x="1127856" y="5999"/>
                  </a:lnTo>
                  <a:lnTo>
                    <a:pt x="1114742" y="6038"/>
                  </a:lnTo>
                  <a:lnTo>
                    <a:pt x="1101627" y="6078"/>
                  </a:lnTo>
                  <a:lnTo>
                    <a:pt x="1088512" y="6118"/>
                  </a:lnTo>
                  <a:lnTo>
                    <a:pt x="1075398" y="6158"/>
                  </a:lnTo>
                  <a:lnTo>
                    <a:pt x="1062283" y="6200"/>
                  </a:lnTo>
                  <a:lnTo>
                    <a:pt x="1049168" y="6242"/>
                  </a:lnTo>
                  <a:lnTo>
                    <a:pt x="1036054" y="6285"/>
                  </a:lnTo>
                  <a:lnTo>
                    <a:pt x="1022939" y="6329"/>
                  </a:lnTo>
                  <a:lnTo>
                    <a:pt x="1009825" y="6375"/>
                  </a:lnTo>
                  <a:lnTo>
                    <a:pt x="996710" y="6421"/>
                  </a:lnTo>
                  <a:lnTo>
                    <a:pt x="983595" y="6469"/>
                  </a:lnTo>
                  <a:lnTo>
                    <a:pt x="970481" y="6517"/>
                  </a:lnTo>
                  <a:lnTo>
                    <a:pt x="957366" y="6568"/>
                  </a:lnTo>
                  <a:lnTo>
                    <a:pt x="944252" y="6619"/>
                  </a:lnTo>
                  <a:lnTo>
                    <a:pt x="931137" y="6673"/>
                  </a:lnTo>
                  <a:lnTo>
                    <a:pt x="918022" y="6728"/>
                  </a:lnTo>
                  <a:lnTo>
                    <a:pt x="904908" y="6785"/>
                  </a:lnTo>
                  <a:lnTo>
                    <a:pt x="891793" y="6843"/>
                  </a:lnTo>
                  <a:lnTo>
                    <a:pt x="878679" y="6904"/>
                  </a:lnTo>
                  <a:lnTo>
                    <a:pt x="865564" y="6967"/>
                  </a:lnTo>
                  <a:lnTo>
                    <a:pt x="852449" y="7033"/>
                  </a:lnTo>
                  <a:lnTo>
                    <a:pt x="839335" y="7100"/>
                  </a:lnTo>
                  <a:lnTo>
                    <a:pt x="826220" y="7170"/>
                  </a:lnTo>
                  <a:lnTo>
                    <a:pt x="813105" y="7243"/>
                  </a:lnTo>
                  <a:lnTo>
                    <a:pt x="799991" y="7319"/>
                  </a:lnTo>
                  <a:lnTo>
                    <a:pt x="786876" y="7397"/>
                  </a:lnTo>
                  <a:lnTo>
                    <a:pt x="773762" y="7479"/>
                  </a:lnTo>
                  <a:lnTo>
                    <a:pt x="760647" y="7564"/>
                  </a:lnTo>
                  <a:lnTo>
                    <a:pt x="747532" y="7652"/>
                  </a:lnTo>
                  <a:lnTo>
                    <a:pt x="734418" y="7743"/>
                  </a:lnTo>
                  <a:lnTo>
                    <a:pt x="721303" y="7838"/>
                  </a:lnTo>
                  <a:lnTo>
                    <a:pt x="708189" y="7936"/>
                  </a:lnTo>
                  <a:lnTo>
                    <a:pt x="695074" y="8039"/>
                  </a:lnTo>
                  <a:lnTo>
                    <a:pt x="681959" y="8145"/>
                  </a:lnTo>
                  <a:lnTo>
                    <a:pt x="668845" y="8255"/>
                  </a:lnTo>
                  <a:lnTo>
                    <a:pt x="655730" y="8369"/>
                  </a:lnTo>
                  <a:lnTo>
                    <a:pt x="642615" y="8487"/>
                  </a:lnTo>
                  <a:lnTo>
                    <a:pt x="629501" y="8610"/>
                  </a:lnTo>
                  <a:lnTo>
                    <a:pt x="616386" y="8737"/>
                  </a:lnTo>
                  <a:lnTo>
                    <a:pt x="603272" y="8868"/>
                  </a:lnTo>
                  <a:lnTo>
                    <a:pt x="590157" y="9004"/>
                  </a:lnTo>
                  <a:lnTo>
                    <a:pt x="577042" y="9144"/>
                  </a:lnTo>
                  <a:lnTo>
                    <a:pt x="563928" y="9289"/>
                  </a:lnTo>
                  <a:lnTo>
                    <a:pt x="550813" y="9438"/>
                  </a:lnTo>
                  <a:lnTo>
                    <a:pt x="537699" y="9592"/>
                  </a:lnTo>
                  <a:lnTo>
                    <a:pt x="524584" y="9750"/>
                  </a:lnTo>
                  <a:lnTo>
                    <a:pt x="511469" y="9913"/>
                  </a:lnTo>
                  <a:lnTo>
                    <a:pt x="498355" y="10081"/>
                  </a:lnTo>
                  <a:lnTo>
                    <a:pt x="485240" y="10253"/>
                  </a:lnTo>
                  <a:lnTo>
                    <a:pt x="472126" y="10429"/>
                  </a:lnTo>
                  <a:lnTo>
                    <a:pt x="459011" y="10610"/>
                  </a:lnTo>
                  <a:lnTo>
                    <a:pt x="445896" y="10796"/>
                  </a:lnTo>
                  <a:lnTo>
                    <a:pt x="432782" y="10985"/>
                  </a:lnTo>
                  <a:lnTo>
                    <a:pt x="419667" y="11179"/>
                  </a:lnTo>
                  <a:lnTo>
                    <a:pt x="406552" y="11377"/>
                  </a:lnTo>
                  <a:lnTo>
                    <a:pt x="393438" y="11579"/>
                  </a:lnTo>
                  <a:lnTo>
                    <a:pt x="380323" y="11785"/>
                  </a:lnTo>
                  <a:lnTo>
                    <a:pt x="367209" y="11994"/>
                  </a:lnTo>
                  <a:lnTo>
                    <a:pt x="354094" y="12207"/>
                  </a:lnTo>
                  <a:lnTo>
                    <a:pt x="340979" y="12424"/>
                  </a:lnTo>
                  <a:lnTo>
                    <a:pt x="327865" y="12644"/>
                  </a:lnTo>
                  <a:lnTo>
                    <a:pt x="314750" y="12868"/>
                  </a:lnTo>
                  <a:lnTo>
                    <a:pt x="301636" y="13094"/>
                  </a:lnTo>
                  <a:lnTo>
                    <a:pt x="288521" y="13324"/>
                  </a:lnTo>
                  <a:lnTo>
                    <a:pt x="275406" y="13557"/>
                  </a:lnTo>
                  <a:lnTo>
                    <a:pt x="262292" y="13792"/>
                  </a:lnTo>
                  <a:lnTo>
                    <a:pt x="249177" y="14030"/>
                  </a:lnTo>
                  <a:lnTo>
                    <a:pt x="236063" y="14270"/>
                  </a:lnTo>
                  <a:lnTo>
                    <a:pt x="222948" y="14513"/>
                  </a:lnTo>
                  <a:lnTo>
                    <a:pt x="209833" y="14758"/>
                  </a:lnTo>
                  <a:lnTo>
                    <a:pt x="196719" y="15005"/>
                  </a:lnTo>
                  <a:lnTo>
                    <a:pt x="183604" y="15253"/>
                  </a:lnTo>
                  <a:lnTo>
                    <a:pt x="170489" y="15504"/>
                  </a:lnTo>
                  <a:lnTo>
                    <a:pt x="157375" y="15756"/>
                  </a:lnTo>
                  <a:lnTo>
                    <a:pt x="144260" y="16010"/>
                  </a:lnTo>
                  <a:lnTo>
                    <a:pt x="131146" y="16265"/>
                  </a:lnTo>
                  <a:lnTo>
                    <a:pt x="118031" y="16521"/>
                  </a:lnTo>
                  <a:lnTo>
                    <a:pt x="104916" y="16778"/>
                  </a:lnTo>
                  <a:lnTo>
                    <a:pt x="91802" y="17036"/>
                  </a:lnTo>
                  <a:lnTo>
                    <a:pt x="78687" y="17295"/>
                  </a:lnTo>
                  <a:lnTo>
                    <a:pt x="65573" y="17554"/>
                  </a:lnTo>
                  <a:lnTo>
                    <a:pt x="52458" y="17814"/>
                  </a:lnTo>
                  <a:lnTo>
                    <a:pt x="39343" y="18074"/>
                  </a:lnTo>
                  <a:lnTo>
                    <a:pt x="26229" y="18335"/>
                  </a:lnTo>
                  <a:lnTo>
                    <a:pt x="13114" y="18595"/>
                  </a:lnTo>
                  <a:lnTo>
                    <a:pt x="0" y="188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0" name="pl48"/>
            <p:cNvSpPr/>
            <p:nvPr/>
          </p:nvSpPr>
          <p:spPr>
            <a:xfrm>
              <a:off x="8703334" y="1397168"/>
              <a:ext cx="2347515" cy="49449"/>
            </a:xfrm>
            <a:custGeom>
              <a:avLst/>
              <a:pathLst>
                <a:path w="2347515" h="49449">
                  <a:moveTo>
                    <a:pt x="0" y="0"/>
                  </a:moveTo>
                  <a:lnTo>
                    <a:pt x="13114" y="467"/>
                  </a:lnTo>
                  <a:lnTo>
                    <a:pt x="26229" y="934"/>
                  </a:lnTo>
                  <a:lnTo>
                    <a:pt x="39343" y="1402"/>
                  </a:lnTo>
                  <a:lnTo>
                    <a:pt x="52458" y="1870"/>
                  </a:lnTo>
                  <a:lnTo>
                    <a:pt x="65573" y="2337"/>
                  </a:lnTo>
                  <a:lnTo>
                    <a:pt x="78687" y="2805"/>
                  </a:lnTo>
                  <a:lnTo>
                    <a:pt x="91802" y="3273"/>
                  </a:lnTo>
                  <a:lnTo>
                    <a:pt x="104916" y="3742"/>
                  </a:lnTo>
                  <a:lnTo>
                    <a:pt x="118031" y="4210"/>
                  </a:lnTo>
                  <a:lnTo>
                    <a:pt x="131146" y="4679"/>
                  </a:lnTo>
                  <a:lnTo>
                    <a:pt x="144260" y="5149"/>
                  </a:lnTo>
                  <a:lnTo>
                    <a:pt x="157375" y="5618"/>
                  </a:lnTo>
                  <a:lnTo>
                    <a:pt x="170489" y="6089"/>
                  </a:lnTo>
                  <a:lnTo>
                    <a:pt x="183604" y="6559"/>
                  </a:lnTo>
                  <a:lnTo>
                    <a:pt x="196719" y="7030"/>
                  </a:lnTo>
                  <a:lnTo>
                    <a:pt x="209833" y="7501"/>
                  </a:lnTo>
                  <a:lnTo>
                    <a:pt x="222948" y="7973"/>
                  </a:lnTo>
                  <a:lnTo>
                    <a:pt x="236063" y="8445"/>
                  </a:lnTo>
                  <a:lnTo>
                    <a:pt x="249177" y="8918"/>
                  </a:lnTo>
                  <a:lnTo>
                    <a:pt x="262292" y="9391"/>
                  </a:lnTo>
                  <a:lnTo>
                    <a:pt x="275406" y="9864"/>
                  </a:lnTo>
                  <a:lnTo>
                    <a:pt x="288521" y="10338"/>
                  </a:lnTo>
                  <a:lnTo>
                    <a:pt x="301636" y="10812"/>
                  </a:lnTo>
                  <a:lnTo>
                    <a:pt x="314750" y="11286"/>
                  </a:lnTo>
                  <a:lnTo>
                    <a:pt x="327865" y="11760"/>
                  </a:lnTo>
                  <a:lnTo>
                    <a:pt x="340979" y="12235"/>
                  </a:lnTo>
                  <a:lnTo>
                    <a:pt x="354094" y="12710"/>
                  </a:lnTo>
                  <a:lnTo>
                    <a:pt x="367209" y="13185"/>
                  </a:lnTo>
                  <a:lnTo>
                    <a:pt x="380323" y="13661"/>
                  </a:lnTo>
                  <a:lnTo>
                    <a:pt x="393438" y="14136"/>
                  </a:lnTo>
                  <a:lnTo>
                    <a:pt x="406552" y="14612"/>
                  </a:lnTo>
                  <a:lnTo>
                    <a:pt x="419667" y="15088"/>
                  </a:lnTo>
                  <a:lnTo>
                    <a:pt x="432782" y="15564"/>
                  </a:lnTo>
                  <a:lnTo>
                    <a:pt x="445896" y="16039"/>
                  </a:lnTo>
                  <a:lnTo>
                    <a:pt x="459011" y="16515"/>
                  </a:lnTo>
                  <a:lnTo>
                    <a:pt x="472126" y="16991"/>
                  </a:lnTo>
                  <a:lnTo>
                    <a:pt x="485240" y="17467"/>
                  </a:lnTo>
                  <a:lnTo>
                    <a:pt x="498355" y="17942"/>
                  </a:lnTo>
                  <a:lnTo>
                    <a:pt x="511469" y="18417"/>
                  </a:lnTo>
                  <a:lnTo>
                    <a:pt x="524584" y="18892"/>
                  </a:lnTo>
                  <a:lnTo>
                    <a:pt x="537699" y="19367"/>
                  </a:lnTo>
                  <a:lnTo>
                    <a:pt x="550813" y="19841"/>
                  </a:lnTo>
                  <a:lnTo>
                    <a:pt x="563928" y="20314"/>
                  </a:lnTo>
                  <a:lnTo>
                    <a:pt x="577042" y="20786"/>
                  </a:lnTo>
                  <a:lnTo>
                    <a:pt x="590157" y="21258"/>
                  </a:lnTo>
                  <a:lnTo>
                    <a:pt x="603272" y="21729"/>
                  </a:lnTo>
                  <a:lnTo>
                    <a:pt x="616386" y="22198"/>
                  </a:lnTo>
                  <a:lnTo>
                    <a:pt x="629501" y="22667"/>
                  </a:lnTo>
                  <a:lnTo>
                    <a:pt x="642615" y="23133"/>
                  </a:lnTo>
                  <a:lnTo>
                    <a:pt x="655730" y="23599"/>
                  </a:lnTo>
                  <a:lnTo>
                    <a:pt x="668845" y="24062"/>
                  </a:lnTo>
                  <a:lnTo>
                    <a:pt x="681959" y="24524"/>
                  </a:lnTo>
                  <a:lnTo>
                    <a:pt x="695074" y="24984"/>
                  </a:lnTo>
                  <a:lnTo>
                    <a:pt x="708189" y="25441"/>
                  </a:lnTo>
                  <a:lnTo>
                    <a:pt x="721303" y="25897"/>
                  </a:lnTo>
                  <a:lnTo>
                    <a:pt x="734418" y="26349"/>
                  </a:lnTo>
                  <a:lnTo>
                    <a:pt x="747532" y="26799"/>
                  </a:lnTo>
                  <a:lnTo>
                    <a:pt x="760647" y="27246"/>
                  </a:lnTo>
                  <a:lnTo>
                    <a:pt x="773762" y="27690"/>
                  </a:lnTo>
                  <a:lnTo>
                    <a:pt x="786876" y="28131"/>
                  </a:lnTo>
                  <a:lnTo>
                    <a:pt x="799991" y="28569"/>
                  </a:lnTo>
                  <a:lnTo>
                    <a:pt x="813105" y="29003"/>
                  </a:lnTo>
                  <a:lnTo>
                    <a:pt x="826220" y="29433"/>
                  </a:lnTo>
                  <a:lnTo>
                    <a:pt x="839335" y="29860"/>
                  </a:lnTo>
                  <a:lnTo>
                    <a:pt x="852449" y="30283"/>
                  </a:lnTo>
                  <a:lnTo>
                    <a:pt x="865564" y="30701"/>
                  </a:lnTo>
                  <a:lnTo>
                    <a:pt x="878679" y="31116"/>
                  </a:lnTo>
                  <a:lnTo>
                    <a:pt x="891793" y="31526"/>
                  </a:lnTo>
                  <a:lnTo>
                    <a:pt x="904908" y="31931"/>
                  </a:lnTo>
                  <a:lnTo>
                    <a:pt x="918022" y="32332"/>
                  </a:lnTo>
                  <a:lnTo>
                    <a:pt x="931137" y="32729"/>
                  </a:lnTo>
                  <a:lnTo>
                    <a:pt x="944252" y="33120"/>
                  </a:lnTo>
                  <a:lnTo>
                    <a:pt x="957366" y="33507"/>
                  </a:lnTo>
                  <a:lnTo>
                    <a:pt x="970481" y="33889"/>
                  </a:lnTo>
                  <a:lnTo>
                    <a:pt x="983595" y="34266"/>
                  </a:lnTo>
                  <a:lnTo>
                    <a:pt x="996710" y="34637"/>
                  </a:lnTo>
                  <a:lnTo>
                    <a:pt x="1009825" y="35004"/>
                  </a:lnTo>
                  <a:lnTo>
                    <a:pt x="1022939" y="35365"/>
                  </a:lnTo>
                  <a:lnTo>
                    <a:pt x="1036054" y="35721"/>
                  </a:lnTo>
                  <a:lnTo>
                    <a:pt x="1049168" y="36072"/>
                  </a:lnTo>
                  <a:lnTo>
                    <a:pt x="1062283" y="36417"/>
                  </a:lnTo>
                  <a:lnTo>
                    <a:pt x="1075398" y="36757"/>
                  </a:lnTo>
                  <a:lnTo>
                    <a:pt x="1088512" y="37091"/>
                  </a:lnTo>
                  <a:lnTo>
                    <a:pt x="1101627" y="37420"/>
                  </a:lnTo>
                  <a:lnTo>
                    <a:pt x="1114742" y="37743"/>
                  </a:lnTo>
                  <a:lnTo>
                    <a:pt x="1127856" y="38061"/>
                  </a:lnTo>
                  <a:lnTo>
                    <a:pt x="1140971" y="38374"/>
                  </a:lnTo>
                  <a:lnTo>
                    <a:pt x="1154085" y="38681"/>
                  </a:lnTo>
                  <a:lnTo>
                    <a:pt x="1167200" y="38982"/>
                  </a:lnTo>
                  <a:lnTo>
                    <a:pt x="1180315" y="39278"/>
                  </a:lnTo>
                  <a:lnTo>
                    <a:pt x="1193429" y="39569"/>
                  </a:lnTo>
                  <a:lnTo>
                    <a:pt x="1206544" y="39854"/>
                  </a:lnTo>
                  <a:lnTo>
                    <a:pt x="1219658" y="40133"/>
                  </a:lnTo>
                  <a:lnTo>
                    <a:pt x="1232773" y="40407"/>
                  </a:lnTo>
                  <a:lnTo>
                    <a:pt x="1245888" y="40675"/>
                  </a:lnTo>
                  <a:lnTo>
                    <a:pt x="1259002" y="40938"/>
                  </a:lnTo>
                  <a:lnTo>
                    <a:pt x="1272117" y="41195"/>
                  </a:lnTo>
                  <a:lnTo>
                    <a:pt x="1285231" y="41446"/>
                  </a:lnTo>
                  <a:lnTo>
                    <a:pt x="1298346" y="41692"/>
                  </a:lnTo>
                  <a:lnTo>
                    <a:pt x="1311461" y="41933"/>
                  </a:lnTo>
                  <a:lnTo>
                    <a:pt x="1324575" y="42167"/>
                  </a:lnTo>
                  <a:lnTo>
                    <a:pt x="1337690" y="42397"/>
                  </a:lnTo>
                  <a:lnTo>
                    <a:pt x="1350805" y="42620"/>
                  </a:lnTo>
                  <a:lnTo>
                    <a:pt x="1363919" y="42838"/>
                  </a:lnTo>
                  <a:lnTo>
                    <a:pt x="1377034" y="43051"/>
                  </a:lnTo>
                  <a:lnTo>
                    <a:pt x="1390148" y="43258"/>
                  </a:lnTo>
                  <a:lnTo>
                    <a:pt x="1403263" y="43459"/>
                  </a:lnTo>
                  <a:lnTo>
                    <a:pt x="1416378" y="43654"/>
                  </a:lnTo>
                  <a:lnTo>
                    <a:pt x="1429492" y="43844"/>
                  </a:lnTo>
                  <a:lnTo>
                    <a:pt x="1442607" y="44029"/>
                  </a:lnTo>
                  <a:lnTo>
                    <a:pt x="1455721" y="44208"/>
                  </a:lnTo>
                  <a:lnTo>
                    <a:pt x="1468836" y="44381"/>
                  </a:lnTo>
                  <a:lnTo>
                    <a:pt x="1481951" y="44549"/>
                  </a:lnTo>
                  <a:lnTo>
                    <a:pt x="1495065" y="44711"/>
                  </a:lnTo>
                  <a:lnTo>
                    <a:pt x="1508180" y="44867"/>
                  </a:lnTo>
                  <a:lnTo>
                    <a:pt x="1521295" y="45019"/>
                  </a:lnTo>
                  <a:lnTo>
                    <a:pt x="1534409" y="45165"/>
                  </a:lnTo>
                  <a:lnTo>
                    <a:pt x="1547524" y="45305"/>
                  </a:lnTo>
                  <a:lnTo>
                    <a:pt x="1560638" y="45441"/>
                  </a:lnTo>
                  <a:lnTo>
                    <a:pt x="1573753" y="45571"/>
                  </a:lnTo>
                  <a:lnTo>
                    <a:pt x="1586868" y="45697"/>
                  </a:lnTo>
                  <a:lnTo>
                    <a:pt x="1599982" y="45817"/>
                  </a:lnTo>
                  <a:lnTo>
                    <a:pt x="1613097" y="45933"/>
                  </a:lnTo>
                  <a:lnTo>
                    <a:pt x="1626211" y="46044"/>
                  </a:lnTo>
                  <a:lnTo>
                    <a:pt x="1639326" y="46151"/>
                  </a:lnTo>
                  <a:lnTo>
                    <a:pt x="1652441" y="46253"/>
                  </a:lnTo>
                  <a:lnTo>
                    <a:pt x="1665555" y="46351"/>
                  </a:lnTo>
                  <a:lnTo>
                    <a:pt x="1678670" y="46445"/>
                  </a:lnTo>
                  <a:lnTo>
                    <a:pt x="1691784" y="46535"/>
                  </a:lnTo>
                  <a:lnTo>
                    <a:pt x="1704899" y="46621"/>
                  </a:lnTo>
                  <a:lnTo>
                    <a:pt x="1718014" y="46704"/>
                  </a:lnTo>
                  <a:lnTo>
                    <a:pt x="1731128" y="46784"/>
                  </a:lnTo>
                  <a:lnTo>
                    <a:pt x="1744243" y="46861"/>
                  </a:lnTo>
                  <a:lnTo>
                    <a:pt x="1757358" y="46935"/>
                  </a:lnTo>
                  <a:lnTo>
                    <a:pt x="1770472" y="47006"/>
                  </a:lnTo>
                  <a:lnTo>
                    <a:pt x="1783587" y="47074"/>
                  </a:lnTo>
                  <a:lnTo>
                    <a:pt x="1796701" y="47141"/>
                  </a:lnTo>
                  <a:lnTo>
                    <a:pt x="1809816" y="47205"/>
                  </a:lnTo>
                  <a:lnTo>
                    <a:pt x="1822931" y="47267"/>
                  </a:lnTo>
                  <a:lnTo>
                    <a:pt x="1836045" y="47328"/>
                  </a:lnTo>
                  <a:lnTo>
                    <a:pt x="1849160" y="47388"/>
                  </a:lnTo>
                  <a:lnTo>
                    <a:pt x="1862274" y="47446"/>
                  </a:lnTo>
                  <a:lnTo>
                    <a:pt x="1875389" y="47503"/>
                  </a:lnTo>
                  <a:lnTo>
                    <a:pt x="1888504" y="47559"/>
                  </a:lnTo>
                  <a:lnTo>
                    <a:pt x="1901618" y="47614"/>
                  </a:lnTo>
                  <a:lnTo>
                    <a:pt x="1914733" y="47669"/>
                  </a:lnTo>
                  <a:lnTo>
                    <a:pt x="1927847" y="47723"/>
                  </a:lnTo>
                  <a:lnTo>
                    <a:pt x="1940962" y="47777"/>
                  </a:lnTo>
                  <a:lnTo>
                    <a:pt x="1954077" y="47830"/>
                  </a:lnTo>
                  <a:lnTo>
                    <a:pt x="1967191" y="47884"/>
                  </a:lnTo>
                  <a:lnTo>
                    <a:pt x="1980306" y="47937"/>
                  </a:lnTo>
                  <a:lnTo>
                    <a:pt x="1993421" y="47991"/>
                  </a:lnTo>
                  <a:lnTo>
                    <a:pt x="2006535" y="48044"/>
                  </a:lnTo>
                  <a:lnTo>
                    <a:pt x="2019650" y="48098"/>
                  </a:lnTo>
                  <a:lnTo>
                    <a:pt x="2032764" y="48152"/>
                  </a:lnTo>
                  <a:lnTo>
                    <a:pt x="2045879" y="48206"/>
                  </a:lnTo>
                  <a:lnTo>
                    <a:pt x="2058994" y="48261"/>
                  </a:lnTo>
                  <a:lnTo>
                    <a:pt x="2072108" y="48315"/>
                  </a:lnTo>
                  <a:lnTo>
                    <a:pt x="2085223" y="48370"/>
                  </a:lnTo>
                  <a:lnTo>
                    <a:pt x="2098337" y="48425"/>
                  </a:lnTo>
                  <a:lnTo>
                    <a:pt x="2111452" y="48480"/>
                  </a:lnTo>
                  <a:lnTo>
                    <a:pt x="2124567" y="48535"/>
                  </a:lnTo>
                  <a:lnTo>
                    <a:pt x="2137681" y="48590"/>
                  </a:lnTo>
                  <a:lnTo>
                    <a:pt x="2150796" y="48645"/>
                  </a:lnTo>
                  <a:lnTo>
                    <a:pt x="2163911" y="48700"/>
                  </a:lnTo>
                  <a:lnTo>
                    <a:pt x="2177025" y="48755"/>
                  </a:lnTo>
                  <a:lnTo>
                    <a:pt x="2190140" y="48810"/>
                  </a:lnTo>
                  <a:lnTo>
                    <a:pt x="2203254" y="48865"/>
                  </a:lnTo>
                  <a:lnTo>
                    <a:pt x="2216369" y="48919"/>
                  </a:lnTo>
                  <a:lnTo>
                    <a:pt x="2229484" y="48973"/>
                  </a:lnTo>
                  <a:lnTo>
                    <a:pt x="2242598" y="49026"/>
                  </a:lnTo>
                  <a:lnTo>
                    <a:pt x="2255713" y="49080"/>
                  </a:lnTo>
                  <a:lnTo>
                    <a:pt x="2268827" y="49133"/>
                  </a:lnTo>
                  <a:lnTo>
                    <a:pt x="2281942" y="49186"/>
                  </a:lnTo>
                  <a:lnTo>
                    <a:pt x="2295057" y="49239"/>
                  </a:lnTo>
                  <a:lnTo>
                    <a:pt x="2308171" y="49292"/>
                  </a:lnTo>
                  <a:lnTo>
                    <a:pt x="2321286" y="49344"/>
                  </a:lnTo>
                  <a:lnTo>
                    <a:pt x="2334400" y="49397"/>
                  </a:lnTo>
                  <a:lnTo>
                    <a:pt x="2347515" y="49449"/>
                  </a:lnTo>
                  <a:lnTo>
                    <a:pt x="2347515" y="4944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2026-05-14T06:00:38Z</dcterms:modified>
  <cp:category/>
</cp:coreProperties>
</file>