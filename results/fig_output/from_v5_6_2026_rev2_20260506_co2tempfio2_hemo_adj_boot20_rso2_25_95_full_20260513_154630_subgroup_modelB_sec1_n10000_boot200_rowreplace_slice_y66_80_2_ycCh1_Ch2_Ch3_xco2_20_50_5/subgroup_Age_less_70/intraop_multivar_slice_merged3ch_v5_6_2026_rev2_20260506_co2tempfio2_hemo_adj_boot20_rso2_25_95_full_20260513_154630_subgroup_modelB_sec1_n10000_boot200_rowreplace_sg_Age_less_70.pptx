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2152217"/>
            </a:xfrm>
            <a:custGeom>
              <a:avLst/>
              <a:pathLst>
                <a:path w="2191014" h="2152217">
                  <a:moveTo>
                    <a:pt x="0" y="1827159"/>
                  </a:moveTo>
                  <a:lnTo>
                    <a:pt x="12240" y="1826683"/>
                  </a:lnTo>
                  <a:lnTo>
                    <a:pt x="24480" y="1825960"/>
                  </a:lnTo>
                  <a:lnTo>
                    <a:pt x="36720" y="1824989"/>
                  </a:lnTo>
                  <a:lnTo>
                    <a:pt x="48961" y="1822294"/>
                  </a:lnTo>
                  <a:lnTo>
                    <a:pt x="61201" y="1817044"/>
                  </a:lnTo>
                  <a:lnTo>
                    <a:pt x="73441" y="1817621"/>
                  </a:lnTo>
                  <a:lnTo>
                    <a:pt x="85682" y="1818573"/>
                  </a:lnTo>
                  <a:lnTo>
                    <a:pt x="97922" y="1817511"/>
                  </a:lnTo>
                  <a:lnTo>
                    <a:pt x="110162" y="1812957"/>
                  </a:lnTo>
                  <a:lnTo>
                    <a:pt x="122403" y="1807394"/>
                  </a:lnTo>
                  <a:lnTo>
                    <a:pt x="134643" y="1800420"/>
                  </a:lnTo>
                  <a:lnTo>
                    <a:pt x="146883" y="1794134"/>
                  </a:lnTo>
                  <a:lnTo>
                    <a:pt x="159123" y="1786384"/>
                  </a:lnTo>
                  <a:lnTo>
                    <a:pt x="171364" y="1781093"/>
                  </a:lnTo>
                  <a:lnTo>
                    <a:pt x="183604" y="1775146"/>
                  </a:lnTo>
                  <a:lnTo>
                    <a:pt x="195844" y="1768759"/>
                  </a:lnTo>
                  <a:lnTo>
                    <a:pt x="208085" y="1762336"/>
                  </a:lnTo>
                  <a:lnTo>
                    <a:pt x="220325" y="1755872"/>
                  </a:lnTo>
                  <a:lnTo>
                    <a:pt x="232565" y="1749363"/>
                  </a:lnTo>
                  <a:lnTo>
                    <a:pt x="244806" y="1741800"/>
                  </a:lnTo>
                  <a:lnTo>
                    <a:pt x="257046" y="1732821"/>
                  </a:lnTo>
                  <a:lnTo>
                    <a:pt x="269286" y="1724414"/>
                  </a:lnTo>
                  <a:lnTo>
                    <a:pt x="281527" y="1716694"/>
                  </a:lnTo>
                  <a:lnTo>
                    <a:pt x="293767" y="1710122"/>
                  </a:lnTo>
                  <a:lnTo>
                    <a:pt x="306007" y="1703267"/>
                  </a:lnTo>
                  <a:lnTo>
                    <a:pt x="318247" y="1694675"/>
                  </a:lnTo>
                  <a:lnTo>
                    <a:pt x="330488" y="1685180"/>
                  </a:lnTo>
                  <a:lnTo>
                    <a:pt x="342728" y="1676026"/>
                  </a:lnTo>
                  <a:lnTo>
                    <a:pt x="354968" y="1667157"/>
                  </a:lnTo>
                  <a:lnTo>
                    <a:pt x="367209" y="1658375"/>
                  </a:lnTo>
                  <a:lnTo>
                    <a:pt x="379449" y="1649666"/>
                  </a:lnTo>
                  <a:lnTo>
                    <a:pt x="391689" y="1641018"/>
                  </a:lnTo>
                  <a:lnTo>
                    <a:pt x="403930" y="1632420"/>
                  </a:lnTo>
                  <a:lnTo>
                    <a:pt x="416170" y="1623859"/>
                  </a:lnTo>
                  <a:lnTo>
                    <a:pt x="428410" y="1615324"/>
                  </a:lnTo>
                  <a:lnTo>
                    <a:pt x="440650" y="1606801"/>
                  </a:lnTo>
                  <a:lnTo>
                    <a:pt x="452891" y="1597585"/>
                  </a:lnTo>
                  <a:lnTo>
                    <a:pt x="465131" y="1587351"/>
                  </a:lnTo>
                  <a:lnTo>
                    <a:pt x="477371" y="1578680"/>
                  </a:lnTo>
                  <a:lnTo>
                    <a:pt x="489612" y="1570025"/>
                  </a:lnTo>
                  <a:lnTo>
                    <a:pt x="501852" y="1561342"/>
                  </a:lnTo>
                  <a:lnTo>
                    <a:pt x="514092" y="1552619"/>
                  </a:lnTo>
                  <a:lnTo>
                    <a:pt x="526333" y="1543841"/>
                  </a:lnTo>
                  <a:lnTo>
                    <a:pt x="538573" y="1534997"/>
                  </a:lnTo>
                  <a:lnTo>
                    <a:pt x="550813" y="1526073"/>
                  </a:lnTo>
                  <a:lnTo>
                    <a:pt x="563054" y="1517055"/>
                  </a:lnTo>
                  <a:lnTo>
                    <a:pt x="575294" y="1507684"/>
                  </a:lnTo>
                  <a:lnTo>
                    <a:pt x="587534" y="1496652"/>
                  </a:lnTo>
                  <a:lnTo>
                    <a:pt x="599774" y="1485460"/>
                  </a:lnTo>
                  <a:lnTo>
                    <a:pt x="612015" y="1474598"/>
                  </a:lnTo>
                  <a:lnTo>
                    <a:pt x="624255" y="1464652"/>
                  </a:lnTo>
                  <a:lnTo>
                    <a:pt x="636495" y="1454362"/>
                  </a:lnTo>
                  <a:lnTo>
                    <a:pt x="648736" y="1442119"/>
                  </a:lnTo>
                  <a:lnTo>
                    <a:pt x="660976" y="1429712"/>
                  </a:lnTo>
                  <a:lnTo>
                    <a:pt x="673216" y="1417140"/>
                  </a:lnTo>
                  <a:lnTo>
                    <a:pt x="685457" y="1404405"/>
                  </a:lnTo>
                  <a:lnTo>
                    <a:pt x="697697" y="1391505"/>
                  </a:lnTo>
                  <a:lnTo>
                    <a:pt x="709937" y="1378441"/>
                  </a:lnTo>
                  <a:lnTo>
                    <a:pt x="722177" y="1365213"/>
                  </a:lnTo>
                  <a:lnTo>
                    <a:pt x="734418" y="1351821"/>
                  </a:lnTo>
                  <a:lnTo>
                    <a:pt x="746658" y="1338268"/>
                  </a:lnTo>
                  <a:lnTo>
                    <a:pt x="758898" y="1324561"/>
                  </a:lnTo>
                  <a:lnTo>
                    <a:pt x="771139" y="1310952"/>
                  </a:lnTo>
                  <a:lnTo>
                    <a:pt x="783379" y="1297281"/>
                  </a:lnTo>
                  <a:lnTo>
                    <a:pt x="795619" y="1284086"/>
                  </a:lnTo>
                  <a:lnTo>
                    <a:pt x="807860" y="1270682"/>
                  </a:lnTo>
                  <a:lnTo>
                    <a:pt x="820100" y="1257079"/>
                  </a:lnTo>
                  <a:lnTo>
                    <a:pt x="832340" y="1243285"/>
                  </a:lnTo>
                  <a:lnTo>
                    <a:pt x="844581" y="1229310"/>
                  </a:lnTo>
                  <a:lnTo>
                    <a:pt x="856821" y="1215165"/>
                  </a:lnTo>
                  <a:lnTo>
                    <a:pt x="869061" y="1200858"/>
                  </a:lnTo>
                  <a:lnTo>
                    <a:pt x="881301" y="1186400"/>
                  </a:lnTo>
                  <a:lnTo>
                    <a:pt x="893542" y="1171801"/>
                  </a:lnTo>
                  <a:lnTo>
                    <a:pt x="905782" y="1157069"/>
                  </a:lnTo>
                  <a:lnTo>
                    <a:pt x="918022" y="1142214"/>
                  </a:lnTo>
                  <a:lnTo>
                    <a:pt x="930263" y="1127247"/>
                  </a:lnTo>
                  <a:lnTo>
                    <a:pt x="942503" y="1112177"/>
                  </a:lnTo>
                  <a:lnTo>
                    <a:pt x="954743" y="1097013"/>
                  </a:lnTo>
                  <a:lnTo>
                    <a:pt x="966984" y="1081766"/>
                  </a:lnTo>
                  <a:lnTo>
                    <a:pt x="979224" y="1066444"/>
                  </a:lnTo>
                  <a:lnTo>
                    <a:pt x="991464" y="1051467"/>
                  </a:lnTo>
                  <a:lnTo>
                    <a:pt x="1003704" y="1036755"/>
                  </a:lnTo>
                  <a:lnTo>
                    <a:pt x="1015945" y="1021658"/>
                  </a:lnTo>
                  <a:lnTo>
                    <a:pt x="1028185" y="1005577"/>
                  </a:lnTo>
                  <a:lnTo>
                    <a:pt x="1040425" y="989465"/>
                  </a:lnTo>
                  <a:lnTo>
                    <a:pt x="1052666" y="973499"/>
                  </a:lnTo>
                  <a:lnTo>
                    <a:pt x="1064906" y="957930"/>
                  </a:lnTo>
                  <a:lnTo>
                    <a:pt x="1077146" y="942363"/>
                  </a:lnTo>
                  <a:lnTo>
                    <a:pt x="1089387" y="926810"/>
                  </a:lnTo>
                  <a:lnTo>
                    <a:pt x="1101627" y="911279"/>
                  </a:lnTo>
                  <a:lnTo>
                    <a:pt x="1113867" y="895780"/>
                  </a:lnTo>
                  <a:lnTo>
                    <a:pt x="1126108" y="880323"/>
                  </a:lnTo>
                  <a:lnTo>
                    <a:pt x="1138348" y="865599"/>
                  </a:lnTo>
                  <a:lnTo>
                    <a:pt x="1150588" y="849574"/>
                  </a:lnTo>
                  <a:lnTo>
                    <a:pt x="1162828" y="833683"/>
                  </a:lnTo>
                  <a:lnTo>
                    <a:pt x="1175069" y="817375"/>
                  </a:lnTo>
                  <a:lnTo>
                    <a:pt x="1187309" y="801179"/>
                  </a:lnTo>
                  <a:lnTo>
                    <a:pt x="1199549" y="785575"/>
                  </a:lnTo>
                  <a:lnTo>
                    <a:pt x="1211790" y="769956"/>
                  </a:lnTo>
                  <a:lnTo>
                    <a:pt x="1224030" y="754186"/>
                  </a:lnTo>
                  <a:lnTo>
                    <a:pt x="1236270" y="738522"/>
                  </a:lnTo>
                  <a:lnTo>
                    <a:pt x="1248511" y="722974"/>
                  </a:lnTo>
                  <a:lnTo>
                    <a:pt x="1260751" y="707551"/>
                  </a:lnTo>
                  <a:lnTo>
                    <a:pt x="1272991" y="692263"/>
                  </a:lnTo>
                  <a:lnTo>
                    <a:pt x="1285231" y="677120"/>
                  </a:lnTo>
                  <a:lnTo>
                    <a:pt x="1297472" y="662630"/>
                  </a:lnTo>
                  <a:lnTo>
                    <a:pt x="1309712" y="648315"/>
                  </a:lnTo>
                  <a:lnTo>
                    <a:pt x="1321952" y="634136"/>
                  </a:lnTo>
                  <a:lnTo>
                    <a:pt x="1334193" y="620101"/>
                  </a:lnTo>
                  <a:lnTo>
                    <a:pt x="1346433" y="606214"/>
                  </a:lnTo>
                  <a:lnTo>
                    <a:pt x="1358673" y="592637"/>
                  </a:lnTo>
                  <a:lnTo>
                    <a:pt x="1370914" y="579509"/>
                  </a:lnTo>
                  <a:lnTo>
                    <a:pt x="1383154" y="565767"/>
                  </a:lnTo>
                  <a:lnTo>
                    <a:pt x="1395394" y="552302"/>
                  </a:lnTo>
                  <a:lnTo>
                    <a:pt x="1407635" y="539266"/>
                  </a:lnTo>
                  <a:lnTo>
                    <a:pt x="1419875" y="526421"/>
                  </a:lnTo>
                  <a:lnTo>
                    <a:pt x="1432115" y="513442"/>
                  </a:lnTo>
                  <a:lnTo>
                    <a:pt x="1444355" y="500237"/>
                  </a:lnTo>
                  <a:lnTo>
                    <a:pt x="1456596" y="487095"/>
                  </a:lnTo>
                  <a:lnTo>
                    <a:pt x="1468836" y="474154"/>
                  </a:lnTo>
                  <a:lnTo>
                    <a:pt x="1481076" y="461887"/>
                  </a:lnTo>
                  <a:lnTo>
                    <a:pt x="1493317" y="449648"/>
                  </a:lnTo>
                  <a:lnTo>
                    <a:pt x="1505557" y="437664"/>
                  </a:lnTo>
                  <a:lnTo>
                    <a:pt x="1517797" y="425929"/>
                  </a:lnTo>
                  <a:lnTo>
                    <a:pt x="1530038" y="414439"/>
                  </a:lnTo>
                  <a:lnTo>
                    <a:pt x="1542278" y="402278"/>
                  </a:lnTo>
                  <a:lnTo>
                    <a:pt x="1554518" y="389713"/>
                  </a:lnTo>
                  <a:lnTo>
                    <a:pt x="1566759" y="375697"/>
                  </a:lnTo>
                  <a:lnTo>
                    <a:pt x="1578999" y="362710"/>
                  </a:lnTo>
                  <a:lnTo>
                    <a:pt x="1591239" y="350384"/>
                  </a:lnTo>
                  <a:lnTo>
                    <a:pt x="1603479" y="340057"/>
                  </a:lnTo>
                  <a:lnTo>
                    <a:pt x="1615720" y="329383"/>
                  </a:lnTo>
                  <a:lnTo>
                    <a:pt x="1627960" y="316813"/>
                  </a:lnTo>
                  <a:lnTo>
                    <a:pt x="1640200" y="305743"/>
                  </a:lnTo>
                  <a:lnTo>
                    <a:pt x="1652441" y="293290"/>
                  </a:lnTo>
                  <a:lnTo>
                    <a:pt x="1664681" y="281060"/>
                  </a:lnTo>
                  <a:lnTo>
                    <a:pt x="1676921" y="269060"/>
                  </a:lnTo>
                  <a:lnTo>
                    <a:pt x="1689162" y="257298"/>
                  </a:lnTo>
                  <a:lnTo>
                    <a:pt x="1701402" y="246491"/>
                  </a:lnTo>
                  <a:lnTo>
                    <a:pt x="1713642" y="236469"/>
                  </a:lnTo>
                  <a:lnTo>
                    <a:pt x="1725882" y="226779"/>
                  </a:lnTo>
                  <a:lnTo>
                    <a:pt x="1738123" y="217434"/>
                  </a:lnTo>
                  <a:lnTo>
                    <a:pt x="1750363" y="208443"/>
                  </a:lnTo>
                  <a:lnTo>
                    <a:pt x="1762603" y="199817"/>
                  </a:lnTo>
                  <a:lnTo>
                    <a:pt x="1774844" y="191753"/>
                  </a:lnTo>
                  <a:lnTo>
                    <a:pt x="1787084" y="184247"/>
                  </a:lnTo>
                  <a:lnTo>
                    <a:pt x="1799324" y="177096"/>
                  </a:lnTo>
                  <a:lnTo>
                    <a:pt x="1811565" y="170310"/>
                  </a:lnTo>
                  <a:lnTo>
                    <a:pt x="1823805" y="163895"/>
                  </a:lnTo>
                  <a:lnTo>
                    <a:pt x="1836045" y="157860"/>
                  </a:lnTo>
                  <a:lnTo>
                    <a:pt x="1848286" y="152211"/>
                  </a:lnTo>
                  <a:lnTo>
                    <a:pt x="1860526" y="146958"/>
                  </a:lnTo>
                  <a:lnTo>
                    <a:pt x="1872766" y="142108"/>
                  </a:lnTo>
                  <a:lnTo>
                    <a:pt x="1885006" y="135987"/>
                  </a:lnTo>
                  <a:lnTo>
                    <a:pt x="1897247" y="128433"/>
                  </a:lnTo>
                  <a:lnTo>
                    <a:pt x="1909487" y="119214"/>
                  </a:lnTo>
                  <a:lnTo>
                    <a:pt x="1921727" y="110200"/>
                  </a:lnTo>
                  <a:lnTo>
                    <a:pt x="1933968" y="100133"/>
                  </a:lnTo>
                  <a:lnTo>
                    <a:pt x="1946208" y="92803"/>
                  </a:lnTo>
                  <a:lnTo>
                    <a:pt x="1958448" y="84428"/>
                  </a:lnTo>
                  <a:lnTo>
                    <a:pt x="1970689" y="76273"/>
                  </a:lnTo>
                  <a:lnTo>
                    <a:pt x="1982929" y="68749"/>
                  </a:lnTo>
                  <a:lnTo>
                    <a:pt x="1995169" y="60335"/>
                  </a:lnTo>
                  <a:lnTo>
                    <a:pt x="2007409" y="47003"/>
                  </a:lnTo>
                  <a:lnTo>
                    <a:pt x="2019650" y="33492"/>
                  </a:lnTo>
                  <a:lnTo>
                    <a:pt x="2031890" y="19817"/>
                  </a:lnTo>
                  <a:lnTo>
                    <a:pt x="2044130" y="5970"/>
                  </a:lnTo>
                  <a:lnTo>
                    <a:pt x="2048222" y="0"/>
                  </a:lnTo>
                  <a:lnTo>
                    <a:pt x="2191014" y="0"/>
                  </a:lnTo>
                  <a:lnTo>
                    <a:pt x="2191014" y="589322"/>
                  </a:lnTo>
                  <a:lnTo>
                    <a:pt x="2178774" y="577195"/>
                  </a:lnTo>
                  <a:lnTo>
                    <a:pt x="2166533" y="562667"/>
                  </a:lnTo>
                  <a:lnTo>
                    <a:pt x="2154293" y="544006"/>
                  </a:lnTo>
                  <a:lnTo>
                    <a:pt x="2142053" y="522283"/>
                  </a:lnTo>
                  <a:lnTo>
                    <a:pt x="2129813" y="494764"/>
                  </a:lnTo>
                  <a:lnTo>
                    <a:pt x="2117572" y="480332"/>
                  </a:lnTo>
                  <a:lnTo>
                    <a:pt x="2105332" y="471601"/>
                  </a:lnTo>
                  <a:lnTo>
                    <a:pt x="2093092" y="463345"/>
                  </a:lnTo>
                  <a:lnTo>
                    <a:pt x="2080851" y="447265"/>
                  </a:lnTo>
                  <a:lnTo>
                    <a:pt x="2068611" y="436768"/>
                  </a:lnTo>
                  <a:lnTo>
                    <a:pt x="2056371" y="428301"/>
                  </a:lnTo>
                  <a:lnTo>
                    <a:pt x="2044130" y="423879"/>
                  </a:lnTo>
                  <a:lnTo>
                    <a:pt x="2031890" y="417250"/>
                  </a:lnTo>
                  <a:lnTo>
                    <a:pt x="2019650" y="411191"/>
                  </a:lnTo>
                  <a:lnTo>
                    <a:pt x="2007409" y="405694"/>
                  </a:lnTo>
                  <a:lnTo>
                    <a:pt x="1995169" y="400750"/>
                  </a:lnTo>
                  <a:lnTo>
                    <a:pt x="1982929" y="393827"/>
                  </a:lnTo>
                  <a:lnTo>
                    <a:pt x="1970689" y="392492"/>
                  </a:lnTo>
                  <a:lnTo>
                    <a:pt x="1958448" y="389162"/>
                  </a:lnTo>
                  <a:lnTo>
                    <a:pt x="1946208" y="391107"/>
                  </a:lnTo>
                  <a:lnTo>
                    <a:pt x="1933968" y="396750"/>
                  </a:lnTo>
                  <a:lnTo>
                    <a:pt x="1921727" y="399305"/>
                  </a:lnTo>
                  <a:lnTo>
                    <a:pt x="1909487" y="398379"/>
                  </a:lnTo>
                  <a:lnTo>
                    <a:pt x="1897247" y="402047"/>
                  </a:lnTo>
                  <a:lnTo>
                    <a:pt x="1885006" y="409424"/>
                  </a:lnTo>
                  <a:lnTo>
                    <a:pt x="1872766" y="418219"/>
                  </a:lnTo>
                  <a:lnTo>
                    <a:pt x="1860526" y="424771"/>
                  </a:lnTo>
                  <a:lnTo>
                    <a:pt x="1848286" y="425355"/>
                  </a:lnTo>
                  <a:lnTo>
                    <a:pt x="1836045" y="425548"/>
                  </a:lnTo>
                  <a:lnTo>
                    <a:pt x="1823805" y="425855"/>
                  </a:lnTo>
                  <a:lnTo>
                    <a:pt x="1811565" y="426288"/>
                  </a:lnTo>
                  <a:lnTo>
                    <a:pt x="1799324" y="426859"/>
                  </a:lnTo>
                  <a:lnTo>
                    <a:pt x="1787084" y="429592"/>
                  </a:lnTo>
                  <a:lnTo>
                    <a:pt x="1774844" y="433615"/>
                  </a:lnTo>
                  <a:lnTo>
                    <a:pt x="1762603" y="437812"/>
                  </a:lnTo>
                  <a:lnTo>
                    <a:pt x="1750363" y="442186"/>
                  </a:lnTo>
                  <a:lnTo>
                    <a:pt x="1738123" y="446742"/>
                  </a:lnTo>
                  <a:lnTo>
                    <a:pt x="1725882" y="451485"/>
                  </a:lnTo>
                  <a:lnTo>
                    <a:pt x="1713642" y="456418"/>
                  </a:lnTo>
                  <a:lnTo>
                    <a:pt x="1701402" y="461547"/>
                  </a:lnTo>
                  <a:lnTo>
                    <a:pt x="1689162" y="466874"/>
                  </a:lnTo>
                  <a:lnTo>
                    <a:pt x="1676921" y="469786"/>
                  </a:lnTo>
                  <a:lnTo>
                    <a:pt x="1664681" y="472754"/>
                  </a:lnTo>
                  <a:lnTo>
                    <a:pt x="1652441" y="476989"/>
                  </a:lnTo>
                  <a:lnTo>
                    <a:pt x="1640200" y="483143"/>
                  </a:lnTo>
                  <a:lnTo>
                    <a:pt x="1627960" y="489517"/>
                  </a:lnTo>
                  <a:lnTo>
                    <a:pt x="1615720" y="496114"/>
                  </a:lnTo>
                  <a:lnTo>
                    <a:pt x="1603479" y="502938"/>
                  </a:lnTo>
                  <a:lnTo>
                    <a:pt x="1591239" y="509994"/>
                  </a:lnTo>
                  <a:lnTo>
                    <a:pt x="1578999" y="517283"/>
                  </a:lnTo>
                  <a:lnTo>
                    <a:pt x="1566759" y="524811"/>
                  </a:lnTo>
                  <a:lnTo>
                    <a:pt x="1554518" y="532580"/>
                  </a:lnTo>
                  <a:lnTo>
                    <a:pt x="1542278" y="541963"/>
                  </a:lnTo>
                  <a:lnTo>
                    <a:pt x="1530038" y="549264"/>
                  </a:lnTo>
                  <a:lnTo>
                    <a:pt x="1517797" y="557374"/>
                  </a:lnTo>
                  <a:lnTo>
                    <a:pt x="1505557" y="566146"/>
                  </a:lnTo>
                  <a:lnTo>
                    <a:pt x="1493317" y="576003"/>
                  </a:lnTo>
                  <a:lnTo>
                    <a:pt x="1481076" y="587084"/>
                  </a:lnTo>
                  <a:lnTo>
                    <a:pt x="1468836" y="598374"/>
                  </a:lnTo>
                  <a:lnTo>
                    <a:pt x="1456596" y="609865"/>
                  </a:lnTo>
                  <a:lnTo>
                    <a:pt x="1444355" y="621550"/>
                  </a:lnTo>
                  <a:lnTo>
                    <a:pt x="1432115" y="632405"/>
                  </a:lnTo>
                  <a:lnTo>
                    <a:pt x="1419875" y="645478"/>
                  </a:lnTo>
                  <a:lnTo>
                    <a:pt x="1407635" y="657708"/>
                  </a:lnTo>
                  <a:lnTo>
                    <a:pt x="1395394" y="670108"/>
                  </a:lnTo>
                  <a:lnTo>
                    <a:pt x="1383154" y="681115"/>
                  </a:lnTo>
                  <a:lnTo>
                    <a:pt x="1370914" y="694748"/>
                  </a:lnTo>
                  <a:lnTo>
                    <a:pt x="1358673" y="706670"/>
                  </a:lnTo>
                  <a:lnTo>
                    <a:pt x="1346433" y="720801"/>
                  </a:lnTo>
                  <a:lnTo>
                    <a:pt x="1334193" y="734438"/>
                  </a:lnTo>
                  <a:lnTo>
                    <a:pt x="1321952" y="747728"/>
                  </a:lnTo>
                  <a:lnTo>
                    <a:pt x="1309712" y="761144"/>
                  </a:lnTo>
                  <a:lnTo>
                    <a:pt x="1297472" y="774681"/>
                  </a:lnTo>
                  <a:lnTo>
                    <a:pt x="1285231" y="788334"/>
                  </a:lnTo>
                  <a:lnTo>
                    <a:pt x="1272991" y="802095"/>
                  </a:lnTo>
                  <a:lnTo>
                    <a:pt x="1260751" y="815958"/>
                  </a:lnTo>
                  <a:lnTo>
                    <a:pt x="1248511" y="829918"/>
                  </a:lnTo>
                  <a:lnTo>
                    <a:pt x="1236270" y="843969"/>
                  </a:lnTo>
                  <a:lnTo>
                    <a:pt x="1224030" y="858104"/>
                  </a:lnTo>
                  <a:lnTo>
                    <a:pt x="1211790" y="872317"/>
                  </a:lnTo>
                  <a:lnTo>
                    <a:pt x="1199549" y="886913"/>
                  </a:lnTo>
                  <a:lnTo>
                    <a:pt x="1187309" y="902041"/>
                  </a:lnTo>
                  <a:lnTo>
                    <a:pt x="1175069" y="917220"/>
                  </a:lnTo>
                  <a:lnTo>
                    <a:pt x="1162828" y="932444"/>
                  </a:lnTo>
                  <a:lnTo>
                    <a:pt x="1150588" y="947706"/>
                  </a:lnTo>
                  <a:lnTo>
                    <a:pt x="1138348" y="963001"/>
                  </a:lnTo>
                  <a:lnTo>
                    <a:pt x="1126108" y="977973"/>
                  </a:lnTo>
                  <a:lnTo>
                    <a:pt x="1113867" y="993166"/>
                  </a:lnTo>
                  <a:lnTo>
                    <a:pt x="1101627" y="1008412"/>
                  </a:lnTo>
                  <a:lnTo>
                    <a:pt x="1089387" y="1023629"/>
                  </a:lnTo>
                  <a:lnTo>
                    <a:pt x="1077146" y="1038811"/>
                  </a:lnTo>
                  <a:lnTo>
                    <a:pt x="1064906" y="1053954"/>
                  </a:lnTo>
                  <a:lnTo>
                    <a:pt x="1052666" y="1068391"/>
                  </a:lnTo>
                  <a:lnTo>
                    <a:pt x="1040425" y="1084107"/>
                  </a:lnTo>
                  <a:lnTo>
                    <a:pt x="1028185" y="1099108"/>
                  </a:lnTo>
                  <a:lnTo>
                    <a:pt x="1015945" y="1115191"/>
                  </a:lnTo>
                  <a:lnTo>
                    <a:pt x="1003704" y="1130364"/>
                  </a:lnTo>
                  <a:lnTo>
                    <a:pt x="991464" y="1144382"/>
                  </a:lnTo>
                  <a:lnTo>
                    <a:pt x="979224" y="1160675"/>
                  </a:lnTo>
                  <a:lnTo>
                    <a:pt x="966984" y="1176896"/>
                  </a:lnTo>
                  <a:lnTo>
                    <a:pt x="954743" y="1191913"/>
                  </a:lnTo>
                  <a:lnTo>
                    <a:pt x="942503" y="1206849"/>
                  </a:lnTo>
                  <a:lnTo>
                    <a:pt x="930263" y="1221707"/>
                  </a:lnTo>
                  <a:lnTo>
                    <a:pt x="918022" y="1237044"/>
                  </a:lnTo>
                  <a:lnTo>
                    <a:pt x="905782" y="1253055"/>
                  </a:lnTo>
                  <a:lnTo>
                    <a:pt x="893542" y="1268913"/>
                  </a:lnTo>
                  <a:lnTo>
                    <a:pt x="881301" y="1284605"/>
                  </a:lnTo>
                  <a:lnTo>
                    <a:pt x="869061" y="1300122"/>
                  </a:lnTo>
                  <a:lnTo>
                    <a:pt x="856821" y="1315450"/>
                  </a:lnTo>
                  <a:lnTo>
                    <a:pt x="844581" y="1329680"/>
                  </a:lnTo>
                  <a:lnTo>
                    <a:pt x="832340" y="1343618"/>
                  </a:lnTo>
                  <a:lnTo>
                    <a:pt x="820100" y="1357349"/>
                  </a:lnTo>
                  <a:lnTo>
                    <a:pt x="807860" y="1370865"/>
                  </a:lnTo>
                  <a:lnTo>
                    <a:pt x="795619" y="1384159"/>
                  </a:lnTo>
                  <a:lnTo>
                    <a:pt x="783379" y="1397223"/>
                  </a:lnTo>
                  <a:lnTo>
                    <a:pt x="771139" y="1410049"/>
                  </a:lnTo>
                  <a:lnTo>
                    <a:pt x="758898" y="1422631"/>
                  </a:lnTo>
                  <a:lnTo>
                    <a:pt x="746658" y="1434961"/>
                  </a:lnTo>
                  <a:lnTo>
                    <a:pt x="734418" y="1447032"/>
                  </a:lnTo>
                  <a:lnTo>
                    <a:pt x="722177" y="1458835"/>
                  </a:lnTo>
                  <a:lnTo>
                    <a:pt x="709937" y="1471557"/>
                  </a:lnTo>
                  <a:lnTo>
                    <a:pt x="697697" y="1484872"/>
                  </a:lnTo>
                  <a:lnTo>
                    <a:pt x="685457" y="1498060"/>
                  </a:lnTo>
                  <a:lnTo>
                    <a:pt x="673216" y="1511119"/>
                  </a:lnTo>
                  <a:lnTo>
                    <a:pt x="660976" y="1524043"/>
                  </a:lnTo>
                  <a:lnTo>
                    <a:pt x="648736" y="1535931"/>
                  </a:lnTo>
                  <a:lnTo>
                    <a:pt x="636495" y="1546380"/>
                  </a:lnTo>
                  <a:lnTo>
                    <a:pt x="624255" y="1556614"/>
                  </a:lnTo>
                  <a:lnTo>
                    <a:pt x="612015" y="1566643"/>
                  </a:lnTo>
                  <a:lnTo>
                    <a:pt x="599774" y="1576477"/>
                  </a:lnTo>
                  <a:lnTo>
                    <a:pt x="587534" y="1586127"/>
                  </a:lnTo>
                  <a:lnTo>
                    <a:pt x="575294" y="1596397"/>
                  </a:lnTo>
                  <a:lnTo>
                    <a:pt x="563054" y="1607144"/>
                  </a:lnTo>
                  <a:lnTo>
                    <a:pt x="550813" y="1617052"/>
                  </a:lnTo>
                  <a:lnTo>
                    <a:pt x="538573" y="1627003"/>
                  </a:lnTo>
                  <a:lnTo>
                    <a:pt x="526333" y="1637332"/>
                  </a:lnTo>
                  <a:lnTo>
                    <a:pt x="514092" y="1647534"/>
                  </a:lnTo>
                  <a:lnTo>
                    <a:pt x="501852" y="1658492"/>
                  </a:lnTo>
                  <a:lnTo>
                    <a:pt x="489612" y="1669103"/>
                  </a:lnTo>
                  <a:lnTo>
                    <a:pt x="477371" y="1677940"/>
                  </a:lnTo>
                  <a:lnTo>
                    <a:pt x="465131" y="1687460"/>
                  </a:lnTo>
                  <a:lnTo>
                    <a:pt x="452891" y="1697443"/>
                  </a:lnTo>
                  <a:lnTo>
                    <a:pt x="440650" y="1707234"/>
                  </a:lnTo>
                  <a:lnTo>
                    <a:pt x="428410" y="1716831"/>
                  </a:lnTo>
                  <a:lnTo>
                    <a:pt x="416170" y="1726231"/>
                  </a:lnTo>
                  <a:lnTo>
                    <a:pt x="403930" y="1735433"/>
                  </a:lnTo>
                  <a:lnTo>
                    <a:pt x="391689" y="1744435"/>
                  </a:lnTo>
                  <a:lnTo>
                    <a:pt x="379449" y="1753448"/>
                  </a:lnTo>
                  <a:lnTo>
                    <a:pt x="367209" y="1762689"/>
                  </a:lnTo>
                  <a:lnTo>
                    <a:pt x="354968" y="1771887"/>
                  </a:lnTo>
                  <a:lnTo>
                    <a:pt x="342728" y="1781080"/>
                  </a:lnTo>
                  <a:lnTo>
                    <a:pt x="330488" y="1790549"/>
                  </a:lnTo>
                  <a:lnTo>
                    <a:pt x="318247" y="1800406"/>
                  </a:lnTo>
                  <a:lnTo>
                    <a:pt x="306007" y="1810017"/>
                  </a:lnTo>
                  <a:lnTo>
                    <a:pt x="293767" y="1819374"/>
                  </a:lnTo>
                  <a:lnTo>
                    <a:pt x="281527" y="1828468"/>
                  </a:lnTo>
                  <a:lnTo>
                    <a:pt x="269286" y="1837653"/>
                  </a:lnTo>
                  <a:lnTo>
                    <a:pt x="257046" y="1848327"/>
                  </a:lnTo>
                  <a:lnTo>
                    <a:pt x="244806" y="1859655"/>
                  </a:lnTo>
                  <a:lnTo>
                    <a:pt x="232565" y="1871232"/>
                  </a:lnTo>
                  <a:lnTo>
                    <a:pt x="220325" y="1882478"/>
                  </a:lnTo>
                  <a:lnTo>
                    <a:pt x="208085" y="1893755"/>
                  </a:lnTo>
                  <a:lnTo>
                    <a:pt x="195844" y="1905068"/>
                  </a:lnTo>
                  <a:lnTo>
                    <a:pt x="183604" y="1915039"/>
                  </a:lnTo>
                  <a:lnTo>
                    <a:pt x="171364" y="1925403"/>
                  </a:lnTo>
                  <a:lnTo>
                    <a:pt x="159123" y="1938169"/>
                  </a:lnTo>
                  <a:lnTo>
                    <a:pt x="146883" y="1951177"/>
                  </a:lnTo>
                  <a:lnTo>
                    <a:pt x="134643" y="1964436"/>
                  </a:lnTo>
                  <a:lnTo>
                    <a:pt x="122403" y="1977956"/>
                  </a:lnTo>
                  <a:lnTo>
                    <a:pt x="110162" y="1994804"/>
                  </a:lnTo>
                  <a:lnTo>
                    <a:pt x="97922" y="2013705"/>
                  </a:lnTo>
                  <a:lnTo>
                    <a:pt x="85682" y="2029107"/>
                  </a:lnTo>
                  <a:lnTo>
                    <a:pt x="73441" y="2042033"/>
                  </a:lnTo>
                  <a:lnTo>
                    <a:pt x="61201" y="2056097"/>
                  </a:lnTo>
                  <a:lnTo>
                    <a:pt x="48961" y="2073910"/>
                  </a:lnTo>
                  <a:lnTo>
                    <a:pt x="36720" y="2092170"/>
                  </a:lnTo>
                  <a:lnTo>
                    <a:pt x="24480" y="2110889"/>
                  </a:lnTo>
                  <a:lnTo>
                    <a:pt x="12240" y="2131258"/>
                  </a:lnTo>
                  <a:lnTo>
                    <a:pt x="0" y="215221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048222" cy="1827159"/>
            </a:xfrm>
            <a:custGeom>
              <a:avLst/>
              <a:pathLst>
                <a:path w="2048222" h="1827159">
                  <a:moveTo>
                    <a:pt x="0" y="1827159"/>
                  </a:moveTo>
                  <a:lnTo>
                    <a:pt x="12240" y="1826683"/>
                  </a:lnTo>
                  <a:lnTo>
                    <a:pt x="24480" y="1825960"/>
                  </a:lnTo>
                  <a:lnTo>
                    <a:pt x="36720" y="1824989"/>
                  </a:lnTo>
                  <a:lnTo>
                    <a:pt x="48961" y="1822294"/>
                  </a:lnTo>
                  <a:lnTo>
                    <a:pt x="61201" y="1817044"/>
                  </a:lnTo>
                  <a:lnTo>
                    <a:pt x="73441" y="1817621"/>
                  </a:lnTo>
                  <a:lnTo>
                    <a:pt x="85682" y="1818573"/>
                  </a:lnTo>
                  <a:lnTo>
                    <a:pt x="97922" y="1817511"/>
                  </a:lnTo>
                  <a:lnTo>
                    <a:pt x="110162" y="1812957"/>
                  </a:lnTo>
                  <a:lnTo>
                    <a:pt x="122403" y="1807394"/>
                  </a:lnTo>
                  <a:lnTo>
                    <a:pt x="134643" y="1800420"/>
                  </a:lnTo>
                  <a:lnTo>
                    <a:pt x="146883" y="1794134"/>
                  </a:lnTo>
                  <a:lnTo>
                    <a:pt x="159123" y="1786384"/>
                  </a:lnTo>
                  <a:lnTo>
                    <a:pt x="171364" y="1781093"/>
                  </a:lnTo>
                  <a:lnTo>
                    <a:pt x="183604" y="1775146"/>
                  </a:lnTo>
                  <a:lnTo>
                    <a:pt x="195844" y="1768759"/>
                  </a:lnTo>
                  <a:lnTo>
                    <a:pt x="208085" y="1762336"/>
                  </a:lnTo>
                  <a:lnTo>
                    <a:pt x="220325" y="1755872"/>
                  </a:lnTo>
                  <a:lnTo>
                    <a:pt x="232565" y="1749363"/>
                  </a:lnTo>
                  <a:lnTo>
                    <a:pt x="244806" y="1741800"/>
                  </a:lnTo>
                  <a:lnTo>
                    <a:pt x="257046" y="1732821"/>
                  </a:lnTo>
                  <a:lnTo>
                    <a:pt x="269286" y="1724414"/>
                  </a:lnTo>
                  <a:lnTo>
                    <a:pt x="281527" y="1716694"/>
                  </a:lnTo>
                  <a:lnTo>
                    <a:pt x="293767" y="1710122"/>
                  </a:lnTo>
                  <a:lnTo>
                    <a:pt x="306007" y="1703267"/>
                  </a:lnTo>
                  <a:lnTo>
                    <a:pt x="318247" y="1694675"/>
                  </a:lnTo>
                  <a:lnTo>
                    <a:pt x="330488" y="1685180"/>
                  </a:lnTo>
                  <a:lnTo>
                    <a:pt x="342728" y="1676026"/>
                  </a:lnTo>
                  <a:lnTo>
                    <a:pt x="354968" y="1667157"/>
                  </a:lnTo>
                  <a:lnTo>
                    <a:pt x="367209" y="1658375"/>
                  </a:lnTo>
                  <a:lnTo>
                    <a:pt x="379449" y="1649666"/>
                  </a:lnTo>
                  <a:lnTo>
                    <a:pt x="391689" y="1641018"/>
                  </a:lnTo>
                  <a:lnTo>
                    <a:pt x="403930" y="1632420"/>
                  </a:lnTo>
                  <a:lnTo>
                    <a:pt x="416170" y="1623859"/>
                  </a:lnTo>
                  <a:lnTo>
                    <a:pt x="428410" y="1615324"/>
                  </a:lnTo>
                  <a:lnTo>
                    <a:pt x="440650" y="1606801"/>
                  </a:lnTo>
                  <a:lnTo>
                    <a:pt x="452891" y="1597585"/>
                  </a:lnTo>
                  <a:lnTo>
                    <a:pt x="465131" y="1587351"/>
                  </a:lnTo>
                  <a:lnTo>
                    <a:pt x="477371" y="1578680"/>
                  </a:lnTo>
                  <a:lnTo>
                    <a:pt x="489612" y="1570025"/>
                  </a:lnTo>
                  <a:lnTo>
                    <a:pt x="501852" y="1561342"/>
                  </a:lnTo>
                  <a:lnTo>
                    <a:pt x="514092" y="1552619"/>
                  </a:lnTo>
                  <a:lnTo>
                    <a:pt x="526333" y="1543841"/>
                  </a:lnTo>
                  <a:lnTo>
                    <a:pt x="538573" y="1534997"/>
                  </a:lnTo>
                  <a:lnTo>
                    <a:pt x="550813" y="1526073"/>
                  </a:lnTo>
                  <a:lnTo>
                    <a:pt x="563054" y="1517055"/>
                  </a:lnTo>
                  <a:lnTo>
                    <a:pt x="575294" y="1507684"/>
                  </a:lnTo>
                  <a:lnTo>
                    <a:pt x="587534" y="1496652"/>
                  </a:lnTo>
                  <a:lnTo>
                    <a:pt x="599774" y="1485460"/>
                  </a:lnTo>
                  <a:lnTo>
                    <a:pt x="612015" y="1474598"/>
                  </a:lnTo>
                  <a:lnTo>
                    <a:pt x="624255" y="1464652"/>
                  </a:lnTo>
                  <a:lnTo>
                    <a:pt x="636495" y="1454362"/>
                  </a:lnTo>
                  <a:lnTo>
                    <a:pt x="648736" y="1442119"/>
                  </a:lnTo>
                  <a:lnTo>
                    <a:pt x="660976" y="1429712"/>
                  </a:lnTo>
                  <a:lnTo>
                    <a:pt x="673216" y="1417140"/>
                  </a:lnTo>
                  <a:lnTo>
                    <a:pt x="685457" y="1404405"/>
                  </a:lnTo>
                  <a:lnTo>
                    <a:pt x="697697" y="1391505"/>
                  </a:lnTo>
                  <a:lnTo>
                    <a:pt x="709937" y="1378441"/>
                  </a:lnTo>
                  <a:lnTo>
                    <a:pt x="722177" y="1365213"/>
                  </a:lnTo>
                  <a:lnTo>
                    <a:pt x="734418" y="1351821"/>
                  </a:lnTo>
                  <a:lnTo>
                    <a:pt x="746658" y="1338268"/>
                  </a:lnTo>
                  <a:lnTo>
                    <a:pt x="758898" y="1324561"/>
                  </a:lnTo>
                  <a:lnTo>
                    <a:pt x="771139" y="1310952"/>
                  </a:lnTo>
                  <a:lnTo>
                    <a:pt x="783379" y="1297281"/>
                  </a:lnTo>
                  <a:lnTo>
                    <a:pt x="795619" y="1284086"/>
                  </a:lnTo>
                  <a:lnTo>
                    <a:pt x="807860" y="1270682"/>
                  </a:lnTo>
                  <a:lnTo>
                    <a:pt x="820100" y="1257079"/>
                  </a:lnTo>
                  <a:lnTo>
                    <a:pt x="832340" y="1243285"/>
                  </a:lnTo>
                  <a:lnTo>
                    <a:pt x="844581" y="1229310"/>
                  </a:lnTo>
                  <a:lnTo>
                    <a:pt x="856821" y="1215165"/>
                  </a:lnTo>
                  <a:lnTo>
                    <a:pt x="869061" y="1200858"/>
                  </a:lnTo>
                  <a:lnTo>
                    <a:pt x="881301" y="1186400"/>
                  </a:lnTo>
                  <a:lnTo>
                    <a:pt x="893542" y="1171801"/>
                  </a:lnTo>
                  <a:lnTo>
                    <a:pt x="905782" y="1157069"/>
                  </a:lnTo>
                  <a:lnTo>
                    <a:pt x="918022" y="1142214"/>
                  </a:lnTo>
                  <a:lnTo>
                    <a:pt x="930263" y="1127247"/>
                  </a:lnTo>
                  <a:lnTo>
                    <a:pt x="942503" y="1112177"/>
                  </a:lnTo>
                  <a:lnTo>
                    <a:pt x="954743" y="1097013"/>
                  </a:lnTo>
                  <a:lnTo>
                    <a:pt x="966984" y="1081766"/>
                  </a:lnTo>
                  <a:lnTo>
                    <a:pt x="979224" y="1066444"/>
                  </a:lnTo>
                  <a:lnTo>
                    <a:pt x="991464" y="1051467"/>
                  </a:lnTo>
                  <a:lnTo>
                    <a:pt x="1003704" y="1036755"/>
                  </a:lnTo>
                  <a:lnTo>
                    <a:pt x="1015945" y="1021658"/>
                  </a:lnTo>
                  <a:lnTo>
                    <a:pt x="1028185" y="1005577"/>
                  </a:lnTo>
                  <a:lnTo>
                    <a:pt x="1040425" y="989465"/>
                  </a:lnTo>
                  <a:lnTo>
                    <a:pt x="1052666" y="973499"/>
                  </a:lnTo>
                  <a:lnTo>
                    <a:pt x="1064906" y="957930"/>
                  </a:lnTo>
                  <a:lnTo>
                    <a:pt x="1077146" y="942363"/>
                  </a:lnTo>
                  <a:lnTo>
                    <a:pt x="1089387" y="926810"/>
                  </a:lnTo>
                  <a:lnTo>
                    <a:pt x="1101627" y="911279"/>
                  </a:lnTo>
                  <a:lnTo>
                    <a:pt x="1113867" y="895780"/>
                  </a:lnTo>
                  <a:lnTo>
                    <a:pt x="1126108" y="880323"/>
                  </a:lnTo>
                  <a:lnTo>
                    <a:pt x="1138348" y="865599"/>
                  </a:lnTo>
                  <a:lnTo>
                    <a:pt x="1150588" y="849574"/>
                  </a:lnTo>
                  <a:lnTo>
                    <a:pt x="1162828" y="833683"/>
                  </a:lnTo>
                  <a:lnTo>
                    <a:pt x="1175069" y="817375"/>
                  </a:lnTo>
                  <a:lnTo>
                    <a:pt x="1187309" y="801179"/>
                  </a:lnTo>
                  <a:lnTo>
                    <a:pt x="1199549" y="785575"/>
                  </a:lnTo>
                  <a:lnTo>
                    <a:pt x="1211790" y="769956"/>
                  </a:lnTo>
                  <a:lnTo>
                    <a:pt x="1224030" y="754186"/>
                  </a:lnTo>
                  <a:lnTo>
                    <a:pt x="1236270" y="738522"/>
                  </a:lnTo>
                  <a:lnTo>
                    <a:pt x="1248511" y="722974"/>
                  </a:lnTo>
                  <a:lnTo>
                    <a:pt x="1260751" y="707551"/>
                  </a:lnTo>
                  <a:lnTo>
                    <a:pt x="1272991" y="692263"/>
                  </a:lnTo>
                  <a:lnTo>
                    <a:pt x="1285231" y="677120"/>
                  </a:lnTo>
                  <a:lnTo>
                    <a:pt x="1297472" y="662630"/>
                  </a:lnTo>
                  <a:lnTo>
                    <a:pt x="1309712" y="648315"/>
                  </a:lnTo>
                  <a:lnTo>
                    <a:pt x="1321952" y="634136"/>
                  </a:lnTo>
                  <a:lnTo>
                    <a:pt x="1334193" y="620101"/>
                  </a:lnTo>
                  <a:lnTo>
                    <a:pt x="1346433" y="606214"/>
                  </a:lnTo>
                  <a:lnTo>
                    <a:pt x="1358673" y="592637"/>
                  </a:lnTo>
                  <a:lnTo>
                    <a:pt x="1370914" y="579509"/>
                  </a:lnTo>
                  <a:lnTo>
                    <a:pt x="1383154" y="565767"/>
                  </a:lnTo>
                  <a:lnTo>
                    <a:pt x="1395394" y="552302"/>
                  </a:lnTo>
                  <a:lnTo>
                    <a:pt x="1407635" y="539266"/>
                  </a:lnTo>
                  <a:lnTo>
                    <a:pt x="1419875" y="526421"/>
                  </a:lnTo>
                  <a:lnTo>
                    <a:pt x="1432115" y="513442"/>
                  </a:lnTo>
                  <a:lnTo>
                    <a:pt x="1444355" y="500237"/>
                  </a:lnTo>
                  <a:lnTo>
                    <a:pt x="1456596" y="487095"/>
                  </a:lnTo>
                  <a:lnTo>
                    <a:pt x="1468836" y="474154"/>
                  </a:lnTo>
                  <a:lnTo>
                    <a:pt x="1481076" y="461887"/>
                  </a:lnTo>
                  <a:lnTo>
                    <a:pt x="1493317" y="449648"/>
                  </a:lnTo>
                  <a:lnTo>
                    <a:pt x="1505557" y="437664"/>
                  </a:lnTo>
                  <a:lnTo>
                    <a:pt x="1517797" y="425929"/>
                  </a:lnTo>
                  <a:lnTo>
                    <a:pt x="1530038" y="414439"/>
                  </a:lnTo>
                  <a:lnTo>
                    <a:pt x="1542278" y="402278"/>
                  </a:lnTo>
                  <a:lnTo>
                    <a:pt x="1554518" y="389713"/>
                  </a:lnTo>
                  <a:lnTo>
                    <a:pt x="1566759" y="375697"/>
                  </a:lnTo>
                  <a:lnTo>
                    <a:pt x="1578999" y="362710"/>
                  </a:lnTo>
                  <a:lnTo>
                    <a:pt x="1591239" y="350384"/>
                  </a:lnTo>
                  <a:lnTo>
                    <a:pt x="1603479" y="340057"/>
                  </a:lnTo>
                  <a:lnTo>
                    <a:pt x="1615720" y="329383"/>
                  </a:lnTo>
                  <a:lnTo>
                    <a:pt x="1627960" y="316813"/>
                  </a:lnTo>
                  <a:lnTo>
                    <a:pt x="1640200" y="305743"/>
                  </a:lnTo>
                  <a:lnTo>
                    <a:pt x="1652441" y="293290"/>
                  </a:lnTo>
                  <a:lnTo>
                    <a:pt x="1664681" y="281060"/>
                  </a:lnTo>
                  <a:lnTo>
                    <a:pt x="1676921" y="269060"/>
                  </a:lnTo>
                  <a:lnTo>
                    <a:pt x="1689162" y="257298"/>
                  </a:lnTo>
                  <a:lnTo>
                    <a:pt x="1701402" y="246491"/>
                  </a:lnTo>
                  <a:lnTo>
                    <a:pt x="1713642" y="236469"/>
                  </a:lnTo>
                  <a:lnTo>
                    <a:pt x="1725882" y="226779"/>
                  </a:lnTo>
                  <a:lnTo>
                    <a:pt x="1738123" y="217434"/>
                  </a:lnTo>
                  <a:lnTo>
                    <a:pt x="1750363" y="208443"/>
                  </a:lnTo>
                  <a:lnTo>
                    <a:pt x="1762603" y="199817"/>
                  </a:lnTo>
                  <a:lnTo>
                    <a:pt x="1774844" y="191753"/>
                  </a:lnTo>
                  <a:lnTo>
                    <a:pt x="1787084" y="184247"/>
                  </a:lnTo>
                  <a:lnTo>
                    <a:pt x="1799324" y="177096"/>
                  </a:lnTo>
                  <a:lnTo>
                    <a:pt x="1811565" y="170310"/>
                  </a:lnTo>
                  <a:lnTo>
                    <a:pt x="1823805" y="163895"/>
                  </a:lnTo>
                  <a:lnTo>
                    <a:pt x="1836045" y="157860"/>
                  </a:lnTo>
                  <a:lnTo>
                    <a:pt x="1848286" y="152211"/>
                  </a:lnTo>
                  <a:lnTo>
                    <a:pt x="1860526" y="146958"/>
                  </a:lnTo>
                  <a:lnTo>
                    <a:pt x="1872766" y="142108"/>
                  </a:lnTo>
                  <a:lnTo>
                    <a:pt x="1885006" y="135987"/>
                  </a:lnTo>
                  <a:lnTo>
                    <a:pt x="1897247" y="128433"/>
                  </a:lnTo>
                  <a:lnTo>
                    <a:pt x="1909487" y="119214"/>
                  </a:lnTo>
                  <a:lnTo>
                    <a:pt x="1921727" y="110200"/>
                  </a:lnTo>
                  <a:lnTo>
                    <a:pt x="1933968" y="100133"/>
                  </a:lnTo>
                  <a:lnTo>
                    <a:pt x="1946208" y="92803"/>
                  </a:lnTo>
                  <a:lnTo>
                    <a:pt x="1958448" y="84428"/>
                  </a:lnTo>
                  <a:lnTo>
                    <a:pt x="1970689" y="76273"/>
                  </a:lnTo>
                  <a:lnTo>
                    <a:pt x="1982929" y="68749"/>
                  </a:lnTo>
                  <a:lnTo>
                    <a:pt x="1995169" y="60335"/>
                  </a:lnTo>
                  <a:lnTo>
                    <a:pt x="2007409" y="47003"/>
                  </a:lnTo>
                  <a:lnTo>
                    <a:pt x="2019650" y="33492"/>
                  </a:lnTo>
                  <a:lnTo>
                    <a:pt x="2031890" y="19817"/>
                  </a:lnTo>
                  <a:lnTo>
                    <a:pt x="2044130" y="5970"/>
                  </a:lnTo>
                  <a:lnTo>
                    <a:pt x="204822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144551"/>
              <a:ext cx="2191014" cy="1763054"/>
            </a:xfrm>
            <a:custGeom>
              <a:avLst/>
              <a:pathLst>
                <a:path w="2191014" h="1763054">
                  <a:moveTo>
                    <a:pt x="2191014" y="200159"/>
                  </a:moveTo>
                  <a:lnTo>
                    <a:pt x="2178774" y="188032"/>
                  </a:lnTo>
                  <a:lnTo>
                    <a:pt x="2166533" y="173504"/>
                  </a:lnTo>
                  <a:lnTo>
                    <a:pt x="2154293" y="154844"/>
                  </a:lnTo>
                  <a:lnTo>
                    <a:pt x="2142053" y="133120"/>
                  </a:lnTo>
                  <a:lnTo>
                    <a:pt x="2129813" y="105601"/>
                  </a:lnTo>
                  <a:lnTo>
                    <a:pt x="2117572" y="91170"/>
                  </a:lnTo>
                  <a:lnTo>
                    <a:pt x="2105332" y="82439"/>
                  </a:lnTo>
                  <a:lnTo>
                    <a:pt x="2093092" y="74182"/>
                  </a:lnTo>
                  <a:lnTo>
                    <a:pt x="2080851" y="58102"/>
                  </a:lnTo>
                  <a:lnTo>
                    <a:pt x="2068611" y="47605"/>
                  </a:lnTo>
                  <a:lnTo>
                    <a:pt x="2056371" y="39139"/>
                  </a:lnTo>
                  <a:lnTo>
                    <a:pt x="2044130" y="34716"/>
                  </a:lnTo>
                  <a:lnTo>
                    <a:pt x="2031890" y="28087"/>
                  </a:lnTo>
                  <a:lnTo>
                    <a:pt x="2019650" y="22028"/>
                  </a:lnTo>
                  <a:lnTo>
                    <a:pt x="2007409" y="16531"/>
                  </a:lnTo>
                  <a:lnTo>
                    <a:pt x="1995169" y="11587"/>
                  </a:lnTo>
                  <a:lnTo>
                    <a:pt x="1982929" y="4664"/>
                  </a:lnTo>
                  <a:lnTo>
                    <a:pt x="1970689" y="3330"/>
                  </a:lnTo>
                  <a:lnTo>
                    <a:pt x="1958448" y="0"/>
                  </a:lnTo>
                  <a:lnTo>
                    <a:pt x="1946208" y="1944"/>
                  </a:lnTo>
                  <a:lnTo>
                    <a:pt x="1933968" y="7588"/>
                  </a:lnTo>
                  <a:lnTo>
                    <a:pt x="1921727" y="10143"/>
                  </a:lnTo>
                  <a:lnTo>
                    <a:pt x="1909487" y="9216"/>
                  </a:lnTo>
                  <a:lnTo>
                    <a:pt x="1897247" y="12885"/>
                  </a:lnTo>
                  <a:lnTo>
                    <a:pt x="1885006" y="20262"/>
                  </a:lnTo>
                  <a:lnTo>
                    <a:pt x="1872766" y="29057"/>
                  </a:lnTo>
                  <a:lnTo>
                    <a:pt x="1860526" y="35608"/>
                  </a:lnTo>
                  <a:lnTo>
                    <a:pt x="1848286" y="36193"/>
                  </a:lnTo>
                  <a:lnTo>
                    <a:pt x="1836045" y="36385"/>
                  </a:lnTo>
                  <a:lnTo>
                    <a:pt x="1823805" y="36692"/>
                  </a:lnTo>
                  <a:lnTo>
                    <a:pt x="1811565" y="37126"/>
                  </a:lnTo>
                  <a:lnTo>
                    <a:pt x="1799324" y="37696"/>
                  </a:lnTo>
                  <a:lnTo>
                    <a:pt x="1787084" y="40429"/>
                  </a:lnTo>
                  <a:lnTo>
                    <a:pt x="1774844" y="44453"/>
                  </a:lnTo>
                  <a:lnTo>
                    <a:pt x="1762603" y="48649"/>
                  </a:lnTo>
                  <a:lnTo>
                    <a:pt x="1750363" y="53023"/>
                  </a:lnTo>
                  <a:lnTo>
                    <a:pt x="1738123" y="57580"/>
                  </a:lnTo>
                  <a:lnTo>
                    <a:pt x="1725882" y="62322"/>
                  </a:lnTo>
                  <a:lnTo>
                    <a:pt x="1713642" y="67256"/>
                  </a:lnTo>
                  <a:lnTo>
                    <a:pt x="1701402" y="72384"/>
                  </a:lnTo>
                  <a:lnTo>
                    <a:pt x="1689162" y="77711"/>
                  </a:lnTo>
                  <a:lnTo>
                    <a:pt x="1676921" y="80623"/>
                  </a:lnTo>
                  <a:lnTo>
                    <a:pt x="1664681" y="83592"/>
                  </a:lnTo>
                  <a:lnTo>
                    <a:pt x="1652441" y="87826"/>
                  </a:lnTo>
                  <a:lnTo>
                    <a:pt x="1640200" y="93980"/>
                  </a:lnTo>
                  <a:lnTo>
                    <a:pt x="1627960" y="100354"/>
                  </a:lnTo>
                  <a:lnTo>
                    <a:pt x="1615720" y="106951"/>
                  </a:lnTo>
                  <a:lnTo>
                    <a:pt x="1603479" y="113776"/>
                  </a:lnTo>
                  <a:lnTo>
                    <a:pt x="1591239" y="120831"/>
                  </a:lnTo>
                  <a:lnTo>
                    <a:pt x="1578999" y="128121"/>
                  </a:lnTo>
                  <a:lnTo>
                    <a:pt x="1566759" y="135648"/>
                  </a:lnTo>
                  <a:lnTo>
                    <a:pt x="1554518" y="143418"/>
                  </a:lnTo>
                  <a:lnTo>
                    <a:pt x="1542278" y="152800"/>
                  </a:lnTo>
                  <a:lnTo>
                    <a:pt x="1530038" y="160101"/>
                  </a:lnTo>
                  <a:lnTo>
                    <a:pt x="1517797" y="168211"/>
                  </a:lnTo>
                  <a:lnTo>
                    <a:pt x="1505557" y="176983"/>
                  </a:lnTo>
                  <a:lnTo>
                    <a:pt x="1493317" y="186841"/>
                  </a:lnTo>
                  <a:lnTo>
                    <a:pt x="1481076" y="197921"/>
                  </a:lnTo>
                  <a:lnTo>
                    <a:pt x="1468836" y="209211"/>
                  </a:lnTo>
                  <a:lnTo>
                    <a:pt x="1456596" y="220702"/>
                  </a:lnTo>
                  <a:lnTo>
                    <a:pt x="1444355" y="232388"/>
                  </a:lnTo>
                  <a:lnTo>
                    <a:pt x="1432115" y="243242"/>
                  </a:lnTo>
                  <a:lnTo>
                    <a:pt x="1419875" y="256315"/>
                  </a:lnTo>
                  <a:lnTo>
                    <a:pt x="1407635" y="268546"/>
                  </a:lnTo>
                  <a:lnTo>
                    <a:pt x="1395394" y="280946"/>
                  </a:lnTo>
                  <a:lnTo>
                    <a:pt x="1383154" y="291952"/>
                  </a:lnTo>
                  <a:lnTo>
                    <a:pt x="1370914" y="305586"/>
                  </a:lnTo>
                  <a:lnTo>
                    <a:pt x="1358673" y="317508"/>
                  </a:lnTo>
                  <a:lnTo>
                    <a:pt x="1346433" y="331638"/>
                  </a:lnTo>
                  <a:lnTo>
                    <a:pt x="1334193" y="345275"/>
                  </a:lnTo>
                  <a:lnTo>
                    <a:pt x="1321952" y="358565"/>
                  </a:lnTo>
                  <a:lnTo>
                    <a:pt x="1309712" y="371981"/>
                  </a:lnTo>
                  <a:lnTo>
                    <a:pt x="1297472" y="385519"/>
                  </a:lnTo>
                  <a:lnTo>
                    <a:pt x="1285231" y="399171"/>
                  </a:lnTo>
                  <a:lnTo>
                    <a:pt x="1272991" y="412932"/>
                  </a:lnTo>
                  <a:lnTo>
                    <a:pt x="1260751" y="426795"/>
                  </a:lnTo>
                  <a:lnTo>
                    <a:pt x="1248511" y="440756"/>
                  </a:lnTo>
                  <a:lnTo>
                    <a:pt x="1236270" y="454806"/>
                  </a:lnTo>
                  <a:lnTo>
                    <a:pt x="1224030" y="468941"/>
                  </a:lnTo>
                  <a:lnTo>
                    <a:pt x="1211790" y="483155"/>
                  </a:lnTo>
                  <a:lnTo>
                    <a:pt x="1199549" y="497750"/>
                  </a:lnTo>
                  <a:lnTo>
                    <a:pt x="1187309" y="512878"/>
                  </a:lnTo>
                  <a:lnTo>
                    <a:pt x="1175069" y="528057"/>
                  </a:lnTo>
                  <a:lnTo>
                    <a:pt x="1162828" y="543281"/>
                  </a:lnTo>
                  <a:lnTo>
                    <a:pt x="1150588" y="558544"/>
                  </a:lnTo>
                  <a:lnTo>
                    <a:pt x="1138348" y="573839"/>
                  </a:lnTo>
                  <a:lnTo>
                    <a:pt x="1126108" y="588810"/>
                  </a:lnTo>
                  <a:lnTo>
                    <a:pt x="1113867" y="604003"/>
                  </a:lnTo>
                  <a:lnTo>
                    <a:pt x="1101627" y="619249"/>
                  </a:lnTo>
                  <a:lnTo>
                    <a:pt x="1089387" y="634466"/>
                  </a:lnTo>
                  <a:lnTo>
                    <a:pt x="1077146" y="649648"/>
                  </a:lnTo>
                  <a:lnTo>
                    <a:pt x="1064906" y="664792"/>
                  </a:lnTo>
                  <a:lnTo>
                    <a:pt x="1052666" y="679229"/>
                  </a:lnTo>
                  <a:lnTo>
                    <a:pt x="1040425" y="694944"/>
                  </a:lnTo>
                  <a:lnTo>
                    <a:pt x="1028185" y="709946"/>
                  </a:lnTo>
                  <a:lnTo>
                    <a:pt x="1015945" y="726028"/>
                  </a:lnTo>
                  <a:lnTo>
                    <a:pt x="1003704" y="741201"/>
                  </a:lnTo>
                  <a:lnTo>
                    <a:pt x="991464" y="755219"/>
                  </a:lnTo>
                  <a:lnTo>
                    <a:pt x="979224" y="771512"/>
                  </a:lnTo>
                  <a:lnTo>
                    <a:pt x="966984" y="787733"/>
                  </a:lnTo>
                  <a:lnTo>
                    <a:pt x="954743" y="802750"/>
                  </a:lnTo>
                  <a:lnTo>
                    <a:pt x="942503" y="817686"/>
                  </a:lnTo>
                  <a:lnTo>
                    <a:pt x="930263" y="832544"/>
                  </a:lnTo>
                  <a:lnTo>
                    <a:pt x="918022" y="847881"/>
                  </a:lnTo>
                  <a:lnTo>
                    <a:pt x="905782" y="863892"/>
                  </a:lnTo>
                  <a:lnTo>
                    <a:pt x="893542" y="879750"/>
                  </a:lnTo>
                  <a:lnTo>
                    <a:pt x="881301" y="895443"/>
                  </a:lnTo>
                  <a:lnTo>
                    <a:pt x="869061" y="910959"/>
                  </a:lnTo>
                  <a:lnTo>
                    <a:pt x="856821" y="926288"/>
                  </a:lnTo>
                  <a:lnTo>
                    <a:pt x="844581" y="940518"/>
                  </a:lnTo>
                  <a:lnTo>
                    <a:pt x="832340" y="954456"/>
                  </a:lnTo>
                  <a:lnTo>
                    <a:pt x="820100" y="968186"/>
                  </a:lnTo>
                  <a:lnTo>
                    <a:pt x="807860" y="981702"/>
                  </a:lnTo>
                  <a:lnTo>
                    <a:pt x="795619" y="994996"/>
                  </a:lnTo>
                  <a:lnTo>
                    <a:pt x="783379" y="1008060"/>
                  </a:lnTo>
                  <a:lnTo>
                    <a:pt x="771139" y="1020887"/>
                  </a:lnTo>
                  <a:lnTo>
                    <a:pt x="758898" y="1033469"/>
                  </a:lnTo>
                  <a:lnTo>
                    <a:pt x="746658" y="1045799"/>
                  </a:lnTo>
                  <a:lnTo>
                    <a:pt x="734418" y="1057869"/>
                  </a:lnTo>
                  <a:lnTo>
                    <a:pt x="722177" y="1069673"/>
                  </a:lnTo>
                  <a:lnTo>
                    <a:pt x="709937" y="1082394"/>
                  </a:lnTo>
                  <a:lnTo>
                    <a:pt x="697697" y="1095709"/>
                  </a:lnTo>
                  <a:lnTo>
                    <a:pt x="685457" y="1108898"/>
                  </a:lnTo>
                  <a:lnTo>
                    <a:pt x="673216" y="1121956"/>
                  </a:lnTo>
                  <a:lnTo>
                    <a:pt x="660976" y="1134881"/>
                  </a:lnTo>
                  <a:lnTo>
                    <a:pt x="648736" y="1146769"/>
                  </a:lnTo>
                  <a:lnTo>
                    <a:pt x="636495" y="1157218"/>
                  </a:lnTo>
                  <a:lnTo>
                    <a:pt x="624255" y="1167452"/>
                  </a:lnTo>
                  <a:lnTo>
                    <a:pt x="612015" y="1177480"/>
                  </a:lnTo>
                  <a:lnTo>
                    <a:pt x="599774" y="1187314"/>
                  </a:lnTo>
                  <a:lnTo>
                    <a:pt x="587534" y="1196964"/>
                  </a:lnTo>
                  <a:lnTo>
                    <a:pt x="575294" y="1207234"/>
                  </a:lnTo>
                  <a:lnTo>
                    <a:pt x="563054" y="1217981"/>
                  </a:lnTo>
                  <a:lnTo>
                    <a:pt x="550813" y="1227889"/>
                  </a:lnTo>
                  <a:lnTo>
                    <a:pt x="538573" y="1237841"/>
                  </a:lnTo>
                  <a:lnTo>
                    <a:pt x="526333" y="1248169"/>
                  </a:lnTo>
                  <a:lnTo>
                    <a:pt x="514092" y="1258371"/>
                  </a:lnTo>
                  <a:lnTo>
                    <a:pt x="501852" y="1269329"/>
                  </a:lnTo>
                  <a:lnTo>
                    <a:pt x="489612" y="1279940"/>
                  </a:lnTo>
                  <a:lnTo>
                    <a:pt x="477371" y="1288778"/>
                  </a:lnTo>
                  <a:lnTo>
                    <a:pt x="465131" y="1298297"/>
                  </a:lnTo>
                  <a:lnTo>
                    <a:pt x="452891" y="1308280"/>
                  </a:lnTo>
                  <a:lnTo>
                    <a:pt x="440650" y="1318071"/>
                  </a:lnTo>
                  <a:lnTo>
                    <a:pt x="428410" y="1327668"/>
                  </a:lnTo>
                  <a:lnTo>
                    <a:pt x="416170" y="1337069"/>
                  </a:lnTo>
                  <a:lnTo>
                    <a:pt x="403930" y="1346271"/>
                  </a:lnTo>
                  <a:lnTo>
                    <a:pt x="391689" y="1355272"/>
                  </a:lnTo>
                  <a:lnTo>
                    <a:pt x="379449" y="1364285"/>
                  </a:lnTo>
                  <a:lnTo>
                    <a:pt x="367209" y="1373527"/>
                  </a:lnTo>
                  <a:lnTo>
                    <a:pt x="354968" y="1382724"/>
                  </a:lnTo>
                  <a:lnTo>
                    <a:pt x="342728" y="1391917"/>
                  </a:lnTo>
                  <a:lnTo>
                    <a:pt x="330488" y="1401387"/>
                  </a:lnTo>
                  <a:lnTo>
                    <a:pt x="318247" y="1411244"/>
                  </a:lnTo>
                  <a:lnTo>
                    <a:pt x="306007" y="1420854"/>
                  </a:lnTo>
                  <a:lnTo>
                    <a:pt x="293767" y="1430211"/>
                  </a:lnTo>
                  <a:lnTo>
                    <a:pt x="281527" y="1439305"/>
                  </a:lnTo>
                  <a:lnTo>
                    <a:pt x="269286" y="1448490"/>
                  </a:lnTo>
                  <a:lnTo>
                    <a:pt x="257046" y="1459164"/>
                  </a:lnTo>
                  <a:lnTo>
                    <a:pt x="244806" y="1470492"/>
                  </a:lnTo>
                  <a:lnTo>
                    <a:pt x="232565" y="1482070"/>
                  </a:lnTo>
                  <a:lnTo>
                    <a:pt x="220325" y="1493315"/>
                  </a:lnTo>
                  <a:lnTo>
                    <a:pt x="208085" y="1504592"/>
                  </a:lnTo>
                  <a:lnTo>
                    <a:pt x="195844" y="1515905"/>
                  </a:lnTo>
                  <a:lnTo>
                    <a:pt x="183604" y="1525877"/>
                  </a:lnTo>
                  <a:lnTo>
                    <a:pt x="171364" y="1536240"/>
                  </a:lnTo>
                  <a:lnTo>
                    <a:pt x="159123" y="1549007"/>
                  </a:lnTo>
                  <a:lnTo>
                    <a:pt x="146883" y="1562014"/>
                  </a:lnTo>
                  <a:lnTo>
                    <a:pt x="134643" y="1575273"/>
                  </a:lnTo>
                  <a:lnTo>
                    <a:pt x="122403" y="1588793"/>
                  </a:lnTo>
                  <a:lnTo>
                    <a:pt x="110162" y="1605641"/>
                  </a:lnTo>
                  <a:lnTo>
                    <a:pt x="97922" y="1624543"/>
                  </a:lnTo>
                  <a:lnTo>
                    <a:pt x="85682" y="1639945"/>
                  </a:lnTo>
                  <a:lnTo>
                    <a:pt x="73441" y="1652870"/>
                  </a:lnTo>
                  <a:lnTo>
                    <a:pt x="61201" y="1666934"/>
                  </a:lnTo>
                  <a:lnTo>
                    <a:pt x="48961" y="1684748"/>
                  </a:lnTo>
                  <a:lnTo>
                    <a:pt x="36720" y="1703007"/>
                  </a:lnTo>
                  <a:lnTo>
                    <a:pt x="24480" y="1721726"/>
                  </a:lnTo>
                  <a:lnTo>
                    <a:pt x="12240" y="1742096"/>
                  </a:lnTo>
                  <a:lnTo>
                    <a:pt x="0" y="17630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919787"/>
              <a:ext cx="2191014" cy="1835343"/>
            </a:xfrm>
            <a:custGeom>
              <a:avLst/>
              <a:pathLst>
                <a:path w="2191014" h="1835343">
                  <a:moveTo>
                    <a:pt x="0" y="1835343"/>
                  </a:moveTo>
                  <a:lnTo>
                    <a:pt x="12240" y="1824036"/>
                  </a:lnTo>
                  <a:lnTo>
                    <a:pt x="24480" y="1812907"/>
                  </a:lnTo>
                  <a:lnTo>
                    <a:pt x="36720" y="1801949"/>
                  </a:lnTo>
                  <a:lnTo>
                    <a:pt x="48961" y="1791155"/>
                  </a:lnTo>
                  <a:lnTo>
                    <a:pt x="61201" y="1780520"/>
                  </a:lnTo>
                  <a:lnTo>
                    <a:pt x="73441" y="1770035"/>
                  </a:lnTo>
                  <a:lnTo>
                    <a:pt x="85682" y="1759694"/>
                  </a:lnTo>
                  <a:lnTo>
                    <a:pt x="97922" y="1749490"/>
                  </a:lnTo>
                  <a:lnTo>
                    <a:pt x="110162" y="1739416"/>
                  </a:lnTo>
                  <a:lnTo>
                    <a:pt x="122403" y="1729466"/>
                  </a:lnTo>
                  <a:lnTo>
                    <a:pt x="134643" y="1719633"/>
                  </a:lnTo>
                  <a:lnTo>
                    <a:pt x="146883" y="1709909"/>
                  </a:lnTo>
                  <a:lnTo>
                    <a:pt x="159123" y="1700289"/>
                  </a:lnTo>
                  <a:lnTo>
                    <a:pt x="171364" y="1690765"/>
                  </a:lnTo>
                  <a:lnTo>
                    <a:pt x="183604" y="1681330"/>
                  </a:lnTo>
                  <a:lnTo>
                    <a:pt x="195844" y="1671977"/>
                  </a:lnTo>
                  <a:lnTo>
                    <a:pt x="208085" y="1662700"/>
                  </a:lnTo>
                  <a:lnTo>
                    <a:pt x="220325" y="1653492"/>
                  </a:lnTo>
                  <a:lnTo>
                    <a:pt x="232565" y="1644346"/>
                  </a:lnTo>
                  <a:lnTo>
                    <a:pt x="244806" y="1635256"/>
                  </a:lnTo>
                  <a:lnTo>
                    <a:pt x="257046" y="1626213"/>
                  </a:lnTo>
                  <a:lnTo>
                    <a:pt x="269286" y="1617213"/>
                  </a:lnTo>
                  <a:lnTo>
                    <a:pt x="281527" y="1608247"/>
                  </a:lnTo>
                  <a:lnTo>
                    <a:pt x="293767" y="1599309"/>
                  </a:lnTo>
                  <a:lnTo>
                    <a:pt x="306007" y="1590391"/>
                  </a:lnTo>
                  <a:lnTo>
                    <a:pt x="318247" y="1581489"/>
                  </a:lnTo>
                  <a:lnTo>
                    <a:pt x="330488" y="1572593"/>
                  </a:lnTo>
                  <a:lnTo>
                    <a:pt x="342728" y="1563698"/>
                  </a:lnTo>
                  <a:lnTo>
                    <a:pt x="354968" y="1554797"/>
                  </a:lnTo>
                  <a:lnTo>
                    <a:pt x="367209" y="1545883"/>
                  </a:lnTo>
                  <a:lnTo>
                    <a:pt x="379449" y="1536949"/>
                  </a:lnTo>
                  <a:lnTo>
                    <a:pt x="391689" y="1527988"/>
                  </a:lnTo>
                  <a:lnTo>
                    <a:pt x="403930" y="1518994"/>
                  </a:lnTo>
                  <a:lnTo>
                    <a:pt x="416170" y="1509959"/>
                  </a:lnTo>
                  <a:lnTo>
                    <a:pt x="428410" y="1500877"/>
                  </a:lnTo>
                  <a:lnTo>
                    <a:pt x="440650" y="1491741"/>
                  </a:lnTo>
                  <a:lnTo>
                    <a:pt x="452891" y="1482544"/>
                  </a:lnTo>
                  <a:lnTo>
                    <a:pt x="465131" y="1473279"/>
                  </a:lnTo>
                  <a:lnTo>
                    <a:pt x="477371" y="1463940"/>
                  </a:lnTo>
                  <a:lnTo>
                    <a:pt x="489612" y="1454520"/>
                  </a:lnTo>
                  <a:lnTo>
                    <a:pt x="501852" y="1445011"/>
                  </a:lnTo>
                  <a:lnTo>
                    <a:pt x="514092" y="1435407"/>
                  </a:lnTo>
                  <a:lnTo>
                    <a:pt x="526333" y="1425701"/>
                  </a:lnTo>
                  <a:lnTo>
                    <a:pt x="538573" y="1415887"/>
                  </a:lnTo>
                  <a:lnTo>
                    <a:pt x="550813" y="1405957"/>
                  </a:lnTo>
                  <a:lnTo>
                    <a:pt x="563054" y="1395905"/>
                  </a:lnTo>
                  <a:lnTo>
                    <a:pt x="575294" y="1385724"/>
                  </a:lnTo>
                  <a:lnTo>
                    <a:pt x="587534" y="1375407"/>
                  </a:lnTo>
                  <a:lnTo>
                    <a:pt x="599774" y="1364947"/>
                  </a:lnTo>
                  <a:lnTo>
                    <a:pt x="612015" y="1354337"/>
                  </a:lnTo>
                  <a:lnTo>
                    <a:pt x="624255" y="1343571"/>
                  </a:lnTo>
                  <a:lnTo>
                    <a:pt x="636495" y="1332641"/>
                  </a:lnTo>
                  <a:lnTo>
                    <a:pt x="648736" y="1321541"/>
                  </a:lnTo>
                  <a:lnTo>
                    <a:pt x="660976" y="1310265"/>
                  </a:lnTo>
                  <a:lnTo>
                    <a:pt x="673216" y="1298804"/>
                  </a:lnTo>
                  <a:lnTo>
                    <a:pt x="685457" y="1287153"/>
                  </a:lnTo>
                  <a:lnTo>
                    <a:pt x="697697" y="1275305"/>
                  </a:lnTo>
                  <a:lnTo>
                    <a:pt x="709937" y="1263252"/>
                  </a:lnTo>
                  <a:lnTo>
                    <a:pt x="722177" y="1250988"/>
                  </a:lnTo>
                  <a:lnTo>
                    <a:pt x="734418" y="1238507"/>
                  </a:lnTo>
                  <a:lnTo>
                    <a:pt x="746658" y="1225806"/>
                  </a:lnTo>
                  <a:lnTo>
                    <a:pt x="758898" y="1212894"/>
                  </a:lnTo>
                  <a:lnTo>
                    <a:pt x="771139" y="1199778"/>
                  </a:lnTo>
                  <a:lnTo>
                    <a:pt x="783379" y="1186466"/>
                  </a:lnTo>
                  <a:lnTo>
                    <a:pt x="795619" y="1172966"/>
                  </a:lnTo>
                  <a:lnTo>
                    <a:pt x="807860" y="1159286"/>
                  </a:lnTo>
                  <a:lnTo>
                    <a:pt x="820100" y="1145433"/>
                  </a:lnTo>
                  <a:lnTo>
                    <a:pt x="832340" y="1131416"/>
                  </a:lnTo>
                  <a:lnTo>
                    <a:pt x="844581" y="1117241"/>
                  </a:lnTo>
                  <a:lnTo>
                    <a:pt x="856821" y="1102918"/>
                  </a:lnTo>
                  <a:lnTo>
                    <a:pt x="869061" y="1088455"/>
                  </a:lnTo>
                  <a:lnTo>
                    <a:pt x="881301" y="1073858"/>
                  </a:lnTo>
                  <a:lnTo>
                    <a:pt x="893542" y="1059135"/>
                  </a:lnTo>
                  <a:lnTo>
                    <a:pt x="905782" y="1044296"/>
                  </a:lnTo>
                  <a:lnTo>
                    <a:pt x="918022" y="1029346"/>
                  </a:lnTo>
                  <a:lnTo>
                    <a:pt x="930263" y="1014295"/>
                  </a:lnTo>
                  <a:lnTo>
                    <a:pt x="942503" y="999151"/>
                  </a:lnTo>
                  <a:lnTo>
                    <a:pt x="954743" y="983920"/>
                  </a:lnTo>
                  <a:lnTo>
                    <a:pt x="966984" y="968611"/>
                  </a:lnTo>
                  <a:lnTo>
                    <a:pt x="979224" y="953232"/>
                  </a:lnTo>
                  <a:lnTo>
                    <a:pt x="991464" y="937791"/>
                  </a:lnTo>
                  <a:lnTo>
                    <a:pt x="1003704" y="922295"/>
                  </a:lnTo>
                  <a:lnTo>
                    <a:pt x="1015945" y="906753"/>
                  </a:lnTo>
                  <a:lnTo>
                    <a:pt x="1028185" y="891171"/>
                  </a:lnTo>
                  <a:lnTo>
                    <a:pt x="1040425" y="875559"/>
                  </a:lnTo>
                  <a:lnTo>
                    <a:pt x="1052666" y="859924"/>
                  </a:lnTo>
                  <a:lnTo>
                    <a:pt x="1064906" y="844273"/>
                  </a:lnTo>
                  <a:lnTo>
                    <a:pt x="1077146" y="828616"/>
                  </a:lnTo>
                  <a:lnTo>
                    <a:pt x="1089387" y="812958"/>
                  </a:lnTo>
                  <a:lnTo>
                    <a:pt x="1101627" y="797309"/>
                  </a:lnTo>
                  <a:lnTo>
                    <a:pt x="1113867" y="781677"/>
                  </a:lnTo>
                  <a:lnTo>
                    <a:pt x="1126108" y="766068"/>
                  </a:lnTo>
                  <a:lnTo>
                    <a:pt x="1138348" y="750492"/>
                  </a:lnTo>
                  <a:lnTo>
                    <a:pt x="1150588" y="734955"/>
                  </a:lnTo>
                  <a:lnTo>
                    <a:pt x="1162828" y="719466"/>
                  </a:lnTo>
                  <a:lnTo>
                    <a:pt x="1175069" y="704032"/>
                  </a:lnTo>
                  <a:lnTo>
                    <a:pt x="1187309" y="688662"/>
                  </a:lnTo>
                  <a:lnTo>
                    <a:pt x="1199549" y="673363"/>
                  </a:lnTo>
                  <a:lnTo>
                    <a:pt x="1211790" y="658144"/>
                  </a:lnTo>
                  <a:lnTo>
                    <a:pt x="1224030" y="643011"/>
                  </a:lnTo>
                  <a:lnTo>
                    <a:pt x="1236270" y="627973"/>
                  </a:lnTo>
                  <a:lnTo>
                    <a:pt x="1248511" y="613038"/>
                  </a:lnTo>
                  <a:lnTo>
                    <a:pt x="1260751" y="598213"/>
                  </a:lnTo>
                  <a:lnTo>
                    <a:pt x="1272991" y="583507"/>
                  </a:lnTo>
                  <a:lnTo>
                    <a:pt x="1285231" y="568928"/>
                  </a:lnTo>
                  <a:lnTo>
                    <a:pt x="1297472" y="554482"/>
                  </a:lnTo>
                  <a:lnTo>
                    <a:pt x="1309712" y="540178"/>
                  </a:lnTo>
                  <a:lnTo>
                    <a:pt x="1321952" y="526025"/>
                  </a:lnTo>
                  <a:lnTo>
                    <a:pt x="1334193" y="512029"/>
                  </a:lnTo>
                  <a:lnTo>
                    <a:pt x="1346433" y="498198"/>
                  </a:lnTo>
                  <a:lnTo>
                    <a:pt x="1358673" y="484541"/>
                  </a:lnTo>
                  <a:lnTo>
                    <a:pt x="1370914" y="471066"/>
                  </a:lnTo>
                  <a:lnTo>
                    <a:pt x="1383154" y="457779"/>
                  </a:lnTo>
                  <a:lnTo>
                    <a:pt x="1395394" y="444690"/>
                  </a:lnTo>
                  <a:lnTo>
                    <a:pt x="1407635" y="431806"/>
                  </a:lnTo>
                  <a:lnTo>
                    <a:pt x="1419875" y="419134"/>
                  </a:lnTo>
                  <a:lnTo>
                    <a:pt x="1432115" y="406683"/>
                  </a:lnTo>
                  <a:lnTo>
                    <a:pt x="1444355" y="394460"/>
                  </a:lnTo>
                  <a:lnTo>
                    <a:pt x="1456596" y="382473"/>
                  </a:lnTo>
                  <a:lnTo>
                    <a:pt x="1468836" y="370729"/>
                  </a:lnTo>
                  <a:lnTo>
                    <a:pt x="1481076" y="359230"/>
                  </a:lnTo>
                  <a:lnTo>
                    <a:pt x="1493317" y="347971"/>
                  </a:lnTo>
                  <a:lnTo>
                    <a:pt x="1505557" y="336951"/>
                  </a:lnTo>
                  <a:lnTo>
                    <a:pt x="1517797" y="326164"/>
                  </a:lnTo>
                  <a:lnTo>
                    <a:pt x="1530038" y="315609"/>
                  </a:lnTo>
                  <a:lnTo>
                    <a:pt x="1542278" y="305283"/>
                  </a:lnTo>
                  <a:lnTo>
                    <a:pt x="1554518" y="295181"/>
                  </a:lnTo>
                  <a:lnTo>
                    <a:pt x="1566759" y="285300"/>
                  </a:lnTo>
                  <a:lnTo>
                    <a:pt x="1578999" y="275639"/>
                  </a:lnTo>
                  <a:lnTo>
                    <a:pt x="1591239" y="266192"/>
                  </a:lnTo>
                  <a:lnTo>
                    <a:pt x="1603479" y="256958"/>
                  </a:lnTo>
                  <a:lnTo>
                    <a:pt x="1615720" y="247932"/>
                  </a:lnTo>
                  <a:lnTo>
                    <a:pt x="1627960" y="239112"/>
                  </a:lnTo>
                  <a:lnTo>
                    <a:pt x="1640200" y="230494"/>
                  </a:lnTo>
                  <a:lnTo>
                    <a:pt x="1652441" y="222076"/>
                  </a:lnTo>
                  <a:lnTo>
                    <a:pt x="1664681" y="213853"/>
                  </a:lnTo>
                  <a:lnTo>
                    <a:pt x="1676921" y="205824"/>
                  </a:lnTo>
                  <a:lnTo>
                    <a:pt x="1689162" y="197983"/>
                  </a:lnTo>
                  <a:lnTo>
                    <a:pt x="1701402" y="190329"/>
                  </a:lnTo>
                  <a:lnTo>
                    <a:pt x="1713642" y="182859"/>
                  </a:lnTo>
                  <a:lnTo>
                    <a:pt x="1725882" y="175568"/>
                  </a:lnTo>
                  <a:lnTo>
                    <a:pt x="1738123" y="168454"/>
                  </a:lnTo>
                  <a:lnTo>
                    <a:pt x="1750363" y="161513"/>
                  </a:lnTo>
                  <a:lnTo>
                    <a:pt x="1762603" y="154742"/>
                  </a:lnTo>
                  <a:lnTo>
                    <a:pt x="1774844" y="148139"/>
                  </a:lnTo>
                  <a:lnTo>
                    <a:pt x="1787084" y="141699"/>
                  </a:lnTo>
                  <a:lnTo>
                    <a:pt x="1799324" y="135420"/>
                  </a:lnTo>
                  <a:lnTo>
                    <a:pt x="1811565" y="129299"/>
                  </a:lnTo>
                  <a:lnTo>
                    <a:pt x="1823805" y="123331"/>
                  </a:lnTo>
                  <a:lnTo>
                    <a:pt x="1836045" y="117515"/>
                  </a:lnTo>
                  <a:lnTo>
                    <a:pt x="1848286" y="111846"/>
                  </a:lnTo>
                  <a:lnTo>
                    <a:pt x="1860526" y="106322"/>
                  </a:lnTo>
                  <a:lnTo>
                    <a:pt x="1872766" y="100939"/>
                  </a:lnTo>
                  <a:lnTo>
                    <a:pt x="1885006" y="95694"/>
                  </a:lnTo>
                  <a:lnTo>
                    <a:pt x="1897247" y="90584"/>
                  </a:lnTo>
                  <a:lnTo>
                    <a:pt x="1909487" y="85606"/>
                  </a:lnTo>
                  <a:lnTo>
                    <a:pt x="1921727" y="80756"/>
                  </a:lnTo>
                  <a:lnTo>
                    <a:pt x="1933968" y="76031"/>
                  </a:lnTo>
                  <a:lnTo>
                    <a:pt x="1946208" y="71429"/>
                  </a:lnTo>
                  <a:lnTo>
                    <a:pt x="1958448" y="66945"/>
                  </a:lnTo>
                  <a:lnTo>
                    <a:pt x="1970689" y="62577"/>
                  </a:lnTo>
                  <a:lnTo>
                    <a:pt x="1982929" y="58321"/>
                  </a:lnTo>
                  <a:lnTo>
                    <a:pt x="1995169" y="54175"/>
                  </a:lnTo>
                  <a:lnTo>
                    <a:pt x="2007409" y="50134"/>
                  </a:lnTo>
                  <a:lnTo>
                    <a:pt x="2019650" y="46196"/>
                  </a:lnTo>
                  <a:lnTo>
                    <a:pt x="2031890" y="42358"/>
                  </a:lnTo>
                  <a:lnTo>
                    <a:pt x="2044130" y="38616"/>
                  </a:lnTo>
                  <a:lnTo>
                    <a:pt x="2056371" y="34967"/>
                  </a:lnTo>
                  <a:lnTo>
                    <a:pt x="2068611" y="31408"/>
                  </a:lnTo>
                  <a:lnTo>
                    <a:pt x="2080851" y="27935"/>
                  </a:lnTo>
                  <a:lnTo>
                    <a:pt x="2093092" y="24547"/>
                  </a:lnTo>
                  <a:lnTo>
                    <a:pt x="2105332" y="21238"/>
                  </a:lnTo>
                  <a:lnTo>
                    <a:pt x="2117572" y="18006"/>
                  </a:lnTo>
                  <a:lnTo>
                    <a:pt x="2129813" y="14846"/>
                  </a:lnTo>
                  <a:lnTo>
                    <a:pt x="2142053" y="11753"/>
                  </a:lnTo>
                  <a:lnTo>
                    <a:pt x="2154293" y="8726"/>
                  </a:lnTo>
                  <a:lnTo>
                    <a:pt x="2166533" y="5760"/>
                  </a:lnTo>
                  <a:lnTo>
                    <a:pt x="2178774" y="2852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1957189"/>
            </a:xfrm>
            <a:custGeom>
              <a:avLst/>
              <a:pathLst>
                <a:path w="2189796" h="1957189">
                  <a:moveTo>
                    <a:pt x="0" y="1645412"/>
                  </a:moveTo>
                  <a:lnTo>
                    <a:pt x="12233" y="1649936"/>
                  </a:lnTo>
                  <a:lnTo>
                    <a:pt x="24466" y="1654028"/>
                  </a:lnTo>
                  <a:lnTo>
                    <a:pt x="36700" y="1657692"/>
                  </a:lnTo>
                  <a:lnTo>
                    <a:pt x="48933" y="1660935"/>
                  </a:lnTo>
                  <a:lnTo>
                    <a:pt x="61167" y="1660984"/>
                  </a:lnTo>
                  <a:lnTo>
                    <a:pt x="73400" y="1658233"/>
                  </a:lnTo>
                  <a:lnTo>
                    <a:pt x="85634" y="1655422"/>
                  </a:lnTo>
                  <a:lnTo>
                    <a:pt x="97867" y="1652549"/>
                  </a:lnTo>
                  <a:lnTo>
                    <a:pt x="110101" y="1649609"/>
                  </a:lnTo>
                  <a:lnTo>
                    <a:pt x="122334" y="1646599"/>
                  </a:lnTo>
                  <a:lnTo>
                    <a:pt x="134568" y="1643515"/>
                  </a:lnTo>
                  <a:lnTo>
                    <a:pt x="146801" y="1640982"/>
                  </a:lnTo>
                  <a:lnTo>
                    <a:pt x="159035" y="1637319"/>
                  </a:lnTo>
                  <a:lnTo>
                    <a:pt x="171268" y="1633791"/>
                  </a:lnTo>
                  <a:lnTo>
                    <a:pt x="183502" y="1630380"/>
                  </a:lnTo>
                  <a:lnTo>
                    <a:pt x="195735" y="1626560"/>
                  </a:lnTo>
                  <a:lnTo>
                    <a:pt x="207969" y="1620887"/>
                  </a:lnTo>
                  <a:lnTo>
                    <a:pt x="220202" y="1612182"/>
                  </a:lnTo>
                  <a:lnTo>
                    <a:pt x="232436" y="1607494"/>
                  </a:lnTo>
                  <a:lnTo>
                    <a:pt x="244669" y="1603970"/>
                  </a:lnTo>
                  <a:lnTo>
                    <a:pt x="256903" y="1599097"/>
                  </a:lnTo>
                  <a:lnTo>
                    <a:pt x="269136" y="1593720"/>
                  </a:lnTo>
                  <a:lnTo>
                    <a:pt x="281370" y="1588364"/>
                  </a:lnTo>
                  <a:lnTo>
                    <a:pt x="293603" y="1583333"/>
                  </a:lnTo>
                  <a:lnTo>
                    <a:pt x="305837" y="1579614"/>
                  </a:lnTo>
                  <a:lnTo>
                    <a:pt x="318070" y="1575542"/>
                  </a:lnTo>
                  <a:lnTo>
                    <a:pt x="330304" y="1569433"/>
                  </a:lnTo>
                  <a:lnTo>
                    <a:pt x="342537" y="1562660"/>
                  </a:lnTo>
                  <a:lnTo>
                    <a:pt x="354771" y="1556917"/>
                  </a:lnTo>
                  <a:lnTo>
                    <a:pt x="367004" y="1553274"/>
                  </a:lnTo>
                  <a:lnTo>
                    <a:pt x="379238" y="1549343"/>
                  </a:lnTo>
                  <a:lnTo>
                    <a:pt x="391471" y="1544144"/>
                  </a:lnTo>
                  <a:lnTo>
                    <a:pt x="403705" y="1537789"/>
                  </a:lnTo>
                  <a:lnTo>
                    <a:pt x="415938" y="1531212"/>
                  </a:lnTo>
                  <a:lnTo>
                    <a:pt x="428172" y="1524319"/>
                  </a:lnTo>
                  <a:lnTo>
                    <a:pt x="440405" y="1517501"/>
                  </a:lnTo>
                  <a:lnTo>
                    <a:pt x="452639" y="1511469"/>
                  </a:lnTo>
                  <a:lnTo>
                    <a:pt x="464872" y="1504648"/>
                  </a:lnTo>
                  <a:lnTo>
                    <a:pt x="477106" y="1497164"/>
                  </a:lnTo>
                  <a:lnTo>
                    <a:pt x="489339" y="1488898"/>
                  </a:lnTo>
                  <a:lnTo>
                    <a:pt x="501573" y="1481052"/>
                  </a:lnTo>
                  <a:lnTo>
                    <a:pt x="513806" y="1474720"/>
                  </a:lnTo>
                  <a:lnTo>
                    <a:pt x="526040" y="1468127"/>
                  </a:lnTo>
                  <a:lnTo>
                    <a:pt x="538273" y="1459632"/>
                  </a:lnTo>
                  <a:lnTo>
                    <a:pt x="550507" y="1451015"/>
                  </a:lnTo>
                  <a:lnTo>
                    <a:pt x="562740" y="1442276"/>
                  </a:lnTo>
                  <a:lnTo>
                    <a:pt x="574974" y="1434539"/>
                  </a:lnTo>
                  <a:lnTo>
                    <a:pt x="587207" y="1425225"/>
                  </a:lnTo>
                  <a:lnTo>
                    <a:pt x="599441" y="1415788"/>
                  </a:lnTo>
                  <a:lnTo>
                    <a:pt x="611674" y="1406221"/>
                  </a:lnTo>
                  <a:lnTo>
                    <a:pt x="623908" y="1396786"/>
                  </a:lnTo>
                  <a:lnTo>
                    <a:pt x="636141" y="1387333"/>
                  </a:lnTo>
                  <a:lnTo>
                    <a:pt x="648375" y="1377703"/>
                  </a:lnTo>
                  <a:lnTo>
                    <a:pt x="660608" y="1368444"/>
                  </a:lnTo>
                  <a:lnTo>
                    <a:pt x="672842" y="1359385"/>
                  </a:lnTo>
                  <a:lnTo>
                    <a:pt x="685075" y="1348447"/>
                  </a:lnTo>
                  <a:lnTo>
                    <a:pt x="697309" y="1338327"/>
                  </a:lnTo>
                  <a:lnTo>
                    <a:pt x="709542" y="1328182"/>
                  </a:lnTo>
                  <a:lnTo>
                    <a:pt x="721776" y="1317924"/>
                  </a:lnTo>
                  <a:lnTo>
                    <a:pt x="734009" y="1307553"/>
                  </a:lnTo>
                  <a:lnTo>
                    <a:pt x="746243" y="1297070"/>
                  </a:lnTo>
                  <a:lnTo>
                    <a:pt x="758476" y="1285567"/>
                  </a:lnTo>
                  <a:lnTo>
                    <a:pt x="770710" y="1273746"/>
                  </a:lnTo>
                  <a:lnTo>
                    <a:pt x="782943" y="1261774"/>
                  </a:lnTo>
                  <a:lnTo>
                    <a:pt x="795177" y="1249653"/>
                  </a:lnTo>
                  <a:lnTo>
                    <a:pt x="807410" y="1237390"/>
                  </a:lnTo>
                  <a:lnTo>
                    <a:pt x="819644" y="1224988"/>
                  </a:lnTo>
                  <a:lnTo>
                    <a:pt x="831877" y="1212452"/>
                  </a:lnTo>
                  <a:lnTo>
                    <a:pt x="844111" y="1199787"/>
                  </a:lnTo>
                  <a:lnTo>
                    <a:pt x="856344" y="1185995"/>
                  </a:lnTo>
                  <a:lnTo>
                    <a:pt x="868578" y="1171955"/>
                  </a:lnTo>
                  <a:lnTo>
                    <a:pt x="880811" y="1157750"/>
                  </a:lnTo>
                  <a:lnTo>
                    <a:pt x="893045" y="1144473"/>
                  </a:lnTo>
                  <a:lnTo>
                    <a:pt x="905278" y="1131310"/>
                  </a:lnTo>
                  <a:lnTo>
                    <a:pt x="917512" y="1118020"/>
                  </a:lnTo>
                  <a:lnTo>
                    <a:pt x="929745" y="1105267"/>
                  </a:lnTo>
                  <a:lnTo>
                    <a:pt x="941979" y="1092442"/>
                  </a:lnTo>
                  <a:lnTo>
                    <a:pt x="954212" y="1078361"/>
                  </a:lnTo>
                  <a:lnTo>
                    <a:pt x="966446" y="1064017"/>
                  </a:lnTo>
                  <a:lnTo>
                    <a:pt x="978679" y="1049763"/>
                  </a:lnTo>
                  <a:lnTo>
                    <a:pt x="990913" y="1035772"/>
                  </a:lnTo>
                  <a:lnTo>
                    <a:pt x="1003146" y="1021797"/>
                  </a:lnTo>
                  <a:lnTo>
                    <a:pt x="1015380" y="1007473"/>
                  </a:lnTo>
                  <a:lnTo>
                    <a:pt x="1027613" y="992620"/>
                  </a:lnTo>
                  <a:lnTo>
                    <a:pt x="1039847" y="977918"/>
                  </a:lnTo>
                  <a:lnTo>
                    <a:pt x="1052080" y="963145"/>
                  </a:lnTo>
                  <a:lnTo>
                    <a:pt x="1064314" y="949331"/>
                  </a:lnTo>
                  <a:lnTo>
                    <a:pt x="1076547" y="933513"/>
                  </a:lnTo>
                  <a:lnTo>
                    <a:pt x="1088781" y="918465"/>
                  </a:lnTo>
                  <a:lnTo>
                    <a:pt x="1101014" y="903467"/>
                  </a:lnTo>
                  <a:lnTo>
                    <a:pt x="1113248" y="888425"/>
                  </a:lnTo>
                  <a:lnTo>
                    <a:pt x="1125481" y="872299"/>
                  </a:lnTo>
                  <a:lnTo>
                    <a:pt x="1137715" y="855876"/>
                  </a:lnTo>
                  <a:lnTo>
                    <a:pt x="1149948" y="839654"/>
                  </a:lnTo>
                  <a:lnTo>
                    <a:pt x="1162182" y="824307"/>
                  </a:lnTo>
                  <a:lnTo>
                    <a:pt x="1174415" y="808817"/>
                  </a:lnTo>
                  <a:lnTo>
                    <a:pt x="1186649" y="792527"/>
                  </a:lnTo>
                  <a:lnTo>
                    <a:pt x="1198882" y="776252"/>
                  </a:lnTo>
                  <a:lnTo>
                    <a:pt x="1211116" y="760000"/>
                  </a:lnTo>
                  <a:lnTo>
                    <a:pt x="1223349" y="743780"/>
                  </a:lnTo>
                  <a:lnTo>
                    <a:pt x="1235583" y="727600"/>
                  </a:lnTo>
                  <a:lnTo>
                    <a:pt x="1247816" y="711469"/>
                  </a:lnTo>
                  <a:lnTo>
                    <a:pt x="1260050" y="695396"/>
                  </a:lnTo>
                  <a:lnTo>
                    <a:pt x="1272283" y="679387"/>
                  </a:lnTo>
                  <a:lnTo>
                    <a:pt x="1284517" y="663574"/>
                  </a:lnTo>
                  <a:lnTo>
                    <a:pt x="1296750" y="647601"/>
                  </a:lnTo>
                  <a:lnTo>
                    <a:pt x="1308984" y="631626"/>
                  </a:lnTo>
                  <a:lnTo>
                    <a:pt x="1321217" y="615707"/>
                  </a:lnTo>
                  <a:lnTo>
                    <a:pt x="1333451" y="599153"/>
                  </a:lnTo>
                  <a:lnTo>
                    <a:pt x="1345684" y="582341"/>
                  </a:lnTo>
                  <a:lnTo>
                    <a:pt x="1357918" y="565549"/>
                  </a:lnTo>
                  <a:lnTo>
                    <a:pt x="1370151" y="549748"/>
                  </a:lnTo>
                  <a:lnTo>
                    <a:pt x="1382385" y="533291"/>
                  </a:lnTo>
                  <a:lnTo>
                    <a:pt x="1394618" y="515630"/>
                  </a:lnTo>
                  <a:lnTo>
                    <a:pt x="1406852" y="499231"/>
                  </a:lnTo>
                  <a:lnTo>
                    <a:pt x="1419085" y="485310"/>
                  </a:lnTo>
                  <a:lnTo>
                    <a:pt x="1431319" y="469842"/>
                  </a:lnTo>
                  <a:lnTo>
                    <a:pt x="1443552" y="451585"/>
                  </a:lnTo>
                  <a:lnTo>
                    <a:pt x="1455786" y="433295"/>
                  </a:lnTo>
                  <a:lnTo>
                    <a:pt x="1468019" y="414979"/>
                  </a:lnTo>
                  <a:lnTo>
                    <a:pt x="1480253" y="396651"/>
                  </a:lnTo>
                  <a:lnTo>
                    <a:pt x="1492486" y="379833"/>
                  </a:lnTo>
                  <a:lnTo>
                    <a:pt x="1504720" y="364354"/>
                  </a:lnTo>
                  <a:lnTo>
                    <a:pt x="1516953" y="349901"/>
                  </a:lnTo>
                  <a:lnTo>
                    <a:pt x="1529187" y="336573"/>
                  </a:lnTo>
                  <a:lnTo>
                    <a:pt x="1541420" y="321784"/>
                  </a:lnTo>
                  <a:lnTo>
                    <a:pt x="1553654" y="304083"/>
                  </a:lnTo>
                  <a:lnTo>
                    <a:pt x="1565887" y="284874"/>
                  </a:lnTo>
                  <a:lnTo>
                    <a:pt x="1578121" y="265763"/>
                  </a:lnTo>
                  <a:lnTo>
                    <a:pt x="1590354" y="247483"/>
                  </a:lnTo>
                  <a:lnTo>
                    <a:pt x="1602588" y="229463"/>
                  </a:lnTo>
                  <a:lnTo>
                    <a:pt x="1614821" y="211742"/>
                  </a:lnTo>
                  <a:lnTo>
                    <a:pt x="1627055" y="194357"/>
                  </a:lnTo>
                  <a:lnTo>
                    <a:pt x="1639288" y="178085"/>
                  </a:lnTo>
                  <a:lnTo>
                    <a:pt x="1651522" y="162709"/>
                  </a:lnTo>
                  <a:lnTo>
                    <a:pt x="1663755" y="147534"/>
                  </a:lnTo>
                  <a:lnTo>
                    <a:pt x="1675989" y="132573"/>
                  </a:lnTo>
                  <a:lnTo>
                    <a:pt x="1688222" y="119761"/>
                  </a:lnTo>
                  <a:lnTo>
                    <a:pt x="1700456" y="107895"/>
                  </a:lnTo>
                  <a:lnTo>
                    <a:pt x="1712689" y="96713"/>
                  </a:lnTo>
                  <a:lnTo>
                    <a:pt x="1724923" y="86252"/>
                  </a:lnTo>
                  <a:lnTo>
                    <a:pt x="1737156" y="76062"/>
                  </a:lnTo>
                  <a:lnTo>
                    <a:pt x="1749390" y="62511"/>
                  </a:lnTo>
                  <a:lnTo>
                    <a:pt x="1761623" y="48144"/>
                  </a:lnTo>
                  <a:lnTo>
                    <a:pt x="1773857" y="34180"/>
                  </a:lnTo>
                  <a:lnTo>
                    <a:pt x="1786090" y="20639"/>
                  </a:lnTo>
                  <a:lnTo>
                    <a:pt x="1798324" y="7575"/>
                  </a:lnTo>
                  <a:lnTo>
                    <a:pt x="1810241" y="0"/>
                  </a:lnTo>
                  <a:lnTo>
                    <a:pt x="2189796" y="0"/>
                  </a:lnTo>
                  <a:lnTo>
                    <a:pt x="2189796" y="458930"/>
                  </a:lnTo>
                  <a:lnTo>
                    <a:pt x="2177562" y="428559"/>
                  </a:lnTo>
                  <a:lnTo>
                    <a:pt x="2165329" y="400381"/>
                  </a:lnTo>
                  <a:lnTo>
                    <a:pt x="2153095" y="372618"/>
                  </a:lnTo>
                  <a:lnTo>
                    <a:pt x="2140862" y="353153"/>
                  </a:lnTo>
                  <a:lnTo>
                    <a:pt x="2128628" y="328268"/>
                  </a:lnTo>
                  <a:lnTo>
                    <a:pt x="2116395" y="304962"/>
                  </a:lnTo>
                  <a:lnTo>
                    <a:pt x="2104161" y="295399"/>
                  </a:lnTo>
                  <a:lnTo>
                    <a:pt x="2091928" y="288932"/>
                  </a:lnTo>
                  <a:lnTo>
                    <a:pt x="2079694" y="260769"/>
                  </a:lnTo>
                  <a:lnTo>
                    <a:pt x="2067461" y="255882"/>
                  </a:lnTo>
                  <a:lnTo>
                    <a:pt x="2055227" y="245086"/>
                  </a:lnTo>
                  <a:lnTo>
                    <a:pt x="2042994" y="229485"/>
                  </a:lnTo>
                  <a:lnTo>
                    <a:pt x="2030760" y="215169"/>
                  </a:lnTo>
                  <a:lnTo>
                    <a:pt x="2018527" y="209837"/>
                  </a:lnTo>
                  <a:lnTo>
                    <a:pt x="2006293" y="212621"/>
                  </a:lnTo>
                  <a:lnTo>
                    <a:pt x="1994060" y="215594"/>
                  </a:lnTo>
                  <a:lnTo>
                    <a:pt x="1981826" y="218756"/>
                  </a:lnTo>
                  <a:lnTo>
                    <a:pt x="1969593" y="214792"/>
                  </a:lnTo>
                  <a:lnTo>
                    <a:pt x="1957359" y="213297"/>
                  </a:lnTo>
                  <a:lnTo>
                    <a:pt x="1945126" y="214172"/>
                  </a:lnTo>
                  <a:lnTo>
                    <a:pt x="1932892" y="218597"/>
                  </a:lnTo>
                  <a:lnTo>
                    <a:pt x="1920659" y="223827"/>
                  </a:lnTo>
                  <a:lnTo>
                    <a:pt x="1908425" y="230194"/>
                  </a:lnTo>
                  <a:lnTo>
                    <a:pt x="1896192" y="237473"/>
                  </a:lnTo>
                  <a:lnTo>
                    <a:pt x="1883958" y="245530"/>
                  </a:lnTo>
                  <a:lnTo>
                    <a:pt x="1871725" y="251901"/>
                  </a:lnTo>
                  <a:lnTo>
                    <a:pt x="1859491" y="253757"/>
                  </a:lnTo>
                  <a:lnTo>
                    <a:pt x="1847258" y="262241"/>
                  </a:lnTo>
                  <a:lnTo>
                    <a:pt x="1835024" y="267219"/>
                  </a:lnTo>
                  <a:lnTo>
                    <a:pt x="1822791" y="273182"/>
                  </a:lnTo>
                  <a:lnTo>
                    <a:pt x="1810557" y="280497"/>
                  </a:lnTo>
                  <a:lnTo>
                    <a:pt x="1798324" y="288569"/>
                  </a:lnTo>
                  <a:lnTo>
                    <a:pt x="1786090" y="295424"/>
                  </a:lnTo>
                  <a:lnTo>
                    <a:pt x="1773857" y="303044"/>
                  </a:lnTo>
                  <a:lnTo>
                    <a:pt x="1761623" y="310774"/>
                  </a:lnTo>
                  <a:lnTo>
                    <a:pt x="1749390" y="318618"/>
                  </a:lnTo>
                  <a:lnTo>
                    <a:pt x="1737156" y="326581"/>
                  </a:lnTo>
                  <a:lnTo>
                    <a:pt x="1724923" y="334667"/>
                  </a:lnTo>
                  <a:lnTo>
                    <a:pt x="1712689" y="342982"/>
                  </a:lnTo>
                  <a:lnTo>
                    <a:pt x="1700456" y="352134"/>
                  </a:lnTo>
                  <a:lnTo>
                    <a:pt x="1688222" y="361497"/>
                  </a:lnTo>
                  <a:lnTo>
                    <a:pt x="1675989" y="371066"/>
                  </a:lnTo>
                  <a:lnTo>
                    <a:pt x="1663755" y="380837"/>
                  </a:lnTo>
                  <a:lnTo>
                    <a:pt x="1651522" y="390808"/>
                  </a:lnTo>
                  <a:lnTo>
                    <a:pt x="1639288" y="399427"/>
                  </a:lnTo>
                  <a:lnTo>
                    <a:pt x="1627055" y="407681"/>
                  </a:lnTo>
                  <a:lnTo>
                    <a:pt x="1614821" y="417153"/>
                  </a:lnTo>
                  <a:lnTo>
                    <a:pt x="1602588" y="431584"/>
                  </a:lnTo>
                  <a:lnTo>
                    <a:pt x="1590354" y="443507"/>
                  </a:lnTo>
                  <a:lnTo>
                    <a:pt x="1578121" y="454589"/>
                  </a:lnTo>
                  <a:lnTo>
                    <a:pt x="1565887" y="465843"/>
                  </a:lnTo>
                  <a:lnTo>
                    <a:pt x="1553654" y="477265"/>
                  </a:lnTo>
                  <a:lnTo>
                    <a:pt x="1541420" y="488852"/>
                  </a:lnTo>
                  <a:lnTo>
                    <a:pt x="1529187" y="500599"/>
                  </a:lnTo>
                  <a:lnTo>
                    <a:pt x="1516953" y="512502"/>
                  </a:lnTo>
                  <a:lnTo>
                    <a:pt x="1504720" y="524558"/>
                  </a:lnTo>
                  <a:lnTo>
                    <a:pt x="1492486" y="536763"/>
                  </a:lnTo>
                  <a:lnTo>
                    <a:pt x="1480253" y="549113"/>
                  </a:lnTo>
                  <a:lnTo>
                    <a:pt x="1468019" y="561551"/>
                  </a:lnTo>
                  <a:lnTo>
                    <a:pt x="1455786" y="572317"/>
                  </a:lnTo>
                  <a:lnTo>
                    <a:pt x="1443552" y="584299"/>
                  </a:lnTo>
                  <a:lnTo>
                    <a:pt x="1431319" y="596712"/>
                  </a:lnTo>
                  <a:lnTo>
                    <a:pt x="1419085" y="611415"/>
                  </a:lnTo>
                  <a:lnTo>
                    <a:pt x="1406852" y="626021"/>
                  </a:lnTo>
                  <a:lnTo>
                    <a:pt x="1394618" y="639260"/>
                  </a:lnTo>
                  <a:lnTo>
                    <a:pt x="1382385" y="652613"/>
                  </a:lnTo>
                  <a:lnTo>
                    <a:pt x="1370151" y="667740"/>
                  </a:lnTo>
                  <a:lnTo>
                    <a:pt x="1357918" y="682923"/>
                  </a:lnTo>
                  <a:lnTo>
                    <a:pt x="1345684" y="698153"/>
                  </a:lnTo>
                  <a:lnTo>
                    <a:pt x="1333451" y="713426"/>
                  </a:lnTo>
                  <a:lnTo>
                    <a:pt x="1321217" y="728427"/>
                  </a:lnTo>
                  <a:lnTo>
                    <a:pt x="1308984" y="743167"/>
                  </a:lnTo>
                  <a:lnTo>
                    <a:pt x="1296750" y="759385"/>
                  </a:lnTo>
                  <a:lnTo>
                    <a:pt x="1284517" y="774547"/>
                  </a:lnTo>
                  <a:lnTo>
                    <a:pt x="1272283" y="787967"/>
                  </a:lnTo>
                  <a:lnTo>
                    <a:pt x="1260050" y="801458"/>
                  </a:lnTo>
                  <a:lnTo>
                    <a:pt x="1247816" y="815013"/>
                  </a:lnTo>
                  <a:lnTo>
                    <a:pt x="1235583" y="829250"/>
                  </a:lnTo>
                  <a:lnTo>
                    <a:pt x="1223349" y="843513"/>
                  </a:lnTo>
                  <a:lnTo>
                    <a:pt x="1211116" y="858160"/>
                  </a:lnTo>
                  <a:lnTo>
                    <a:pt x="1198882" y="872750"/>
                  </a:lnTo>
                  <a:lnTo>
                    <a:pt x="1186649" y="887282"/>
                  </a:lnTo>
                  <a:lnTo>
                    <a:pt x="1174415" y="901981"/>
                  </a:lnTo>
                  <a:lnTo>
                    <a:pt x="1162182" y="917130"/>
                  </a:lnTo>
                  <a:lnTo>
                    <a:pt x="1149948" y="932232"/>
                  </a:lnTo>
                  <a:lnTo>
                    <a:pt x="1137715" y="947195"/>
                  </a:lnTo>
                  <a:lnTo>
                    <a:pt x="1125481" y="962020"/>
                  </a:lnTo>
                  <a:lnTo>
                    <a:pt x="1113248" y="976709"/>
                  </a:lnTo>
                  <a:lnTo>
                    <a:pt x="1101014" y="991262"/>
                  </a:lnTo>
                  <a:lnTo>
                    <a:pt x="1088781" y="1005684"/>
                  </a:lnTo>
                  <a:lnTo>
                    <a:pt x="1076547" y="1019974"/>
                  </a:lnTo>
                  <a:lnTo>
                    <a:pt x="1064314" y="1035050"/>
                  </a:lnTo>
                  <a:lnTo>
                    <a:pt x="1052080" y="1050397"/>
                  </a:lnTo>
                  <a:lnTo>
                    <a:pt x="1039847" y="1065658"/>
                  </a:lnTo>
                  <a:lnTo>
                    <a:pt x="1027613" y="1080810"/>
                  </a:lnTo>
                  <a:lnTo>
                    <a:pt x="1015380" y="1095844"/>
                  </a:lnTo>
                  <a:lnTo>
                    <a:pt x="1003146" y="1110754"/>
                  </a:lnTo>
                  <a:lnTo>
                    <a:pt x="990913" y="1125935"/>
                  </a:lnTo>
                  <a:lnTo>
                    <a:pt x="978679" y="1141043"/>
                  </a:lnTo>
                  <a:lnTo>
                    <a:pt x="966446" y="1155966"/>
                  </a:lnTo>
                  <a:lnTo>
                    <a:pt x="954212" y="1170696"/>
                  </a:lnTo>
                  <a:lnTo>
                    <a:pt x="941979" y="1185042"/>
                  </a:lnTo>
                  <a:lnTo>
                    <a:pt x="929745" y="1197883"/>
                  </a:lnTo>
                  <a:lnTo>
                    <a:pt x="917512" y="1211016"/>
                  </a:lnTo>
                  <a:lnTo>
                    <a:pt x="905278" y="1224665"/>
                  </a:lnTo>
                  <a:lnTo>
                    <a:pt x="893045" y="1238123"/>
                  </a:lnTo>
                  <a:lnTo>
                    <a:pt x="880811" y="1250701"/>
                  </a:lnTo>
                  <a:lnTo>
                    <a:pt x="868578" y="1262916"/>
                  </a:lnTo>
                  <a:lnTo>
                    <a:pt x="856344" y="1275496"/>
                  </a:lnTo>
                  <a:lnTo>
                    <a:pt x="844111" y="1289052"/>
                  </a:lnTo>
                  <a:lnTo>
                    <a:pt x="831877" y="1302306"/>
                  </a:lnTo>
                  <a:lnTo>
                    <a:pt x="819644" y="1314469"/>
                  </a:lnTo>
                  <a:lnTo>
                    <a:pt x="807410" y="1326390"/>
                  </a:lnTo>
                  <a:lnTo>
                    <a:pt x="795177" y="1338579"/>
                  </a:lnTo>
                  <a:lnTo>
                    <a:pt x="782943" y="1350896"/>
                  </a:lnTo>
                  <a:lnTo>
                    <a:pt x="770710" y="1361507"/>
                  </a:lnTo>
                  <a:lnTo>
                    <a:pt x="758476" y="1371764"/>
                  </a:lnTo>
                  <a:lnTo>
                    <a:pt x="746243" y="1382851"/>
                  </a:lnTo>
                  <a:lnTo>
                    <a:pt x="734009" y="1395101"/>
                  </a:lnTo>
                  <a:lnTo>
                    <a:pt x="721776" y="1407146"/>
                  </a:lnTo>
                  <a:lnTo>
                    <a:pt x="709542" y="1418983"/>
                  </a:lnTo>
                  <a:lnTo>
                    <a:pt x="697309" y="1429931"/>
                  </a:lnTo>
                  <a:lnTo>
                    <a:pt x="685075" y="1440235"/>
                  </a:lnTo>
                  <a:lnTo>
                    <a:pt x="672842" y="1450411"/>
                  </a:lnTo>
                  <a:lnTo>
                    <a:pt x="660608" y="1460460"/>
                  </a:lnTo>
                  <a:lnTo>
                    <a:pt x="648375" y="1470381"/>
                  </a:lnTo>
                  <a:lnTo>
                    <a:pt x="636141" y="1480174"/>
                  </a:lnTo>
                  <a:lnTo>
                    <a:pt x="623908" y="1489839"/>
                  </a:lnTo>
                  <a:lnTo>
                    <a:pt x="611674" y="1499374"/>
                  </a:lnTo>
                  <a:lnTo>
                    <a:pt x="599441" y="1508781"/>
                  </a:lnTo>
                  <a:lnTo>
                    <a:pt x="587207" y="1518057"/>
                  </a:lnTo>
                  <a:lnTo>
                    <a:pt x="574974" y="1527205"/>
                  </a:lnTo>
                  <a:lnTo>
                    <a:pt x="562740" y="1536221"/>
                  </a:lnTo>
                  <a:lnTo>
                    <a:pt x="550507" y="1545108"/>
                  </a:lnTo>
                  <a:lnTo>
                    <a:pt x="538273" y="1553863"/>
                  </a:lnTo>
                  <a:lnTo>
                    <a:pt x="526040" y="1562488"/>
                  </a:lnTo>
                  <a:lnTo>
                    <a:pt x="513806" y="1570981"/>
                  </a:lnTo>
                  <a:lnTo>
                    <a:pt x="501573" y="1579342"/>
                  </a:lnTo>
                  <a:lnTo>
                    <a:pt x="489339" y="1587571"/>
                  </a:lnTo>
                  <a:lnTo>
                    <a:pt x="477106" y="1595667"/>
                  </a:lnTo>
                  <a:lnTo>
                    <a:pt x="464872" y="1603166"/>
                  </a:lnTo>
                  <a:lnTo>
                    <a:pt x="452639" y="1610301"/>
                  </a:lnTo>
                  <a:lnTo>
                    <a:pt x="440405" y="1617264"/>
                  </a:lnTo>
                  <a:lnTo>
                    <a:pt x="428172" y="1624311"/>
                  </a:lnTo>
                  <a:lnTo>
                    <a:pt x="415938" y="1632542"/>
                  </a:lnTo>
                  <a:lnTo>
                    <a:pt x="403705" y="1640641"/>
                  </a:lnTo>
                  <a:lnTo>
                    <a:pt x="391471" y="1648499"/>
                  </a:lnTo>
                  <a:lnTo>
                    <a:pt x="379238" y="1655969"/>
                  </a:lnTo>
                  <a:lnTo>
                    <a:pt x="367004" y="1663757"/>
                  </a:lnTo>
                  <a:lnTo>
                    <a:pt x="354771" y="1671115"/>
                  </a:lnTo>
                  <a:lnTo>
                    <a:pt x="342537" y="1677924"/>
                  </a:lnTo>
                  <a:lnTo>
                    <a:pt x="330304" y="1684372"/>
                  </a:lnTo>
                  <a:lnTo>
                    <a:pt x="318070" y="1690714"/>
                  </a:lnTo>
                  <a:lnTo>
                    <a:pt x="305837" y="1696953"/>
                  </a:lnTo>
                  <a:lnTo>
                    <a:pt x="293603" y="1703129"/>
                  </a:lnTo>
                  <a:lnTo>
                    <a:pt x="281370" y="1709605"/>
                  </a:lnTo>
                  <a:lnTo>
                    <a:pt x="269136" y="1715967"/>
                  </a:lnTo>
                  <a:lnTo>
                    <a:pt x="256903" y="1722217"/>
                  </a:lnTo>
                  <a:lnTo>
                    <a:pt x="244669" y="1728532"/>
                  </a:lnTo>
                  <a:lnTo>
                    <a:pt x="232436" y="1733946"/>
                  </a:lnTo>
                  <a:lnTo>
                    <a:pt x="220202" y="1739077"/>
                  </a:lnTo>
                  <a:lnTo>
                    <a:pt x="207969" y="1743984"/>
                  </a:lnTo>
                  <a:lnTo>
                    <a:pt x="195735" y="1749543"/>
                  </a:lnTo>
                  <a:lnTo>
                    <a:pt x="183502" y="1757422"/>
                  </a:lnTo>
                  <a:lnTo>
                    <a:pt x="171268" y="1765418"/>
                  </a:lnTo>
                  <a:lnTo>
                    <a:pt x="159035" y="1773470"/>
                  </a:lnTo>
                  <a:lnTo>
                    <a:pt x="146801" y="1785806"/>
                  </a:lnTo>
                  <a:lnTo>
                    <a:pt x="134568" y="1800164"/>
                  </a:lnTo>
                  <a:lnTo>
                    <a:pt x="122334" y="1812304"/>
                  </a:lnTo>
                  <a:lnTo>
                    <a:pt x="110101" y="1824830"/>
                  </a:lnTo>
                  <a:lnTo>
                    <a:pt x="97867" y="1834887"/>
                  </a:lnTo>
                  <a:lnTo>
                    <a:pt x="85634" y="1846189"/>
                  </a:lnTo>
                  <a:lnTo>
                    <a:pt x="73400" y="1858649"/>
                  </a:lnTo>
                  <a:lnTo>
                    <a:pt x="61167" y="1874554"/>
                  </a:lnTo>
                  <a:lnTo>
                    <a:pt x="48933" y="1892675"/>
                  </a:lnTo>
                  <a:lnTo>
                    <a:pt x="36700" y="1908857"/>
                  </a:lnTo>
                  <a:lnTo>
                    <a:pt x="24466" y="1924467"/>
                  </a:lnTo>
                  <a:lnTo>
                    <a:pt x="12233" y="1940574"/>
                  </a:lnTo>
                  <a:lnTo>
                    <a:pt x="0" y="195718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1810241" cy="1660984"/>
            </a:xfrm>
            <a:custGeom>
              <a:avLst/>
              <a:pathLst>
                <a:path w="1810241" h="1660984">
                  <a:moveTo>
                    <a:pt x="0" y="1645412"/>
                  </a:moveTo>
                  <a:lnTo>
                    <a:pt x="12233" y="1649936"/>
                  </a:lnTo>
                  <a:lnTo>
                    <a:pt x="24466" y="1654028"/>
                  </a:lnTo>
                  <a:lnTo>
                    <a:pt x="36700" y="1657692"/>
                  </a:lnTo>
                  <a:lnTo>
                    <a:pt x="48933" y="1660935"/>
                  </a:lnTo>
                  <a:lnTo>
                    <a:pt x="61167" y="1660984"/>
                  </a:lnTo>
                  <a:lnTo>
                    <a:pt x="73400" y="1658233"/>
                  </a:lnTo>
                  <a:lnTo>
                    <a:pt x="85634" y="1655422"/>
                  </a:lnTo>
                  <a:lnTo>
                    <a:pt x="97867" y="1652549"/>
                  </a:lnTo>
                  <a:lnTo>
                    <a:pt x="110101" y="1649609"/>
                  </a:lnTo>
                  <a:lnTo>
                    <a:pt x="122334" y="1646599"/>
                  </a:lnTo>
                  <a:lnTo>
                    <a:pt x="134568" y="1643515"/>
                  </a:lnTo>
                  <a:lnTo>
                    <a:pt x="146801" y="1640982"/>
                  </a:lnTo>
                  <a:lnTo>
                    <a:pt x="159035" y="1637319"/>
                  </a:lnTo>
                  <a:lnTo>
                    <a:pt x="171268" y="1633791"/>
                  </a:lnTo>
                  <a:lnTo>
                    <a:pt x="183502" y="1630380"/>
                  </a:lnTo>
                  <a:lnTo>
                    <a:pt x="195735" y="1626560"/>
                  </a:lnTo>
                  <a:lnTo>
                    <a:pt x="207969" y="1620887"/>
                  </a:lnTo>
                  <a:lnTo>
                    <a:pt x="220202" y="1612182"/>
                  </a:lnTo>
                  <a:lnTo>
                    <a:pt x="232436" y="1607494"/>
                  </a:lnTo>
                  <a:lnTo>
                    <a:pt x="244669" y="1603970"/>
                  </a:lnTo>
                  <a:lnTo>
                    <a:pt x="256903" y="1599097"/>
                  </a:lnTo>
                  <a:lnTo>
                    <a:pt x="269136" y="1593720"/>
                  </a:lnTo>
                  <a:lnTo>
                    <a:pt x="281370" y="1588364"/>
                  </a:lnTo>
                  <a:lnTo>
                    <a:pt x="293603" y="1583333"/>
                  </a:lnTo>
                  <a:lnTo>
                    <a:pt x="305837" y="1579614"/>
                  </a:lnTo>
                  <a:lnTo>
                    <a:pt x="318070" y="1575542"/>
                  </a:lnTo>
                  <a:lnTo>
                    <a:pt x="330304" y="1569433"/>
                  </a:lnTo>
                  <a:lnTo>
                    <a:pt x="342537" y="1562660"/>
                  </a:lnTo>
                  <a:lnTo>
                    <a:pt x="354771" y="1556917"/>
                  </a:lnTo>
                  <a:lnTo>
                    <a:pt x="367004" y="1553274"/>
                  </a:lnTo>
                  <a:lnTo>
                    <a:pt x="379238" y="1549343"/>
                  </a:lnTo>
                  <a:lnTo>
                    <a:pt x="391471" y="1544144"/>
                  </a:lnTo>
                  <a:lnTo>
                    <a:pt x="403705" y="1537789"/>
                  </a:lnTo>
                  <a:lnTo>
                    <a:pt x="415938" y="1531212"/>
                  </a:lnTo>
                  <a:lnTo>
                    <a:pt x="428172" y="1524319"/>
                  </a:lnTo>
                  <a:lnTo>
                    <a:pt x="440405" y="1517501"/>
                  </a:lnTo>
                  <a:lnTo>
                    <a:pt x="452639" y="1511469"/>
                  </a:lnTo>
                  <a:lnTo>
                    <a:pt x="464872" y="1504648"/>
                  </a:lnTo>
                  <a:lnTo>
                    <a:pt x="477106" y="1497164"/>
                  </a:lnTo>
                  <a:lnTo>
                    <a:pt x="489339" y="1488898"/>
                  </a:lnTo>
                  <a:lnTo>
                    <a:pt x="501573" y="1481052"/>
                  </a:lnTo>
                  <a:lnTo>
                    <a:pt x="513806" y="1474720"/>
                  </a:lnTo>
                  <a:lnTo>
                    <a:pt x="526040" y="1468127"/>
                  </a:lnTo>
                  <a:lnTo>
                    <a:pt x="538273" y="1459632"/>
                  </a:lnTo>
                  <a:lnTo>
                    <a:pt x="550507" y="1451015"/>
                  </a:lnTo>
                  <a:lnTo>
                    <a:pt x="562740" y="1442276"/>
                  </a:lnTo>
                  <a:lnTo>
                    <a:pt x="574974" y="1434539"/>
                  </a:lnTo>
                  <a:lnTo>
                    <a:pt x="587207" y="1425225"/>
                  </a:lnTo>
                  <a:lnTo>
                    <a:pt x="599441" y="1415788"/>
                  </a:lnTo>
                  <a:lnTo>
                    <a:pt x="611674" y="1406221"/>
                  </a:lnTo>
                  <a:lnTo>
                    <a:pt x="623908" y="1396786"/>
                  </a:lnTo>
                  <a:lnTo>
                    <a:pt x="636141" y="1387333"/>
                  </a:lnTo>
                  <a:lnTo>
                    <a:pt x="648375" y="1377703"/>
                  </a:lnTo>
                  <a:lnTo>
                    <a:pt x="660608" y="1368444"/>
                  </a:lnTo>
                  <a:lnTo>
                    <a:pt x="672842" y="1359385"/>
                  </a:lnTo>
                  <a:lnTo>
                    <a:pt x="685075" y="1348447"/>
                  </a:lnTo>
                  <a:lnTo>
                    <a:pt x="697309" y="1338327"/>
                  </a:lnTo>
                  <a:lnTo>
                    <a:pt x="709542" y="1328182"/>
                  </a:lnTo>
                  <a:lnTo>
                    <a:pt x="721776" y="1317924"/>
                  </a:lnTo>
                  <a:lnTo>
                    <a:pt x="734009" y="1307553"/>
                  </a:lnTo>
                  <a:lnTo>
                    <a:pt x="746243" y="1297070"/>
                  </a:lnTo>
                  <a:lnTo>
                    <a:pt x="758476" y="1285567"/>
                  </a:lnTo>
                  <a:lnTo>
                    <a:pt x="770710" y="1273746"/>
                  </a:lnTo>
                  <a:lnTo>
                    <a:pt x="782943" y="1261774"/>
                  </a:lnTo>
                  <a:lnTo>
                    <a:pt x="795177" y="1249653"/>
                  </a:lnTo>
                  <a:lnTo>
                    <a:pt x="807410" y="1237390"/>
                  </a:lnTo>
                  <a:lnTo>
                    <a:pt x="819644" y="1224988"/>
                  </a:lnTo>
                  <a:lnTo>
                    <a:pt x="831877" y="1212452"/>
                  </a:lnTo>
                  <a:lnTo>
                    <a:pt x="844111" y="1199787"/>
                  </a:lnTo>
                  <a:lnTo>
                    <a:pt x="856344" y="1185995"/>
                  </a:lnTo>
                  <a:lnTo>
                    <a:pt x="868578" y="1171955"/>
                  </a:lnTo>
                  <a:lnTo>
                    <a:pt x="880811" y="1157750"/>
                  </a:lnTo>
                  <a:lnTo>
                    <a:pt x="893045" y="1144473"/>
                  </a:lnTo>
                  <a:lnTo>
                    <a:pt x="905278" y="1131310"/>
                  </a:lnTo>
                  <a:lnTo>
                    <a:pt x="917512" y="1118020"/>
                  </a:lnTo>
                  <a:lnTo>
                    <a:pt x="929745" y="1105267"/>
                  </a:lnTo>
                  <a:lnTo>
                    <a:pt x="941979" y="1092442"/>
                  </a:lnTo>
                  <a:lnTo>
                    <a:pt x="954212" y="1078361"/>
                  </a:lnTo>
                  <a:lnTo>
                    <a:pt x="966446" y="1064017"/>
                  </a:lnTo>
                  <a:lnTo>
                    <a:pt x="978679" y="1049763"/>
                  </a:lnTo>
                  <a:lnTo>
                    <a:pt x="990913" y="1035772"/>
                  </a:lnTo>
                  <a:lnTo>
                    <a:pt x="1003146" y="1021797"/>
                  </a:lnTo>
                  <a:lnTo>
                    <a:pt x="1015380" y="1007473"/>
                  </a:lnTo>
                  <a:lnTo>
                    <a:pt x="1027613" y="992620"/>
                  </a:lnTo>
                  <a:lnTo>
                    <a:pt x="1039847" y="977918"/>
                  </a:lnTo>
                  <a:lnTo>
                    <a:pt x="1052080" y="963145"/>
                  </a:lnTo>
                  <a:lnTo>
                    <a:pt x="1064314" y="949331"/>
                  </a:lnTo>
                  <a:lnTo>
                    <a:pt x="1076547" y="933513"/>
                  </a:lnTo>
                  <a:lnTo>
                    <a:pt x="1088781" y="918465"/>
                  </a:lnTo>
                  <a:lnTo>
                    <a:pt x="1101014" y="903467"/>
                  </a:lnTo>
                  <a:lnTo>
                    <a:pt x="1113248" y="888425"/>
                  </a:lnTo>
                  <a:lnTo>
                    <a:pt x="1125481" y="872299"/>
                  </a:lnTo>
                  <a:lnTo>
                    <a:pt x="1137715" y="855876"/>
                  </a:lnTo>
                  <a:lnTo>
                    <a:pt x="1149948" y="839654"/>
                  </a:lnTo>
                  <a:lnTo>
                    <a:pt x="1162182" y="824307"/>
                  </a:lnTo>
                  <a:lnTo>
                    <a:pt x="1174415" y="808817"/>
                  </a:lnTo>
                  <a:lnTo>
                    <a:pt x="1186649" y="792527"/>
                  </a:lnTo>
                  <a:lnTo>
                    <a:pt x="1198882" y="776252"/>
                  </a:lnTo>
                  <a:lnTo>
                    <a:pt x="1211116" y="760000"/>
                  </a:lnTo>
                  <a:lnTo>
                    <a:pt x="1223349" y="743780"/>
                  </a:lnTo>
                  <a:lnTo>
                    <a:pt x="1235583" y="727600"/>
                  </a:lnTo>
                  <a:lnTo>
                    <a:pt x="1247816" y="711469"/>
                  </a:lnTo>
                  <a:lnTo>
                    <a:pt x="1260050" y="695396"/>
                  </a:lnTo>
                  <a:lnTo>
                    <a:pt x="1272283" y="679387"/>
                  </a:lnTo>
                  <a:lnTo>
                    <a:pt x="1284517" y="663574"/>
                  </a:lnTo>
                  <a:lnTo>
                    <a:pt x="1296750" y="647601"/>
                  </a:lnTo>
                  <a:lnTo>
                    <a:pt x="1308984" y="631626"/>
                  </a:lnTo>
                  <a:lnTo>
                    <a:pt x="1321217" y="615707"/>
                  </a:lnTo>
                  <a:lnTo>
                    <a:pt x="1333451" y="599153"/>
                  </a:lnTo>
                  <a:lnTo>
                    <a:pt x="1345684" y="582341"/>
                  </a:lnTo>
                  <a:lnTo>
                    <a:pt x="1357918" y="565549"/>
                  </a:lnTo>
                  <a:lnTo>
                    <a:pt x="1370151" y="549748"/>
                  </a:lnTo>
                  <a:lnTo>
                    <a:pt x="1382385" y="533291"/>
                  </a:lnTo>
                  <a:lnTo>
                    <a:pt x="1394618" y="515630"/>
                  </a:lnTo>
                  <a:lnTo>
                    <a:pt x="1406852" y="499231"/>
                  </a:lnTo>
                  <a:lnTo>
                    <a:pt x="1419085" y="485310"/>
                  </a:lnTo>
                  <a:lnTo>
                    <a:pt x="1431319" y="469842"/>
                  </a:lnTo>
                  <a:lnTo>
                    <a:pt x="1443552" y="451585"/>
                  </a:lnTo>
                  <a:lnTo>
                    <a:pt x="1455786" y="433295"/>
                  </a:lnTo>
                  <a:lnTo>
                    <a:pt x="1468019" y="414979"/>
                  </a:lnTo>
                  <a:lnTo>
                    <a:pt x="1480253" y="396651"/>
                  </a:lnTo>
                  <a:lnTo>
                    <a:pt x="1492486" y="379833"/>
                  </a:lnTo>
                  <a:lnTo>
                    <a:pt x="1504720" y="364354"/>
                  </a:lnTo>
                  <a:lnTo>
                    <a:pt x="1516953" y="349901"/>
                  </a:lnTo>
                  <a:lnTo>
                    <a:pt x="1529187" y="336573"/>
                  </a:lnTo>
                  <a:lnTo>
                    <a:pt x="1541420" y="321784"/>
                  </a:lnTo>
                  <a:lnTo>
                    <a:pt x="1553654" y="304083"/>
                  </a:lnTo>
                  <a:lnTo>
                    <a:pt x="1565887" y="284874"/>
                  </a:lnTo>
                  <a:lnTo>
                    <a:pt x="1578121" y="265763"/>
                  </a:lnTo>
                  <a:lnTo>
                    <a:pt x="1590354" y="247483"/>
                  </a:lnTo>
                  <a:lnTo>
                    <a:pt x="1602588" y="229463"/>
                  </a:lnTo>
                  <a:lnTo>
                    <a:pt x="1614821" y="211742"/>
                  </a:lnTo>
                  <a:lnTo>
                    <a:pt x="1627055" y="194357"/>
                  </a:lnTo>
                  <a:lnTo>
                    <a:pt x="1639288" y="178085"/>
                  </a:lnTo>
                  <a:lnTo>
                    <a:pt x="1651522" y="162709"/>
                  </a:lnTo>
                  <a:lnTo>
                    <a:pt x="1663755" y="147534"/>
                  </a:lnTo>
                  <a:lnTo>
                    <a:pt x="1675989" y="132573"/>
                  </a:lnTo>
                  <a:lnTo>
                    <a:pt x="1688222" y="119761"/>
                  </a:lnTo>
                  <a:lnTo>
                    <a:pt x="1700456" y="107895"/>
                  </a:lnTo>
                  <a:lnTo>
                    <a:pt x="1712689" y="96713"/>
                  </a:lnTo>
                  <a:lnTo>
                    <a:pt x="1724923" y="86252"/>
                  </a:lnTo>
                  <a:lnTo>
                    <a:pt x="1737156" y="76062"/>
                  </a:lnTo>
                  <a:lnTo>
                    <a:pt x="1749390" y="62511"/>
                  </a:lnTo>
                  <a:lnTo>
                    <a:pt x="1761623" y="48144"/>
                  </a:lnTo>
                  <a:lnTo>
                    <a:pt x="1773857" y="34180"/>
                  </a:lnTo>
                  <a:lnTo>
                    <a:pt x="1786090" y="20639"/>
                  </a:lnTo>
                  <a:lnTo>
                    <a:pt x="1798324" y="7575"/>
                  </a:lnTo>
                  <a:lnTo>
                    <a:pt x="1810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965226"/>
              <a:ext cx="2189796" cy="1747352"/>
            </a:xfrm>
            <a:custGeom>
              <a:avLst/>
              <a:pathLst>
                <a:path w="2189796" h="1747352">
                  <a:moveTo>
                    <a:pt x="2189796" y="249093"/>
                  </a:moveTo>
                  <a:lnTo>
                    <a:pt x="2177562" y="218722"/>
                  </a:lnTo>
                  <a:lnTo>
                    <a:pt x="2165329" y="190543"/>
                  </a:lnTo>
                  <a:lnTo>
                    <a:pt x="2153095" y="162780"/>
                  </a:lnTo>
                  <a:lnTo>
                    <a:pt x="2140862" y="143316"/>
                  </a:lnTo>
                  <a:lnTo>
                    <a:pt x="2128628" y="118431"/>
                  </a:lnTo>
                  <a:lnTo>
                    <a:pt x="2116395" y="95125"/>
                  </a:lnTo>
                  <a:lnTo>
                    <a:pt x="2104161" y="85562"/>
                  </a:lnTo>
                  <a:lnTo>
                    <a:pt x="2091928" y="79094"/>
                  </a:lnTo>
                  <a:lnTo>
                    <a:pt x="2079694" y="50931"/>
                  </a:lnTo>
                  <a:lnTo>
                    <a:pt x="2067461" y="46045"/>
                  </a:lnTo>
                  <a:lnTo>
                    <a:pt x="2055227" y="35249"/>
                  </a:lnTo>
                  <a:lnTo>
                    <a:pt x="2042994" y="19648"/>
                  </a:lnTo>
                  <a:lnTo>
                    <a:pt x="2030760" y="5332"/>
                  </a:lnTo>
                  <a:lnTo>
                    <a:pt x="2018527" y="0"/>
                  </a:lnTo>
                  <a:lnTo>
                    <a:pt x="2006293" y="2784"/>
                  </a:lnTo>
                  <a:lnTo>
                    <a:pt x="1994060" y="5756"/>
                  </a:lnTo>
                  <a:lnTo>
                    <a:pt x="1981826" y="8919"/>
                  </a:lnTo>
                  <a:lnTo>
                    <a:pt x="1969593" y="4954"/>
                  </a:lnTo>
                  <a:lnTo>
                    <a:pt x="1957359" y="3459"/>
                  </a:lnTo>
                  <a:lnTo>
                    <a:pt x="1945126" y="4335"/>
                  </a:lnTo>
                  <a:lnTo>
                    <a:pt x="1932892" y="8760"/>
                  </a:lnTo>
                  <a:lnTo>
                    <a:pt x="1920659" y="13990"/>
                  </a:lnTo>
                  <a:lnTo>
                    <a:pt x="1908425" y="20356"/>
                  </a:lnTo>
                  <a:lnTo>
                    <a:pt x="1896192" y="27635"/>
                  </a:lnTo>
                  <a:lnTo>
                    <a:pt x="1883958" y="35693"/>
                  </a:lnTo>
                  <a:lnTo>
                    <a:pt x="1871725" y="42064"/>
                  </a:lnTo>
                  <a:lnTo>
                    <a:pt x="1859491" y="43920"/>
                  </a:lnTo>
                  <a:lnTo>
                    <a:pt x="1847258" y="52404"/>
                  </a:lnTo>
                  <a:lnTo>
                    <a:pt x="1835024" y="57381"/>
                  </a:lnTo>
                  <a:lnTo>
                    <a:pt x="1822791" y="63344"/>
                  </a:lnTo>
                  <a:lnTo>
                    <a:pt x="1810557" y="70660"/>
                  </a:lnTo>
                  <a:lnTo>
                    <a:pt x="1798324" y="78732"/>
                  </a:lnTo>
                  <a:lnTo>
                    <a:pt x="1786090" y="85587"/>
                  </a:lnTo>
                  <a:lnTo>
                    <a:pt x="1773857" y="93207"/>
                  </a:lnTo>
                  <a:lnTo>
                    <a:pt x="1761623" y="100937"/>
                  </a:lnTo>
                  <a:lnTo>
                    <a:pt x="1749390" y="108781"/>
                  </a:lnTo>
                  <a:lnTo>
                    <a:pt x="1737156" y="116744"/>
                  </a:lnTo>
                  <a:lnTo>
                    <a:pt x="1724923" y="124830"/>
                  </a:lnTo>
                  <a:lnTo>
                    <a:pt x="1712689" y="133145"/>
                  </a:lnTo>
                  <a:lnTo>
                    <a:pt x="1700456" y="142297"/>
                  </a:lnTo>
                  <a:lnTo>
                    <a:pt x="1688222" y="151659"/>
                  </a:lnTo>
                  <a:lnTo>
                    <a:pt x="1675989" y="161228"/>
                  </a:lnTo>
                  <a:lnTo>
                    <a:pt x="1663755" y="171000"/>
                  </a:lnTo>
                  <a:lnTo>
                    <a:pt x="1651522" y="180970"/>
                  </a:lnTo>
                  <a:lnTo>
                    <a:pt x="1639288" y="189589"/>
                  </a:lnTo>
                  <a:lnTo>
                    <a:pt x="1627055" y="197843"/>
                  </a:lnTo>
                  <a:lnTo>
                    <a:pt x="1614821" y="207316"/>
                  </a:lnTo>
                  <a:lnTo>
                    <a:pt x="1602588" y="221746"/>
                  </a:lnTo>
                  <a:lnTo>
                    <a:pt x="1590354" y="233669"/>
                  </a:lnTo>
                  <a:lnTo>
                    <a:pt x="1578121" y="244751"/>
                  </a:lnTo>
                  <a:lnTo>
                    <a:pt x="1565887" y="256006"/>
                  </a:lnTo>
                  <a:lnTo>
                    <a:pt x="1553654" y="267428"/>
                  </a:lnTo>
                  <a:lnTo>
                    <a:pt x="1541420" y="279015"/>
                  </a:lnTo>
                  <a:lnTo>
                    <a:pt x="1529187" y="290761"/>
                  </a:lnTo>
                  <a:lnTo>
                    <a:pt x="1516953" y="302665"/>
                  </a:lnTo>
                  <a:lnTo>
                    <a:pt x="1504720" y="314721"/>
                  </a:lnTo>
                  <a:lnTo>
                    <a:pt x="1492486" y="326926"/>
                  </a:lnTo>
                  <a:lnTo>
                    <a:pt x="1480253" y="339275"/>
                  </a:lnTo>
                  <a:lnTo>
                    <a:pt x="1468019" y="351713"/>
                  </a:lnTo>
                  <a:lnTo>
                    <a:pt x="1455786" y="362479"/>
                  </a:lnTo>
                  <a:lnTo>
                    <a:pt x="1443552" y="374462"/>
                  </a:lnTo>
                  <a:lnTo>
                    <a:pt x="1431319" y="386875"/>
                  </a:lnTo>
                  <a:lnTo>
                    <a:pt x="1419085" y="401578"/>
                  </a:lnTo>
                  <a:lnTo>
                    <a:pt x="1406852" y="416183"/>
                  </a:lnTo>
                  <a:lnTo>
                    <a:pt x="1394618" y="429423"/>
                  </a:lnTo>
                  <a:lnTo>
                    <a:pt x="1382385" y="442776"/>
                  </a:lnTo>
                  <a:lnTo>
                    <a:pt x="1370151" y="457903"/>
                  </a:lnTo>
                  <a:lnTo>
                    <a:pt x="1357918" y="473085"/>
                  </a:lnTo>
                  <a:lnTo>
                    <a:pt x="1345684" y="488316"/>
                  </a:lnTo>
                  <a:lnTo>
                    <a:pt x="1333451" y="503589"/>
                  </a:lnTo>
                  <a:lnTo>
                    <a:pt x="1321217" y="518590"/>
                  </a:lnTo>
                  <a:lnTo>
                    <a:pt x="1308984" y="533329"/>
                  </a:lnTo>
                  <a:lnTo>
                    <a:pt x="1296750" y="549548"/>
                  </a:lnTo>
                  <a:lnTo>
                    <a:pt x="1284517" y="564709"/>
                  </a:lnTo>
                  <a:lnTo>
                    <a:pt x="1272283" y="578130"/>
                  </a:lnTo>
                  <a:lnTo>
                    <a:pt x="1260050" y="591621"/>
                  </a:lnTo>
                  <a:lnTo>
                    <a:pt x="1247816" y="605176"/>
                  </a:lnTo>
                  <a:lnTo>
                    <a:pt x="1235583" y="619413"/>
                  </a:lnTo>
                  <a:lnTo>
                    <a:pt x="1223349" y="633675"/>
                  </a:lnTo>
                  <a:lnTo>
                    <a:pt x="1211116" y="648322"/>
                  </a:lnTo>
                  <a:lnTo>
                    <a:pt x="1198882" y="662913"/>
                  </a:lnTo>
                  <a:lnTo>
                    <a:pt x="1186649" y="677444"/>
                  </a:lnTo>
                  <a:lnTo>
                    <a:pt x="1174415" y="692144"/>
                  </a:lnTo>
                  <a:lnTo>
                    <a:pt x="1162182" y="707292"/>
                  </a:lnTo>
                  <a:lnTo>
                    <a:pt x="1149948" y="722395"/>
                  </a:lnTo>
                  <a:lnTo>
                    <a:pt x="1137715" y="737358"/>
                  </a:lnTo>
                  <a:lnTo>
                    <a:pt x="1125481" y="752183"/>
                  </a:lnTo>
                  <a:lnTo>
                    <a:pt x="1113248" y="766871"/>
                  </a:lnTo>
                  <a:lnTo>
                    <a:pt x="1101014" y="781425"/>
                  </a:lnTo>
                  <a:lnTo>
                    <a:pt x="1088781" y="795846"/>
                  </a:lnTo>
                  <a:lnTo>
                    <a:pt x="1076547" y="810137"/>
                  </a:lnTo>
                  <a:lnTo>
                    <a:pt x="1064314" y="825213"/>
                  </a:lnTo>
                  <a:lnTo>
                    <a:pt x="1052080" y="840559"/>
                  </a:lnTo>
                  <a:lnTo>
                    <a:pt x="1039847" y="855821"/>
                  </a:lnTo>
                  <a:lnTo>
                    <a:pt x="1027613" y="870973"/>
                  </a:lnTo>
                  <a:lnTo>
                    <a:pt x="1015380" y="886007"/>
                  </a:lnTo>
                  <a:lnTo>
                    <a:pt x="1003146" y="900916"/>
                  </a:lnTo>
                  <a:lnTo>
                    <a:pt x="990913" y="916097"/>
                  </a:lnTo>
                  <a:lnTo>
                    <a:pt x="978679" y="931205"/>
                  </a:lnTo>
                  <a:lnTo>
                    <a:pt x="966446" y="946129"/>
                  </a:lnTo>
                  <a:lnTo>
                    <a:pt x="954212" y="960858"/>
                  </a:lnTo>
                  <a:lnTo>
                    <a:pt x="941979" y="975204"/>
                  </a:lnTo>
                  <a:lnTo>
                    <a:pt x="929745" y="988046"/>
                  </a:lnTo>
                  <a:lnTo>
                    <a:pt x="917512" y="1001178"/>
                  </a:lnTo>
                  <a:lnTo>
                    <a:pt x="905278" y="1014827"/>
                  </a:lnTo>
                  <a:lnTo>
                    <a:pt x="893045" y="1028286"/>
                  </a:lnTo>
                  <a:lnTo>
                    <a:pt x="880811" y="1040864"/>
                  </a:lnTo>
                  <a:lnTo>
                    <a:pt x="868578" y="1053078"/>
                  </a:lnTo>
                  <a:lnTo>
                    <a:pt x="856344" y="1065658"/>
                  </a:lnTo>
                  <a:lnTo>
                    <a:pt x="844111" y="1079214"/>
                  </a:lnTo>
                  <a:lnTo>
                    <a:pt x="831877" y="1092468"/>
                  </a:lnTo>
                  <a:lnTo>
                    <a:pt x="819644" y="1104631"/>
                  </a:lnTo>
                  <a:lnTo>
                    <a:pt x="807410" y="1116553"/>
                  </a:lnTo>
                  <a:lnTo>
                    <a:pt x="795177" y="1128741"/>
                  </a:lnTo>
                  <a:lnTo>
                    <a:pt x="782943" y="1141059"/>
                  </a:lnTo>
                  <a:lnTo>
                    <a:pt x="770710" y="1151670"/>
                  </a:lnTo>
                  <a:lnTo>
                    <a:pt x="758476" y="1161927"/>
                  </a:lnTo>
                  <a:lnTo>
                    <a:pt x="746243" y="1173014"/>
                  </a:lnTo>
                  <a:lnTo>
                    <a:pt x="734009" y="1185263"/>
                  </a:lnTo>
                  <a:lnTo>
                    <a:pt x="721776" y="1197308"/>
                  </a:lnTo>
                  <a:lnTo>
                    <a:pt x="709542" y="1209146"/>
                  </a:lnTo>
                  <a:lnTo>
                    <a:pt x="697309" y="1220094"/>
                  </a:lnTo>
                  <a:lnTo>
                    <a:pt x="685075" y="1230397"/>
                  </a:lnTo>
                  <a:lnTo>
                    <a:pt x="672842" y="1240574"/>
                  </a:lnTo>
                  <a:lnTo>
                    <a:pt x="660608" y="1250623"/>
                  </a:lnTo>
                  <a:lnTo>
                    <a:pt x="648375" y="1260544"/>
                  </a:lnTo>
                  <a:lnTo>
                    <a:pt x="636141" y="1270337"/>
                  </a:lnTo>
                  <a:lnTo>
                    <a:pt x="623908" y="1280001"/>
                  </a:lnTo>
                  <a:lnTo>
                    <a:pt x="611674" y="1289537"/>
                  </a:lnTo>
                  <a:lnTo>
                    <a:pt x="599441" y="1298943"/>
                  </a:lnTo>
                  <a:lnTo>
                    <a:pt x="587207" y="1308220"/>
                  </a:lnTo>
                  <a:lnTo>
                    <a:pt x="574974" y="1317367"/>
                  </a:lnTo>
                  <a:lnTo>
                    <a:pt x="562740" y="1326384"/>
                  </a:lnTo>
                  <a:lnTo>
                    <a:pt x="550507" y="1335270"/>
                  </a:lnTo>
                  <a:lnTo>
                    <a:pt x="538273" y="1344026"/>
                  </a:lnTo>
                  <a:lnTo>
                    <a:pt x="526040" y="1352650"/>
                  </a:lnTo>
                  <a:lnTo>
                    <a:pt x="513806" y="1361143"/>
                  </a:lnTo>
                  <a:lnTo>
                    <a:pt x="501573" y="1369505"/>
                  </a:lnTo>
                  <a:lnTo>
                    <a:pt x="489339" y="1377733"/>
                  </a:lnTo>
                  <a:lnTo>
                    <a:pt x="477106" y="1385830"/>
                  </a:lnTo>
                  <a:lnTo>
                    <a:pt x="464872" y="1393328"/>
                  </a:lnTo>
                  <a:lnTo>
                    <a:pt x="452639" y="1400463"/>
                  </a:lnTo>
                  <a:lnTo>
                    <a:pt x="440405" y="1407427"/>
                  </a:lnTo>
                  <a:lnTo>
                    <a:pt x="428172" y="1414474"/>
                  </a:lnTo>
                  <a:lnTo>
                    <a:pt x="415938" y="1422705"/>
                  </a:lnTo>
                  <a:lnTo>
                    <a:pt x="403705" y="1430804"/>
                  </a:lnTo>
                  <a:lnTo>
                    <a:pt x="391471" y="1438661"/>
                  </a:lnTo>
                  <a:lnTo>
                    <a:pt x="379238" y="1446131"/>
                  </a:lnTo>
                  <a:lnTo>
                    <a:pt x="367004" y="1453919"/>
                  </a:lnTo>
                  <a:lnTo>
                    <a:pt x="354771" y="1461278"/>
                  </a:lnTo>
                  <a:lnTo>
                    <a:pt x="342537" y="1468087"/>
                  </a:lnTo>
                  <a:lnTo>
                    <a:pt x="330304" y="1474535"/>
                  </a:lnTo>
                  <a:lnTo>
                    <a:pt x="318070" y="1480877"/>
                  </a:lnTo>
                  <a:lnTo>
                    <a:pt x="305837" y="1487116"/>
                  </a:lnTo>
                  <a:lnTo>
                    <a:pt x="293603" y="1493292"/>
                  </a:lnTo>
                  <a:lnTo>
                    <a:pt x="281370" y="1499767"/>
                  </a:lnTo>
                  <a:lnTo>
                    <a:pt x="269136" y="1506129"/>
                  </a:lnTo>
                  <a:lnTo>
                    <a:pt x="256903" y="1512379"/>
                  </a:lnTo>
                  <a:lnTo>
                    <a:pt x="244669" y="1518695"/>
                  </a:lnTo>
                  <a:lnTo>
                    <a:pt x="232436" y="1524109"/>
                  </a:lnTo>
                  <a:lnTo>
                    <a:pt x="220202" y="1529239"/>
                  </a:lnTo>
                  <a:lnTo>
                    <a:pt x="207969" y="1534146"/>
                  </a:lnTo>
                  <a:lnTo>
                    <a:pt x="195735" y="1539705"/>
                  </a:lnTo>
                  <a:lnTo>
                    <a:pt x="183502" y="1547585"/>
                  </a:lnTo>
                  <a:lnTo>
                    <a:pt x="171268" y="1555581"/>
                  </a:lnTo>
                  <a:lnTo>
                    <a:pt x="159035" y="1563632"/>
                  </a:lnTo>
                  <a:lnTo>
                    <a:pt x="146801" y="1575968"/>
                  </a:lnTo>
                  <a:lnTo>
                    <a:pt x="134568" y="1590326"/>
                  </a:lnTo>
                  <a:lnTo>
                    <a:pt x="122334" y="1602467"/>
                  </a:lnTo>
                  <a:lnTo>
                    <a:pt x="110101" y="1614993"/>
                  </a:lnTo>
                  <a:lnTo>
                    <a:pt x="97867" y="1625049"/>
                  </a:lnTo>
                  <a:lnTo>
                    <a:pt x="85634" y="1636352"/>
                  </a:lnTo>
                  <a:lnTo>
                    <a:pt x="73400" y="1648812"/>
                  </a:lnTo>
                  <a:lnTo>
                    <a:pt x="61167" y="1664716"/>
                  </a:lnTo>
                  <a:lnTo>
                    <a:pt x="48933" y="1682838"/>
                  </a:lnTo>
                  <a:lnTo>
                    <a:pt x="36700" y="1699019"/>
                  </a:lnTo>
                  <a:lnTo>
                    <a:pt x="24466" y="1714630"/>
                  </a:lnTo>
                  <a:lnTo>
                    <a:pt x="12233" y="1730736"/>
                  </a:lnTo>
                  <a:lnTo>
                    <a:pt x="0" y="1747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776604"/>
              <a:ext cx="2189796" cy="1759153"/>
            </a:xfrm>
            <a:custGeom>
              <a:avLst/>
              <a:pathLst>
                <a:path w="2189796" h="1759153">
                  <a:moveTo>
                    <a:pt x="0" y="1759153"/>
                  </a:moveTo>
                  <a:lnTo>
                    <a:pt x="12233" y="1753340"/>
                  </a:lnTo>
                  <a:lnTo>
                    <a:pt x="24466" y="1747564"/>
                  </a:lnTo>
                  <a:lnTo>
                    <a:pt x="36700" y="1741822"/>
                  </a:lnTo>
                  <a:lnTo>
                    <a:pt x="48933" y="1736108"/>
                  </a:lnTo>
                  <a:lnTo>
                    <a:pt x="61167" y="1730419"/>
                  </a:lnTo>
                  <a:lnTo>
                    <a:pt x="73400" y="1724750"/>
                  </a:lnTo>
                  <a:lnTo>
                    <a:pt x="85634" y="1719097"/>
                  </a:lnTo>
                  <a:lnTo>
                    <a:pt x="97867" y="1713456"/>
                  </a:lnTo>
                  <a:lnTo>
                    <a:pt x="110101" y="1707822"/>
                  </a:lnTo>
                  <a:lnTo>
                    <a:pt x="122334" y="1702192"/>
                  </a:lnTo>
                  <a:lnTo>
                    <a:pt x="134568" y="1696560"/>
                  </a:lnTo>
                  <a:lnTo>
                    <a:pt x="146801" y="1690922"/>
                  </a:lnTo>
                  <a:lnTo>
                    <a:pt x="159035" y="1685275"/>
                  </a:lnTo>
                  <a:lnTo>
                    <a:pt x="171268" y="1679614"/>
                  </a:lnTo>
                  <a:lnTo>
                    <a:pt x="183502" y="1673935"/>
                  </a:lnTo>
                  <a:lnTo>
                    <a:pt x="195735" y="1668232"/>
                  </a:lnTo>
                  <a:lnTo>
                    <a:pt x="207969" y="1662503"/>
                  </a:lnTo>
                  <a:lnTo>
                    <a:pt x="220202" y="1656743"/>
                  </a:lnTo>
                  <a:lnTo>
                    <a:pt x="232436" y="1650947"/>
                  </a:lnTo>
                  <a:lnTo>
                    <a:pt x="244669" y="1645112"/>
                  </a:lnTo>
                  <a:lnTo>
                    <a:pt x="256903" y="1639233"/>
                  </a:lnTo>
                  <a:lnTo>
                    <a:pt x="269136" y="1633305"/>
                  </a:lnTo>
                  <a:lnTo>
                    <a:pt x="281370" y="1627324"/>
                  </a:lnTo>
                  <a:lnTo>
                    <a:pt x="293603" y="1621287"/>
                  </a:lnTo>
                  <a:lnTo>
                    <a:pt x="305837" y="1615188"/>
                  </a:lnTo>
                  <a:lnTo>
                    <a:pt x="318070" y="1609024"/>
                  </a:lnTo>
                  <a:lnTo>
                    <a:pt x="330304" y="1602791"/>
                  </a:lnTo>
                  <a:lnTo>
                    <a:pt x="342537" y="1596483"/>
                  </a:lnTo>
                  <a:lnTo>
                    <a:pt x="354771" y="1590097"/>
                  </a:lnTo>
                  <a:lnTo>
                    <a:pt x="367004" y="1583628"/>
                  </a:lnTo>
                  <a:lnTo>
                    <a:pt x="379238" y="1577072"/>
                  </a:lnTo>
                  <a:lnTo>
                    <a:pt x="391471" y="1570425"/>
                  </a:lnTo>
                  <a:lnTo>
                    <a:pt x="403705" y="1563683"/>
                  </a:lnTo>
                  <a:lnTo>
                    <a:pt x="415938" y="1556841"/>
                  </a:lnTo>
                  <a:lnTo>
                    <a:pt x="428172" y="1549895"/>
                  </a:lnTo>
                  <a:lnTo>
                    <a:pt x="440405" y="1542841"/>
                  </a:lnTo>
                  <a:lnTo>
                    <a:pt x="452639" y="1535674"/>
                  </a:lnTo>
                  <a:lnTo>
                    <a:pt x="464872" y="1528390"/>
                  </a:lnTo>
                  <a:lnTo>
                    <a:pt x="477106" y="1520984"/>
                  </a:lnTo>
                  <a:lnTo>
                    <a:pt x="489339" y="1513454"/>
                  </a:lnTo>
                  <a:lnTo>
                    <a:pt x="501573" y="1505794"/>
                  </a:lnTo>
                  <a:lnTo>
                    <a:pt x="513806" y="1497999"/>
                  </a:lnTo>
                  <a:lnTo>
                    <a:pt x="526040" y="1490066"/>
                  </a:lnTo>
                  <a:lnTo>
                    <a:pt x="538273" y="1481991"/>
                  </a:lnTo>
                  <a:lnTo>
                    <a:pt x="550507" y="1473769"/>
                  </a:lnTo>
                  <a:lnTo>
                    <a:pt x="562740" y="1465395"/>
                  </a:lnTo>
                  <a:lnTo>
                    <a:pt x="574974" y="1456866"/>
                  </a:lnTo>
                  <a:lnTo>
                    <a:pt x="587207" y="1448178"/>
                  </a:lnTo>
                  <a:lnTo>
                    <a:pt x="599441" y="1439325"/>
                  </a:lnTo>
                  <a:lnTo>
                    <a:pt x="611674" y="1430304"/>
                  </a:lnTo>
                  <a:lnTo>
                    <a:pt x="623908" y="1421110"/>
                  </a:lnTo>
                  <a:lnTo>
                    <a:pt x="636141" y="1411740"/>
                  </a:lnTo>
                  <a:lnTo>
                    <a:pt x="648375" y="1402188"/>
                  </a:lnTo>
                  <a:lnTo>
                    <a:pt x="660608" y="1392451"/>
                  </a:lnTo>
                  <a:lnTo>
                    <a:pt x="672842" y="1382524"/>
                  </a:lnTo>
                  <a:lnTo>
                    <a:pt x="685075" y="1372403"/>
                  </a:lnTo>
                  <a:lnTo>
                    <a:pt x="697309" y="1362084"/>
                  </a:lnTo>
                  <a:lnTo>
                    <a:pt x="709542" y="1351562"/>
                  </a:lnTo>
                  <a:lnTo>
                    <a:pt x="721776" y="1340833"/>
                  </a:lnTo>
                  <a:lnTo>
                    <a:pt x="734009" y="1329893"/>
                  </a:lnTo>
                  <a:lnTo>
                    <a:pt x="746243" y="1318741"/>
                  </a:lnTo>
                  <a:lnTo>
                    <a:pt x="758476" y="1307382"/>
                  </a:lnTo>
                  <a:lnTo>
                    <a:pt x="770710" y="1295821"/>
                  </a:lnTo>
                  <a:lnTo>
                    <a:pt x="782943" y="1284063"/>
                  </a:lnTo>
                  <a:lnTo>
                    <a:pt x="795177" y="1272114"/>
                  </a:lnTo>
                  <a:lnTo>
                    <a:pt x="807410" y="1259978"/>
                  </a:lnTo>
                  <a:lnTo>
                    <a:pt x="819644" y="1247660"/>
                  </a:lnTo>
                  <a:lnTo>
                    <a:pt x="831877" y="1235167"/>
                  </a:lnTo>
                  <a:lnTo>
                    <a:pt x="844111" y="1222502"/>
                  </a:lnTo>
                  <a:lnTo>
                    <a:pt x="856344" y="1209671"/>
                  </a:lnTo>
                  <a:lnTo>
                    <a:pt x="868578" y="1196680"/>
                  </a:lnTo>
                  <a:lnTo>
                    <a:pt x="880811" y="1183533"/>
                  </a:lnTo>
                  <a:lnTo>
                    <a:pt x="893045" y="1170236"/>
                  </a:lnTo>
                  <a:lnTo>
                    <a:pt x="905278" y="1156793"/>
                  </a:lnTo>
                  <a:lnTo>
                    <a:pt x="917512" y="1143210"/>
                  </a:lnTo>
                  <a:lnTo>
                    <a:pt x="929745" y="1129493"/>
                  </a:lnTo>
                  <a:lnTo>
                    <a:pt x="941979" y="1115645"/>
                  </a:lnTo>
                  <a:lnTo>
                    <a:pt x="954212" y="1101673"/>
                  </a:lnTo>
                  <a:lnTo>
                    <a:pt x="966446" y="1087582"/>
                  </a:lnTo>
                  <a:lnTo>
                    <a:pt x="978679" y="1073376"/>
                  </a:lnTo>
                  <a:lnTo>
                    <a:pt x="990913" y="1059061"/>
                  </a:lnTo>
                  <a:lnTo>
                    <a:pt x="1003146" y="1044642"/>
                  </a:lnTo>
                  <a:lnTo>
                    <a:pt x="1015380" y="1030124"/>
                  </a:lnTo>
                  <a:lnTo>
                    <a:pt x="1027613" y="1015513"/>
                  </a:lnTo>
                  <a:lnTo>
                    <a:pt x="1039847" y="1000812"/>
                  </a:lnTo>
                  <a:lnTo>
                    <a:pt x="1052080" y="986029"/>
                  </a:lnTo>
                  <a:lnTo>
                    <a:pt x="1064314" y="971168"/>
                  </a:lnTo>
                  <a:lnTo>
                    <a:pt x="1076547" y="956233"/>
                  </a:lnTo>
                  <a:lnTo>
                    <a:pt x="1088781" y="941230"/>
                  </a:lnTo>
                  <a:lnTo>
                    <a:pt x="1101014" y="926165"/>
                  </a:lnTo>
                  <a:lnTo>
                    <a:pt x="1113248" y="911042"/>
                  </a:lnTo>
                  <a:lnTo>
                    <a:pt x="1125481" y="895867"/>
                  </a:lnTo>
                  <a:lnTo>
                    <a:pt x="1137715" y="880645"/>
                  </a:lnTo>
                  <a:lnTo>
                    <a:pt x="1149948" y="865380"/>
                  </a:lnTo>
                  <a:lnTo>
                    <a:pt x="1162182" y="850079"/>
                  </a:lnTo>
                  <a:lnTo>
                    <a:pt x="1174415" y="834745"/>
                  </a:lnTo>
                  <a:lnTo>
                    <a:pt x="1186649" y="819385"/>
                  </a:lnTo>
                  <a:lnTo>
                    <a:pt x="1198882" y="804004"/>
                  </a:lnTo>
                  <a:lnTo>
                    <a:pt x="1211116" y="788606"/>
                  </a:lnTo>
                  <a:lnTo>
                    <a:pt x="1223349" y="773198"/>
                  </a:lnTo>
                  <a:lnTo>
                    <a:pt x="1235583" y="757783"/>
                  </a:lnTo>
                  <a:lnTo>
                    <a:pt x="1247816" y="742367"/>
                  </a:lnTo>
                  <a:lnTo>
                    <a:pt x="1260050" y="726956"/>
                  </a:lnTo>
                  <a:lnTo>
                    <a:pt x="1272283" y="711554"/>
                  </a:lnTo>
                  <a:lnTo>
                    <a:pt x="1284517" y="696167"/>
                  </a:lnTo>
                  <a:lnTo>
                    <a:pt x="1296750" y="680800"/>
                  </a:lnTo>
                  <a:lnTo>
                    <a:pt x="1308984" y="665457"/>
                  </a:lnTo>
                  <a:lnTo>
                    <a:pt x="1321217" y="650145"/>
                  </a:lnTo>
                  <a:lnTo>
                    <a:pt x="1333451" y="634868"/>
                  </a:lnTo>
                  <a:lnTo>
                    <a:pt x="1345684" y="619632"/>
                  </a:lnTo>
                  <a:lnTo>
                    <a:pt x="1357918" y="604441"/>
                  </a:lnTo>
                  <a:lnTo>
                    <a:pt x="1370151" y="589301"/>
                  </a:lnTo>
                  <a:lnTo>
                    <a:pt x="1382385" y="574216"/>
                  </a:lnTo>
                  <a:lnTo>
                    <a:pt x="1394618" y="559193"/>
                  </a:lnTo>
                  <a:lnTo>
                    <a:pt x="1406852" y="544236"/>
                  </a:lnTo>
                  <a:lnTo>
                    <a:pt x="1419085" y="529351"/>
                  </a:lnTo>
                  <a:lnTo>
                    <a:pt x="1431319" y="514542"/>
                  </a:lnTo>
                  <a:lnTo>
                    <a:pt x="1443552" y="499815"/>
                  </a:lnTo>
                  <a:lnTo>
                    <a:pt x="1455786" y="485174"/>
                  </a:lnTo>
                  <a:lnTo>
                    <a:pt x="1468019" y="470626"/>
                  </a:lnTo>
                  <a:lnTo>
                    <a:pt x="1480253" y="456176"/>
                  </a:lnTo>
                  <a:lnTo>
                    <a:pt x="1492486" y="441830"/>
                  </a:lnTo>
                  <a:lnTo>
                    <a:pt x="1504720" y="427595"/>
                  </a:lnTo>
                  <a:lnTo>
                    <a:pt x="1516953" y="413478"/>
                  </a:lnTo>
                  <a:lnTo>
                    <a:pt x="1529187" y="399485"/>
                  </a:lnTo>
                  <a:lnTo>
                    <a:pt x="1541420" y="385622"/>
                  </a:lnTo>
                  <a:lnTo>
                    <a:pt x="1553654" y="371895"/>
                  </a:lnTo>
                  <a:lnTo>
                    <a:pt x="1565887" y="358312"/>
                  </a:lnTo>
                  <a:lnTo>
                    <a:pt x="1578121" y="344879"/>
                  </a:lnTo>
                  <a:lnTo>
                    <a:pt x="1590354" y="331601"/>
                  </a:lnTo>
                  <a:lnTo>
                    <a:pt x="1602588" y="318487"/>
                  </a:lnTo>
                  <a:lnTo>
                    <a:pt x="1614821" y="305541"/>
                  </a:lnTo>
                  <a:lnTo>
                    <a:pt x="1627055" y="292771"/>
                  </a:lnTo>
                  <a:lnTo>
                    <a:pt x="1639288" y="280183"/>
                  </a:lnTo>
                  <a:lnTo>
                    <a:pt x="1651522" y="267784"/>
                  </a:lnTo>
                  <a:lnTo>
                    <a:pt x="1663755" y="255579"/>
                  </a:lnTo>
                  <a:lnTo>
                    <a:pt x="1675989" y="243575"/>
                  </a:lnTo>
                  <a:lnTo>
                    <a:pt x="1688222" y="231780"/>
                  </a:lnTo>
                  <a:lnTo>
                    <a:pt x="1700456" y="220199"/>
                  </a:lnTo>
                  <a:lnTo>
                    <a:pt x="1712689" y="208838"/>
                  </a:lnTo>
                  <a:lnTo>
                    <a:pt x="1724923" y="197705"/>
                  </a:lnTo>
                  <a:lnTo>
                    <a:pt x="1737156" y="186805"/>
                  </a:lnTo>
                  <a:lnTo>
                    <a:pt x="1749390" y="176145"/>
                  </a:lnTo>
                  <a:lnTo>
                    <a:pt x="1761623" y="165732"/>
                  </a:lnTo>
                  <a:lnTo>
                    <a:pt x="1773857" y="155572"/>
                  </a:lnTo>
                  <a:lnTo>
                    <a:pt x="1786090" y="145671"/>
                  </a:lnTo>
                  <a:lnTo>
                    <a:pt x="1798324" y="136036"/>
                  </a:lnTo>
                  <a:lnTo>
                    <a:pt x="1810557" y="126674"/>
                  </a:lnTo>
                  <a:lnTo>
                    <a:pt x="1822791" y="117590"/>
                  </a:lnTo>
                  <a:lnTo>
                    <a:pt x="1835024" y="108792"/>
                  </a:lnTo>
                  <a:lnTo>
                    <a:pt x="1847258" y="100285"/>
                  </a:lnTo>
                  <a:lnTo>
                    <a:pt x="1859491" y="92077"/>
                  </a:lnTo>
                  <a:lnTo>
                    <a:pt x="1871725" y="84173"/>
                  </a:lnTo>
                  <a:lnTo>
                    <a:pt x="1883958" y="76580"/>
                  </a:lnTo>
                  <a:lnTo>
                    <a:pt x="1896192" y="69305"/>
                  </a:lnTo>
                  <a:lnTo>
                    <a:pt x="1908425" y="62354"/>
                  </a:lnTo>
                  <a:lnTo>
                    <a:pt x="1920659" y="55733"/>
                  </a:lnTo>
                  <a:lnTo>
                    <a:pt x="1932892" y="49449"/>
                  </a:lnTo>
                  <a:lnTo>
                    <a:pt x="1945126" y="43509"/>
                  </a:lnTo>
                  <a:lnTo>
                    <a:pt x="1957359" y="37919"/>
                  </a:lnTo>
                  <a:lnTo>
                    <a:pt x="1969593" y="32684"/>
                  </a:lnTo>
                  <a:lnTo>
                    <a:pt x="1981826" y="27813"/>
                  </a:lnTo>
                  <a:lnTo>
                    <a:pt x="1994060" y="23311"/>
                  </a:lnTo>
                  <a:lnTo>
                    <a:pt x="2006293" y="19184"/>
                  </a:lnTo>
                  <a:lnTo>
                    <a:pt x="2018527" y="15439"/>
                  </a:lnTo>
                  <a:lnTo>
                    <a:pt x="2030760" y="12084"/>
                  </a:lnTo>
                  <a:lnTo>
                    <a:pt x="2042994" y="9123"/>
                  </a:lnTo>
                  <a:lnTo>
                    <a:pt x="2055227" y="6563"/>
                  </a:lnTo>
                  <a:lnTo>
                    <a:pt x="2067461" y="4412"/>
                  </a:lnTo>
                  <a:lnTo>
                    <a:pt x="2079694" y="2675"/>
                  </a:lnTo>
                  <a:lnTo>
                    <a:pt x="2091928" y="1358"/>
                  </a:lnTo>
                  <a:lnTo>
                    <a:pt x="2104161" y="470"/>
                  </a:lnTo>
                  <a:lnTo>
                    <a:pt x="2116395" y="14"/>
                  </a:lnTo>
                  <a:lnTo>
                    <a:pt x="2128628" y="0"/>
                  </a:lnTo>
                  <a:lnTo>
                    <a:pt x="2140862" y="431"/>
                  </a:lnTo>
                  <a:lnTo>
                    <a:pt x="2153095" y="1316"/>
                  </a:lnTo>
                  <a:lnTo>
                    <a:pt x="2165329" y="2661"/>
                  </a:lnTo>
                  <a:lnTo>
                    <a:pt x="2177562" y="4471"/>
                  </a:lnTo>
                  <a:lnTo>
                    <a:pt x="2189796" y="675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755389"/>
              <a:ext cx="2191014" cy="1177608"/>
            </a:xfrm>
            <a:custGeom>
              <a:avLst/>
              <a:pathLst>
                <a:path w="2191014" h="1177608">
                  <a:moveTo>
                    <a:pt x="0" y="745802"/>
                  </a:moveTo>
                  <a:lnTo>
                    <a:pt x="12240" y="753615"/>
                  </a:lnTo>
                  <a:lnTo>
                    <a:pt x="24480" y="772483"/>
                  </a:lnTo>
                  <a:lnTo>
                    <a:pt x="36720" y="789879"/>
                  </a:lnTo>
                  <a:lnTo>
                    <a:pt x="48961" y="805854"/>
                  </a:lnTo>
                  <a:lnTo>
                    <a:pt x="61201" y="813355"/>
                  </a:lnTo>
                  <a:lnTo>
                    <a:pt x="73441" y="814124"/>
                  </a:lnTo>
                  <a:lnTo>
                    <a:pt x="85682" y="815193"/>
                  </a:lnTo>
                  <a:lnTo>
                    <a:pt x="97922" y="817070"/>
                  </a:lnTo>
                  <a:lnTo>
                    <a:pt x="110162" y="819638"/>
                  </a:lnTo>
                  <a:lnTo>
                    <a:pt x="122403" y="822780"/>
                  </a:lnTo>
                  <a:lnTo>
                    <a:pt x="134643" y="826380"/>
                  </a:lnTo>
                  <a:lnTo>
                    <a:pt x="146883" y="830320"/>
                  </a:lnTo>
                  <a:lnTo>
                    <a:pt x="159123" y="845242"/>
                  </a:lnTo>
                  <a:lnTo>
                    <a:pt x="171364" y="846174"/>
                  </a:lnTo>
                  <a:lnTo>
                    <a:pt x="183604" y="850016"/>
                  </a:lnTo>
                  <a:lnTo>
                    <a:pt x="195844" y="859526"/>
                  </a:lnTo>
                  <a:lnTo>
                    <a:pt x="208085" y="865358"/>
                  </a:lnTo>
                  <a:lnTo>
                    <a:pt x="220325" y="863625"/>
                  </a:lnTo>
                  <a:lnTo>
                    <a:pt x="232565" y="872020"/>
                  </a:lnTo>
                  <a:lnTo>
                    <a:pt x="244806" y="878983"/>
                  </a:lnTo>
                  <a:lnTo>
                    <a:pt x="257046" y="882118"/>
                  </a:lnTo>
                  <a:lnTo>
                    <a:pt x="269286" y="878998"/>
                  </a:lnTo>
                  <a:lnTo>
                    <a:pt x="281527" y="874476"/>
                  </a:lnTo>
                  <a:lnTo>
                    <a:pt x="293767" y="867899"/>
                  </a:lnTo>
                  <a:lnTo>
                    <a:pt x="306007" y="862356"/>
                  </a:lnTo>
                  <a:lnTo>
                    <a:pt x="318247" y="854110"/>
                  </a:lnTo>
                  <a:lnTo>
                    <a:pt x="330488" y="851581"/>
                  </a:lnTo>
                  <a:lnTo>
                    <a:pt x="342728" y="845539"/>
                  </a:lnTo>
                  <a:lnTo>
                    <a:pt x="354968" y="837461"/>
                  </a:lnTo>
                  <a:lnTo>
                    <a:pt x="367209" y="829455"/>
                  </a:lnTo>
                  <a:lnTo>
                    <a:pt x="379449" y="821533"/>
                  </a:lnTo>
                  <a:lnTo>
                    <a:pt x="391689" y="815732"/>
                  </a:lnTo>
                  <a:lnTo>
                    <a:pt x="403930" y="809650"/>
                  </a:lnTo>
                  <a:lnTo>
                    <a:pt x="416170" y="800785"/>
                  </a:lnTo>
                  <a:lnTo>
                    <a:pt x="428410" y="792257"/>
                  </a:lnTo>
                  <a:lnTo>
                    <a:pt x="440650" y="783667"/>
                  </a:lnTo>
                  <a:lnTo>
                    <a:pt x="452891" y="773440"/>
                  </a:lnTo>
                  <a:lnTo>
                    <a:pt x="465131" y="765781"/>
                  </a:lnTo>
                  <a:lnTo>
                    <a:pt x="477371" y="758935"/>
                  </a:lnTo>
                  <a:lnTo>
                    <a:pt x="489612" y="749702"/>
                  </a:lnTo>
                  <a:lnTo>
                    <a:pt x="501852" y="741147"/>
                  </a:lnTo>
                  <a:lnTo>
                    <a:pt x="514092" y="734676"/>
                  </a:lnTo>
                  <a:lnTo>
                    <a:pt x="526333" y="726602"/>
                  </a:lnTo>
                  <a:lnTo>
                    <a:pt x="538573" y="719690"/>
                  </a:lnTo>
                  <a:lnTo>
                    <a:pt x="550813" y="713612"/>
                  </a:lnTo>
                  <a:lnTo>
                    <a:pt x="563054" y="708142"/>
                  </a:lnTo>
                  <a:lnTo>
                    <a:pt x="575294" y="702810"/>
                  </a:lnTo>
                  <a:lnTo>
                    <a:pt x="587534" y="697474"/>
                  </a:lnTo>
                  <a:lnTo>
                    <a:pt x="599774" y="692218"/>
                  </a:lnTo>
                  <a:lnTo>
                    <a:pt x="612015" y="687887"/>
                  </a:lnTo>
                  <a:lnTo>
                    <a:pt x="624255" y="683654"/>
                  </a:lnTo>
                  <a:lnTo>
                    <a:pt x="636495" y="678945"/>
                  </a:lnTo>
                  <a:lnTo>
                    <a:pt x="648736" y="674265"/>
                  </a:lnTo>
                  <a:lnTo>
                    <a:pt x="660976" y="669593"/>
                  </a:lnTo>
                  <a:lnTo>
                    <a:pt x="673216" y="664911"/>
                  </a:lnTo>
                  <a:lnTo>
                    <a:pt x="685457" y="657443"/>
                  </a:lnTo>
                  <a:lnTo>
                    <a:pt x="697697" y="649502"/>
                  </a:lnTo>
                  <a:lnTo>
                    <a:pt x="709937" y="641880"/>
                  </a:lnTo>
                  <a:lnTo>
                    <a:pt x="722177" y="635806"/>
                  </a:lnTo>
                  <a:lnTo>
                    <a:pt x="734418" y="631697"/>
                  </a:lnTo>
                  <a:lnTo>
                    <a:pt x="746658" y="627435"/>
                  </a:lnTo>
                  <a:lnTo>
                    <a:pt x="758898" y="622956"/>
                  </a:lnTo>
                  <a:lnTo>
                    <a:pt x="771139" y="619239"/>
                  </a:lnTo>
                  <a:lnTo>
                    <a:pt x="783379" y="615412"/>
                  </a:lnTo>
                  <a:lnTo>
                    <a:pt x="795619" y="607328"/>
                  </a:lnTo>
                  <a:lnTo>
                    <a:pt x="807860" y="599284"/>
                  </a:lnTo>
                  <a:lnTo>
                    <a:pt x="820100" y="591331"/>
                  </a:lnTo>
                  <a:lnTo>
                    <a:pt x="832340" y="583519"/>
                  </a:lnTo>
                  <a:lnTo>
                    <a:pt x="844581" y="575508"/>
                  </a:lnTo>
                  <a:lnTo>
                    <a:pt x="856821" y="567469"/>
                  </a:lnTo>
                  <a:lnTo>
                    <a:pt x="869061" y="561437"/>
                  </a:lnTo>
                  <a:lnTo>
                    <a:pt x="881301" y="555052"/>
                  </a:lnTo>
                  <a:lnTo>
                    <a:pt x="893542" y="550897"/>
                  </a:lnTo>
                  <a:lnTo>
                    <a:pt x="905782" y="544375"/>
                  </a:lnTo>
                  <a:lnTo>
                    <a:pt x="918022" y="537039"/>
                  </a:lnTo>
                  <a:lnTo>
                    <a:pt x="930263" y="532178"/>
                  </a:lnTo>
                  <a:lnTo>
                    <a:pt x="942503" y="527914"/>
                  </a:lnTo>
                  <a:lnTo>
                    <a:pt x="954743" y="522057"/>
                  </a:lnTo>
                  <a:lnTo>
                    <a:pt x="966984" y="515908"/>
                  </a:lnTo>
                  <a:lnTo>
                    <a:pt x="979224" y="510104"/>
                  </a:lnTo>
                  <a:lnTo>
                    <a:pt x="991464" y="504649"/>
                  </a:lnTo>
                  <a:lnTo>
                    <a:pt x="1003704" y="499790"/>
                  </a:lnTo>
                  <a:lnTo>
                    <a:pt x="1015945" y="497510"/>
                  </a:lnTo>
                  <a:lnTo>
                    <a:pt x="1028185" y="493311"/>
                  </a:lnTo>
                  <a:lnTo>
                    <a:pt x="1040425" y="491024"/>
                  </a:lnTo>
                  <a:lnTo>
                    <a:pt x="1052666" y="485578"/>
                  </a:lnTo>
                  <a:lnTo>
                    <a:pt x="1064906" y="479839"/>
                  </a:lnTo>
                  <a:lnTo>
                    <a:pt x="1077146" y="475608"/>
                  </a:lnTo>
                  <a:lnTo>
                    <a:pt x="1089387" y="471446"/>
                  </a:lnTo>
                  <a:lnTo>
                    <a:pt x="1101627" y="467322"/>
                  </a:lnTo>
                  <a:lnTo>
                    <a:pt x="1113867" y="463207"/>
                  </a:lnTo>
                  <a:lnTo>
                    <a:pt x="1126108" y="459512"/>
                  </a:lnTo>
                  <a:lnTo>
                    <a:pt x="1138348" y="457267"/>
                  </a:lnTo>
                  <a:lnTo>
                    <a:pt x="1150588" y="455920"/>
                  </a:lnTo>
                  <a:lnTo>
                    <a:pt x="1162828" y="448877"/>
                  </a:lnTo>
                  <a:lnTo>
                    <a:pt x="1175069" y="444031"/>
                  </a:lnTo>
                  <a:lnTo>
                    <a:pt x="1187309" y="436954"/>
                  </a:lnTo>
                  <a:lnTo>
                    <a:pt x="1199549" y="429893"/>
                  </a:lnTo>
                  <a:lnTo>
                    <a:pt x="1211790" y="418760"/>
                  </a:lnTo>
                  <a:lnTo>
                    <a:pt x="1224030" y="406971"/>
                  </a:lnTo>
                  <a:lnTo>
                    <a:pt x="1236270" y="394186"/>
                  </a:lnTo>
                  <a:lnTo>
                    <a:pt x="1248511" y="383776"/>
                  </a:lnTo>
                  <a:lnTo>
                    <a:pt x="1260751" y="372445"/>
                  </a:lnTo>
                  <a:lnTo>
                    <a:pt x="1272991" y="363460"/>
                  </a:lnTo>
                  <a:lnTo>
                    <a:pt x="1285231" y="353303"/>
                  </a:lnTo>
                  <a:lnTo>
                    <a:pt x="1297472" y="344119"/>
                  </a:lnTo>
                  <a:lnTo>
                    <a:pt x="1309712" y="327497"/>
                  </a:lnTo>
                  <a:lnTo>
                    <a:pt x="1321952" y="315710"/>
                  </a:lnTo>
                  <a:lnTo>
                    <a:pt x="1334193" y="301592"/>
                  </a:lnTo>
                  <a:lnTo>
                    <a:pt x="1346433" y="288063"/>
                  </a:lnTo>
                  <a:lnTo>
                    <a:pt x="1358673" y="275273"/>
                  </a:lnTo>
                  <a:lnTo>
                    <a:pt x="1370914" y="263372"/>
                  </a:lnTo>
                  <a:lnTo>
                    <a:pt x="1383154" y="254263"/>
                  </a:lnTo>
                  <a:lnTo>
                    <a:pt x="1395394" y="242835"/>
                  </a:lnTo>
                  <a:lnTo>
                    <a:pt x="1407635" y="234259"/>
                  </a:lnTo>
                  <a:lnTo>
                    <a:pt x="1419875" y="224885"/>
                  </a:lnTo>
                  <a:lnTo>
                    <a:pt x="1432115" y="216632"/>
                  </a:lnTo>
                  <a:lnTo>
                    <a:pt x="1444355" y="209636"/>
                  </a:lnTo>
                  <a:lnTo>
                    <a:pt x="1456596" y="204035"/>
                  </a:lnTo>
                  <a:lnTo>
                    <a:pt x="1468836" y="199952"/>
                  </a:lnTo>
                  <a:lnTo>
                    <a:pt x="1481076" y="197357"/>
                  </a:lnTo>
                  <a:lnTo>
                    <a:pt x="1493317" y="190664"/>
                  </a:lnTo>
                  <a:lnTo>
                    <a:pt x="1505557" y="192475"/>
                  </a:lnTo>
                  <a:lnTo>
                    <a:pt x="1517797" y="187784"/>
                  </a:lnTo>
                  <a:lnTo>
                    <a:pt x="1530038" y="189445"/>
                  </a:lnTo>
                  <a:lnTo>
                    <a:pt x="1542278" y="182130"/>
                  </a:lnTo>
                  <a:lnTo>
                    <a:pt x="1554518" y="177129"/>
                  </a:lnTo>
                  <a:lnTo>
                    <a:pt x="1566759" y="178336"/>
                  </a:lnTo>
                  <a:lnTo>
                    <a:pt x="1578999" y="176513"/>
                  </a:lnTo>
                  <a:lnTo>
                    <a:pt x="1591239" y="173064"/>
                  </a:lnTo>
                  <a:lnTo>
                    <a:pt x="1603479" y="171766"/>
                  </a:lnTo>
                  <a:lnTo>
                    <a:pt x="1615720" y="169338"/>
                  </a:lnTo>
                  <a:lnTo>
                    <a:pt x="1627960" y="164622"/>
                  </a:lnTo>
                  <a:lnTo>
                    <a:pt x="1640200" y="161600"/>
                  </a:lnTo>
                  <a:lnTo>
                    <a:pt x="1652441" y="160909"/>
                  </a:lnTo>
                  <a:lnTo>
                    <a:pt x="1664681" y="157482"/>
                  </a:lnTo>
                  <a:lnTo>
                    <a:pt x="1676921" y="153271"/>
                  </a:lnTo>
                  <a:lnTo>
                    <a:pt x="1689162" y="150212"/>
                  </a:lnTo>
                  <a:lnTo>
                    <a:pt x="1701402" y="150037"/>
                  </a:lnTo>
                  <a:lnTo>
                    <a:pt x="1713642" y="149085"/>
                  </a:lnTo>
                  <a:lnTo>
                    <a:pt x="1725882" y="160361"/>
                  </a:lnTo>
                  <a:lnTo>
                    <a:pt x="1738123" y="158640"/>
                  </a:lnTo>
                  <a:lnTo>
                    <a:pt x="1750363" y="151906"/>
                  </a:lnTo>
                  <a:lnTo>
                    <a:pt x="1762603" y="145750"/>
                  </a:lnTo>
                  <a:lnTo>
                    <a:pt x="1774844" y="143019"/>
                  </a:lnTo>
                  <a:lnTo>
                    <a:pt x="1787084" y="143701"/>
                  </a:lnTo>
                  <a:lnTo>
                    <a:pt x="1799324" y="147811"/>
                  </a:lnTo>
                  <a:lnTo>
                    <a:pt x="1811565" y="135189"/>
                  </a:lnTo>
                  <a:lnTo>
                    <a:pt x="1823805" y="131601"/>
                  </a:lnTo>
                  <a:lnTo>
                    <a:pt x="1836045" y="119880"/>
                  </a:lnTo>
                  <a:lnTo>
                    <a:pt x="1848286" y="111027"/>
                  </a:lnTo>
                  <a:lnTo>
                    <a:pt x="1860526" y="86318"/>
                  </a:lnTo>
                  <a:lnTo>
                    <a:pt x="1872766" y="75916"/>
                  </a:lnTo>
                  <a:lnTo>
                    <a:pt x="1885006" y="63183"/>
                  </a:lnTo>
                  <a:lnTo>
                    <a:pt x="1897247" y="54485"/>
                  </a:lnTo>
                  <a:lnTo>
                    <a:pt x="1909487" y="48038"/>
                  </a:lnTo>
                  <a:lnTo>
                    <a:pt x="1921727" y="44091"/>
                  </a:lnTo>
                  <a:lnTo>
                    <a:pt x="1933968" y="42125"/>
                  </a:lnTo>
                  <a:lnTo>
                    <a:pt x="1946208" y="28426"/>
                  </a:lnTo>
                  <a:lnTo>
                    <a:pt x="1958448" y="15719"/>
                  </a:lnTo>
                  <a:lnTo>
                    <a:pt x="1970689" y="24401"/>
                  </a:lnTo>
                  <a:lnTo>
                    <a:pt x="1982929" y="19268"/>
                  </a:lnTo>
                  <a:lnTo>
                    <a:pt x="1995169" y="11007"/>
                  </a:lnTo>
                  <a:lnTo>
                    <a:pt x="2007409" y="3941"/>
                  </a:lnTo>
                  <a:lnTo>
                    <a:pt x="2016805" y="0"/>
                  </a:lnTo>
                  <a:lnTo>
                    <a:pt x="2020896" y="0"/>
                  </a:lnTo>
                  <a:lnTo>
                    <a:pt x="2031890" y="10530"/>
                  </a:lnTo>
                  <a:lnTo>
                    <a:pt x="2044130" y="10893"/>
                  </a:lnTo>
                  <a:lnTo>
                    <a:pt x="2056371" y="12113"/>
                  </a:lnTo>
                  <a:lnTo>
                    <a:pt x="2068611" y="10584"/>
                  </a:lnTo>
                  <a:lnTo>
                    <a:pt x="2080851" y="6511"/>
                  </a:lnTo>
                  <a:lnTo>
                    <a:pt x="2093092" y="4423"/>
                  </a:lnTo>
                  <a:lnTo>
                    <a:pt x="2094761" y="0"/>
                  </a:lnTo>
                  <a:lnTo>
                    <a:pt x="2191014" y="0"/>
                  </a:lnTo>
                  <a:lnTo>
                    <a:pt x="2191014" y="1025276"/>
                  </a:lnTo>
                  <a:lnTo>
                    <a:pt x="2178774" y="993118"/>
                  </a:lnTo>
                  <a:lnTo>
                    <a:pt x="2166533" y="998991"/>
                  </a:lnTo>
                  <a:lnTo>
                    <a:pt x="2154293" y="966295"/>
                  </a:lnTo>
                  <a:lnTo>
                    <a:pt x="2142053" y="938671"/>
                  </a:lnTo>
                  <a:lnTo>
                    <a:pt x="2129813" y="895672"/>
                  </a:lnTo>
                  <a:lnTo>
                    <a:pt x="2117572" y="863898"/>
                  </a:lnTo>
                  <a:lnTo>
                    <a:pt x="2105332" y="834305"/>
                  </a:lnTo>
                  <a:lnTo>
                    <a:pt x="2093092" y="831666"/>
                  </a:lnTo>
                  <a:lnTo>
                    <a:pt x="2080851" y="786569"/>
                  </a:lnTo>
                  <a:lnTo>
                    <a:pt x="2068611" y="770098"/>
                  </a:lnTo>
                  <a:lnTo>
                    <a:pt x="2056371" y="758563"/>
                  </a:lnTo>
                  <a:lnTo>
                    <a:pt x="2044130" y="745148"/>
                  </a:lnTo>
                  <a:lnTo>
                    <a:pt x="2031890" y="719130"/>
                  </a:lnTo>
                  <a:lnTo>
                    <a:pt x="2019650" y="694273"/>
                  </a:lnTo>
                  <a:lnTo>
                    <a:pt x="2007409" y="672846"/>
                  </a:lnTo>
                  <a:lnTo>
                    <a:pt x="1995169" y="664621"/>
                  </a:lnTo>
                  <a:lnTo>
                    <a:pt x="1982929" y="664545"/>
                  </a:lnTo>
                  <a:lnTo>
                    <a:pt x="1970689" y="661884"/>
                  </a:lnTo>
                  <a:lnTo>
                    <a:pt x="1958448" y="656513"/>
                  </a:lnTo>
                  <a:lnTo>
                    <a:pt x="1946208" y="648308"/>
                  </a:lnTo>
                  <a:lnTo>
                    <a:pt x="1933968" y="637231"/>
                  </a:lnTo>
                  <a:lnTo>
                    <a:pt x="1921727" y="639757"/>
                  </a:lnTo>
                  <a:lnTo>
                    <a:pt x="1909487" y="644902"/>
                  </a:lnTo>
                  <a:lnTo>
                    <a:pt x="1897247" y="624899"/>
                  </a:lnTo>
                  <a:lnTo>
                    <a:pt x="1885006" y="618022"/>
                  </a:lnTo>
                  <a:lnTo>
                    <a:pt x="1872766" y="613124"/>
                  </a:lnTo>
                  <a:lnTo>
                    <a:pt x="1860526" y="593391"/>
                  </a:lnTo>
                  <a:lnTo>
                    <a:pt x="1848286" y="573274"/>
                  </a:lnTo>
                  <a:lnTo>
                    <a:pt x="1836045" y="557834"/>
                  </a:lnTo>
                  <a:lnTo>
                    <a:pt x="1823805" y="552778"/>
                  </a:lnTo>
                  <a:lnTo>
                    <a:pt x="1811565" y="537202"/>
                  </a:lnTo>
                  <a:lnTo>
                    <a:pt x="1799324" y="534492"/>
                  </a:lnTo>
                  <a:lnTo>
                    <a:pt x="1787084" y="532111"/>
                  </a:lnTo>
                  <a:lnTo>
                    <a:pt x="1774844" y="530510"/>
                  </a:lnTo>
                  <a:lnTo>
                    <a:pt x="1762603" y="532748"/>
                  </a:lnTo>
                  <a:lnTo>
                    <a:pt x="1750363" y="532325"/>
                  </a:lnTo>
                  <a:lnTo>
                    <a:pt x="1738123" y="531153"/>
                  </a:lnTo>
                  <a:lnTo>
                    <a:pt x="1725882" y="530524"/>
                  </a:lnTo>
                  <a:lnTo>
                    <a:pt x="1713642" y="529469"/>
                  </a:lnTo>
                  <a:lnTo>
                    <a:pt x="1701402" y="529363"/>
                  </a:lnTo>
                  <a:lnTo>
                    <a:pt x="1689162" y="519165"/>
                  </a:lnTo>
                  <a:lnTo>
                    <a:pt x="1676921" y="511925"/>
                  </a:lnTo>
                  <a:lnTo>
                    <a:pt x="1664681" y="503259"/>
                  </a:lnTo>
                  <a:lnTo>
                    <a:pt x="1652441" y="493379"/>
                  </a:lnTo>
                  <a:lnTo>
                    <a:pt x="1640200" y="485837"/>
                  </a:lnTo>
                  <a:lnTo>
                    <a:pt x="1627960" y="481125"/>
                  </a:lnTo>
                  <a:lnTo>
                    <a:pt x="1615720" y="472328"/>
                  </a:lnTo>
                  <a:lnTo>
                    <a:pt x="1603479" y="462152"/>
                  </a:lnTo>
                  <a:lnTo>
                    <a:pt x="1591239" y="456416"/>
                  </a:lnTo>
                  <a:lnTo>
                    <a:pt x="1578999" y="456031"/>
                  </a:lnTo>
                  <a:lnTo>
                    <a:pt x="1566759" y="450745"/>
                  </a:lnTo>
                  <a:lnTo>
                    <a:pt x="1554518" y="441101"/>
                  </a:lnTo>
                  <a:lnTo>
                    <a:pt x="1542278" y="442265"/>
                  </a:lnTo>
                  <a:lnTo>
                    <a:pt x="1530038" y="434140"/>
                  </a:lnTo>
                  <a:lnTo>
                    <a:pt x="1517797" y="436564"/>
                  </a:lnTo>
                  <a:lnTo>
                    <a:pt x="1505557" y="438855"/>
                  </a:lnTo>
                  <a:lnTo>
                    <a:pt x="1493317" y="440549"/>
                  </a:lnTo>
                  <a:lnTo>
                    <a:pt x="1481076" y="442847"/>
                  </a:lnTo>
                  <a:lnTo>
                    <a:pt x="1468836" y="446438"/>
                  </a:lnTo>
                  <a:lnTo>
                    <a:pt x="1456596" y="452818"/>
                  </a:lnTo>
                  <a:lnTo>
                    <a:pt x="1444355" y="458877"/>
                  </a:lnTo>
                  <a:lnTo>
                    <a:pt x="1432115" y="465103"/>
                  </a:lnTo>
                  <a:lnTo>
                    <a:pt x="1419875" y="470126"/>
                  </a:lnTo>
                  <a:lnTo>
                    <a:pt x="1407635" y="475841"/>
                  </a:lnTo>
                  <a:lnTo>
                    <a:pt x="1395394" y="480393"/>
                  </a:lnTo>
                  <a:lnTo>
                    <a:pt x="1383154" y="485224"/>
                  </a:lnTo>
                  <a:lnTo>
                    <a:pt x="1370914" y="489888"/>
                  </a:lnTo>
                  <a:lnTo>
                    <a:pt x="1358673" y="493068"/>
                  </a:lnTo>
                  <a:lnTo>
                    <a:pt x="1346433" y="498825"/>
                  </a:lnTo>
                  <a:lnTo>
                    <a:pt x="1334193" y="503149"/>
                  </a:lnTo>
                  <a:lnTo>
                    <a:pt x="1321952" y="508860"/>
                  </a:lnTo>
                  <a:lnTo>
                    <a:pt x="1309712" y="519660"/>
                  </a:lnTo>
                  <a:lnTo>
                    <a:pt x="1297472" y="530058"/>
                  </a:lnTo>
                  <a:lnTo>
                    <a:pt x="1285231" y="539983"/>
                  </a:lnTo>
                  <a:lnTo>
                    <a:pt x="1272991" y="549359"/>
                  </a:lnTo>
                  <a:lnTo>
                    <a:pt x="1260751" y="553541"/>
                  </a:lnTo>
                  <a:lnTo>
                    <a:pt x="1248511" y="562119"/>
                  </a:lnTo>
                  <a:lnTo>
                    <a:pt x="1236270" y="572513"/>
                  </a:lnTo>
                  <a:lnTo>
                    <a:pt x="1224030" y="578424"/>
                  </a:lnTo>
                  <a:lnTo>
                    <a:pt x="1211790" y="583579"/>
                  </a:lnTo>
                  <a:lnTo>
                    <a:pt x="1199549" y="587970"/>
                  </a:lnTo>
                  <a:lnTo>
                    <a:pt x="1187309" y="591666"/>
                  </a:lnTo>
                  <a:lnTo>
                    <a:pt x="1175069" y="596587"/>
                  </a:lnTo>
                  <a:lnTo>
                    <a:pt x="1162828" y="598134"/>
                  </a:lnTo>
                  <a:lnTo>
                    <a:pt x="1150588" y="599404"/>
                  </a:lnTo>
                  <a:lnTo>
                    <a:pt x="1138348" y="600911"/>
                  </a:lnTo>
                  <a:lnTo>
                    <a:pt x="1126108" y="602194"/>
                  </a:lnTo>
                  <a:lnTo>
                    <a:pt x="1113867" y="603209"/>
                  </a:lnTo>
                  <a:lnTo>
                    <a:pt x="1101627" y="610460"/>
                  </a:lnTo>
                  <a:lnTo>
                    <a:pt x="1089387" y="611964"/>
                  </a:lnTo>
                  <a:lnTo>
                    <a:pt x="1077146" y="614488"/>
                  </a:lnTo>
                  <a:lnTo>
                    <a:pt x="1064906" y="615061"/>
                  </a:lnTo>
                  <a:lnTo>
                    <a:pt x="1052666" y="620859"/>
                  </a:lnTo>
                  <a:lnTo>
                    <a:pt x="1040425" y="626592"/>
                  </a:lnTo>
                  <a:lnTo>
                    <a:pt x="1028185" y="632242"/>
                  </a:lnTo>
                  <a:lnTo>
                    <a:pt x="1015945" y="637790"/>
                  </a:lnTo>
                  <a:lnTo>
                    <a:pt x="1003704" y="644892"/>
                  </a:lnTo>
                  <a:lnTo>
                    <a:pt x="991464" y="653850"/>
                  </a:lnTo>
                  <a:lnTo>
                    <a:pt x="979224" y="658136"/>
                  </a:lnTo>
                  <a:lnTo>
                    <a:pt x="966984" y="661486"/>
                  </a:lnTo>
                  <a:lnTo>
                    <a:pt x="954743" y="664484"/>
                  </a:lnTo>
                  <a:lnTo>
                    <a:pt x="942503" y="667961"/>
                  </a:lnTo>
                  <a:lnTo>
                    <a:pt x="930263" y="672427"/>
                  </a:lnTo>
                  <a:lnTo>
                    <a:pt x="918022" y="676766"/>
                  </a:lnTo>
                  <a:lnTo>
                    <a:pt x="905782" y="680993"/>
                  </a:lnTo>
                  <a:lnTo>
                    <a:pt x="893542" y="685125"/>
                  </a:lnTo>
                  <a:lnTo>
                    <a:pt x="881301" y="689178"/>
                  </a:lnTo>
                  <a:lnTo>
                    <a:pt x="869061" y="693170"/>
                  </a:lnTo>
                  <a:lnTo>
                    <a:pt x="856821" y="697116"/>
                  </a:lnTo>
                  <a:lnTo>
                    <a:pt x="844581" y="701033"/>
                  </a:lnTo>
                  <a:lnTo>
                    <a:pt x="832340" y="704939"/>
                  </a:lnTo>
                  <a:lnTo>
                    <a:pt x="820100" y="709519"/>
                  </a:lnTo>
                  <a:lnTo>
                    <a:pt x="807860" y="715781"/>
                  </a:lnTo>
                  <a:lnTo>
                    <a:pt x="795619" y="724012"/>
                  </a:lnTo>
                  <a:lnTo>
                    <a:pt x="783379" y="729388"/>
                  </a:lnTo>
                  <a:lnTo>
                    <a:pt x="771139" y="735776"/>
                  </a:lnTo>
                  <a:lnTo>
                    <a:pt x="758898" y="743405"/>
                  </a:lnTo>
                  <a:lnTo>
                    <a:pt x="746658" y="750500"/>
                  </a:lnTo>
                  <a:lnTo>
                    <a:pt x="734418" y="756325"/>
                  </a:lnTo>
                  <a:lnTo>
                    <a:pt x="722177" y="760423"/>
                  </a:lnTo>
                  <a:lnTo>
                    <a:pt x="709937" y="764649"/>
                  </a:lnTo>
                  <a:lnTo>
                    <a:pt x="697697" y="771515"/>
                  </a:lnTo>
                  <a:lnTo>
                    <a:pt x="685457" y="776502"/>
                  </a:lnTo>
                  <a:lnTo>
                    <a:pt x="673216" y="780149"/>
                  </a:lnTo>
                  <a:lnTo>
                    <a:pt x="660976" y="784871"/>
                  </a:lnTo>
                  <a:lnTo>
                    <a:pt x="648736" y="792640"/>
                  </a:lnTo>
                  <a:lnTo>
                    <a:pt x="636495" y="797703"/>
                  </a:lnTo>
                  <a:lnTo>
                    <a:pt x="624255" y="801910"/>
                  </a:lnTo>
                  <a:lnTo>
                    <a:pt x="612015" y="810826"/>
                  </a:lnTo>
                  <a:lnTo>
                    <a:pt x="599774" y="820421"/>
                  </a:lnTo>
                  <a:lnTo>
                    <a:pt x="587534" y="828036"/>
                  </a:lnTo>
                  <a:lnTo>
                    <a:pt x="575294" y="834534"/>
                  </a:lnTo>
                  <a:lnTo>
                    <a:pt x="563054" y="843585"/>
                  </a:lnTo>
                  <a:lnTo>
                    <a:pt x="550813" y="850635"/>
                  </a:lnTo>
                  <a:lnTo>
                    <a:pt x="538573" y="861047"/>
                  </a:lnTo>
                  <a:lnTo>
                    <a:pt x="526333" y="870966"/>
                  </a:lnTo>
                  <a:lnTo>
                    <a:pt x="514092" y="878740"/>
                  </a:lnTo>
                  <a:lnTo>
                    <a:pt x="501852" y="886896"/>
                  </a:lnTo>
                  <a:lnTo>
                    <a:pt x="489612" y="893996"/>
                  </a:lnTo>
                  <a:lnTo>
                    <a:pt x="477371" y="901456"/>
                  </a:lnTo>
                  <a:lnTo>
                    <a:pt x="465131" y="908775"/>
                  </a:lnTo>
                  <a:lnTo>
                    <a:pt x="452891" y="917430"/>
                  </a:lnTo>
                  <a:lnTo>
                    <a:pt x="440650" y="927746"/>
                  </a:lnTo>
                  <a:lnTo>
                    <a:pt x="428410" y="933949"/>
                  </a:lnTo>
                  <a:lnTo>
                    <a:pt x="416170" y="943476"/>
                  </a:lnTo>
                  <a:lnTo>
                    <a:pt x="403930" y="954944"/>
                  </a:lnTo>
                  <a:lnTo>
                    <a:pt x="391689" y="960895"/>
                  </a:lnTo>
                  <a:lnTo>
                    <a:pt x="379449" y="970400"/>
                  </a:lnTo>
                  <a:lnTo>
                    <a:pt x="367209" y="982635"/>
                  </a:lnTo>
                  <a:lnTo>
                    <a:pt x="354968" y="991684"/>
                  </a:lnTo>
                  <a:lnTo>
                    <a:pt x="342728" y="1001618"/>
                  </a:lnTo>
                  <a:lnTo>
                    <a:pt x="330488" y="1011693"/>
                  </a:lnTo>
                  <a:lnTo>
                    <a:pt x="318247" y="1017987"/>
                  </a:lnTo>
                  <a:lnTo>
                    <a:pt x="306007" y="1023265"/>
                  </a:lnTo>
                  <a:lnTo>
                    <a:pt x="293767" y="1026438"/>
                  </a:lnTo>
                  <a:lnTo>
                    <a:pt x="281527" y="1031530"/>
                  </a:lnTo>
                  <a:lnTo>
                    <a:pt x="269286" y="1037812"/>
                  </a:lnTo>
                  <a:lnTo>
                    <a:pt x="257046" y="1041479"/>
                  </a:lnTo>
                  <a:lnTo>
                    <a:pt x="244806" y="1044364"/>
                  </a:lnTo>
                  <a:lnTo>
                    <a:pt x="232565" y="1047119"/>
                  </a:lnTo>
                  <a:lnTo>
                    <a:pt x="220325" y="1045418"/>
                  </a:lnTo>
                  <a:lnTo>
                    <a:pt x="208085" y="1048541"/>
                  </a:lnTo>
                  <a:lnTo>
                    <a:pt x="195844" y="1045488"/>
                  </a:lnTo>
                  <a:lnTo>
                    <a:pt x="183604" y="1047017"/>
                  </a:lnTo>
                  <a:lnTo>
                    <a:pt x="171364" y="1050815"/>
                  </a:lnTo>
                  <a:lnTo>
                    <a:pt x="159123" y="1054713"/>
                  </a:lnTo>
                  <a:lnTo>
                    <a:pt x="146883" y="1058042"/>
                  </a:lnTo>
                  <a:lnTo>
                    <a:pt x="134643" y="1052494"/>
                  </a:lnTo>
                  <a:lnTo>
                    <a:pt x="122403" y="1060221"/>
                  </a:lnTo>
                  <a:lnTo>
                    <a:pt x="110162" y="1064986"/>
                  </a:lnTo>
                  <a:lnTo>
                    <a:pt x="97922" y="1064778"/>
                  </a:lnTo>
                  <a:lnTo>
                    <a:pt x="85682" y="1066422"/>
                  </a:lnTo>
                  <a:lnTo>
                    <a:pt x="73441" y="1065927"/>
                  </a:lnTo>
                  <a:lnTo>
                    <a:pt x="61201" y="1074044"/>
                  </a:lnTo>
                  <a:lnTo>
                    <a:pt x="48961" y="1099696"/>
                  </a:lnTo>
                  <a:lnTo>
                    <a:pt x="36720" y="1107628"/>
                  </a:lnTo>
                  <a:lnTo>
                    <a:pt x="24480" y="1122100"/>
                  </a:lnTo>
                  <a:lnTo>
                    <a:pt x="12240" y="1148245"/>
                  </a:lnTo>
                  <a:lnTo>
                    <a:pt x="0" y="117760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755389"/>
              <a:ext cx="2016805" cy="882118"/>
            </a:xfrm>
            <a:custGeom>
              <a:avLst/>
              <a:pathLst>
                <a:path w="2016805" h="882118">
                  <a:moveTo>
                    <a:pt x="0" y="745802"/>
                  </a:moveTo>
                  <a:lnTo>
                    <a:pt x="12240" y="753615"/>
                  </a:lnTo>
                  <a:lnTo>
                    <a:pt x="24480" y="772483"/>
                  </a:lnTo>
                  <a:lnTo>
                    <a:pt x="36720" y="789879"/>
                  </a:lnTo>
                  <a:lnTo>
                    <a:pt x="48961" y="805854"/>
                  </a:lnTo>
                  <a:lnTo>
                    <a:pt x="61201" y="813355"/>
                  </a:lnTo>
                  <a:lnTo>
                    <a:pt x="73441" y="814124"/>
                  </a:lnTo>
                  <a:lnTo>
                    <a:pt x="85682" y="815193"/>
                  </a:lnTo>
                  <a:lnTo>
                    <a:pt x="97922" y="817070"/>
                  </a:lnTo>
                  <a:lnTo>
                    <a:pt x="110162" y="819638"/>
                  </a:lnTo>
                  <a:lnTo>
                    <a:pt x="122403" y="822780"/>
                  </a:lnTo>
                  <a:lnTo>
                    <a:pt x="134643" y="826380"/>
                  </a:lnTo>
                  <a:lnTo>
                    <a:pt x="146883" y="830320"/>
                  </a:lnTo>
                  <a:lnTo>
                    <a:pt x="159123" y="845242"/>
                  </a:lnTo>
                  <a:lnTo>
                    <a:pt x="171364" y="846174"/>
                  </a:lnTo>
                  <a:lnTo>
                    <a:pt x="183604" y="850016"/>
                  </a:lnTo>
                  <a:lnTo>
                    <a:pt x="195844" y="859526"/>
                  </a:lnTo>
                  <a:lnTo>
                    <a:pt x="208085" y="865358"/>
                  </a:lnTo>
                  <a:lnTo>
                    <a:pt x="220325" y="863625"/>
                  </a:lnTo>
                  <a:lnTo>
                    <a:pt x="232565" y="872020"/>
                  </a:lnTo>
                  <a:lnTo>
                    <a:pt x="244806" y="878983"/>
                  </a:lnTo>
                  <a:lnTo>
                    <a:pt x="257046" y="882118"/>
                  </a:lnTo>
                  <a:lnTo>
                    <a:pt x="269286" y="878998"/>
                  </a:lnTo>
                  <a:lnTo>
                    <a:pt x="281527" y="874476"/>
                  </a:lnTo>
                  <a:lnTo>
                    <a:pt x="293767" y="867899"/>
                  </a:lnTo>
                  <a:lnTo>
                    <a:pt x="306007" y="862356"/>
                  </a:lnTo>
                  <a:lnTo>
                    <a:pt x="318247" y="854110"/>
                  </a:lnTo>
                  <a:lnTo>
                    <a:pt x="330488" y="851581"/>
                  </a:lnTo>
                  <a:lnTo>
                    <a:pt x="342728" y="845539"/>
                  </a:lnTo>
                  <a:lnTo>
                    <a:pt x="354968" y="837461"/>
                  </a:lnTo>
                  <a:lnTo>
                    <a:pt x="367209" y="829455"/>
                  </a:lnTo>
                  <a:lnTo>
                    <a:pt x="379449" y="821533"/>
                  </a:lnTo>
                  <a:lnTo>
                    <a:pt x="391689" y="815732"/>
                  </a:lnTo>
                  <a:lnTo>
                    <a:pt x="403930" y="809650"/>
                  </a:lnTo>
                  <a:lnTo>
                    <a:pt x="416170" y="800785"/>
                  </a:lnTo>
                  <a:lnTo>
                    <a:pt x="428410" y="792257"/>
                  </a:lnTo>
                  <a:lnTo>
                    <a:pt x="440650" y="783667"/>
                  </a:lnTo>
                  <a:lnTo>
                    <a:pt x="452891" y="773440"/>
                  </a:lnTo>
                  <a:lnTo>
                    <a:pt x="465131" y="765781"/>
                  </a:lnTo>
                  <a:lnTo>
                    <a:pt x="477371" y="758935"/>
                  </a:lnTo>
                  <a:lnTo>
                    <a:pt x="489612" y="749702"/>
                  </a:lnTo>
                  <a:lnTo>
                    <a:pt x="501852" y="741147"/>
                  </a:lnTo>
                  <a:lnTo>
                    <a:pt x="514092" y="734676"/>
                  </a:lnTo>
                  <a:lnTo>
                    <a:pt x="526333" y="726602"/>
                  </a:lnTo>
                  <a:lnTo>
                    <a:pt x="538573" y="719690"/>
                  </a:lnTo>
                  <a:lnTo>
                    <a:pt x="550813" y="713612"/>
                  </a:lnTo>
                  <a:lnTo>
                    <a:pt x="563054" y="708142"/>
                  </a:lnTo>
                  <a:lnTo>
                    <a:pt x="575294" y="702810"/>
                  </a:lnTo>
                  <a:lnTo>
                    <a:pt x="587534" y="697474"/>
                  </a:lnTo>
                  <a:lnTo>
                    <a:pt x="599774" y="692218"/>
                  </a:lnTo>
                  <a:lnTo>
                    <a:pt x="612015" y="687887"/>
                  </a:lnTo>
                  <a:lnTo>
                    <a:pt x="624255" y="683654"/>
                  </a:lnTo>
                  <a:lnTo>
                    <a:pt x="636495" y="678945"/>
                  </a:lnTo>
                  <a:lnTo>
                    <a:pt x="648736" y="674265"/>
                  </a:lnTo>
                  <a:lnTo>
                    <a:pt x="660976" y="669593"/>
                  </a:lnTo>
                  <a:lnTo>
                    <a:pt x="673216" y="664911"/>
                  </a:lnTo>
                  <a:lnTo>
                    <a:pt x="685457" y="657443"/>
                  </a:lnTo>
                  <a:lnTo>
                    <a:pt x="697697" y="649502"/>
                  </a:lnTo>
                  <a:lnTo>
                    <a:pt x="709937" y="641880"/>
                  </a:lnTo>
                  <a:lnTo>
                    <a:pt x="722177" y="635806"/>
                  </a:lnTo>
                  <a:lnTo>
                    <a:pt x="734418" y="631697"/>
                  </a:lnTo>
                  <a:lnTo>
                    <a:pt x="746658" y="627435"/>
                  </a:lnTo>
                  <a:lnTo>
                    <a:pt x="758898" y="622956"/>
                  </a:lnTo>
                  <a:lnTo>
                    <a:pt x="771139" y="619239"/>
                  </a:lnTo>
                  <a:lnTo>
                    <a:pt x="783379" y="615412"/>
                  </a:lnTo>
                  <a:lnTo>
                    <a:pt x="795619" y="607328"/>
                  </a:lnTo>
                  <a:lnTo>
                    <a:pt x="807860" y="599284"/>
                  </a:lnTo>
                  <a:lnTo>
                    <a:pt x="820100" y="591331"/>
                  </a:lnTo>
                  <a:lnTo>
                    <a:pt x="832340" y="583519"/>
                  </a:lnTo>
                  <a:lnTo>
                    <a:pt x="844581" y="575508"/>
                  </a:lnTo>
                  <a:lnTo>
                    <a:pt x="856821" y="567469"/>
                  </a:lnTo>
                  <a:lnTo>
                    <a:pt x="869061" y="561437"/>
                  </a:lnTo>
                  <a:lnTo>
                    <a:pt x="881301" y="555052"/>
                  </a:lnTo>
                  <a:lnTo>
                    <a:pt x="893542" y="550897"/>
                  </a:lnTo>
                  <a:lnTo>
                    <a:pt x="905782" y="544375"/>
                  </a:lnTo>
                  <a:lnTo>
                    <a:pt x="918022" y="537039"/>
                  </a:lnTo>
                  <a:lnTo>
                    <a:pt x="930263" y="532178"/>
                  </a:lnTo>
                  <a:lnTo>
                    <a:pt x="942503" y="527914"/>
                  </a:lnTo>
                  <a:lnTo>
                    <a:pt x="954743" y="522057"/>
                  </a:lnTo>
                  <a:lnTo>
                    <a:pt x="966984" y="515908"/>
                  </a:lnTo>
                  <a:lnTo>
                    <a:pt x="979224" y="510104"/>
                  </a:lnTo>
                  <a:lnTo>
                    <a:pt x="991464" y="504649"/>
                  </a:lnTo>
                  <a:lnTo>
                    <a:pt x="1003704" y="499790"/>
                  </a:lnTo>
                  <a:lnTo>
                    <a:pt x="1015945" y="497510"/>
                  </a:lnTo>
                  <a:lnTo>
                    <a:pt x="1028185" y="493311"/>
                  </a:lnTo>
                  <a:lnTo>
                    <a:pt x="1040425" y="491024"/>
                  </a:lnTo>
                  <a:lnTo>
                    <a:pt x="1052666" y="485578"/>
                  </a:lnTo>
                  <a:lnTo>
                    <a:pt x="1064906" y="479839"/>
                  </a:lnTo>
                  <a:lnTo>
                    <a:pt x="1077146" y="475608"/>
                  </a:lnTo>
                  <a:lnTo>
                    <a:pt x="1089387" y="471446"/>
                  </a:lnTo>
                  <a:lnTo>
                    <a:pt x="1101627" y="467322"/>
                  </a:lnTo>
                  <a:lnTo>
                    <a:pt x="1113867" y="463207"/>
                  </a:lnTo>
                  <a:lnTo>
                    <a:pt x="1126108" y="459512"/>
                  </a:lnTo>
                  <a:lnTo>
                    <a:pt x="1138348" y="457267"/>
                  </a:lnTo>
                  <a:lnTo>
                    <a:pt x="1150588" y="455920"/>
                  </a:lnTo>
                  <a:lnTo>
                    <a:pt x="1162828" y="448877"/>
                  </a:lnTo>
                  <a:lnTo>
                    <a:pt x="1175069" y="444031"/>
                  </a:lnTo>
                  <a:lnTo>
                    <a:pt x="1187309" y="436954"/>
                  </a:lnTo>
                  <a:lnTo>
                    <a:pt x="1199549" y="429893"/>
                  </a:lnTo>
                  <a:lnTo>
                    <a:pt x="1211790" y="418760"/>
                  </a:lnTo>
                  <a:lnTo>
                    <a:pt x="1224030" y="406971"/>
                  </a:lnTo>
                  <a:lnTo>
                    <a:pt x="1236270" y="394186"/>
                  </a:lnTo>
                  <a:lnTo>
                    <a:pt x="1248511" y="383776"/>
                  </a:lnTo>
                  <a:lnTo>
                    <a:pt x="1260751" y="372445"/>
                  </a:lnTo>
                  <a:lnTo>
                    <a:pt x="1272991" y="363460"/>
                  </a:lnTo>
                  <a:lnTo>
                    <a:pt x="1285231" y="353303"/>
                  </a:lnTo>
                  <a:lnTo>
                    <a:pt x="1297472" y="344119"/>
                  </a:lnTo>
                  <a:lnTo>
                    <a:pt x="1309712" y="327497"/>
                  </a:lnTo>
                  <a:lnTo>
                    <a:pt x="1321952" y="315710"/>
                  </a:lnTo>
                  <a:lnTo>
                    <a:pt x="1334193" y="301592"/>
                  </a:lnTo>
                  <a:lnTo>
                    <a:pt x="1346433" y="288063"/>
                  </a:lnTo>
                  <a:lnTo>
                    <a:pt x="1358673" y="275273"/>
                  </a:lnTo>
                  <a:lnTo>
                    <a:pt x="1370914" y="263372"/>
                  </a:lnTo>
                  <a:lnTo>
                    <a:pt x="1383154" y="254263"/>
                  </a:lnTo>
                  <a:lnTo>
                    <a:pt x="1395394" y="242835"/>
                  </a:lnTo>
                  <a:lnTo>
                    <a:pt x="1407635" y="234259"/>
                  </a:lnTo>
                  <a:lnTo>
                    <a:pt x="1419875" y="224885"/>
                  </a:lnTo>
                  <a:lnTo>
                    <a:pt x="1432115" y="216632"/>
                  </a:lnTo>
                  <a:lnTo>
                    <a:pt x="1444355" y="209636"/>
                  </a:lnTo>
                  <a:lnTo>
                    <a:pt x="1456596" y="204035"/>
                  </a:lnTo>
                  <a:lnTo>
                    <a:pt x="1468836" y="199952"/>
                  </a:lnTo>
                  <a:lnTo>
                    <a:pt x="1481076" y="197357"/>
                  </a:lnTo>
                  <a:lnTo>
                    <a:pt x="1493317" y="190664"/>
                  </a:lnTo>
                  <a:lnTo>
                    <a:pt x="1505557" y="192475"/>
                  </a:lnTo>
                  <a:lnTo>
                    <a:pt x="1517797" y="187784"/>
                  </a:lnTo>
                  <a:lnTo>
                    <a:pt x="1530038" y="189445"/>
                  </a:lnTo>
                  <a:lnTo>
                    <a:pt x="1542278" y="182130"/>
                  </a:lnTo>
                  <a:lnTo>
                    <a:pt x="1554518" y="177129"/>
                  </a:lnTo>
                  <a:lnTo>
                    <a:pt x="1566759" y="178336"/>
                  </a:lnTo>
                  <a:lnTo>
                    <a:pt x="1578999" y="176513"/>
                  </a:lnTo>
                  <a:lnTo>
                    <a:pt x="1591239" y="173064"/>
                  </a:lnTo>
                  <a:lnTo>
                    <a:pt x="1603479" y="171766"/>
                  </a:lnTo>
                  <a:lnTo>
                    <a:pt x="1615720" y="169338"/>
                  </a:lnTo>
                  <a:lnTo>
                    <a:pt x="1627960" y="164622"/>
                  </a:lnTo>
                  <a:lnTo>
                    <a:pt x="1640200" y="161600"/>
                  </a:lnTo>
                  <a:lnTo>
                    <a:pt x="1652441" y="160909"/>
                  </a:lnTo>
                  <a:lnTo>
                    <a:pt x="1664681" y="157482"/>
                  </a:lnTo>
                  <a:lnTo>
                    <a:pt x="1676921" y="153271"/>
                  </a:lnTo>
                  <a:lnTo>
                    <a:pt x="1689162" y="150212"/>
                  </a:lnTo>
                  <a:lnTo>
                    <a:pt x="1701402" y="150037"/>
                  </a:lnTo>
                  <a:lnTo>
                    <a:pt x="1713642" y="149085"/>
                  </a:lnTo>
                  <a:lnTo>
                    <a:pt x="1725882" y="160361"/>
                  </a:lnTo>
                  <a:lnTo>
                    <a:pt x="1738123" y="158640"/>
                  </a:lnTo>
                  <a:lnTo>
                    <a:pt x="1750363" y="151906"/>
                  </a:lnTo>
                  <a:lnTo>
                    <a:pt x="1762603" y="145750"/>
                  </a:lnTo>
                  <a:lnTo>
                    <a:pt x="1774844" y="143019"/>
                  </a:lnTo>
                  <a:lnTo>
                    <a:pt x="1787084" y="143701"/>
                  </a:lnTo>
                  <a:lnTo>
                    <a:pt x="1799324" y="147811"/>
                  </a:lnTo>
                  <a:lnTo>
                    <a:pt x="1811565" y="135189"/>
                  </a:lnTo>
                  <a:lnTo>
                    <a:pt x="1823805" y="131601"/>
                  </a:lnTo>
                  <a:lnTo>
                    <a:pt x="1836045" y="119880"/>
                  </a:lnTo>
                  <a:lnTo>
                    <a:pt x="1848286" y="111027"/>
                  </a:lnTo>
                  <a:lnTo>
                    <a:pt x="1860526" y="86318"/>
                  </a:lnTo>
                  <a:lnTo>
                    <a:pt x="1872766" y="75916"/>
                  </a:lnTo>
                  <a:lnTo>
                    <a:pt x="1885006" y="63183"/>
                  </a:lnTo>
                  <a:lnTo>
                    <a:pt x="1897247" y="54485"/>
                  </a:lnTo>
                  <a:lnTo>
                    <a:pt x="1909487" y="48038"/>
                  </a:lnTo>
                  <a:lnTo>
                    <a:pt x="1921727" y="44091"/>
                  </a:lnTo>
                  <a:lnTo>
                    <a:pt x="1933968" y="42125"/>
                  </a:lnTo>
                  <a:lnTo>
                    <a:pt x="1946208" y="28426"/>
                  </a:lnTo>
                  <a:lnTo>
                    <a:pt x="1958448" y="15719"/>
                  </a:lnTo>
                  <a:lnTo>
                    <a:pt x="1970689" y="24401"/>
                  </a:lnTo>
                  <a:lnTo>
                    <a:pt x="1982929" y="19268"/>
                  </a:lnTo>
                  <a:lnTo>
                    <a:pt x="1995169" y="11007"/>
                  </a:lnTo>
                  <a:lnTo>
                    <a:pt x="2007409" y="3941"/>
                  </a:lnTo>
                  <a:lnTo>
                    <a:pt x="201680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10802481" y="755389"/>
              <a:ext cx="73865" cy="12113"/>
            </a:xfrm>
            <a:custGeom>
              <a:avLst/>
              <a:pathLst>
                <a:path w="73865" h="12113">
                  <a:moveTo>
                    <a:pt x="0" y="0"/>
                  </a:moveTo>
                  <a:lnTo>
                    <a:pt x="10994" y="10530"/>
                  </a:lnTo>
                  <a:lnTo>
                    <a:pt x="23234" y="10893"/>
                  </a:lnTo>
                  <a:lnTo>
                    <a:pt x="35474" y="12113"/>
                  </a:lnTo>
                  <a:lnTo>
                    <a:pt x="47715" y="10584"/>
                  </a:lnTo>
                  <a:lnTo>
                    <a:pt x="59955" y="6511"/>
                  </a:lnTo>
                  <a:lnTo>
                    <a:pt x="72195" y="4423"/>
                  </a:lnTo>
                  <a:lnTo>
                    <a:pt x="738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189529"/>
              <a:ext cx="2191014" cy="743467"/>
            </a:xfrm>
            <a:custGeom>
              <a:avLst/>
              <a:pathLst>
                <a:path w="2191014" h="743467">
                  <a:moveTo>
                    <a:pt x="2191014" y="591135"/>
                  </a:moveTo>
                  <a:lnTo>
                    <a:pt x="2178774" y="558977"/>
                  </a:lnTo>
                  <a:lnTo>
                    <a:pt x="2166533" y="564850"/>
                  </a:lnTo>
                  <a:lnTo>
                    <a:pt x="2154293" y="532154"/>
                  </a:lnTo>
                  <a:lnTo>
                    <a:pt x="2142053" y="504530"/>
                  </a:lnTo>
                  <a:lnTo>
                    <a:pt x="2129813" y="461531"/>
                  </a:lnTo>
                  <a:lnTo>
                    <a:pt x="2117572" y="429757"/>
                  </a:lnTo>
                  <a:lnTo>
                    <a:pt x="2105332" y="400165"/>
                  </a:lnTo>
                  <a:lnTo>
                    <a:pt x="2093092" y="397525"/>
                  </a:lnTo>
                  <a:lnTo>
                    <a:pt x="2080851" y="352428"/>
                  </a:lnTo>
                  <a:lnTo>
                    <a:pt x="2068611" y="335957"/>
                  </a:lnTo>
                  <a:lnTo>
                    <a:pt x="2056371" y="324422"/>
                  </a:lnTo>
                  <a:lnTo>
                    <a:pt x="2044130" y="311007"/>
                  </a:lnTo>
                  <a:lnTo>
                    <a:pt x="2031890" y="284989"/>
                  </a:lnTo>
                  <a:lnTo>
                    <a:pt x="2019650" y="260133"/>
                  </a:lnTo>
                  <a:lnTo>
                    <a:pt x="2007409" y="238705"/>
                  </a:lnTo>
                  <a:lnTo>
                    <a:pt x="1995169" y="230480"/>
                  </a:lnTo>
                  <a:lnTo>
                    <a:pt x="1982929" y="230404"/>
                  </a:lnTo>
                  <a:lnTo>
                    <a:pt x="1970689" y="227743"/>
                  </a:lnTo>
                  <a:lnTo>
                    <a:pt x="1958448" y="222373"/>
                  </a:lnTo>
                  <a:lnTo>
                    <a:pt x="1946208" y="214167"/>
                  </a:lnTo>
                  <a:lnTo>
                    <a:pt x="1933968" y="203090"/>
                  </a:lnTo>
                  <a:lnTo>
                    <a:pt x="1921727" y="205616"/>
                  </a:lnTo>
                  <a:lnTo>
                    <a:pt x="1909487" y="210761"/>
                  </a:lnTo>
                  <a:lnTo>
                    <a:pt x="1897247" y="190758"/>
                  </a:lnTo>
                  <a:lnTo>
                    <a:pt x="1885006" y="183882"/>
                  </a:lnTo>
                  <a:lnTo>
                    <a:pt x="1872766" y="178983"/>
                  </a:lnTo>
                  <a:lnTo>
                    <a:pt x="1860526" y="159250"/>
                  </a:lnTo>
                  <a:lnTo>
                    <a:pt x="1848286" y="139133"/>
                  </a:lnTo>
                  <a:lnTo>
                    <a:pt x="1836045" y="123694"/>
                  </a:lnTo>
                  <a:lnTo>
                    <a:pt x="1823805" y="118637"/>
                  </a:lnTo>
                  <a:lnTo>
                    <a:pt x="1811565" y="103061"/>
                  </a:lnTo>
                  <a:lnTo>
                    <a:pt x="1799324" y="100351"/>
                  </a:lnTo>
                  <a:lnTo>
                    <a:pt x="1787084" y="97970"/>
                  </a:lnTo>
                  <a:lnTo>
                    <a:pt x="1774844" y="96369"/>
                  </a:lnTo>
                  <a:lnTo>
                    <a:pt x="1762603" y="98607"/>
                  </a:lnTo>
                  <a:lnTo>
                    <a:pt x="1750363" y="98184"/>
                  </a:lnTo>
                  <a:lnTo>
                    <a:pt x="1738123" y="97012"/>
                  </a:lnTo>
                  <a:lnTo>
                    <a:pt x="1725882" y="96383"/>
                  </a:lnTo>
                  <a:lnTo>
                    <a:pt x="1713642" y="95328"/>
                  </a:lnTo>
                  <a:lnTo>
                    <a:pt x="1701402" y="95222"/>
                  </a:lnTo>
                  <a:lnTo>
                    <a:pt x="1689162" y="85024"/>
                  </a:lnTo>
                  <a:lnTo>
                    <a:pt x="1676921" y="77784"/>
                  </a:lnTo>
                  <a:lnTo>
                    <a:pt x="1664681" y="69118"/>
                  </a:lnTo>
                  <a:lnTo>
                    <a:pt x="1652441" y="59239"/>
                  </a:lnTo>
                  <a:lnTo>
                    <a:pt x="1640200" y="51696"/>
                  </a:lnTo>
                  <a:lnTo>
                    <a:pt x="1627960" y="46984"/>
                  </a:lnTo>
                  <a:lnTo>
                    <a:pt x="1615720" y="38187"/>
                  </a:lnTo>
                  <a:lnTo>
                    <a:pt x="1603479" y="28011"/>
                  </a:lnTo>
                  <a:lnTo>
                    <a:pt x="1591239" y="22275"/>
                  </a:lnTo>
                  <a:lnTo>
                    <a:pt x="1578999" y="21890"/>
                  </a:lnTo>
                  <a:lnTo>
                    <a:pt x="1566759" y="16604"/>
                  </a:lnTo>
                  <a:lnTo>
                    <a:pt x="1554518" y="6960"/>
                  </a:lnTo>
                  <a:lnTo>
                    <a:pt x="1542278" y="8124"/>
                  </a:lnTo>
                  <a:lnTo>
                    <a:pt x="1530038" y="0"/>
                  </a:lnTo>
                  <a:lnTo>
                    <a:pt x="1517797" y="2423"/>
                  </a:lnTo>
                  <a:lnTo>
                    <a:pt x="1505557" y="4714"/>
                  </a:lnTo>
                  <a:lnTo>
                    <a:pt x="1493317" y="6408"/>
                  </a:lnTo>
                  <a:lnTo>
                    <a:pt x="1481076" y="8706"/>
                  </a:lnTo>
                  <a:lnTo>
                    <a:pt x="1468836" y="12297"/>
                  </a:lnTo>
                  <a:lnTo>
                    <a:pt x="1456596" y="18677"/>
                  </a:lnTo>
                  <a:lnTo>
                    <a:pt x="1444355" y="24736"/>
                  </a:lnTo>
                  <a:lnTo>
                    <a:pt x="1432115" y="30962"/>
                  </a:lnTo>
                  <a:lnTo>
                    <a:pt x="1419875" y="35985"/>
                  </a:lnTo>
                  <a:lnTo>
                    <a:pt x="1407635" y="41701"/>
                  </a:lnTo>
                  <a:lnTo>
                    <a:pt x="1395394" y="46252"/>
                  </a:lnTo>
                  <a:lnTo>
                    <a:pt x="1383154" y="51083"/>
                  </a:lnTo>
                  <a:lnTo>
                    <a:pt x="1370914" y="55748"/>
                  </a:lnTo>
                  <a:lnTo>
                    <a:pt x="1358673" y="58927"/>
                  </a:lnTo>
                  <a:lnTo>
                    <a:pt x="1346433" y="64684"/>
                  </a:lnTo>
                  <a:lnTo>
                    <a:pt x="1334193" y="69008"/>
                  </a:lnTo>
                  <a:lnTo>
                    <a:pt x="1321952" y="74719"/>
                  </a:lnTo>
                  <a:lnTo>
                    <a:pt x="1309712" y="85519"/>
                  </a:lnTo>
                  <a:lnTo>
                    <a:pt x="1297472" y="95918"/>
                  </a:lnTo>
                  <a:lnTo>
                    <a:pt x="1285231" y="105842"/>
                  </a:lnTo>
                  <a:lnTo>
                    <a:pt x="1272991" y="115218"/>
                  </a:lnTo>
                  <a:lnTo>
                    <a:pt x="1260751" y="119400"/>
                  </a:lnTo>
                  <a:lnTo>
                    <a:pt x="1248511" y="127978"/>
                  </a:lnTo>
                  <a:lnTo>
                    <a:pt x="1236270" y="138372"/>
                  </a:lnTo>
                  <a:lnTo>
                    <a:pt x="1224030" y="144283"/>
                  </a:lnTo>
                  <a:lnTo>
                    <a:pt x="1211790" y="149438"/>
                  </a:lnTo>
                  <a:lnTo>
                    <a:pt x="1199549" y="153830"/>
                  </a:lnTo>
                  <a:lnTo>
                    <a:pt x="1187309" y="157525"/>
                  </a:lnTo>
                  <a:lnTo>
                    <a:pt x="1175069" y="162446"/>
                  </a:lnTo>
                  <a:lnTo>
                    <a:pt x="1162828" y="163994"/>
                  </a:lnTo>
                  <a:lnTo>
                    <a:pt x="1150588" y="165263"/>
                  </a:lnTo>
                  <a:lnTo>
                    <a:pt x="1138348" y="166771"/>
                  </a:lnTo>
                  <a:lnTo>
                    <a:pt x="1126108" y="168054"/>
                  </a:lnTo>
                  <a:lnTo>
                    <a:pt x="1113867" y="169068"/>
                  </a:lnTo>
                  <a:lnTo>
                    <a:pt x="1101627" y="176319"/>
                  </a:lnTo>
                  <a:lnTo>
                    <a:pt x="1089387" y="177824"/>
                  </a:lnTo>
                  <a:lnTo>
                    <a:pt x="1077146" y="180347"/>
                  </a:lnTo>
                  <a:lnTo>
                    <a:pt x="1064906" y="180920"/>
                  </a:lnTo>
                  <a:lnTo>
                    <a:pt x="1052666" y="186718"/>
                  </a:lnTo>
                  <a:lnTo>
                    <a:pt x="1040425" y="192451"/>
                  </a:lnTo>
                  <a:lnTo>
                    <a:pt x="1028185" y="198101"/>
                  </a:lnTo>
                  <a:lnTo>
                    <a:pt x="1015945" y="203649"/>
                  </a:lnTo>
                  <a:lnTo>
                    <a:pt x="1003704" y="210751"/>
                  </a:lnTo>
                  <a:lnTo>
                    <a:pt x="991464" y="219709"/>
                  </a:lnTo>
                  <a:lnTo>
                    <a:pt x="979224" y="223995"/>
                  </a:lnTo>
                  <a:lnTo>
                    <a:pt x="966984" y="227345"/>
                  </a:lnTo>
                  <a:lnTo>
                    <a:pt x="954743" y="230343"/>
                  </a:lnTo>
                  <a:lnTo>
                    <a:pt x="942503" y="233820"/>
                  </a:lnTo>
                  <a:lnTo>
                    <a:pt x="930263" y="238287"/>
                  </a:lnTo>
                  <a:lnTo>
                    <a:pt x="918022" y="242625"/>
                  </a:lnTo>
                  <a:lnTo>
                    <a:pt x="905782" y="246852"/>
                  </a:lnTo>
                  <a:lnTo>
                    <a:pt x="893542" y="250984"/>
                  </a:lnTo>
                  <a:lnTo>
                    <a:pt x="881301" y="255037"/>
                  </a:lnTo>
                  <a:lnTo>
                    <a:pt x="869061" y="259029"/>
                  </a:lnTo>
                  <a:lnTo>
                    <a:pt x="856821" y="262975"/>
                  </a:lnTo>
                  <a:lnTo>
                    <a:pt x="844581" y="266893"/>
                  </a:lnTo>
                  <a:lnTo>
                    <a:pt x="832340" y="270798"/>
                  </a:lnTo>
                  <a:lnTo>
                    <a:pt x="820100" y="275378"/>
                  </a:lnTo>
                  <a:lnTo>
                    <a:pt x="807860" y="281641"/>
                  </a:lnTo>
                  <a:lnTo>
                    <a:pt x="795619" y="289871"/>
                  </a:lnTo>
                  <a:lnTo>
                    <a:pt x="783379" y="295247"/>
                  </a:lnTo>
                  <a:lnTo>
                    <a:pt x="771139" y="301635"/>
                  </a:lnTo>
                  <a:lnTo>
                    <a:pt x="758898" y="309264"/>
                  </a:lnTo>
                  <a:lnTo>
                    <a:pt x="746658" y="316359"/>
                  </a:lnTo>
                  <a:lnTo>
                    <a:pt x="734418" y="322184"/>
                  </a:lnTo>
                  <a:lnTo>
                    <a:pt x="722177" y="326282"/>
                  </a:lnTo>
                  <a:lnTo>
                    <a:pt x="709937" y="330508"/>
                  </a:lnTo>
                  <a:lnTo>
                    <a:pt x="697697" y="337374"/>
                  </a:lnTo>
                  <a:lnTo>
                    <a:pt x="685457" y="342361"/>
                  </a:lnTo>
                  <a:lnTo>
                    <a:pt x="673216" y="346008"/>
                  </a:lnTo>
                  <a:lnTo>
                    <a:pt x="660976" y="350730"/>
                  </a:lnTo>
                  <a:lnTo>
                    <a:pt x="648736" y="358499"/>
                  </a:lnTo>
                  <a:lnTo>
                    <a:pt x="636495" y="363562"/>
                  </a:lnTo>
                  <a:lnTo>
                    <a:pt x="624255" y="367770"/>
                  </a:lnTo>
                  <a:lnTo>
                    <a:pt x="612015" y="376686"/>
                  </a:lnTo>
                  <a:lnTo>
                    <a:pt x="599774" y="386280"/>
                  </a:lnTo>
                  <a:lnTo>
                    <a:pt x="587534" y="393895"/>
                  </a:lnTo>
                  <a:lnTo>
                    <a:pt x="575294" y="400393"/>
                  </a:lnTo>
                  <a:lnTo>
                    <a:pt x="563054" y="409444"/>
                  </a:lnTo>
                  <a:lnTo>
                    <a:pt x="550813" y="416494"/>
                  </a:lnTo>
                  <a:lnTo>
                    <a:pt x="538573" y="426906"/>
                  </a:lnTo>
                  <a:lnTo>
                    <a:pt x="526333" y="436825"/>
                  </a:lnTo>
                  <a:lnTo>
                    <a:pt x="514092" y="444599"/>
                  </a:lnTo>
                  <a:lnTo>
                    <a:pt x="501852" y="452756"/>
                  </a:lnTo>
                  <a:lnTo>
                    <a:pt x="489612" y="459855"/>
                  </a:lnTo>
                  <a:lnTo>
                    <a:pt x="477371" y="467315"/>
                  </a:lnTo>
                  <a:lnTo>
                    <a:pt x="465131" y="474634"/>
                  </a:lnTo>
                  <a:lnTo>
                    <a:pt x="452891" y="483289"/>
                  </a:lnTo>
                  <a:lnTo>
                    <a:pt x="440650" y="493605"/>
                  </a:lnTo>
                  <a:lnTo>
                    <a:pt x="428410" y="499809"/>
                  </a:lnTo>
                  <a:lnTo>
                    <a:pt x="416170" y="509335"/>
                  </a:lnTo>
                  <a:lnTo>
                    <a:pt x="403930" y="520803"/>
                  </a:lnTo>
                  <a:lnTo>
                    <a:pt x="391689" y="526754"/>
                  </a:lnTo>
                  <a:lnTo>
                    <a:pt x="379449" y="536259"/>
                  </a:lnTo>
                  <a:lnTo>
                    <a:pt x="367209" y="548495"/>
                  </a:lnTo>
                  <a:lnTo>
                    <a:pt x="354968" y="557544"/>
                  </a:lnTo>
                  <a:lnTo>
                    <a:pt x="342728" y="567477"/>
                  </a:lnTo>
                  <a:lnTo>
                    <a:pt x="330488" y="577552"/>
                  </a:lnTo>
                  <a:lnTo>
                    <a:pt x="318247" y="583846"/>
                  </a:lnTo>
                  <a:lnTo>
                    <a:pt x="306007" y="589125"/>
                  </a:lnTo>
                  <a:lnTo>
                    <a:pt x="293767" y="592297"/>
                  </a:lnTo>
                  <a:lnTo>
                    <a:pt x="281527" y="597389"/>
                  </a:lnTo>
                  <a:lnTo>
                    <a:pt x="269286" y="603671"/>
                  </a:lnTo>
                  <a:lnTo>
                    <a:pt x="257046" y="607339"/>
                  </a:lnTo>
                  <a:lnTo>
                    <a:pt x="244806" y="610223"/>
                  </a:lnTo>
                  <a:lnTo>
                    <a:pt x="232565" y="612978"/>
                  </a:lnTo>
                  <a:lnTo>
                    <a:pt x="220325" y="611277"/>
                  </a:lnTo>
                  <a:lnTo>
                    <a:pt x="208085" y="614400"/>
                  </a:lnTo>
                  <a:lnTo>
                    <a:pt x="195844" y="611347"/>
                  </a:lnTo>
                  <a:lnTo>
                    <a:pt x="183604" y="612876"/>
                  </a:lnTo>
                  <a:lnTo>
                    <a:pt x="171364" y="616675"/>
                  </a:lnTo>
                  <a:lnTo>
                    <a:pt x="159123" y="620572"/>
                  </a:lnTo>
                  <a:lnTo>
                    <a:pt x="146883" y="623901"/>
                  </a:lnTo>
                  <a:lnTo>
                    <a:pt x="134643" y="618353"/>
                  </a:lnTo>
                  <a:lnTo>
                    <a:pt x="122403" y="626080"/>
                  </a:lnTo>
                  <a:lnTo>
                    <a:pt x="110162" y="630845"/>
                  </a:lnTo>
                  <a:lnTo>
                    <a:pt x="97922" y="630638"/>
                  </a:lnTo>
                  <a:lnTo>
                    <a:pt x="85682" y="632281"/>
                  </a:lnTo>
                  <a:lnTo>
                    <a:pt x="73441" y="631786"/>
                  </a:lnTo>
                  <a:lnTo>
                    <a:pt x="61201" y="639903"/>
                  </a:lnTo>
                  <a:lnTo>
                    <a:pt x="48961" y="665555"/>
                  </a:lnTo>
                  <a:lnTo>
                    <a:pt x="36720" y="673487"/>
                  </a:lnTo>
                  <a:lnTo>
                    <a:pt x="24480" y="687959"/>
                  </a:lnTo>
                  <a:lnTo>
                    <a:pt x="12240" y="714104"/>
                  </a:lnTo>
                  <a:lnTo>
                    <a:pt x="0" y="7434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781585" y="1070256"/>
              <a:ext cx="2191014" cy="666232"/>
            </a:xfrm>
            <a:custGeom>
              <a:avLst/>
              <a:pathLst>
                <a:path w="2191014" h="666232">
                  <a:moveTo>
                    <a:pt x="0" y="666232"/>
                  </a:moveTo>
                  <a:lnTo>
                    <a:pt x="12240" y="655672"/>
                  </a:lnTo>
                  <a:lnTo>
                    <a:pt x="24480" y="647091"/>
                  </a:lnTo>
                  <a:lnTo>
                    <a:pt x="36720" y="640328"/>
                  </a:lnTo>
                  <a:lnTo>
                    <a:pt x="48961" y="635219"/>
                  </a:lnTo>
                  <a:lnTo>
                    <a:pt x="61201" y="631601"/>
                  </a:lnTo>
                  <a:lnTo>
                    <a:pt x="73441" y="629313"/>
                  </a:lnTo>
                  <a:lnTo>
                    <a:pt x="85682" y="628191"/>
                  </a:lnTo>
                  <a:lnTo>
                    <a:pt x="97922" y="628074"/>
                  </a:lnTo>
                  <a:lnTo>
                    <a:pt x="110162" y="628797"/>
                  </a:lnTo>
                  <a:lnTo>
                    <a:pt x="122403" y="630200"/>
                  </a:lnTo>
                  <a:lnTo>
                    <a:pt x="134643" y="632118"/>
                  </a:lnTo>
                  <a:lnTo>
                    <a:pt x="146883" y="634390"/>
                  </a:lnTo>
                  <a:lnTo>
                    <a:pt x="159123" y="636853"/>
                  </a:lnTo>
                  <a:lnTo>
                    <a:pt x="171364" y="639344"/>
                  </a:lnTo>
                  <a:lnTo>
                    <a:pt x="183604" y="641701"/>
                  </a:lnTo>
                  <a:lnTo>
                    <a:pt x="195844" y="643762"/>
                  </a:lnTo>
                  <a:lnTo>
                    <a:pt x="208085" y="645362"/>
                  </a:lnTo>
                  <a:lnTo>
                    <a:pt x="220325" y="646341"/>
                  </a:lnTo>
                  <a:lnTo>
                    <a:pt x="232565" y="646534"/>
                  </a:lnTo>
                  <a:lnTo>
                    <a:pt x="244806" y="645781"/>
                  </a:lnTo>
                  <a:lnTo>
                    <a:pt x="257046" y="643973"/>
                  </a:lnTo>
                  <a:lnTo>
                    <a:pt x="269286" y="641156"/>
                  </a:lnTo>
                  <a:lnTo>
                    <a:pt x="281527" y="637405"/>
                  </a:lnTo>
                  <a:lnTo>
                    <a:pt x="293767" y="632794"/>
                  </a:lnTo>
                  <a:lnTo>
                    <a:pt x="306007" y="627397"/>
                  </a:lnTo>
                  <a:lnTo>
                    <a:pt x="318247" y="621287"/>
                  </a:lnTo>
                  <a:lnTo>
                    <a:pt x="330488" y="614540"/>
                  </a:lnTo>
                  <a:lnTo>
                    <a:pt x="342728" y="607228"/>
                  </a:lnTo>
                  <a:lnTo>
                    <a:pt x="354968" y="599427"/>
                  </a:lnTo>
                  <a:lnTo>
                    <a:pt x="367209" y="591209"/>
                  </a:lnTo>
                  <a:lnTo>
                    <a:pt x="379449" y="582649"/>
                  </a:lnTo>
                  <a:lnTo>
                    <a:pt x="391689" y="573822"/>
                  </a:lnTo>
                  <a:lnTo>
                    <a:pt x="403930" y="564801"/>
                  </a:lnTo>
                  <a:lnTo>
                    <a:pt x="416170" y="555659"/>
                  </a:lnTo>
                  <a:lnTo>
                    <a:pt x="428410" y="546472"/>
                  </a:lnTo>
                  <a:lnTo>
                    <a:pt x="440650" y="537313"/>
                  </a:lnTo>
                  <a:lnTo>
                    <a:pt x="452891" y="528257"/>
                  </a:lnTo>
                  <a:lnTo>
                    <a:pt x="465131" y="519377"/>
                  </a:lnTo>
                  <a:lnTo>
                    <a:pt x="477371" y="510747"/>
                  </a:lnTo>
                  <a:lnTo>
                    <a:pt x="489612" y="502440"/>
                  </a:lnTo>
                  <a:lnTo>
                    <a:pt x="501852" y="494501"/>
                  </a:lnTo>
                  <a:lnTo>
                    <a:pt x="514092" y="486910"/>
                  </a:lnTo>
                  <a:lnTo>
                    <a:pt x="526333" y="479644"/>
                  </a:lnTo>
                  <a:lnTo>
                    <a:pt x="538573" y="472676"/>
                  </a:lnTo>
                  <a:lnTo>
                    <a:pt x="550813" y="465981"/>
                  </a:lnTo>
                  <a:lnTo>
                    <a:pt x="563054" y="459534"/>
                  </a:lnTo>
                  <a:lnTo>
                    <a:pt x="575294" y="453308"/>
                  </a:lnTo>
                  <a:lnTo>
                    <a:pt x="587534" y="447279"/>
                  </a:lnTo>
                  <a:lnTo>
                    <a:pt x="599774" y="441421"/>
                  </a:lnTo>
                  <a:lnTo>
                    <a:pt x="612015" y="435709"/>
                  </a:lnTo>
                  <a:lnTo>
                    <a:pt x="624255" y="430117"/>
                  </a:lnTo>
                  <a:lnTo>
                    <a:pt x="636495" y="424619"/>
                  </a:lnTo>
                  <a:lnTo>
                    <a:pt x="648736" y="419191"/>
                  </a:lnTo>
                  <a:lnTo>
                    <a:pt x="660976" y="413806"/>
                  </a:lnTo>
                  <a:lnTo>
                    <a:pt x="673216" y="408440"/>
                  </a:lnTo>
                  <a:lnTo>
                    <a:pt x="685457" y="403067"/>
                  </a:lnTo>
                  <a:lnTo>
                    <a:pt x="697697" y="397660"/>
                  </a:lnTo>
                  <a:lnTo>
                    <a:pt x="709937" y="392196"/>
                  </a:lnTo>
                  <a:lnTo>
                    <a:pt x="722177" y="386648"/>
                  </a:lnTo>
                  <a:lnTo>
                    <a:pt x="734418" y="380992"/>
                  </a:lnTo>
                  <a:lnTo>
                    <a:pt x="746658" y="375220"/>
                  </a:lnTo>
                  <a:lnTo>
                    <a:pt x="758898" y="369348"/>
                  </a:lnTo>
                  <a:lnTo>
                    <a:pt x="771139" y="363396"/>
                  </a:lnTo>
                  <a:lnTo>
                    <a:pt x="783379" y="357383"/>
                  </a:lnTo>
                  <a:lnTo>
                    <a:pt x="795619" y="351329"/>
                  </a:lnTo>
                  <a:lnTo>
                    <a:pt x="807860" y="345253"/>
                  </a:lnTo>
                  <a:lnTo>
                    <a:pt x="820100" y="339175"/>
                  </a:lnTo>
                  <a:lnTo>
                    <a:pt x="832340" y="333113"/>
                  </a:lnTo>
                  <a:lnTo>
                    <a:pt x="844581" y="327086"/>
                  </a:lnTo>
                  <a:lnTo>
                    <a:pt x="856821" y="321116"/>
                  </a:lnTo>
                  <a:lnTo>
                    <a:pt x="869061" y="315220"/>
                  </a:lnTo>
                  <a:lnTo>
                    <a:pt x="881301" y="309418"/>
                  </a:lnTo>
                  <a:lnTo>
                    <a:pt x="893542" y="303729"/>
                  </a:lnTo>
                  <a:lnTo>
                    <a:pt x="905782" y="298173"/>
                  </a:lnTo>
                  <a:lnTo>
                    <a:pt x="918022" y="292769"/>
                  </a:lnTo>
                  <a:lnTo>
                    <a:pt x="930263" y="287536"/>
                  </a:lnTo>
                  <a:lnTo>
                    <a:pt x="942503" y="282495"/>
                  </a:lnTo>
                  <a:lnTo>
                    <a:pt x="954743" y="277663"/>
                  </a:lnTo>
                  <a:lnTo>
                    <a:pt x="966984" y="273060"/>
                  </a:lnTo>
                  <a:lnTo>
                    <a:pt x="979224" y="268704"/>
                  </a:lnTo>
                  <a:lnTo>
                    <a:pt x="991464" y="264587"/>
                  </a:lnTo>
                  <a:lnTo>
                    <a:pt x="1003704" y="260667"/>
                  </a:lnTo>
                  <a:lnTo>
                    <a:pt x="1015945" y="256901"/>
                  </a:lnTo>
                  <a:lnTo>
                    <a:pt x="1028185" y="253247"/>
                  </a:lnTo>
                  <a:lnTo>
                    <a:pt x="1040425" y="249663"/>
                  </a:lnTo>
                  <a:lnTo>
                    <a:pt x="1052666" y="246106"/>
                  </a:lnTo>
                  <a:lnTo>
                    <a:pt x="1064906" y="242533"/>
                  </a:lnTo>
                  <a:lnTo>
                    <a:pt x="1077146" y="238901"/>
                  </a:lnTo>
                  <a:lnTo>
                    <a:pt x="1089387" y="235169"/>
                  </a:lnTo>
                  <a:lnTo>
                    <a:pt x="1101627" y="231294"/>
                  </a:lnTo>
                  <a:lnTo>
                    <a:pt x="1113867" y="227232"/>
                  </a:lnTo>
                  <a:lnTo>
                    <a:pt x="1126108" y="222942"/>
                  </a:lnTo>
                  <a:lnTo>
                    <a:pt x="1138348" y="218381"/>
                  </a:lnTo>
                  <a:lnTo>
                    <a:pt x="1150588" y="213505"/>
                  </a:lnTo>
                  <a:lnTo>
                    <a:pt x="1162828" y="208274"/>
                  </a:lnTo>
                  <a:lnTo>
                    <a:pt x="1175069" y="202644"/>
                  </a:lnTo>
                  <a:lnTo>
                    <a:pt x="1187309" y="196572"/>
                  </a:lnTo>
                  <a:lnTo>
                    <a:pt x="1199549" y="190016"/>
                  </a:lnTo>
                  <a:lnTo>
                    <a:pt x="1211790" y="182935"/>
                  </a:lnTo>
                  <a:lnTo>
                    <a:pt x="1224030" y="175290"/>
                  </a:lnTo>
                  <a:lnTo>
                    <a:pt x="1236270" y="167101"/>
                  </a:lnTo>
                  <a:lnTo>
                    <a:pt x="1248511" y="158444"/>
                  </a:lnTo>
                  <a:lnTo>
                    <a:pt x="1260751" y="149394"/>
                  </a:lnTo>
                  <a:lnTo>
                    <a:pt x="1272991" y="140027"/>
                  </a:lnTo>
                  <a:lnTo>
                    <a:pt x="1285231" y="130418"/>
                  </a:lnTo>
                  <a:lnTo>
                    <a:pt x="1297472" y="120644"/>
                  </a:lnTo>
                  <a:lnTo>
                    <a:pt x="1309712" y="110781"/>
                  </a:lnTo>
                  <a:lnTo>
                    <a:pt x="1321952" y="100903"/>
                  </a:lnTo>
                  <a:lnTo>
                    <a:pt x="1334193" y="91088"/>
                  </a:lnTo>
                  <a:lnTo>
                    <a:pt x="1346433" y="81410"/>
                  </a:lnTo>
                  <a:lnTo>
                    <a:pt x="1358673" y="71946"/>
                  </a:lnTo>
                  <a:lnTo>
                    <a:pt x="1370914" y="62772"/>
                  </a:lnTo>
                  <a:lnTo>
                    <a:pt x="1383154" y="53962"/>
                  </a:lnTo>
                  <a:lnTo>
                    <a:pt x="1395394" y="45594"/>
                  </a:lnTo>
                  <a:lnTo>
                    <a:pt x="1407635" y="37743"/>
                  </a:lnTo>
                  <a:lnTo>
                    <a:pt x="1419875" y="30484"/>
                  </a:lnTo>
                  <a:lnTo>
                    <a:pt x="1432115" y="23894"/>
                  </a:lnTo>
                  <a:lnTo>
                    <a:pt x="1444355" y="18047"/>
                  </a:lnTo>
                  <a:lnTo>
                    <a:pt x="1456596" y="13020"/>
                  </a:lnTo>
                  <a:lnTo>
                    <a:pt x="1468836" y="8880"/>
                  </a:lnTo>
                  <a:lnTo>
                    <a:pt x="1481076" y="5616"/>
                  </a:lnTo>
                  <a:lnTo>
                    <a:pt x="1493317" y="3162"/>
                  </a:lnTo>
                  <a:lnTo>
                    <a:pt x="1505557" y="1451"/>
                  </a:lnTo>
                  <a:lnTo>
                    <a:pt x="1517797" y="419"/>
                  </a:lnTo>
                  <a:lnTo>
                    <a:pt x="1530038" y="0"/>
                  </a:lnTo>
                  <a:lnTo>
                    <a:pt x="1542278" y="126"/>
                  </a:lnTo>
                  <a:lnTo>
                    <a:pt x="1554518" y="732"/>
                  </a:lnTo>
                  <a:lnTo>
                    <a:pt x="1566759" y="1753"/>
                  </a:lnTo>
                  <a:lnTo>
                    <a:pt x="1578999" y="3122"/>
                  </a:lnTo>
                  <a:lnTo>
                    <a:pt x="1591239" y="4773"/>
                  </a:lnTo>
                  <a:lnTo>
                    <a:pt x="1603479" y="6641"/>
                  </a:lnTo>
                  <a:lnTo>
                    <a:pt x="1615720" y="8658"/>
                  </a:lnTo>
                  <a:lnTo>
                    <a:pt x="1627960" y="10761"/>
                  </a:lnTo>
                  <a:lnTo>
                    <a:pt x="1640200" y="12881"/>
                  </a:lnTo>
                  <a:lnTo>
                    <a:pt x="1652441" y="14954"/>
                  </a:lnTo>
                  <a:lnTo>
                    <a:pt x="1664681" y="16913"/>
                  </a:lnTo>
                  <a:lnTo>
                    <a:pt x="1676921" y="18692"/>
                  </a:lnTo>
                  <a:lnTo>
                    <a:pt x="1689162" y="20223"/>
                  </a:lnTo>
                  <a:lnTo>
                    <a:pt x="1701402" y="21441"/>
                  </a:lnTo>
                  <a:lnTo>
                    <a:pt x="1713642" y="22287"/>
                  </a:lnTo>
                  <a:lnTo>
                    <a:pt x="1725882" y="22769"/>
                  </a:lnTo>
                  <a:lnTo>
                    <a:pt x="1738123" y="22929"/>
                  </a:lnTo>
                  <a:lnTo>
                    <a:pt x="1750363" y="22807"/>
                  </a:lnTo>
                  <a:lnTo>
                    <a:pt x="1762603" y="22442"/>
                  </a:lnTo>
                  <a:lnTo>
                    <a:pt x="1774844" y="21877"/>
                  </a:lnTo>
                  <a:lnTo>
                    <a:pt x="1787084" y="21151"/>
                  </a:lnTo>
                  <a:lnTo>
                    <a:pt x="1799324" y="20305"/>
                  </a:lnTo>
                  <a:lnTo>
                    <a:pt x="1811565" y="19379"/>
                  </a:lnTo>
                  <a:lnTo>
                    <a:pt x="1823805" y="18415"/>
                  </a:lnTo>
                  <a:lnTo>
                    <a:pt x="1836045" y="17452"/>
                  </a:lnTo>
                  <a:lnTo>
                    <a:pt x="1848286" y="16532"/>
                  </a:lnTo>
                  <a:lnTo>
                    <a:pt x="1860526" y="15695"/>
                  </a:lnTo>
                  <a:lnTo>
                    <a:pt x="1872766" y="14981"/>
                  </a:lnTo>
                  <a:lnTo>
                    <a:pt x="1885006" y="14432"/>
                  </a:lnTo>
                  <a:lnTo>
                    <a:pt x="1897247" y="14088"/>
                  </a:lnTo>
                  <a:lnTo>
                    <a:pt x="1909487" y="13994"/>
                  </a:lnTo>
                  <a:lnTo>
                    <a:pt x="1921727" y="14192"/>
                  </a:lnTo>
                  <a:lnTo>
                    <a:pt x="1933968" y="14725"/>
                  </a:lnTo>
                  <a:lnTo>
                    <a:pt x="1946208" y="15637"/>
                  </a:lnTo>
                  <a:lnTo>
                    <a:pt x="1958448" y="16963"/>
                  </a:lnTo>
                  <a:lnTo>
                    <a:pt x="1970689" y="18706"/>
                  </a:lnTo>
                  <a:lnTo>
                    <a:pt x="1982929" y="20855"/>
                  </a:lnTo>
                  <a:lnTo>
                    <a:pt x="1995169" y="23398"/>
                  </a:lnTo>
                  <a:lnTo>
                    <a:pt x="2007409" y="26324"/>
                  </a:lnTo>
                  <a:lnTo>
                    <a:pt x="2019650" y="29623"/>
                  </a:lnTo>
                  <a:lnTo>
                    <a:pt x="2031890" y="33284"/>
                  </a:lnTo>
                  <a:lnTo>
                    <a:pt x="2044130" y="37295"/>
                  </a:lnTo>
                  <a:lnTo>
                    <a:pt x="2056371" y="41646"/>
                  </a:lnTo>
                  <a:lnTo>
                    <a:pt x="2068611" y="46326"/>
                  </a:lnTo>
                  <a:lnTo>
                    <a:pt x="2080851" y="51323"/>
                  </a:lnTo>
                  <a:lnTo>
                    <a:pt x="2093092" y="56628"/>
                  </a:lnTo>
                  <a:lnTo>
                    <a:pt x="2105332" y="62228"/>
                  </a:lnTo>
                  <a:lnTo>
                    <a:pt x="2117572" y="68111"/>
                  </a:lnTo>
                  <a:lnTo>
                    <a:pt x="2129813" y="74247"/>
                  </a:lnTo>
                  <a:lnTo>
                    <a:pt x="2142053" y="80617"/>
                  </a:lnTo>
                  <a:lnTo>
                    <a:pt x="2154293" y="87210"/>
                  </a:lnTo>
                  <a:lnTo>
                    <a:pt x="2166533" y="94012"/>
                  </a:lnTo>
                  <a:lnTo>
                    <a:pt x="2178774" y="101011"/>
                  </a:lnTo>
                  <a:lnTo>
                    <a:pt x="2191014" y="1081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50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51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8" name="tx58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8" name="tx88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5" name="tx95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131388"/>
              <a:ext cx="2300565" cy="279430"/>
            </a:xfrm>
            <a:custGeom>
              <a:avLst/>
              <a:pathLst>
                <a:path w="2300565" h="279430">
                  <a:moveTo>
                    <a:pt x="0" y="147270"/>
                  </a:moveTo>
                  <a:lnTo>
                    <a:pt x="12852" y="144988"/>
                  </a:lnTo>
                  <a:lnTo>
                    <a:pt x="25704" y="142807"/>
                  </a:lnTo>
                  <a:lnTo>
                    <a:pt x="38556" y="141174"/>
                  </a:lnTo>
                  <a:lnTo>
                    <a:pt x="51409" y="139218"/>
                  </a:lnTo>
                  <a:lnTo>
                    <a:pt x="64261" y="137233"/>
                  </a:lnTo>
                  <a:lnTo>
                    <a:pt x="77113" y="135260"/>
                  </a:lnTo>
                  <a:lnTo>
                    <a:pt x="89966" y="133609"/>
                  </a:lnTo>
                  <a:lnTo>
                    <a:pt x="102818" y="131448"/>
                  </a:lnTo>
                  <a:lnTo>
                    <a:pt x="115670" y="129417"/>
                  </a:lnTo>
                  <a:lnTo>
                    <a:pt x="128523" y="127495"/>
                  </a:lnTo>
                  <a:lnTo>
                    <a:pt x="141375" y="125842"/>
                  </a:lnTo>
                  <a:lnTo>
                    <a:pt x="154227" y="123845"/>
                  </a:lnTo>
                  <a:lnTo>
                    <a:pt x="167080" y="121817"/>
                  </a:lnTo>
                  <a:lnTo>
                    <a:pt x="179932" y="119807"/>
                  </a:lnTo>
                  <a:lnTo>
                    <a:pt x="192784" y="117814"/>
                  </a:lnTo>
                  <a:lnTo>
                    <a:pt x="205637" y="115840"/>
                  </a:lnTo>
                  <a:lnTo>
                    <a:pt x="218489" y="113885"/>
                  </a:lnTo>
                  <a:lnTo>
                    <a:pt x="231341" y="111949"/>
                  </a:lnTo>
                  <a:lnTo>
                    <a:pt x="244194" y="110032"/>
                  </a:lnTo>
                  <a:lnTo>
                    <a:pt x="257046" y="107553"/>
                  </a:lnTo>
                  <a:lnTo>
                    <a:pt x="269898" y="105311"/>
                  </a:lnTo>
                  <a:lnTo>
                    <a:pt x="282751" y="103465"/>
                  </a:lnTo>
                  <a:lnTo>
                    <a:pt x="295603" y="101644"/>
                  </a:lnTo>
                  <a:lnTo>
                    <a:pt x="308455" y="99849"/>
                  </a:lnTo>
                  <a:lnTo>
                    <a:pt x="321307" y="98080"/>
                  </a:lnTo>
                  <a:lnTo>
                    <a:pt x="334160" y="96338"/>
                  </a:lnTo>
                  <a:lnTo>
                    <a:pt x="347012" y="94256"/>
                  </a:lnTo>
                  <a:lnTo>
                    <a:pt x="359864" y="91572"/>
                  </a:lnTo>
                  <a:lnTo>
                    <a:pt x="372717" y="90096"/>
                  </a:lnTo>
                  <a:lnTo>
                    <a:pt x="385569" y="89001"/>
                  </a:lnTo>
                  <a:lnTo>
                    <a:pt x="398421" y="86566"/>
                  </a:lnTo>
                  <a:lnTo>
                    <a:pt x="411274" y="83864"/>
                  </a:lnTo>
                  <a:lnTo>
                    <a:pt x="424126" y="81189"/>
                  </a:lnTo>
                  <a:lnTo>
                    <a:pt x="436978" y="78541"/>
                  </a:lnTo>
                  <a:lnTo>
                    <a:pt x="449831" y="75921"/>
                  </a:lnTo>
                  <a:lnTo>
                    <a:pt x="462683" y="73331"/>
                  </a:lnTo>
                  <a:lnTo>
                    <a:pt x="475535" y="70769"/>
                  </a:lnTo>
                  <a:lnTo>
                    <a:pt x="488388" y="68238"/>
                  </a:lnTo>
                  <a:lnTo>
                    <a:pt x="501240" y="65738"/>
                  </a:lnTo>
                  <a:lnTo>
                    <a:pt x="514092" y="63270"/>
                  </a:lnTo>
                  <a:lnTo>
                    <a:pt x="526945" y="60834"/>
                  </a:lnTo>
                  <a:lnTo>
                    <a:pt x="539797" y="58431"/>
                  </a:lnTo>
                  <a:lnTo>
                    <a:pt x="552649" y="56061"/>
                  </a:lnTo>
                  <a:lnTo>
                    <a:pt x="565502" y="53726"/>
                  </a:lnTo>
                  <a:lnTo>
                    <a:pt x="578354" y="51426"/>
                  </a:lnTo>
                  <a:lnTo>
                    <a:pt x="591206" y="49597"/>
                  </a:lnTo>
                  <a:lnTo>
                    <a:pt x="604059" y="47949"/>
                  </a:lnTo>
                  <a:lnTo>
                    <a:pt x="616911" y="46324"/>
                  </a:lnTo>
                  <a:lnTo>
                    <a:pt x="629763" y="44724"/>
                  </a:lnTo>
                  <a:lnTo>
                    <a:pt x="642615" y="42563"/>
                  </a:lnTo>
                  <a:lnTo>
                    <a:pt x="655468" y="40326"/>
                  </a:lnTo>
                  <a:lnTo>
                    <a:pt x="668320" y="39026"/>
                  </a:lnTo>
                  <a:lnTo>
                    <a:pt x="681172" y="37929"/>
                  </a:lnTo>
                  <a:lnTo>
                    <a:pt x="694025" y="36881"/>
                  </a:lnTo>
                  <a:lnTo>
                    <a:pt x="706877" y="35643"/>
                  </a:lnTo>
                  <a:lnTo>
                    <a:pt x="719729" y="34218"/>
                  </a:lnTo>
                  <a:lnTo>
                    <a:pt x="732582" y="32820"/>
                  </a:lnTo>
                  <a:lnTo>
                    <a:pt x="745434" y="31448"/>
                  </a:lnTo>
                  <a:lnTo>
                    <a:pt x="758286" y="30102"/>
                  </a:lnTo>
                  <a:lnTo>
                    <a:pt x="771139" y="28782"/>
                  </a:lnTo>
                  <a:lnTo>
                    <a:pt x="783991" y="27490"/>
                  </a:lnTo>
                  <a:lnTo>
                    <a:pt x="796843" y="26225"/>
                  </a:lnTo>
                  <a:lnTo>
                    <a:pt x="809696" y="24986"/>
                  </a:lnTo>
                  <a:lnTo>
                    <a:pt x="822548" y="23774"/>
                  </a:lnTo>
                  <a:lnTo>
                    <a:pt x="835400" y="22588"/>
                  </a:lnTo>
                  <a:lnTo>
                    <a:pt x="848253" y="21428"/>
                  </a:lnTo>
                  <a:lnTo>
                    <a:pt x="861105" y="20293"/>
                  </a:lnTo>
                  <a:lnTo>
                    <a:pt x="873957" y="19184"/>
                  </a:lnTo>
                  <a:lnTo>
                    <a:pt x="886810" y="18100"/>
                  </a:lnTo>
                  <a:lnTo>
                    <a:pt x="899662" y="17040"/>
                  </a:lnTo>
                  <a:lnTo>
                    <a:pt x="912514" y="16005"/>
                  </a:lnTo>
                  <a:lnTo>
                    <a:pt x="925367" y="14995"/>
                  </a:lnTo>
                  <a:lnTo>
                    <a:pt x="938219" y="14008"/>
                  </a:lnTo>
                  <a:lnTo>
                    <a:pt x="951071" y="13044"/>
                  </a:lnTo>
                  <a:lnTo>
                    <a:pt x="963923" y="12104"/>
                  </a:lnTo>
                  <a:lnTo>
                    <a:pt x="976776" y="11187"/>
                  </a:lnTo>
                  <a:lnTo>
                    <a:pt x="989628" y="10292"/>
                  </a:lnTo>
                  <a:lnTo>
                    <a:pt x="1002480" y="9420"/>
                  </a:lnTo>
                  <a:lnTo>
                    <a:pt x="1015333" y="8570"/>
                  </a:lnTo>
                  <a:lnTo>
                    <a:pt x="1028185" y="7742"/>
                  </a:lnTo>
                  <a:lnTo>
                    <a:pt x="1041037" y="7490"/>
                  </a:lnTo>
                  <a:lnTo>
                    <a:pt x="1053890" y="7570"/>
                  </a:lnTo>
                  <a:lnTo>
                    <a:pt x="1066742" y="7690"/>
                  </a:lnTo>
                  <a:lnTo>
                    <a:pt x="1079594" y="7849"/>
                  </a:lnTo>
                  <a:lnTo>
                    <a:pt x="1092447" y="8047"/>
                  </a:lnTo>
                  <a:lnTo>
                    <a:pt x="1105299" y="7550"/>
                  </a:lnTo>
                  <a:lnTo>
                    <a:pt x="1118151" y="6729"/>
                  </a:lnTo>
                  <a:lnTo>
                    <a:pt x="1131004" y="5953"/>
                  </a:lnTo>
                  <a:lnTo>
                    <a:pt x="1143856" y="5223"/>
                  </a:lnTo>
                  <a:lnTo>
                    <a:pt x="1156708" y="4537"/>
                  </a:lnTo>
                  <a:lnTo>
                    <a:pt x="1169561" y="3979"/>
                  </a:lnTo>
                  <a:lnTo>
                    <a:pt x="1182413" y="4044"/>
                  </a:lnTo>
                  <a:lnTo>
                    <a:pt x="1195265" y="3359"/>
                  </a:lnTo>
                  <a:lnTo>
                    <a:pt x="1208118" y="2551"/>
                  </a:lnTo>
                  <a:lnTo>
                    <a:pt x="1220970" y="1791"/>
                  </a:lnTo>
                  <a:lnTo>
                    <a:pt x="1233822" y="1379"/>
                  </a:lnTo>
                  <a:lnTo>
                    <a:pt x="1246675" y="1012"/>
                  </a:lnTo>
                  <a:lnTo>
                    <a:pt x="1259527" y="690"/>
                  </a:lnTo>
                  <a:lnTo>
                    <a:pt x="1272379" y="414"/>
                  </a:lnTo>
                  <a:lnTo>
                    <a:pt x="1285231" y="184"/>
                  </a:lnTo>
                  <a:lnTo>
                    <a:pt x="1298084" y="0"/>
                  </a:lnTo>
                  <a:lnTo>
                    <a:pt x="1310936" y="50"/>
                  </a:lnTo>
                  <a:lnTo>
                    <a:pt x="1323788" y="483"/>
                  </a:lnTo>
                  <a:lnTo>
                    <a:pt x="1336641" y="952"/>
                  </a:lnTo>
                  <a:lnTo>
                    <a:pt x="1349493" y="1456"/>
                  </a:lnTo>
                  <a:lnTo>
                    <a:pt x="1362345" y="1995"/>
                  </a:lnTo>
                  <a:lnTo>
                    <a:pt x="1375198" y="2568"/>
                  </a:lnTo>
                  <a:lnTo>
                    <a:pt x="1388050" y="3174"/>
                  </a:lnTo>
                  <a:lnTo>
                    <a:pt x="1400902" y="3812"/>
                  </a:lnTo>
                  <a:lnTo>
                    <a:pt x="1413755" y="4483"/>
                  </a:lnTo>
                  <a:lnTo>
                    <a:pt x="1426607" y="5185"/>
                  </a:lnTo>
                  <a:lnTo>
                    <a:pt x="1439459" y="5917"/>
                  </a:lnTo>
                  <a:lnTo>
                    <a:pt x="1452312" y="6680"/>
                  </a:lnTo>
                  <a:lnTo>
                    <a:pt x="1465164" y="7472"/>
                  </a:lnTo>
                  <a:lnTo>
                    <a:pt x="1478016" y="8293"/>
                  </a:lnTo>
                  <a:lnTo>
                    <a:pt x="1490869" y="9143"/>
                  </a:lnTo>
                  <a:lnTo>
                    <a:pt x="1503721" y="10019"/>
                  </a:lnTo>
                  <a:lnTo>
                    <a:pt x="1516573" y="10923"/>
                  </a:lnTo>
                  <a:lnTo>
                    <a:pt x="1529426" y="11853"/>
                  </a:lnTo>
                  <a:lnTo>
                    <a:pt x="1542278" y="12808"/>
                  </a:lnTo>
                  <a:lnTo>
                    <a:pt x="1555130" y="13788"/>
                  </a:lnTo>
                  <a:lnTo>
                    <a:pt x="1567983" y="14793"/>
                  </a:lnTo>
                  <a:lnTo>
                    <a:pt x="1580835" y="15821"/>
                  </a:lnTo>
                  <a:lnTo>
                    <a:pt x="1593687" y="16873"/>
                  </a:lnTo>
                  <a:lnTo>
                    <a:pt x="1606539" y="17308"/>
                  </a:lnTo>
                  <a:lnTo>
                    <a:pt x="1619392" y="17163"/>
                  </a:lnTo>
                  <a:lnTo>
                    <a:pt x="1632244" y="17011"/>
                  </a:lnTo>
                  <a:lnTo>
                    <a:pt x="1645096" y="16852"/>
                  </a:lnTo>
                  <a:lnTo>
                    <a:pt x="1657949" y="16686"/>
                  </a:lnTo>
                  <a:lnTo>
                    <a:pt x="1670801" y="16513"/>
                  </a:lnTo>
                  <a:lnTo>
                    <a:pt x="1683653" y="16333"/>
                  </a:lnTo>
                  <a:lnTo>
                    <a:pt x="1696506" y="16790"/>
                  </a:lnTo>
                  <a:lnTo>
                    <a:pt x="1709358" y="17196"/>
                  </a:lnTo>
                  <a:lnTo>
                    <a:pt x="1722210" y="18434"/>
                  </a:lnTo>
                  <a:lnTo>
                    <a:pt x="1735063" y="19010"/>
                  </a:lnTo>
                  <a:lnTo>
                    <a:pt x="1747915" y="19229"/>
                  </a:lnTo>
                  <a:lnTo>
                    <a:pt x="1760767" y="19458"/>
                  </a:lnTo>
                  <a:lnTo>
                    <a:pt x="1773620" y="19694"/>
                  </a:lnTo>
                  <a:lnTo>
                    <a:pt x="1786472" y="19938"/>
                  </a:lnTo>
                  <a:lnTo>
                    <a:pt x="1799324" y="20191"/>
                  </a:lnTo>
                  <a:lnTo>
                    <a:pt x="1812177" y="21116"/>
                  </a:lnTo>
                  <a:lnTo>
                    <a:pt x="1825029" y="22502"/>
                  </a:lnTo>
                  <a:lnTo>
                    <a:pt x="1837881" y="23910"/>
                  </a:lnTo>
                  <a:lnTo>
                    <a:pt x="1850734" y="25278"/>
                  </a:lnTo>
                  <a:lnTo>
                    <a:pt x="1863586" y="25568"/>
                  </a:lnTo>
                  <a:lnTo>
                    <a:pt x="1876438" y="25879"/>
                  </a:lnTo>
                  <a:lnTo>
                    <a:pt x="1889291" y="26188"/>
                  </a:lnTo>
                  <a:lnTo>
                    <a:pt x="1902143" y="26309"/>
                  </a:lnTo>
                  <a:lnTo>
                    <a:pt x="1914995" y="26437"/>
                  </a:lnTo>
                  <a:lnTo>
                    <a:pt x="1927847" y="26571"/>
                  </a:lnTo>
                  <a:lnTo>
                    <a:pt x="1940700" y="26196"/>
                  </a:lnTo>
                  <a:lnTo>
                    <a:pt x="1953552" y="25406"/>
                  </a:lnTo>
                  <a:lnTo>
                    <a:pt x="1966404" y="24607"/>
                  </a:lnTo>
                  <a:lnTo>
                    <a:pt x="1979257" y="24436"/>
                  </a:lnTo>
                  <a:lnTo>
                    <a:pt x="1992109" y="24782"/>
                  </a:lnTo>
                  <a:lnTo>
                    <a:pt x="2004961" y="25132"/>
                  </a:lnTo>
                  <a:lnTo>
                    <a:pt x="2017814" y="25487"/>
                  </a:lnTo>
                  <a:lnTo>
                    <a:pt x="2030666" y="25846"/>
                  </a:lnTo>
                  <a:lnTo>
                    <a:pt x="2043518" y="26975"/>
                  </a:lnTo>
                  <a:lnTo>
                    <a:pt x="2056371" y="28201"/>
                  </a:lnTo>
                  <a:lnTo>
                    <a:pt x="2069223" y="28390"/>
                  </a:lnTo>
                  <a:lnTo>
                    <a:pt x="2082075" y="28583"/>
                  </a:lnTo>
                  <a:lnTo>
                    <a:pt x="2094928" y="28779"/>
                  </a:lnTo>
                  <a:lnTo>
                    <a:pt x="2107780" y="28980"/>
                  </a:lnTo>
                  <a:lnTo>
                    <a:pt x="2120632" y="29183"/>
                  </a:lnTo>
                  <a:lnTo>
                    <a:pt x="2133485" y="29391"/>
                  </a:lnTo>
                  <a:lnTo>
                    <a:pt x="2146337" y="29601"/>
                  </a:lnTo>
                  <a:lnTo>
                    <a:pt x="2159189" y="29815"/>
                  </a:lnTo>
                  <a:lnTo>
                    <a:pt x="2172042" y="30031"/>
                  </a:lnTo>
                  <a:lnTo>
                    <a:pt x="2184894" y="30405"/>
                  </a:lnTo>
                  <a:lnTo>
                    <a:pt x="2197746" y="30800"/>
                  </a:lnTo>
                  <a:lnTo>
                    <a:pt x="2210599" y="31196"/>
                  </a:lnTo>
                  <a:lnTo>
                    <a:pt x="2223451" y="31399"/>
                  </a:lnTo>
                  <a:lnTo>
                    <a:pt x="2236303" y="31408"/>
                  </a:lnTo>
                  <a:lnTo>
                    <a:pt x="2249155" y="31414"/>
                  </a:lnTo>
                  <a:lnTo>
                    <a:pt x="2262008" y="31429"/>
                  </a:lnTo>
                  <a:lnTo>
                    <a:pt x="2274860" y="31419"/>
                  </a:lnTo>
                  <a:lnTo>
                    <a:pt x="2287712" y="31418"/>
                  </a:lnTo>
                  <a:lnTo>
                    <a:pt x="2300565" y="31415"/>
                  </a:lnTo>
                  <a:lnTo>
                    <a:pt x="2300565" y="217360"/>
                  </a:lnTo>
                  <a:lnTo>
                    <a:pt x="2287712" y="214512"/>
                  </a:lnTo>
                  <a:lnTo>
                    <a:pt x="2274860" y="211670"/>
                  </a:lnTo>
                  <a:lnTo>
                    <a:pt x="2262008" y="208791"/>
                  </a:lnTo>
                  <a:lnTo>
                    <a:pt x="2249155" y="205843"/>
                  </a:lnTo>
                  <a:lnTo>
                    <a:pt x="2236303" y="202903"/>
                  </a:lnTo>
                  <a:lnTo>
                    <a:pt x="2223451" y="199973"/>
                  </a:lnTo>
                  <a:lnTo>
                    <a:pt x="2210599" y="197053"/>
                  </a:lnTo>
                  <a:lnTo>
                    <a:pt x="2197746" y="194144"/>
                  </a:lnTo>
                  <a:lnTo>
                    <a:pt x="2184894" y="191246"/>
                  </a:lnTo>
                  <a:lnTo>
                    <a:pt x="2172042" y="188361"/>
                  </a:lnTo>
                  <a:lnTo>
                    <a:pt x="2159189" y="185489"/>
                  </a:lnTo>
                  <a:lnTo>
                    <a:pt x="2146337" y="182630"/>
                  </a:lnTo>
                  <a:lnTo>
                    <a:pt x="2133485" y="179786"/>
                  </a:lnTo>
                  <a:lnTo>
                    <a:pt x="2120632" y="176956"/>
                  </a:lnTo>
                  <a:lnTo>
                    <a:pt x="2107780" y="174333"/>
                  </a:lnTo>
                  <a:lnTo>
                    <a:pt x="2094928" y="172185"/>
                  </a:lnTo>
                  <a:lnTo>
                    <a:pt x="2082075" y="170047"/>
                  </a:lnTo>
                  <a:lnTo>
                    <a:pt x="2069223" y="167506"/>
                  </a:lnTo>
                  <a:lnTo>
                    <a:pt x="2056371" y="165161"/>
                  </a:lnTo>
                  <a:lnTo>
                    <a:pt x="2043518" y="163264"/>
                  </a:lnTo>
                  <a:lnTo>
                    <a:pt x="2030666" y="161375"/>
                  </a:lnTo>
                  <a:lnTo>
                    <a:pt x="2017814" y="159497"/>
                  </a:lnTo>
                  <a:lnTo>
                    <a:pt x="2004961" y="157600"/>
                  </a:lnTo>
                  <a:lnTo>
                    <a:pt x="1992109" y="155771"/>
                  </a:lnTo>
                  <a:lnTo>
                    <a:pt x="1979257" y="153925"/>
                  </a:lnTo>
                  <a:lnTo>
                    <a:pt x="1966404" y="152090"/>
                  </a:lnTo>
                  <a:lnTo>
                    <a:pt x="1953552" y="150268"/>
                  </a:lnTo>
                  <a:lnTo>
                    <a:pt x="1940700" y="148458"/>
                  </a:lnTo>
                  <a:lnTo>
                    <a:pt x="1927847" y="146661"/>
                  </a:lnTo>
                  <a:lnTo>
                    <a:pt x="1914995" y="144877"/>
                  </a:lnTo>
                  <a:lnTo>
                    <a:pt x="1902143" y="143107"/>
                  </a:lnTo>
                  <a:lnTo>
                    <a:pt x="1889291" y="141351"/>
                  </a:lnTo>
                  <a:lnTo>
                    <a:pt x="1876438" y="139610"/>
                  </a:lnTo>
                  <a:lnTo>
                    <a:pt x="1863586" y="137884"/>
                  </a:lnTo>
                  <a:lnTo>
                    <a:pt x="1850734" y="135597"/>
                  </a:lnTo>
                  <a:lnTo>
                    <a:pt x="1837881" y="134146"/>
                  </a:lnTo>
                  <a:lnTo>
                    <a:pt x="1825029" y="132803"/>
                  </a:lnTo>
                  <a:lnTo>
                    <a:pt x="1812177" y="131142"/>
                  </a:lnTo>
                  <a:lnTo>
                    <a:pt x="1799324" y="129499"/>
                  </a:lnTo>
                  <a:lnTo>
                    <a:pt x="1786472" y="127874"/>
                  </a:lnTo>
                  <a:lnTo>
                    <a:pt x="1773620" y="127296"/>
                  </a:lnTo>
                  <a:lnTo>
                    <a:pt x="1760767" y="127026"/>
                  </a:lnTo>
                  <a:lnTo>
                    <a:pt x="1747915" y="124359"/>
                  </a:lnTo>
                  <a:lnTo>
                    <a:pt x="1735063" y="121741"/>
                  </a:lnTo>
                  <a:lnTo>
                    <a:pt x="1722210" y="120031"/>
                  </a:lnTo>
                  <a:lnTo>
                    <a:pt x="1709358" y="118535"/>
                  </a:lnTo>
                  <a:lnTo>
                    <a:pt x="1696506" y="117662"/>
                  </a:lnTo>
                  <a:lnTo>
                    <a:pt x="1683653" y="116008"/>
                  </a:lnTo>
                  <a:lnTo>
                    <a:pt x="1670801" y="114669"/>
                  </a:lnTo>
                  <a:lnTo>
                    <a:pt x="1657949" y="113701"/>
                  </a:lnTo>
                  <a:lnTo>
                    <a:pt x="1645096" y="112753"/>
                  </a:lnTo>
                  <a:lnTo>
                    <a:pt x="1632244" y="111825"/>
                  </a:lnTo>
                  <a:lnTo>
                    <a:pt x="1619392" y="110919"/>
                  </a:lnTo>
                  <a:lnTo>
                    <a:pt x="1606539" y="110034"/>
                  </a:lnTo>
                  <a:lnTo>
                    <a:pt x="1593687" y="109170"/>
                  </a:lnTo>
                  <a:lnTo>
                    <a:pt x="1580835" y="108459"/>
                  </a:lnTo>
                  <a:lnTo>
                    <a:pt x="1567983" y="107857"/>
                  </a:lnTo>
                  <a:lnTo>
                    <a:pt x="1555130" y="107265"/>
                  </a:lnTo>
                  <a:lnTo>
                    <a:pt x="1542278" y="106683"/>
                  </a:lnTo>
                  <a:lnTo>
                    <a:pt x="1529426" y="106112"/>
                  </a:lnTo>
                  <a:lnTo>
                    <a:pt x="1516573" y="105552"/>
                  </a:lnTo>
                  <a:lnTo>
                    <a:pt x="1503721" y="105003"/>
                  </a:lnTo>
                  <a:lnTo>
                    <a:pt x="1490869" y="104467"/>
                  </a:lnTo>
                  <a:lnTo>
                    <a:pt x="1478016" y="104129"/>
                  </a:lnTo>
                  <a:lnTo>
                    <a:pt x="1465164" y="104003"/>
                  </a:lnTo>
                  <a:lnTo>
                    <a:pt x="1452312" y="103889"/>
                  </a:lnTo>
                  <a:lnTo>
                    <a:pt x="1439459" y="103787"/>
                  </a:lnTo>
                  <a:lnTo>
                    <a:pt x="1426607" y="103698"/>
                  </a:lnTo>
                  <a:lnTo>
                    <a:pt x="1413755" y="103622"/>
                  </a:lnTo>
                  <a:lnTo>
                    <a:pt x="1400902" y="103559"/>
                  </a:lnTo>
                  <a:lnTo>
                    <a:pt x="1388050" y="103510"/>
                  </a:lnTo>
                  <a:lnTo>
                    <a:pt x="1375198" y="103477"/>
                  </a:lnTo>
                  <a:lnTo>
                    <a:pt x="1362345" y="103458"/>
                  </a:lnTo>
                  <a:lnTo>
                    <a:pt x="1349493" y="103456"/>
                  </a:lnTo>
                  <a:lnTo>
                    <a:pt x="1336641" y="103470"/>
                  </a:lnTo>
                  <a:lnTo>
                    <a:pt x="1323788" y="103501"/>
                  </a:lnTo>
                  <a:lnTo>
                    <a:pt x="1310936" y="103549"/>
                  </a:lnTo>
                  <a:lnTo>
                    <a:pt x="1298084" y="103616"/>
                  </a:lnTo>
                  <a:lnTo>
                    <a:pt x="1285231" y="103701"/>
                  </a:lnTo>
                  <a:lnTo>
                    <a:pt x="1272379" y="102989"/>
                  </a:lnTo>
                  <a:lnTo>
                    <a:pt x="1259527" y="101855"/>
                  </a:lnTo>
                  <a:lnTo>
                    <a:pt x="1246675" y="100760"/>
                  </a:lnTo>
                  <a:lnTo>
                    <a:pt x="1233822" y="99704"/>
                  </a:lnTo>
                  <a:lnTo>
                    <a:pt x="1220970" y="98690"/>
                  </a:lnTo>
                  <a:lnTo>
                    <a:pt x="1208118" y="97716"/>
                  </a:lnTo>
                  <a:lnTo>
                    <a:pt x="1195265" y="96784"/>
                  </a:lnTo>
                  <a:lnTo>
                    <a:pt x="1182413" y="96645"/>
                  </a:lnTo>
                  <a:lnTo>
                    <a:pt x="1169561" y="96588"/>
                  </a:lnTo>
                  <a:lnTo>
                    <a:pt x="1156708" y="96608"/>
                  </a:lnTo>
                  <a:lnTo>
                    <a:pt x="1143856" y="96989"/>
                  </a:lnTo>
                  <a:lnTo>
                    <a:pt x="1131004" y="97407"/>
                  </a:lnTo>
                  <a:lnTo>
                    <a:pt x="1118151" y="97861"/>
                  </a:lnTo>
                  <a:lnTo>
                    <a:pt x="1105299" y="98352"/>
                  </a:lnTo>
                  <a:lnTo>
                    <a:pt x="1092447" y="98879"/>
                  </a:lnTo>
                  <a:lnTo>
                    <a:pt x="1079594" y="99443"/>
                  </a:lnTo>
                  <a:lnTo>
                    <a:pt x="1066742" y="100044"/>
                  </a:lnTo>
                  <a:lnTo>
                    <a:pt x="1053890" y="100682"/>
                  </a:lnTo>
                  <a:lnTo>
                    <a:pt x="1041037" y="101357"/>
                  </a:lnTo>
                  <a:lnTo>
                    <a:pt x="1028185" y="102069"/>
                  </a:lnTo>
                  <a:lnTo>
                    <a:pt x="1015333" y="102820"/>
                  </a:lnTo>
                  <a:lnTo>
                    <a:pt x="1002480" y="103608"/>
                  </a:lnTo>
                  <a:lnTo>
                    <a:pt x="989628" y="104434"/>
                  </a:lnTo>
                  <a:lnTo>
                    <a:pt x="976776" y="105298"/>
                  </a:lnTo>
                  <a:lnTo>
                    <a:pt x="963923" y="106200"/>
                  </a:lnTo>
                  <a:lnTo>
                    <a:pt x="951071" y="107141"/>
                  </a:lnTo>
                  <a:lnTo>
                    <a:pt x="938219" y="108120"/>
                  </a:lnTo>
                  <a:lnTo>
                    <a:pt x="925367" y="109138"/>
                  </a:lnTo>
                  <a:lnTo>
                    <a:pt x="912514" y="110194"/>
                  </a:lnTo>
                  <a:lnTo>
                    <a:pt x="899662" y="111290"/>
                  </a:lnTo>
                  <a:lnTo>
                    <a:pt x="886810" y="112425"/>
                  </a:lnTo>
                  <a:lnTo>
                    <a:pt x="873957" y="113599"/>
                  </a:lnTo>
                  <a:lnTo>
                    <a:pt x="861105" y="114813"/>
                  </a:lnTo>
                  <a:lnTo>
                    <a:pt x="848253" y="116066"/>
                  </a:lnTo>
                  <a:lnTo>
                    <a:pt x="835400" y="117359"/>
                  </a:lnTo>
                  <a:lnTo>
                    <a:pt x="822548" y="118692"/>
                  </a:lnTo>
                  <a:lnTo>
                    <a:pt x="809696" y="119862"/>
                  </a:lnTo>
                  <a:lnTo>
                    <a:pt x="796843" y="121340"/>
                  </a:lnTo>
                  <a:lnTo>
                    <a:pt x="783991" y="122900"/>
                  </a:lnTo>
                  <a:lnTo>
                    <a:pt x="771139" y="124427"/>
                  </a:lnTo>
                  <a:lnTo>
                    <a:pt x="758286" y="125962"/>
                  </a:lnTo>
                  <a:lnTo>
                    <a:pt x="745434" y="127536"/>
                  </a:lnTo>
                  <a:lnTo>
                    <a:pt x="732582" y="129149"/>
                  </a:lnTo>
                  <a:lnTo>
                    <a:pt x="719729" y="130801"/>
                  </a:lnTo>
                  <a:lnTo>
                    <a:pt x="706877" y="132491"/>
                  </a:lnTo>
                  <a:lnTo>
                    <a:pt x="694025" y="134218"/>
                  </a:lnTo>
                  <a:lnTo>
                    <a:pt x="681172" y="135982"/>
                  </a:lnTo>
                  <a:lnTo>
                    <a:pt x="668320" y="137783"/>
                  </a:lnTo>
                  <a:lnTo>
                    <a:pt x="655468" y="139619"/>
                  </a:lnTo>
                  <a:lnTo>
                    <a:pt x="642615" y="141491"/>
                  </a:lnTo>
                  <a:lnTo>
                    <a:pt x="629763" y="143398"/>
                  </a:lnTo>
                  <a:lnTo>
                    <a:pt x="616911" y="145339"/>
                  </a:lnTo>
                  <a:lnTo>
                    <a:pt x="604059" y="147314"/>
                  </a:lnTo>
                  <a:lnTo>
                    <a:pt x="591206" y="149322"/>
                  </a:lnTo>
                  <a:lnTo>
                    <a:pt x="578354" y="151363"/>
                  </a:lnTo>
                  <a:lnTo>
                    <a:pt x="565502" y="153437"/>
                  </a:lnTo>
                  <a:lnTo>
                    <a:pt x="552649" y="155541"/>
                  </a:lnTo>
                  <a:lnTo>
                    <a:pt x="539797" y="157677"/>
                  </a:lnTo>
                  <a:lnTo>
                    <a:pt x="526945" y="160275"/>
                  </a:lnTo>
                  <a:lnTo>
                    <a:pt x="514092" y="162282"/>
                  </a:lnTo>
                  <a:lnTo>
                    <a:pt x="501240" y="164320"/>
                  </a:lnTo>
                  <a:lnTo>
                    <a:pt x="488388" y="166522"/>
                  </a:lnTo>
                  <a:lnTo>
                    <a:pt x="475535" y="168806"/>
                  </a:lnTo>
                  <a:lnTo>
                    <a:pt x="462683" y="171118"/>
                  </a:lnTo>
                  <a:lnTo>
                    <a:pt x="449831" y="173457"/>
                  </a:lnTo>
                  <a:lnTo>
                    <a:pt x="436978" y="175823"/>
                  </a:lnTo>
                  <a:lnTo>
                    <a:pt x="424126" y="178215"/>
                  </a:lnTo>
                  <a:lnTo>
                    <a:pt x="411274" y="180634"/>
                  </a:lnTo>
                  <a:lnTo>
                    <a:pt x="398421" y="183137"/>
                  </a:lnTo>
                  <a:lnTo>
                    <a:pt x="385569" y="185876"/>
                  </a:lnTo>
                  <a:lnTo>
                    <a:pt x="372717" y="188646"/>
                  </a:lnTo>
                  <a:lnTo>
                    <a:pt x="359864" y="191447"/>
                  </a:lnTo>
                  <a:lnTo>
                    <a:pt x="347012" y="194277"/>
                  </a:lnTo>
                  <a:lnTo>
                    <a:pt x="334160" y="197136"/>
                  </a:lnTo>
                  <a:lnTo>
                    <a:pt x="321307" y="200024"/>
                  </a:lnTo>
                  <a:lnTo>
                    <a:pt x="308455" y="202939"/>
                  </a:lnTo>
                  <a:lnTo>
                    <a:pt x="295603" y="205881"/>
                  </a:lnTo>
                  <a:lnTo>
                    <a:pt x="282751" y="208849"/>
                  </a:lnTo>
                  <a:lnTo>
                    <a:pt x="269898" y="211843"/>
                  </a:lnTo>
                  <a:lnTo>
                    <a:pt x="257046" y="214862"/>
                  </a:lnTo>
                  <a:lnTo>
                    <a:pt x="244194" y="217905"/>
                  </a:lnTo>
                  <a:lnTo>
                    <a:pt x="231341" y="220972"/>
                  </a:lnTo>
                  <a:lnTo>
                    <a:pt x="218489" y="224062"/>
                  </a:lnTo>
                  <a:lnTo>
                    <a:pt x="205637" y="226666"/>
                  </a:lnTo>
                  <a:lnTo>
                    <a:pt x="192784" y="230307"/>
                  </a:lnTo>
                  <a:lnTo>
                    <a:pt x="179932" y="233816"/>
                  </a:lnTo>
                  <a:lnTo>
                    <a:pt x="167080" y="237971"/>
                  </a:lnTo>
                  <a:lnTo>
                    <a:pt x="154227" y="241025"/>
                  </a:lnTo>
                  <a:lnTo>
                    <a:pt x="141375" y="243991"/>
                  </a:lnTo>
                  <a:lnTo>
                    <a:pt x="128523" y="246979"/>
                  </a:lnTo>
                  <a:lnTo>
                    <a:pt x="115670" y="249987"/>
                  </a:lnTo>
                  <a:lnTo>
                    <a:pt x="102818" y="253016"/>
                  </a:lnTo>
                  <a:lnTo>
                    <a:pt x="89966" y="256068"/>
                  </a:lnTo>
                  <a:lnTo>
                    <a:pt x="77113" y="259364"/>
                  </a:lnTo>
                  <a:lnTo>
                    <a:pt x="64261" y="262676"/>
                  </a:lnTo>
                  <a:lnTo>
                    <a:pt x="51409" y="266001"/>
                  </a:lnTo>
                  <a:lnTo>
                    <a:pt x="38556" y="269340"/>
                  </a:lnTo>
                  <a:lnTo>
                    <a:pt x="25704" y="272692"/>
                  </a:lnTo>
                  <a:lnTo>
                    <a:pt x="12852" y="276055"/>
                  </a:lnTo>
                  <a:lnTo>
                    <a:pt x="0" y="27943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131388"/>
              <a:ext cx="2300565" cy="147270"/>
            </a:xfrm>
            <a:custGeom>
              <a:avLst/>
              <a:pathLst>
                <a:path w="2300565" h="147270">
                  <a:moveTo>
                    <a:pt x="0" y="147270"/>
                  </a:moveTo>
                  <a:lnTo>
                    <a:pt x="12852" y="144988"/>
                  </a:lnTo>
                  <a:lnTo>
                    <a:pt x="25704" y="142807"/>
                  </a:lnTo>
                  <a:lnTo>
                    <a:pt x="38556" y="141174"/>
                  </a:lnTo>
                  <a:lnTo>
                    <a:pt x="51409" y="139218"/>
                  </a:lnTo>
                  <a:lnTo>
                    <a:pt x="64261" y="137233"/>
                  </a:lnTo>
                  <a:lnTo>
                    <a:pt x="77113" y="135260"/>
                  </a:lnTo>
                  <a:lnTo>
                    <a:pt x="89966" y="133609"/>
                  </a:lnTo>
                  <a:lnTo>
                    <a:pt x="102818" y="131448"/>
                  </a:lnTo>
                  <a:lnTo>
                    <a:pt x="115670" y="129417"/>
                  </a:lnTo>
                  <a:lnTo>
                    <a:pt x="128523" y="127495"/>
                  </a:lnTo>
                  <a:lnTo>
                    <a:pt x="141375" y="125842"/>
                  </a:lnTo>
                  <a:lnTo>
                    <a:pt x="154227" y="123845"/>
                  </a:lnTo>
                  <a:lnTo>
                    <a:pt x="167080" y="121817"/>
                  </a:lnTo>
                  <a:lnTo>
                    <a:pt x="179932" y="119807"/>
                  </a:lnTo>
                  <a:lnTo>
                    <a:pt x="192784" y="117814"/>
                  </a:lnTo>
                  <a:lnTo>
                    <a:pt x="205637" y="115840"/>
                  </a:lnTo>
                  <a:lnTo>
                    <a:pt x="218489" y="113885"/>
                  </a:lnTo>
                  <a:lnTo>
                    <a:pt x="231341" y="111949"/>
                  </a:lnTo>
                  <a:lnTo>
                    <a:pt x="244194" y="110032"/>
                  </a:lnTo>
                  <a:lnTo>
                    <a:pt x="257046" y="107553"/>
                  </a:lnTo>
                  <a:lnTo>
                    <a:pt x="269898" y="105311"/>
                  </a:lnTo>
                  <a:lnTo>
                    <a:pt x="282751" y="103465"/>
                  </a:lnTo>
                  <a:lnTo>
                    <a:pt x="295603" y="101644"/>
                  </a:lnTo>
                  <a:lnTo>
                    <a:pt x="308455" y="99849"/>
                  </a:lnTo>
                  <a:lnTo>
                    <a:pt x="321307" y="98080"/>
                  </a:lnTo>
                  <a:lnTo>
                    <a:pt x="334160" y="96338"/>
                  </a:lnTo>
                  <a:lnTo>
                    <a:pt x="347012" y="94256"/>
                  </a:lnTo>
                  <a:lnTo>
                    <a:pt x="359864" y="91572"/>
                  </a:lnTo>
                  <a:lnTo>
                    <a:pt x="372717" y="90096"/>
                  </a:lnTo>
                  <a:lnTo>
                    <a:pt x="385569" y="89001"/>
                  </a:lnTo>
                  <a:lnTo>
                    <a:pt x="398421" y="86566"/>
                  </a:lnTo>
                  <a:lnTo>
                    <a:pt x="411274" y="83864"/>
                  </a:lnTo>
                  <a:lnTo>
                    <a:pt x="424126" y="81189"/>
                  </a:lnTo>
                  <a:lnTo>
                    <a:pt x="436978" y="78541"/>
                  </a:lnTo>
                  <a:lnTo>
                    <a:pt x="449831" y="75921"/>
                  </a:lnTo>
                  <a:lnTo>
                    <a:pt x="462683" y="73331"/>
                  </a:lnTo>
                  <a:lnTo>
                    <a:pt x="475535" y="70769"/>
                  </a:lnTo>
                  <a:lnTo>
                    <a:pt x="488388" y="68238"/>
                  </a:lnTo>
                  <a:lnTo>
                    <a:pt x="501240" y="65738"/>
                  </a:lnTo>
                  <a:lnTo>
                    <a:pt x="514092" y="63270"/>
                  </a:lnTo>
                  <a:lnTo>
                    <a:pt x="526945" y="60834"/>
                  </a:lnTo>
                  <a:lnTo>
                    <a:pt x="539797" y="58431"/>
                  </a:lnTo>
                  <a:lnTo>
                    <a:pt x="552649" y="56061"/>
                  </a:lnTo>
                  <a:lnTo>
                    <a:pt x="565502" y="53726"/>
                  </a:lnTo>
                  <a:lnTo>
                    <a:pt x="578354" y="51426"/>
                  </a:lnTo>
                  <a:lnTo>
                    <a:pt x="591206" y="49597"/>
                  </a:lnTo>
                  <a:lnTo>
                    <a:pt x="604059" y="47949"/>
                  </a:lnTo>
                  <a:lnTo>
                    <a:pt x="616911" y="46324"/>
                  </a:lnTo>
                  <a:lnTo>
                    <a:pt x="629763" y="44724"/>
                  </a:lnTo>
                  <a:lnTo>
                    <a:pt x="642615" y="42563"/>
                  </a:lnTo>
                  <a:lnTo>
                    <a:pt x="655468" y="40326"/>
                  </a:lnTo>
                  <a:lnTo>
                    <a:pt x="668320" y="39026"/>
                  </a:lnTo>
                  <a:lnTo>
                    <a:pt x="681172" y="37929"/>
                  </a:lnTo>
                  <a:lnTo>
                    <a:pt x="694025" y="36881"/>
                  </a:lnTo>
                  <a:lnTo>
                    <a:pt x="706877" y="35643"/>
                  </a:lnTo>
                  <a:lnTo>
                    <a:pt x="719729" y="34218"/>
                  </a:lnTo>
                  <a:lnTo>
                    <a:pt x="732582" y="32820"/>
                  </a:lnTo>
                  <a:lnTo>
                    <a:pt x="745434" y="31448"/>
                  </a:lnTo>
                  <a:lnTo>
                    <a:pt x="758286" y="30102"/>
                  </a:lnTo>
                  <a:lnTo>
                    <a:pt x="771139" y="28782"/>
                  </a:lnTo>
                  <a:lnTo>
                    <a:pt x="783991" y="27490"/>
                  </a:lnTo>
                  <a:lnTo>
                    <a:pt x="796843" y="26225"/>
                  </a:lnTo>
                  <a:lnTo>
                    <a:pt x="809696" y="24986"/>
                  </a:lnTo>
                  <a:lnTo>
                    <a:pt x="822548" y="23774"/>
                  </a:lnTo>
                  <a:lnTo>
                    <a:pt x="835400" y="22588"/>
                  </a:lnTo>
                  <a:lnTo>
                    <a:pt x="848253" y="21428"/>
                  </a:lnTo>
                  <a:lnTo>
                    <a:pt x="861105" y="20293"/>
                  </a:lnTo>
                  <a:lnTo>
                    <a:pt x="873957" y="19184"/>
                  </a:lnTo>
                  <a:lnTo>
                    <a:pt x="886810" y="18100"/>
                  </a:lnTo>
                  <a:lnTo>
                    <a:pt x="899662" y="17040"/>
                  </a:lnTo>
                  <a:lnTo>
                    <a:pt x="912514" y="16005"/>
                  </a:lnTo>
                  <a:lnTo>
                    <a:pt x="925367" y="14995"/>
                  </a:lnTo>
                  <a:lnTo>
                    <a:pt x="938219" y="14008"/>
                  </a:lnTo>
                  <a:lnTo>
                    <a:pt x="951071" y="13044"/>
                  </a:lnTo>
                  <a:lnTo>
                    <a:pt x="963923" y="12104"/>
                  </a:lnTo>
                  <a:lnTo>
                    <a:pt x="976776" y="11187"/>
                  </a:lnTo>
                  <a:lnTo>
                    <a:pt x="989628" y="10292"/>
                  </a:lnTo>
                  <a:lnTo>
                    <a:pt x="1002480" y="9420"/>
                  </a:lnTo>
                  <a:lnTo>
                    <a:pt x="1015333" y="8570"/>
                  </a:lnTo>
                  <a:lnTo>
                    <a:pt x="1028185" y="7742"/>
                  </a:lnTo>
                  <a:lnTo>
                    <a:pt x="1041037" y="7490"/>
                  </a:lnTo>
                  <a:lnTo>
                    <a:pt x="1053890" y="7570"/>
                  </a:lnTo>
                  <a:lnTo>
                    <a:pt x="1066742" y="7690"/>
                  </a:lnTo>
                  <a:lnTo>
                    <a:pt x="1079594" y="7849"/>
                  </a:lnTo>
                  <a:lnTo>
                    <a:pt x="1092447" y="8047"/>
                  </a:lnTo>
                  <a:lnTo>
                    <a:pt x="1105299" y="7550"/>
                  </a:lnTo>
                  <a:lnTo>
                    <a:pt x="1118151" y="6729"/>
                  </a:lnTo>
                  <a:lnTo>
                    <a:pt x="1131004" y="5953"/>
                  </a:lnTo>
                  <a:lnTo>
                    <a:pt x="1143856" y="5223"/>
                  </a:lnTo>
                  <a:lnTo>
                    <a:pt x="1156708" y="4537"/>
                  </a:lnTo>
                  <a:lnTo>
                    <a:pt x="1169561" y="3979"/>
                  </a:lnTo>
                  <a:lnTo>
                    <a:pt x="1182413" y="4044"/>
                  </a:lnTo>
                  <a:lnTo>
                    <a:pt x="1195265" y="3359"/>
                  </a:lnTo>
                  <a:lnTo>
                    <a:pt x="1208118" y="2551"/>
                  </a:lnTo>
                  <a:lnTo>
                    <a:pt x="1220970" y="1791"/>
                  </a:lnTo>
                  <a:lnTo>
                    <a:pt x="1233822" y="1379"/>
                  </a:lnTo>
                  <a:lnTo>
                    <a:pt x="1246675" y="1012"/>
                  </a:lnTo>
                  <a:lnTo>
                    <a:pt x="1259527" y="690"/>
                  </a:lnTo>
                  <a:lnTo>
                    <a:pt x="1272379" y="414"/>
                  </a:lnTo>
                  <a:lnTo>
                    <a:pt x="1285231" y="184"/>
                  </a:lnTo>
                  <a:lnTo>
                    <a:pt x="1298084" y="0"/>
                  </a:lnTo>
                  <a:lnTo>
                    <a:pt x="1310936" y="50"/>
                  </a:lnTo>
                  <a:lnTo>
                    <a:pt x="1323788" y="483"/>
                  </a:lnTo>
                  <a:lnTo>
                    <a:pt x="1336641" y="952"/>
                  </a:lnTo>
                  <a:lnTo>
                    <a:pt x="1349493" y="1456"/>
                  </a:lnTo>
                  <a:lnTo>
                    <a:pt x="1362345" y="1995"/>
                  </a:lnTo>
                  <a:lnTo>
                    <a:pt x="1375198" y="2568"/>
                  </a:lnTo>
                  <a:lnTo>
                    <a:pt x="1388050" y="3174"/>
                  </a:lnTo>
                  <a:lnTo>
                    <a:pt x="1400902" y="3812"/>
                  </a:lnTo>
                  <a:lnTo>
                    <a:pt x="1413755" y="4483"/>
                  </a:lnTo>
                  <a:lnTo>
                    <a:pt x="1426607" y="5185"/>
                  </a:lnTo>
                  <a:lnTo>
                    <a:pt x="1439459" y="5917"/>
                  </a:lnTo>
                  <a:lnTo>
                    <a:pt x="1452312" y="6680"/>
                  </a:lnTo>
                  <a:lnTo>
                    <a:pt x="1465164" y="7472"/>
                  </a:lnTo>
                  <a:lnTo>
                    <a:pt x="1478016" y="8293"/>
                  </a:lnTo>
                  <a:lnTo>
                    <a:pt x="1490869" y="9143"/>
                  </a:lnTo>
                  <a:lnTo>
                    <a:pt x="1503721" y="10019"/>
                  </a:lnTo>
                  <a:lnTo>
                    <a:pt x="1516573" y="10923"/>
                  </a:lnTo>
                  <a:lnTo>
                    <a:pt x="1529426" y="11853"/>
                  </a:lnTo>
                  <a:lnTo>
                    <a:pt x="1542278" y="12808"/>
                  </a:lnTo>
                  <a:lnTo>
                    <a:pt x="1555130" y="13788"/>
                  </a:lnTo>
                  <a:lnTo>
                    <a:pt x="1567983" y="14793"/>
                  </a:lnTo>
                  <a:lnTo>
                    <a:pt x="1580835" y="15821"/>
                  </a:lnTo>
                  <a:lnTo>
                    <a:pt x="1593687" y="16873"/>
                  </a:lnTo>
                  <a:lnTo>
                    <a:pt x="1606539" y="17308"/>
                  </a:lnTo>
                  <a:lnTo>
                    <a:pt x="1619392" y="17163"/>
                  </a:lnTo>
                  <a:lnTo>
                    <a:pt x="1632244" y="17011"/>
                  </a:lnTo>
                  <a:lnTo>
                    <a:pt x="1645096" y="16852"/>
                  </a:lnTo>
                  <a:lnTo>
                    <a:pt x="1657949" y="16686"/>
                  </a:lnTo>
                  <a:lnTo>
                    <a:pt x="1670801" y="16513"/>
                  </a:lnTo>
                  <a:lnTo>
                    <a:pt x="1683653" y="16333"/>
                  </a:lnTo>
                  <a:lnTo>
                    <a:pt x="1696506" y="16790"/>
                  </a:lnTo>
                  <a:lnTo>
                    <a:pt x="1709358" y="17196"/>
                  </a:lnTo>
                  <a:lnTo>
                    <a:pt x="1722210" y="18434"/>
                  </a:lnTo>
                  <a:lnTo>
                    <a:pt x="1735063" y="19010"/>
                  </a:lnTo>
                  <a:lnTo>
                    <a:pt x="1747915" y="19229"/>
                  </a:lnTo>
                  <a:lnTo>
                    <a:pt x="1760767" y="19458"/>
                  </a:lnTo>
                  <a:lnTo>
                    <a:pt x="1773620" y="19694"/>
                  </a:lnTo>
                  <a:lnTo>
                    <a:pt x="1786472" y="19938"/>
                  </a:lnTo>
                  <a:lnTo>
                    <a:pt x="1799324" y="20191"/>
                  </a:lnTo>
                  <a:lnTo>
                    <a:pt x="1812177" y="21116"/>
                  </a:lnTo>
                  <a:lnTo>
                    <a:pt x="1825029" y="22502"/>
                  </a:lnTo>
                  <a:lnTo>
                    <a:pt x="1837881" y="23910"/>
                  </a:lnTo>
                  <a:lnTo>
                    <a:pt x="1850734" y="25278"/>
                  </a:lnTo>
                  <a:lnTo>
                    <a:pt x="1863586" y="25568"/>
                  </a:lnTo>
                  <a:lnTo>
                    <a:pt x="1876438" y="25879"/>
                  </a:lnTo>
                  <a:lnTo>
                    <a:pt x="1889291" y="26188"/>
                  </a:lnTo>
                  <a:lnTo>
                    <a:pt x="1902143" y="26309"/>
                  </a:lnTo>
                  <a:lnTo>
                    <a:pt x="1914995" y="26437"/>
                  </a:lnTo>
                  <a:lnTo>
                    <a:pt x="1927847" y="26571"/>
                  </a:lnTo>
                  <a:lnTo>
                    <a:pt x="1940700" y="26196"/>
                  </a:lnTo>
                  <a:lnTo>
                    <a:pt x="1953552" y="25406"/>
                  </a:lnTo>
                  <a:lnTo>
                    <a:pt x="1966404" y="24607"/>
                  </a:lnTo>
                  <a:lnTo>
                    <a:pt x="1979257" y="24436"/>
                  </a:lnTo>
                  <a:lnTo>
                    <a:pt x="1992109" y="24782"/>
                  </a:lnTo>
                  <a:lnTo>
                    <a:pt x="2004961" y="25132"/>
                  </a:lnTo>
                  <a:lnTo>
                    <a:pt x="2017814" y="25487"/>
                  </a:lnTo>
                  <a:lnTo>
                    <a:pt x="2030666" y="25846"/>
                  </a:lnTo>
                  <a:lnTo>
                    <a:pt x="2043518" y="26975"/>
                  </a:lnTo>
                  <a:lnTo>
                    <a:pt x="2056371" y="28201"/>
                  </a:lnTo>
                  <a:lnTo>
                    <a:pt x="2069223" y="28390"/>
                  </a:lnTo>
                  <a:lnTo>
                    <a:pt x="2082075" y="28583"/>
                  </a:lnTo>
                  <a:lnTo>
                    <a:pt x="2094928" y="28779"/>
                  </a:lnTo>
                  <a:lnTo>
                    <a:pt x="2107780" y="28980"/>
                  </a:lnTo>
                  <a:lnTo>
                    <a:pt x="2120632" y="29183"/>
                  </a:lnTo>
                  <a:lnTo>
                    <a:pt x="2133485" y="29391"/>
                  </a:lnTo>
                  <a:lnTo>
                    <a:pt x="2146337" y="29601"/>
                  </a:lnTo>
                  <a:lnTo>
                    <a:pt x="2159189" y="29815"/>
                  </a:lnTo>
                  <a:lnTo>
                    <a:pt x="2172042" y="30031"/>
                  </a:lnTo>
                  <a:lnTo>
                    <a:pt x="2184894" y="30405"/>
                  </a:lnTo>
                  <a:lnTo>
                    <a:pt x="2197746" y="30800"/>
                  </a:lnTo>
                  <a:lnTo>
                    <a:pt x="2210599" y="31196"/>
                  </a:lnTo>
                  <a:lnTo>
                    <a:pt x="2223451" y="31399"/>
                  </a:lnTo>
                  <a:lnTo>
                    <a:pt x="2236303" y="31408"/>
                  </a:lnTo>
                  <a:lnTo>
                    <a:pt x="2249155" y="31414"/>
                  </a:lnTo>
                  <a:lnTo>
                    <a:pt x="2262008" y="31429"/>
                  </a:lnTo>
                  <a:lnTo>
                    <a:pt x="2274860" y="31419"/>
                  </a:lnTo>
                  <a:lnTo>
                    <a:pt x="2287712" y="31418"/>
                  </a:lnTo>
                  <a:lnTo>
                    <a:pt x="2300565" y="314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227976"/>
              <a:ext cx="2300565" cy="182842"/>
            </a:xfrm>
            <a:custGeom>
              <a:avLst/>
              <a:pathLst>
                <a:path w="2300565" h="182842">
                  <a:moveTo>
                    <a:pt x="2300565" y="120772"/>
                  </a:moveTo>
                  <a:lnTo>
                    <a:pt x="2287712" y="117924"/>
                  </a:lnTo>
                  <a:lnTo>
                    <a:pt x="2274860" y="115082"/>
                  </a:lnTo>
                  <a:lnTo>
                    <a:pt x="2262008" y="112203"/>
                  </a:lnTo>
                  <a:lnTo>
                    <a:pt x="2249155" y="109255"/>
                  </a:lnTo>
                  <a:lnTo>
                    <a:pt x="2236303" y="106315"/>
                  </a:lnTo>
                  <a:lnTo>
                    <a:pt x="2223451" y="103385"/>
                  </a:lnTo>
                  <a:lnTo>
                    <a:pt x="2210599" y="100465"/>
                  </a:lnTo>
                  <a:lnTo>
                    <a:pt x="2197746" y="97556"/>
                  </a:lnTo>
                  <a:lnTo>
                    <a:pt x="2184894" y="94658"/>
                  </a:lnTo>
                  <a:lnTo>
                    <a:pt x="2172042" y="91773"/>
                  </a:lnTo>
                  <a:lnTo>
                    <a:pt x="2159189" y="88900"/>
                  </a:lnTo>
                  <a:lnTo>
                    <a:pt x="2146337" y="86042"/>
                  </a:lnTo>
                  <a:lnTo>
                    <a:pt x="2133485" y="83197"/>
                  </a:lnTo>
                  <a:lnTo>
                    <a:pt x="2120632" y="80368"/>
                  </a:lnTo>
                  <a:lnTo>
                    <a:pt x="2107780" y="77744"/>
                  </a:lnTo>
                  <a:lnTo>
                    <a:pt x="2094928" y="75597"/>
                  </a:lnTo>
                  <a:lnTo>
                    <a:pt x="2082075" y="73459"/>
                  </a:lnTo>
                  <a:lnTo>
                    <a:pt x="2069223" y="70918"/>
                  </a:lnTo>
                  <a:lnTo>
                    <a:pt x="2056371" y="68573"/>
                  </a:lnTo>
                  <a:lnTo>
                    <a:pt x="2043518" y="66675"/>
                  </a:lnTo>
                  <a:lnTo>
                    <a:pt x="2030666" y="64787"/>
                  </a:lnTo>
                  <a:lnTo>
                    <a:pt x="2017814" y="62909"/>
                  </a:lnTo>
                  <a:lnTo>
                    <a:pt x="2004961" y="61012"/>
                  </a:lnTo>
                  <a:lnTo>
                    <a:pt x="1992109" y="59183"/>
                  </a:lnTo>
                  <a:lnTo>
                    <a:pt x="1979257" y="57337"/>
                  </a:lnTo>
                  <a:lnTo>
                    <a:pt x="1966404" y="55502"/>
                  </a:lnTo>
                  <a:lnTo>
                    <a:pt x="1953552" y="53680"/>
                  </a:lnTo>
                  <a:lnTo>
                    <a:pt x="1940700" y="51869"/>
                  </a:lnTo>
                  <a:lnTo>
                    <a:pt x="1927847" y="50072"/>
                  </a:lnTo>
                  <a:lnTo>
                    <a:pt x="1914995" y="48289"/>
                  </a:lnTo>
                  <a:lnTo>
                    <a:pt x="1902143" y="46519"/>
                  </a:lnTo>
                  <a:lnTo>
                    <a:pt x="1889291" y="44763"/>
                  </a:lnTo>
                  <a:lnTo>
                    <a:pt x="1876438" y="43022"/>
                  </a:lnTo>
                  <a:lnTo>
                    <a:pt x="1863586" y="41296"/>
                  </a:lnTo>
                  <a:lnTo>
                    <a:pt x="1850734" y="39008"/>
                  </a:lnTo>
                  <a:lnTo>
                    <a:pt x="1837881" y="37557"/>
                  </a:lnTo>
                  <a:lnTo>
                    <a:pt x="1825029" y="36214"/>
                  </a:lnTo>
                  <a:lnTo>
                    <a:pt x="1812177" y="34554"/>
                  </a:lnTo>
                  <a:lnTo>
                    <a:pt x="1799324" y="32911"/>
                  </a:lnTo>
                  <a:lnTo>
                    <a:pt x="1786472" y="31285"/>
                  </a:lnTo>
                  <a:lnTo>
                    <a:pt x="1773620" y="30708"/>
                  </a:lnTo>
                  <a:lnTo>
                    <a:pt x="1760767" y="30438"/>
                  </a:lnTo>
                  <a:lnTo>
                    <a:pt x="1747915" y="27771"/>
                  </a:lnTo>
                  <a:lnTo>
                    <a:pt x="1735063" y="25153"/>
                  </a:lnTo>
                  <a:lnTo>
                    <a:pt x="1722210" y="23442"/>
                  </a:lnTo>
                  <a:lnTo>
                    <a:pt x="1709358" y="21947"/>
                  </a:lnTo>
                  <a:lnTo>
                    <a:pt x="1696506" y="21074"/>
                  </a:lnTo>
                  <a:lnTo>
                    <a:pt x="1683653" y="19420"/>
                  </a:lnTo>
                  <a:lnTo>
                    <a:pt x="1670801" y="18081"/>
                  </a:lnTo>
                  <a:lnTo>
                    <a:pt x="1657949" y="17113"/>
                  </a:lnTo>
                  <a:lnTo>
                    <a:pt x="1645096" y="16164"/>
                  </a:lnTo>
                  <a:lnTo>
                    <a:pt x="1632244" y="15237"/>
                  </a:lnTo>
                  <a:lnTo>
                    <a:pt x="1619392" y="14330"/>
                  </a:lnTo>
                  <a:lnTo>
                    <a:pt x="1606539" y="13445"/>
                  </a:lnTo>
                  <a:lnTo>
                    <a:pt x="1593687" y="12582"/>
                  </a:lnTo>
                  <a:lnTo>
                    <a:pt x="1580835" y="11870"/>
                  </a:lnTo>
                  <a:lnTo>
                    <a:pt x="1567983" y="11269"/>
                  </a:lnTo>
                  <a:lnTo>
                    <a:pt x="1555130" y="10677"/>
                  </a:lnTo>
                  <a:lnTo>
                    <a:pt x="1542278" y="10095"/>
                  </a:lnTo>
                  <a:lnTo>
                    <a:pt x="1529426" y="9524"/>
                  </a:lnTo>
                  <a:lnTo>
                    <a:pt x="1516573" y="8963"/>
                  </a:lnTo>
                  <a:lnTo>
                    <a:pt x="1503721" y="8415"/>
                  </a:lnTo>
                  <a:lnTo>
                    <a:pt x="1490869" y="7878"/>
                  </a:lnTo>
                  <a:lnTo>
                    <a:pt x="1478016" y="7540"/>
                  </a:lnTo>
                  <a:lnTo>
                    <a:pt x="1465164" y="7415"/>
                  </a:lnTo>
                  <a:lnTo>
                    <a:pt x="1452312" y="7301"/>
                  </a:lnTo>
                  <a:lnTo>
                    <a:pt x="1439459" y="7199"/>
                  </a:lnTo>
                  <a:lnTo>
                    <a:pt x="1426607" y="7110"/>
                  </a:lnTo>
                  <a:lnTo>
                    <a:pt x="1413755" y="7033"/>
                  </a:lnTo>
                  <a:lnTo>
                    <a:pt x="1400902" y="6971"/>
                  </a:lnTo>
                  <a:lnTo>
                    <a:pt x="1388050" y="6922"/>
                  </a:lnTo>
                  <a:lnTo>
                    <a:pt x="1375198" y="6889"/>
                  </a:lnTo>
                  <a:lnTo>
                    <a:pt x="1362345" y="6870"/>
                  </a:lnTo>
                  <a:lnTo>
                    <a:pt x="1349493" y="6868"/>
                  </a:lnTo>
                  <a:lnTo>
                    <a:pt x="1336641" y="6882"/>
                  </a:lnTo>
                  <a:lnTo>
                    <a:pt x="1323788" y="6913"/>
                  </a:lnTo>
                  <a:lnTo>
                    <a:pt x="1310936" y="6961"/>
                  </a:lnTo>
                  <a:lnTo>
                    <a:pt x="1298084" y="7027"/>
                  </a:lnTo>
                  <a:lnTo>
                    <a:pt x="1285231" y="7113"/>
                  </a:lnTo>
                  <a:lnTo>
                    <a:pt x="1272379" y="6401"/>
                  </a:lnTo>
                  <a:lnTo>
                    <a:pt x="1259527" y="5267"/>
                  </a:lnTo>
                  <a:lnTo>
                    <a:pt x="1246675" y="4171"/>
                  </a:lnTo>
                  <a:lnTo>
                    <a:pt x="1233822" y="3116"/>
                  </a:lnTo>
                  <a:lnTo>
                    <a:pt x="1220970" y="2101"/>
                  </a:lnTo>
                  <a:lnTo>
                    <a:pt x="1208118" y="1128"/>
                  </a:lnTo>
                  <a:lnTo>
                    <a:pt x="1195265" y="195"/>
                  </a:lnTo>
                  <a:lnTo>
                    <a:pt x="1182413" y="57"/>
                  </a:lnTo>
                  <a:lnTo>
                    <a:pt x="1169561" y="0"/>
                  </a:lnTo>
                  <a:lnTo>
                    <a:pt x="1156708" y="20"/>
                  </a:lnTo>
                  <a:lnTo>
                    <a:pt x="1143856" y="401"/>
                  </a:lnTo>
                  <a:lnTo>
                    <a:pt x="1131004" y="819"/>
                  </a:lnTo>
                  <a:lnTo>
                    <a:pt x="1118151" y="1273"/>
                  </a:lnTo>
                  <a:lnTo>
                    <a:pt x="1105299" y="1763"/>
                  </a:lnTo>
                  <a:lnTo>
                    <a:pt x="1092447" y="2290"/>
                  </a:lnTo>
                  <a:lnTo>
                    <a:pt x="1079594" y="2854"/>
                  </a:lnTo>
                  <a:lnTo>
                    <a:pt x="1066742" y="3455"/>
                  </a:lnTo>
                  <a:lnTo>
                    <a:pt x="1053890" y="4093"/>
                  </a:lnTo>
                  <a:lnTo>
                    <a:pt x="1041037" y="4769"/>
                  </a:lnTo>
                  <a:lnTo>
                    <a:pt x="1028185" y="5481"/>
                  </a:lnTo>
                  <a:lnTo>
                    <a:pt x="1015333" y="6232"/>
                  </a:lnTo>
                  <a:lnTo>
                    <a:pt x="1002480" y="7020"/>
                  </a:lnTo>
                  <a:lnTo>
                    <a:pt x="989628" y="7845"/>
                  </a:lnTo>
                  <a:lnTo>
                    <a:pt x="976776" y="8709"/>
                  </a:lnTo>
                  <a:lnTo>
                    <a:pt x="963923" y="9612"/>
                  </a:lnTo>
                  <a:lnTo>
                    <a:pt x="951071" y="10552"/>
                  </a:lnTo>
                  <a:lnTo>
                    <a:pt x="938219" y="11531"/>
                  </a:lnTo>
                  <a:lnTo>
                    <a:pt x="925367" y="12549"/>
                  </a:lnTo>
                  <a:lnTo>
                    <a:pt x="912514" y="13606"/>
                  </a:lnTo>
                  <a:lnTo>
                    <a:pt x="899662" y="14702"/>
                  </a:lnTo>
                  <a:lnTo>
                    <a:pt x="886810" y="15837"/>
                  </a:lnTo>
                  <a:lnTo>
                    <a:pt x="873957" y="17011"/>
                  </a:lnTo>
                  <a:lnTo>
                    <a:pt x="861105" y="18224"/>
                  </a:lnTo>
                  <a:lnTo>
                    <a:pt x="848253" y="19478"/>
                  </a:lnTo>
                  <a:lnTo>
                    <a:pt x="835400" y="20771"/>
                  </a:lnTo>
                  <a:lnTo>
                    <a:pt x="822548" y="22104"/>
                  </a:lnTo>
                  <a:lnTo>
                    <a:pt x="809696" y="23274"/>
                  </a:lnTo>
                  <a:lnTo>
                    <a:pt x="796843" y="24752"/>
                  </a:lnTo>
                  <a:lnTo>
                    <a:pt x="783991" y="26312"/>
                  </a:lnTo>
                  <a:lnTo>
                    <a:pt x="771139" y="27839"/>
                  </a:lnTo>
                  <a:lnTo>
                    <a:pt x="758286" y="29373"/>
                  </a:lnTo>
                  <a:lnTo>
                    <a:pt x="745434" y="30947"/>
                  </a:lnTo>
                  <a:lnTo>
                    <a:pt x="732582" y="32561"/>
                  </a:lnTo>
                  <a:lnTo>
                    <a:pt x="719729" y="34212"/>
                  </a:lnTo>
                  <a:lnTo>
                    <a:pt x="706877" y="35902"/>
                  </a:lnTo>
                  <a:lnTo>
                    <a:pt x="694025" y="37630"/>
                  </a:lnTo>
                  <a:lnTo>
                    <a:pt x="681172" y="39394"/>
                  </a:lnTo>
                  <a:lnTo>
                    <a:pt x="668320" y="41195"/>
                  </a:lnTo>
                  <a:lnTo>
                    <a:pt x="655468" y="43031"/>
                  </a:lnTo>
                  <a:lnTo>
                    <a:pt x="642615" y="44903"/>
                  </a:lnTo>
                  <a:lnTo>
                    <a:pt x="629763" y="46810"/>
                  </a:lnTo>
                  <a:lnTo>
                    <a:pt x="616911" y="48751"/>
                  </a:lnTo>
                  <a:lnTo>
                    <a:pt x="604059" y="50726"/>
                  </a:lnTo>
                  <a:lnTo>
                    <a:pt x="591206" y="52734"/>
                  </a:lnTo>
                  <a:lnTo>
                    <a:pt x="578354" y="54775"/>
                  </a:lnTo>
                  <a:lnTo>
                    <a:pt x="565502" y="56848"/>
                  </a:lnTo>
                  <a:lnTo>
                    <a:pt x="552649" y="58953"/>
                  </a:lnTo>
                  <a:lnTo>
                    <a:pt x="539797" y="61089"/>
                  </a:lnTo>
                  <a:lnTo>
                    <a:pt x="526945" y="63686"/>
                  </a:lnTo>
                  <a:lnTo>
                    <a:pt x="514092" y="65694"/>
                  </a:lnTo>
                  <a:lnTo>
                    <a:pt x="501240" y="67732"/>
                  </a:lnTo>
                  <a:lnTo>
                    <a:pt x="488388" y="69934"/>
                  </a:lnTo>
                  <a:lnTo>
                    <a:pt x="475535" y="72218"/>
                  </a:lnTo>
                  <a:lnTo>
                    <a:pt x="462683" y="74529"/>
                  </a:lnTo>
                  <a:lnTo>
                    <a:pt x="449831" y="76868"/>
                  </a:lnTo>
                  <a:lnTo>
                    <a:pt x="436978" y="79235"/>
                  </a:lnTo>
                  <a:lnTo>
                    <a:pt x="424126" y="81627"/>
                  </a:lnTo>
                  <a:lnTo>
                    <a:pt x="411274" y="84045"/>
                  </a:lnTo>
                  <a:lnTo>
                    <a:pt x="398421" y="86548"/>
                  </a:lnTo>
                  <a:lnTo>
                    <a:pt x="385569" y="89288"/>
                  </a:lnTo>
                  <a:lnTo>
                    <a:pt x="372717" y="92058"/>
                  </a:lnTo>
                  <a:lnTo>
                    <a:pt x="359864" y="94858"/>
                  </a:lnTo>
                  <a:lnTo>
                    <a:pt x="347012" y="97689"/>
                  </a:lnTo>
                  <a:lnTo>
                    <a:pt x="334160" y="100548"/>
                  </a:lnTo>
                  <a:lnTo>
                    <a:pt x="321307" y="103435"/>
                  </a:lnTo>
                  <a:lnTo>
                    <a:pt x="308455" y="106351"/>
                  </a:lnTo>
                  <a:lnTo>
                    <a:pt x="295603" y="109293"/>
                  </a:lnTo>
                  <a:lnTo>
                    <a:pt x="282751" y="112261"/>
                  </a:lnTo>
                  <a:lnTo>
                    <a:pt x="269898" y="115255"/>
                  </a:lnTo>
                  <a:lnTo>
                    <a:pt x="257046" y="118274"/>
                  </a:lnTo>
                  <a:lnTo>
                    <a:pt x="244194" y="121317"/>
                  </a:lnTo>
                  <a:lnTo>
                    <a:pt x="231341" y="124384"/>
                  </a:lnTo>
                  <a:lnTo>
                    <a:pt x="218489" y="127474"/>
                  </a:lnTo>
                  <a:lnTo>
                    <a:pt x="205637" y="130078"/>
                  </a:lnTo>
                  <a:lnTo>
                    <a:pt x="192784" y="133719"/>
                  </a:lnTo>
                  <a:lnTo>
                    <a:pt x="179932" y="137228"/>
                  </a:lnTo>
                  <a:lnTo>
                    <a:pt x="167080" y="141382"/>
                  </a:lnTo>
                  <a:lnTo>
                    <a:pt x="154227" y="144436"/>
                  </a:lnTo>
                  <a:lnTo>
                    <a:pt x="141375" y="147403"/>
                  </a:lnTo>
                  <a:lnTo>
                    <a:pt x="128523" y="150390"/>
                  </a:lnTo>
                  <a:lnTo>
                    <a:pt x="115670" y="153399"/>
                  </a:lnTo>
                  <a:lnTo>
                    <a:pt x="102818" y="156428"/>
                  </a:lnTo>
                  <a:lnTo>
                    <a:pt x="89966" y="159479"/>
                  </a:lnTo>
                  <a:lnTo>
                    <a:pt x="77113" y="162776"/>
                  </a:lnTo>
                  <a:lnTo>
                    <a:pt x="64261" y="166087"/>
                  </a:lnTo>
                  <a:lnTo>
                    <a:pt x="51409" y="169413"/>
                  </a:lnTo>
                  <a:lnTo>
                    <a:pt x="38556" y="172752"/>
                  </a:lnTo>
                  <a:lnTo>
                    <a:pt x="25704" y="176103"/>
                  </a:lnTo>
                  <a:lnTo>
                    <a:pt x="12852" y="179467"/>
                  </a:lnTo>
                  <a:lnTo>
                    <a:pt x="0" y="1828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184608"/>
              <a:ext cx="2300565" cy="164438"/>
            </a:xfrm>
            <a:custGeom>
              <a:avLst/>
              <a:pathLst>
                <a:path w="2300565" h="164438">
                  <a:moveTo>
                    <a:pt x="0" y="164438"/>
                  </a:moveTo>
                  <a:lnTo>
                    <a:pt x="12852" y="161413"/>
                  </a:lnTo>
                  <a:lnTo>
                    <a:pt x="25704" y="158399"/>
                  </a:lnTo>
                  <a:lnTo>
                    <a:pt x="38556" y="155398"/>
                  </a:lnTo>
                  <a:lnTo>
                    <a:pt x="51409" y="152409"/>
                  </a:lnTo>
                  <a:lnTo>
                    <a:pt x="64261" y="149433"/>
                  </a:lnTo>
                  <a:lnTo>
                    <a:pt x="77113" y="146471"/>
                  </a:lnTo>
                  <a:lnTo>
                    <a:pt x="89966" y="143523"/>
                  </a:lnTo>
                  <a:lnTo>
                    <a:pt x="102818" y="140590"/>
                  </a:lnTo>
                  <a:lnTo>
                    <a:pt x="115670" y="137672"/>
                  </a:lnTo>
                  <a:lnTo>
                    <a:pt x="128523" y="134771"/>
                  </a:lnTo>
                  <a:lnTo>
                    <a:pt x="141375" y="131886"/>
                  </a:lnTo>
                  <a:lnTo>
                    <a:pt x="154227" y="129018"/>
                  </a:lnTo>
                  <a:lnTo>
                    <a:pt x="167080" y="126168"/>
                  </a:lnTo>
                  <a:lnTo>
                    <a:pt x="179932" y="123336"/>
                  </a:lnTo>
                  <a:lnTo>
                    <a:pt x="192784" y="120523"/>
                  </a:lnTo>
                  <a:lnTo>
                    <a:pt x="205637" y="117729"/>
                  </a:lnTo>
                  <a:lnTo>
                    <a:pt x="218489" y="114955"/>
                  </a:lnTo>
                  <a:lnTo>
                    <a:pt x="231341" y="112202"/>
                  </a:lnTo>
                  <a:lnTo>
                    <a:pt x="244194" y="109470"/>
                  </a:lnTo>
                  <a:lnTo>
                    <a:pt x="257046" y="106760"/>
                  </a:lnTo>
                  <a:lnTo>
                    <a:pt x="269898" y="104071"/>
                  </a:lnTo>
                  <a:lnTo>
                    <a:pt x="282751" y="101406"/>
                  </a:lnTo>
                  <a:lnTo>
                    <a:pt x="295603" y="98764"/>
                  </a:lnTo>
                  <a:lnTo>
                    <a:pt x="308455" y="96146"/>
                  </a:lnTo>
                  <a:lnTo>
                    <a:pt x="321307" y="93552"/>
                  </a:lnTo>
                  <a:lnTo>
                    <a:pt x="334160" y="90984"/>
                  </a:lnTo>
                  <a:lnTo>
                    <a:pt x="347012" y="88441"/>
                  </a:lnTo>
                  <a:lnTo>
                    <a:pt x="359864" y="85924"/>
                  </a:lnTo>
                  <a:lnTo>
                    <a:pt x="372717" y="83434"/>
                  </a:lnTo>
                  <a:lnTo>
                    <a:pt x="385569" y="80972"/>
                  </a:lnTo>
                  <a:lnTo>
                    <a:pt x="398421" y="78537"/>
                  </a:lnTo>
                  <a:lnTo>
                    <a:pt x="411274" y="76131"/>
                  </a:lnTo>
                  <a:lnTo>
                    <a:pt x="424126" y="73754"/>
                  </a:lnTo>
                  <a:lnTo>
                    <a:pt x="436978" y="71406"/>
                  </a:lnTo>
                  <a:lnTo>
                    <a:pt x="449831" y="69089"/>
                  </a:lnTo>
                  <a:lnTo>
                    <a:pt x="462683" y="66802"/>
                  </a:lnTo>
                  <a:lnTo>
                    <a:pt x="475535" y="64547"/>
                  </a:lnTo>
                  <a:lnTo>
                    <a:pt x="488388" y="62323"/>
                  </a:lnTo>
                  <a:lnTo>
                    <a:pt x="501240" y="60132"/>
                  </a:lnTo>
                  <a:lnTo>
                    <a:pt x="514092" y="57974"/>
                  </a:lnTo>
                  <a:lnTo>
                    <a:pt x="526945" y="55850"/>
                  </a:lnTo>
                  <a:lnTo>
                    <a:pt x="539797" y="53759"/>
                  </a:lnTo>
                  <a:lnTo>
                    <a:pt x="552649" y="51704"/>
                  </a:lnTo>
                  <a:lnTo>
                    <a:pt x="565502" y="49684"/>
                  </a:lnTo>
                  <a:lnTo>
                    <a:pt x="578354" y="47699"/>
                  </a:lnTo>
                  <a:lnTo>
                    <a:pt x="591206" y="45751"/>
                  </a:lnTo>
                  <a:lnTo>
                    <a:pt x="604059" y="43840"/>
                  </a:lnTo>
                  <a:lnTo>
                    <a:pt x="616911" y="41966"/>
                  </a:lnTo>
                  <a:lnTo>
                    <a:pt x="629763" y="40131"/>
                  </a:lnTo>
                  <a:lnTo>
                    <a:pt x="642615" y="38334"/>
                  </a:lnTo>
                  <a:lnTo>
                    <a:pt x="655468" y="36576"/>
                  </a:lnTo>
                  <a:lnTo>
                    <a:pt x="668320" y="34858"/>
                  </a:lnTo>
                  <a:lnTo>
                    <a:pt x="681172" y="33181"/>
                  </a:lnTo>
                  <a:lnTo>
                    <a:pt x="694025" y="31545"/>
                  </a:lnTo>
                  <a:lnTo>
                    <a:pt x="706877" y="29950"/>
                  </a:lnTo>
                  <a:lnTo>
                    <a:pt x="719729" y="28397"/>
                  </a:lnTo>
                  <a:lnTo>
                    <a:pt x="732582" y="26887"/>
                  </a:lnTo>
                  <a:lnTo>
                    <a:pt x="745434" y="25420"/>
                  </a:lnTo>
                  <a:lnTo>
                    <a:pt x="758286" y="23996"/>
                  </a:lnTo>
                  <a:lnTo>
                    <a:pt x="771139" y="22617"/>
                  </a:lnTo>
                  <a:lnTo>
                    <a:pt x="783991" y="21283"/>
                  </a:lnTo>
                  <a:lnTo>
                    <a:pt x="796843" y="19994"/>
                  </a:lnTo>
                  <a:lnTo>
                    <a:pt x="809696" y="18749"/>
                  </a:lnTo>
                  <a:lnTo>
                    <a:pt x="822548" y="17548"/>
                  </a:lnTo>
                  <a:lnTo>
                    <a:pt x="835400" y="16392"/>
                  </a:lnTo>
                  <a:lnTo>
                    <a:pt x="848253" y="15278"/>
                  </a:lnTo>
                  <a:lnTo>
                    <a:pt x="861105" y="14208"/>
                  </a:lnTo>
                  <a:lnTo>
                    <a:pt x="873957" y="13180"/>
                  </a:lnTo>
                  <a:lnTo>
                    <a:pt x="886810" y="12194"/>
                  </a:lnTo>
                  <a:lnTo>
                    <a:pt x="899662" y="11250"/>
                  </a:lnTo>
                  <a:lnTo>
                    <a:pt x="912514" y="10347"/>
                  </a:lnTo>
                  <a:lnTo>
                    <a:pt x="925367" y="9485"/>
                  </a:lnTo>
                  <a:lnTo>
                    <a:pt x="938219" y="8664"/>
                  </a:lnTo>
                  <a:lnTo>
                    <a:pt x="951071" y="7882"/>
                  </a:lnTo>
                  <a:lnTo>
                    <a:pt x="963923" y="7140"/>
                  </a:lnTo>
                  <a:lnTo>
                    <a:pt x="976776" y="6438"/>
                  </a:lnTo>
                  <a:lnTo>
                    <a:pt x="989628" y="5774"/>
                  </a:lnTo>
                  <a:lnTo>
                    <a:pt x="1002480" y="5149"/>
                  </a:lnTo>
                  <a:lnTo>
                    <a:pt x="1015333" y="4562"/>
                  </a:lnTo>
                  <a:lnTo>
                    <a:pt x="1028185" y="4012"/>
                  </a:lnTo>
                  <a:lnTo>
                    <a:pt x="1041037" y="3500"/>
                  </a:lnTo>
                  <a:lnTo>
                    <a:pt x="1053890" y="3024"/>
                  </a:lnTo>
                  <a:lnTo>
                    <a:pt x="1066742" y="2585"/>
                  </a:lnTo>
                  <a:lnTo>
                    <a:pt x="1079594" y="2182"/>
                  </a:lnTo>
                  <a:lnTo>
                    <a:pt x="1092447" y="1814"/>
                  </a:lnTo>
                  <a:lnTo>
                    <a:pt x="1105299" y="1482"/>
                  </a:lnTo>
                  <a:lnTo>
                    <a:pt x="1118151" y="1184"/>
                  </a:lnTo>
                  <a:lnTo>
                    <a:pt x="1131004" y="921"/>
                  </a:lnTo>
                  <a:lnTo>
                    <a:pt x="1143856" y="691"/>
                  </a:lnTo>
                  <a:lnTo>
                    <a:pt x="1156708" y="495"/>
                  </a:lnTo>
                  <a:lnTo>
                    <a:pt x="1169561" y="332"/>
                  </a:lnTo>
                  <a:lnTo>
                    <a:pt x="1182413" y="202"/>
                  </a:lnTo>
                  <a:lnTo>
                    <a:pt x="1195265" y="104"/>
                  </a:lnTo>
                  <a:lnTo>
                    <a:pt x="1208118" y="38"/>
                  </a:lnTo>
                  <a:lnTo>
                    <a:pt x="1220970" y="3"/>
                  </a:lnTo>
                  <a:lnTo>
                    <a:pt x="1233822" y="0"/>
                  </a:lnTo>
                  <a:lnTo>
                    <a:pt x="1246675" y="27"/>
                  </a:lnTo>
                  <a:lnTo>
                    <a:pt x="1259527" y="84"/>
                  </a:lnTo>
                  <a:lnTo>
                    <a:pt x="1272379" y="171"/>
                  </a:lnTo>
                  <a:lnTo>
                    <a:pt x="1285231" y="287"/>
                  </a:lnTo>
                  <a:lnTo>
                    <a:pt x="1298084" y="433"/>
                  </a:lnTo>
                  <a:lnTo>
                    <a:pt x="1310936" y="607"/>
                  </a:lnTo>
                  <a:lnTo>
                    <a:pt x="1323788" y="809"/>
                  </a:lnTo>
                  <a:lnTo>
                    <a:pt x="1336641" y="1039"/>
                  </a:lnTo>
                  <a:lnTo>
                    <a:pt x="1349493" y="1296"/>
                  </a:lnTo>
                  <a:lnTo>
                    <a:pt x="1362345" y="1581"/>
                  </a:lnTo>
                  <a:lnTo>
                    <a:pt x="1375198" y="1892"/>
                  </a:lnTo>
                  <a:lnTo>
                    <a:pt x="1388050" y="2229"/>
                  </a:lnTo>
                  <a:lnTo>
                    <a:pt x="1400902" y="2591"/>
                  </a:lnTo>
                  <a:lnTo>
                    <a:pt x="1413755" y="2979"/>
                  </a:lnTo>
                  <a:lnTo>
                    <a:pt x="1426607" y="3392"/>
                  </a:lnTo>
                  <a:lnTo>
                    <a:pt x="1439459" y="3829"/>
                  </a:lnTo>
                  <a:lnTo>
                    <a:pt x="1452312" y="4291"/>
                  </a:lnTo>
                  <a:lnTo>
                    <a:pt x="1465164" y="4776"/>
                  </a:lnTo>
                  <a:lnTo>
                    <a:pt x="1478016" y="5284"/>
                  </a:lnTo>
                  <a:lnTo>
                    <a:pt x="1490869" y="5815"/>
                  </a:lnTo>
                  <a:lnTo>
                    <a:pt x="1503721" y="6369"/>
                  </a:lnTo>
                  <a:lnTo>
                    <a:pt x="1516573" y="6945"/>
                  </a:lnTo>
                  <a:lnTo>
                    <a:pt x="1529426" y="7542"/>
                  </a:lnTo>
                  <a:lnTo>
                    <a:pt x="1542278" y="8160"/>
                  </a:lnTo>
                  <a:lnTo>
                    <a:pt x="1555130" y="8799"/>
                  </a:lnTo>
                  <a:lnTo>
                    <a:pt x="1567983" y="9459"/>
                  </a:lnTo>
                  <a:lnTo>
                    <a:pt x="1580835" y="10138"/>
                  </a:lnTo>
                  <a:lnTo>
                    <a:pt x="1593687" y="10837"/>
                  </a:lnTo>
                  <a:lnTo>
                    <a:pt x="1606539" y="11555"/>
                  </a:lnTo>
                  <a:lnTo>
                    <a:pt x="1619392" y="12292"/>
                  </a:lnTo>
                  <a:lnTo>
                    <a:pt x="1632244" y="13048"/>
                  </a:lnTo>
                  <a:lnTo>
                    <a:pt x="1645096" y="13822"/>
                  </a:lnTo>
                  <a:lnTo>
                    <a:pt x="1657949" y="14614"/>
                  </a:lnTo>
                  <a:lnTo>
                    <a:pt x="1670801" y="15424"/>
                  </a:lnTo>
                  <a:lnTo>
                    <a:pt x="1683653" y="16250"/>
                  </a:lnTo>
                  <a:lnTo>
                    <a:pt x="1696506" y="17094"/>
                  </a:lnTo>
                  <a:lnTo>
                    <a:pt x="1709358" y="17954"/>
                  </a:lnTo>
                  <a:lnTo>
                    <a:pt x="1722210" y="18831"/>
                  </a:lnTo>
                  <a:lnTo>
                    <a:pt x="1735063" y="19723"/>
                  </a:lnTo>
                  <a:lnTo>
                    <a:pt x="1747915" y="20631"/>
                  </a:lnTo>
                  <a:lnTo>
                    <a:pt x="1760767" y="21554"/>
                  </a:lnTo>
                  <a:lnTo>
                    <a:pt x="1773620" y="22492"/>
                  </a:lnTo>
                  <a:lnTo>
                    <a:pt x="1786472" y="23444"/>
                  </a:lnTo>
                  <a:lnTo>
                    <a:pt x="1799324" y="24411"/>
                  </a:lnTo>
                  <a:lnTo>
                    <a:pt x="1812177" y="25391"/>
                  </a:lnTo>
                  <a:lnTo>
                    <a:pt x="1825029" y="26385"/>
                  </a:lnTo>
                  <a:lnTo>
                    <a:pt x="1837881" y="27392"/>
                  </a:lnTo>
                  <a:lnTo>
                    <a:pt x="1850734" y="28412"/>
                  </a:lnTo>
                  <a:lnTo>
                    <a:pt x="1863586" y="29445"/>
                  </a:lnTo>
                  <a:lnTo>
                    <a:pt x="1876438" y="30489"/>
                  </a:lnTo>
                  <a:lnTo>
                    <a:pt x="1889291" y="31546"/>
                  </a:lnTo>
                  <a:lnTo>
                    <a:pt x="1902143" y="32614"/>
                  </a:lnTo>
                  <a:lnTo>
                    <a:pt x="1914995" y="33693"/>
                  </a:lnTo>
                  <a:lnTo>
                    <a:pt x="1927847" y="34782"/>
                  </a:lnTo>
                  <a:lnTo>
                    <a:pt x="1940700" y="35883"/>
                  </a:lnTo>
                  <a:lnTo>
                    <a:pt x="1953552" y="36993"/>
                  </a:lnTo>
                  <a:lnTo>
                    <a:pt x="1966404" y="38113"/>
                  </a:lnTo>
                  <a:lnTo>
                    <a:pt x="1979257" y="39243"/>
                  </a:lnTo>
                  <a:lnTo>
                    <a:pt x="1992109" y="40381"/>
                  </a:lnTo>
                  <a:lnTo>
                    <a:pt x="2004961" y="41529"/>
                  </a:lnTo>
                  <a:lnTo>
                    <a:pt x="2017814" y="42685"/>
                  </a:lnTo>
                  <a:lnTo>
                    <a:pt x="2030666" y="43849"/>
                  </a:lnTo>
                  <a:lnTo>
                    <a:pt x="2043518" y="45020"/>
                  </a:lnTo>
                  <a:lnTo>
                    <a:pt x="2056371" y="46199"/>
                  </a:lnTo>
                  <a:lnTo>
                    <a:pt x="2069223" y="47385"/>
                  </a:lnTo>
                  <a:lnTo>
                    <a:pt x="2082075" y="48578"/>
                  </a:lnTo>
                  <a:lnTo>
                    <a:pt x="2094928" y="49778"/>
                  </a:lnTo>
                  <a:lnTo>
                    <a:pt x="2107780" y="50983"/>
                  </a:lnTo>
                  <a:lnTo>
                    <a:pt x="2120632" y="52194"/>
                  </a:lnTo>
                  <a:lnTo>
                    <a:pt x="2133485" y="53410"/>
                  </a:lnTo>
                  <a:lnTo>
                    <a:pt x="2146337" y="54632"/>
                  </a:lnTo>
                  <a:lnTo>
                    <a:pt x="2159189" y="55858"/>
                  </a:lnTo>
                  <a:lnTo>
                    <a:pt x="2172042" y="57088"/>
                  </a:lnTo>
                  <a:lnTo>
                    <a:pt x="2184894" y="58323"/>
                  </a:lnTo>
                  <a:lnTo>
                    <a:pt x="2197746" y="59561"/>
                  </a:lnTo>
                  <a:lnTo>
                    <a:pt x="2210599" y="60802"/>
                  </a:lnTo>
                  <a:lnTo>
                    <a:pt x="2223451" y="62047"/>
                  </a:lnTo>
                  <a:lnTo>
                    <a:pt x="2236303" y="63294"/>
                  </a:lnTo>
                  <a:lnTo>
                    <a:pt x="2249155" y="64544"/>
                  </a:lnTo>
                  <a:lnTo>
                    <a:pt x="2262008" y="65796"/>
                  </a:lnTo>
                  <a:lnTo>
                    <a:pt x="2274860" y="67049"/>
                  </a:lnTo>
                  <a:lnTo>
                    <a:pt x="2287712" y="68304"/>
                  </a:lnTo>
                  <a:lnTo>
                    <a:pt x="2300565" y="6956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1834862"/>
              <a:ext cx="2346210" cy="964558"/>
            </a:xfrm>
            <a:custGeom>
              <a:avLst/>
              <a:pathLst>
                <a:path w="2346210" h="964558">
                  <a:moveTo>
                    <a:pt x="0" y="407975"/>
                  </a:moveTo>
                  <a:lnTo>
                    <a:pt x="13107" y="397211"/>
                  </a:lnTo>
                  <a:lnTo>
                    <a:pt x="26214" y="383445"/>
                  </a:lnTo>
                  <a:lnTo>
                    <a:pt x="39321" y="373420"/>
                  </a:lnTo>
                  <a:lnTo>
                    <a:pt x="52429" y="367602"/>
                  </a:lnTo>
                  <a:lnTo>
                    <a:pt x="65536" y="364836"/>
                  </a:lnTo>
                  <a:lnTo>
                    <a:pt x="78643" y="354444"/>
                  </a:lnTo>
                  <a:lnTo>
                    <a:pt x="91751" y="344520"/>
                  </a:lnTo>
                  <a:lnTo>
                    <a:pt x="104858" y="335057"/>
                  </a:lnTo>
                  <a:lnTo>
                    <a:pt x="117965" y="327522"/>
                  </a:lnTo>
                  <a:lnTo>
                    <a:pt x="131073" y="317883"/>
                  </a:lnTo>
                  <a:lnTo>
                    <a:pt x="144180" y="310893"/>
                  </a:lnTo>
                  <a:lnTo>
                    <a:pt x="157287" y="304243"/>
                  </a:lnTo>
                  <a:lnTo>
                    <a:pt x="170395" y="297826"/>
                  </a:lnTo>
                  <a:lnTo>
                    <a:pt x="183502" y="291267"/>
                  </a:lnTo>
                  <a:lnTo>
                    <a:pt x="196609" y="285123"/>
                  </a:lnTo>
                  <a:lnTo>
                    <a:pt x="209717" y="279155"/>
                  </a:lnTo>
                  <a:lnTo>
                    <a:pt x="222824" y="273122"/>
                  </a:lnTo>
                  <a:lnTo>
                    <a:pt x="235931" y="267093"/>
                  </a:lnTo>
                  <a:lnTo>
                    <a:pt x="249039" y="260721"/>
                  </a:lnTo>
                  <a:lnTo>
                    <a:pt x="262146" y="254673"/>
                  </a:lnTo>
                  <a:lnTo>
                    <a:pt x="275253" y="249705"/>
                  </a:lnTo>
                  <a:lnTo>
                    <a:pt x="288361" y="245287"/>
                  </a:lnTo>
                  <a:lnTo>
                    <a:pt x="301468" y="241114"/>
                  </a:lnTo>
                  <a:lnTo>
                    <a:pt x="314575" y="237327"/>
                  </a:lnTo>
                  <a:lnTo>
                    <a:pt x="327682" y="233913"/>
                  </a:lnTo>
                  <a:lnTo>
                    <a:pt x="340790" y="230859"/>
                  </a:lnTo>
                  <a:lnTo>
                    <a:pt x="353897" y="228154"/>
                  </a:lnTo>
                  <a:lnTo>
                    <a:pt x="367004" y="225785"/>
                  </a:lnTo>
                  <a:lnTo>
                    <a:pt x="380112" y="223740"/>
                  </a:lnTo>
                  <a:lnTo>
                    <a:pt x="393219" y="220989"/>
                  </a:lnTo>
                  <a:lnTo>
                    <a:pt x="406326" y="217839"/>
                  </a:lnTo>
                  <a:lnTo>
                    <a:pt x="419434" y="215029"/>
                  </a:lnTo>
                  <a:lnTo>
                    <a:pt x="432541" y="213805"/>
                  </a:lnTo>
                  <a:lnTo>
                    <a:pt x="445648" y="213082"/>
                  </a:lnTo>
                  <a:lnTo>
                    <a:pt x="458756" y="212635"/>
                  </a:lnTo>
                  <a:lnTo>
                    <a:pt x="471863" y="212451"/>
                  </a:lnTo>
                  <a:lnTo>
                    <a:pt x="484970" y="212515"/>
                  </a:lnTo>
                  <a:lnTo>
                    <a:pt x="498078" y="212913"/>
                  </a:lnTo>
                  <a:lnTo>
                    <a:pt x="511185" y="213336"/>
                  </a:lnTo>
                  <a:lnTo>
                    <a:pt x="524292" y="214438"/>
                  </a:lnTo>
                  <a:lnTo>
                    <a:pt x="537400" y="216019"/>
                  </a:lnTo>
                  <a:lnTo>
                    <a:pt x="550507" y="216840"/>
                  </a:lnTo>
                  <a:lnTo>
                    <a:pt x="563614" y="217352"/>
                  </a:lnTo>
                  <a:lnTo>
                    <a:pt x="576722" y="218033"/>
                  </a:lnTo>
                  <a:lnTo>
                    <a:pt x="589829" y="218177"/>
                  </a:lnTo>
                  <a:lnTo>
                    <a:pt x="602936" y="218457"/>
                  </a:lnTo>
                  <a:lnTo>
                    <a:pt x="616043" y="219090"/>
                  </a:lnTo>
                  <a:lnTo>
                    <a:pt x="629151" y="219735"/>
                  </a:lnTo>
                  <a:lnTo>
                    <a:pt x="642258" y="220058"/>
                  </a:lnTo>
                  <a:lnTo>
                    <a:pt x="655365" y="220047"/>
                  </a:lnTo>
                  <a:lnTo>
                    <a:pt x="668473" y="221697"/>
                  </a:lnTo>
                  <a:lnTo>
                    <a:pt x="681580" y="222670"/>
                  </a:lnTo>
                  <a:lnTo>
                    <a:pt x="694687" y="223614"/>
                  </a:lnTo>
                  <a:lnTo>
                    <a:pt x="707795" y="224023"/>
                  </a:lnTo>
                  <a:lnTo>
                    <a:pt x="720902" y="223968"/>
                  </a:lnTo>
                  <a:lnTo>
                    <a:pt x="734009" y="224071"/>
                  </a:lnTo>
                  <a:lnTo>
                    <a:pt x="747117" y="224330"/>
                  </a:lnTo>
                  <a:lnTo>
                    <a:pt x="760224" y="224746"/>
                  </a:lnTo>
                  <a:lnTo>
                    <a:pt x="773331" y="225316"/>
                  </a:lnTo>
                  <a:lnTo>
                    <a:pt x="786439" y="226039"/>
                  </a:lnTo>
                  <a:lnTo>
                    <a:pt x="799546" y="226910"/>
                  </a:lnTo>
                  <a:lnTo>
                    <a:pt x="812653" y="227922"/>
                  </a:lnTo>
                  <a:lnTo>
                    <a:pt x="825761" y="229339"/>
                  </a:lnTo>
                  <a:lnTo>
                    <a:pt x="838868" y="230977"/>
                  </a:lnTo>
                  <a:lnTo>
                    <a:pt x="851975" y="232593"/>
                  </a:lnTo>
                  <a:lnTo>
                    <a:pt x="865083" y="234184"/>
                  </a:lnTo>
                  <a:lnTo>
                    <a:pt x="878190" y="235746"/>
                  </a:lnTo>
                  <a:lnTo>
                    <a:pt x="891297" y="237278"/>
                  </a:lnTo>
                  <a:lnTo>
                    <a:pt x="904405" y="238775"/>
                  </a:lnTo>
                  <a:lnTo>
                    <a:pt x="917512" y="240237"/>
                  </a:lnTo>
                  <a:lnTo>
                    <a:pt x="930619" y="241994"/>
                  </a:lnTo>
                  <a:lnTo>
                    <a:pt x="943726" y="243959"/>
                  </a:lnTo>
                  <a:lnTo>
                    <a:pt x="956834" y="245975"/>
                  </a:lnTo>
                  <a:lnTo>
                    <a:pt x="969941" y="248033"/>
                  </a:lnTo>
                  <a:lnTo>
                    <a:pt x="983048" y="248451"/>
                  </a:lnTo>
                  <a:lnTo>
                    <a:pt x="996156" y="248691"/>
                  </a:lnTo>
                  <a:lnTo>
                    <a:pt x="1009263" y="249441"/>
                  </a:lnTo>
                  <a:lnTo>
                    <a:pt x="1022370" y="250285"/>
                  </a:lnTo>
                  <a:lnTo>
                    <a:pt x="1035478" y="251294"/>
                  </a:lnTo>
                  <a:lnTo>
                    <a:pt x="1048585" y="252239"/>
                  </a:lnTo>
                  <a:lnTo>
                    <a:pt x="1061692" y="253117"/>
                  </a:lnTo>
                  <a:lnTo>
                    <a:pt x="1074800" y="253926"/>
                  </a:lnTo>
                  <a:lnTo>
                    <a:pt x="1087907" y="254662"/>
                  </a:lnTo>
                  <a:lnTo>
                    <a:pt x="1101014" y="255323"/>
                  </a:lnTo>
                  <a:lnTo>
                    <a:pt x="1114122" y="255094"/>
                  </a:lnTo>
                  <a:lnTo>
                    <a:pt x="1127229" y="254769"/>
                  </a:lnTo>
                  <a:lnTo>
                    <a:pt x="1140336" y="254393"/>
                  </a:lnTo>
                  <a:lnTo>
                    <a:pt x="1153444" y="253335"/>
                  </a:lnTo>
                  <a:lnTo>
                    <a:pt x="1166551" y="252278"/>
                  </a:lnTo>
                  <a:lnTo>
                    <a:pt x="1179658" y="251572"/>
                  </a:lnTo>
                  <a:lnTo>
                    <a:pt x="1192766" y="249551"/>
                  </a:lnTo>
                  <a:lnTo>
                    <a:pt x="1205873" y="248050"/>
                  </a:lnTo>
                  <a:lnTo>
                    <a:pt x="1218980" y="247355"/>
                  </a:lnTo>
                  <a:lnTo>
                    <a:pt x="1232087" y="247167"/>
                  </a:lnTo>
                  <a:lnTo>
                    <a:pt x="1245195" y="247113"/>
                  </a:lnTo>
                  <a:lnTo>
                    <a:pt x="1258302" y="246986"/>
                  </a:lnTo>
                  <a:lnTo>
                    <a:pt x="1271409" y="246782"/>
                  </a:lnTo>
                  <a:lnTo>
                    <a:pt x="1284517" y="246500"/>
                  </a:lnTo>
                  <a:lnTo>
                    <a:pt x="1297624" y="245442"/>
                  </a:lnTo>
                  <a:lnTo>
                    <a:pt x="1310731" y="243735"/>
                  </a:lnTo>
                  <a:lnTo>
                    <a:pt x="1323839" y="241429"/>
                  </a:lnTo>
                  <a:lnTo>
                    <a:pt x="1336946" y="238975"/>
                  </a:lnTo>
                  <a:lnTo>
                    <a:pt x="1350053" y="236672"/>
                  </a:lnTo>
                  <a:lnTo>
                    <a:pt x="1363161" y="235479"/>
                  </a:lnTo>
                  <a:lnTo>
                    <a:pt x="1376268" y="234228"/>
                  </a:lnTo>
                  <a:lnTo>
                    <a:pt x="1389375" y="232918"/>
                  </a:lnTo>
                  <a:lnTo>
                    <a:pt x="1402483" y="231550"/>
                  </a:lnTo>
                  <a:lnTo>
                    <a:pt x="1415590" y="228925"/>
                  </a:lnTo>
                  <a:lnTo>
                    <a:pt x="1428697" y="226231"/>
                  </a:lnTo>
                  <a:lnTo>
                    <a:pt x="1441805" y="223520"/>
                  </a:lnTo>
                  <a:lnTo>
                    <a:pt x="1454912" y="220795"/>
                  </a:lnTo>
                  <a:lnTo>
                    <a:pt x="1468019" y="218765"/>
                  </a:lnTo>
                  <a:lnTo>
                    <a:pt x="1481127" y="218373"/>
                  </a:lnTo>
                  <a:lnTo>
                    <a:pt x="1494234" y="217995"/>
                  </a:lnTo>
                  <a:lnTo>
                    <a:pt x="1507341" y="216375"/>
                  </a:lnTo>
                  <a:lnTo>
                    <a:pt x="1520448" y="213229"/>
                  </a:lnTo>
                  <a:lnTo>
                    <a:pt x="1533556" y="209947"/>
                  </a:lnTo>
                  <a:lnTo>
                    <a:pt x="1546663" y="206529"/>
                  </a:lnTo>
                  <a:lnTo>
                    <a:pt x="1559770" y="202972"/>
                  </a:lnTo>
                  <a:lnTo>
                    <a:pt x="1572878" y="199275"/>
                  </a:lnTo>
                  <a:lnTo>
                    <a:pt x="1585985" y="195449"/>
                  </a:lnTo>
                  <a:lnTo>
                    <a:pt x="1599092" y="191513"/>
                  </a:lnTo>
                  <a:lnTo>
                    <a:pt x="1612200" y="188216"/>
                  </a:lnTo>
                  <a:lnTo>
                    <a:pt x="1625307" y="185595"/>
                  </a:lnTo>
                  <a:lnTo>
                    <a:pt x="1638414" y="182732"/>
                  </a:lnTo>
                  <a:lnTo>
                    <a:pt x="1651522" y="177689"/>
                  </a:lnTo>
                  <a:lnTo>
                    <a:pt x="1664629" y="171788"/>
                  </a:lnTo>
                  <a:lnTo>
                    <a:pt x="1677736" y="166625"/>
                  </a:lnTo>
                  <a:lnTo>
                    <a:pt x="1690844" y="162439"/>
                  </a:lnTo>
                  <a:lnTo>
                    <a:pt x="1703951" y="158722"/>
                  </a:lnTo>
                  <a:lnTo>
                    <a:pt x="1717058" y="154203"/>
                  </a:lnTo>
                  <a:lnTo>
                    <a:pt x="1730166" y="149845"/>
                  </a:lnTo>
                  <a:lnTo>
                    <a:pt x="1743273" y="145376"/>
                  </a:lnTo>
                  <a:lnTo>
                    <a:pt x="1756380" y="140429"/>
                  </a:lnTo>
                  <a:lnTo>
                    <a:pt x="1769488" y="135282"/>
                  </a:lnTo>
                  <a:lnTo>
                    <a:pt x="1782595" y="130213"/>
                  </a:lnTo>
                  <a:lnTo>
                    <a:pt x="1795702" y="126923"/>
                  </a:lnTo>
                  <a:lnTo>
                    <a:pt x="1808810" y="123090"/>
                  </a:lnTo>
                  <a:lnTo>
                    <a:pt x="1821917" y="119385"/>
                  </a:lnTo>
                  <a:lnTo>
                    <a:pt x="1835024" y="116999"/>
                  </a:lnTo>
                  <a:lnTo>
                    <a:pt x="1848131" y="113729"/>
                  </a:lnTo>
                  <a:lnTo>
                    <a:pt x="1861239" y="110970"/>
                  </a:lnTo>
                  <a:lnTo>
                    <a:pt x="1874346" y="108759"/>
                  </a:lnTo>
                  <a:lnTo>
                    <a:pt x="1887453" y="107129"/>
                  </a:lnTo>
                  <a:lnTo>
                    <a:pt x="1900561" y="106101"/>
                  </a:lnTo>
                  <a:lnTo>
                    <a:pt x="1913668" y="104254"/>
                  </a:lnTo>
                  <a:lnTo>
                    <a:pt x="1926775" y="98522"/>
                  </a:lnTo>
                  <a:lnTo>
                    <a:pt x="1939883" y="98704"/>
                  </a:lnTo>
                  <a:lnTo>
                    <a:pt x="1952990" y="100077"/>
                  </a:lnTo>
                  <a:lnTo>
                    <a:pt x="1966097" y="97283"/>
                  </a:lnTo>
                  <a:lnTo>
                    <a:pt x="1979205" y="94733"/>
                  </a:lnTo>
                  <a:lnTo>
                    <a:pt x="1992312" y="92440"/>
                  </a:lnTo>
                  <a:lnTo>
                    <a:pt x="2005419" y="87482"/>
                  </a:lnTo>
                  <a:lnTo>
                    <a:pt x="2018527" y="78183"/>
                  </a:lnTo>
                  <a:lnTo>
                    <a:pt x="2031634" y="77213"/>
                  </a:lnTo>
                  <a:lnTo>
                    <a:pt x="2044741" y="78177"/>
                  </a:lnTo>
                  <a:lnTo>
                    <a:pt x="2057849" y="79641"/>
                  </a:lnTo>
                  <a:lnTo>
                    <a:pt x="2070956" y="81624"/>
                  </a:lnTo>
                  <a:lnTo>
                    <a:pt x="2084063" y="81163"/>
                  </a:lnTo>
                  <a:lnTo>
                    <a:pt x="2097171" y="75305"/>
                  </a:lnTo>
                  <a:lnTo>
                    <a:pt x="2110278" y="72544"/>
                  </a:lnTo>
                  <a:lnTo>
                    <a:pt x="2123385" y="69084"/>
                  </a:lnTo>
                  <a:lnTo>
                    <a:pt x="2136492" y="64329"/>
                  </a:lnTo>
                  <a:lnTo>
                    <a:pt x="2149600" y="58637"/>
                  </a:lnTo>
                  <a:lnTo>
                    <a:pt x="2162707" y="51598"/>
                  </a:lnTo>
                  <a:lnTo>
                    <a:pt x="2175814" y="44544"/>
                  </a:lnTo>
                  <a:lnTo>
                    <a:pt x="2188922" y="37477"/>
                  </a:lnTo>
                  <a:lnTo>
                    <a:pt x="2202029" y="30401"/>
                  </a:lnTo>
                  <a:lnTo>
                    <a:pt x="2215136" y="26964"/>
                  </a:lnTo>
                  <a:lnTo>
                    <a:pt x="2228244" y="28025"/>
                  </a:lnTo>
                  <a:lnTo>
                    <a:pt x="2241351" y="29462"/>
                  </a:lnTo>
                  <a:lnTo>
                    <a:pt x="2254458" y="26796"/>
                  </a:lnTo>
                  <a:lnTo>
                    <a:pt x="2267566" y="22720"/>
                  </a:lnTo>
                  <a:lnTo>
                    <a:pt x="2280673" y="19535"/>
                  </a:lnTo>
                  <a:lnTo>
                    <a:pt x="2293780" y="14802"/>
                  </a:lnTo>
                  <a:lnTo>
                    <a:pt x="2306888" y="10966"/>
                  </a:lnTo>
                  <a:lnTo>
                    <a:pt x="2319995" y="7218"/>
                  </a:lnTo>
                  <a:lnTo>
                    <a:pt x="2333102" y="3561"/>
                  </a:lnTo>
                  <a:lnTo>
                    <a:pt x="2346210" y="0"/>
                  </a:lnTo>
                  <a:lnTo>
                    <a:pt x="2346210" y="964558"/>
                  </a:lnTo>
                  <a:lnTo>
                    <a:pt x="2333102" y="912651"/>
                  </a:lnTo>
                  <a:lnTo>
                    <a:pt x="2319995" y="862638"/>
                  </a:lnTo>
                  <a:lnTo>
                    <a:pt x="2306888" y="814766"/>
                  </a:lnTo>
                  <a:lnTo>
                    <a:pt x="2293780" y="768994"/>
                  </a:lnTo>
                  <a:lnTo>
                    <a:pt x="2280673" y="724421"/>
                  </a:lnTo>
                  <a:lnTo>
                    <a:pt x="2267566" y="683433"/>
                  </a:lnTo>
                  <a:lnTo>
                    <a:pt x="2254458" y="644469"/>
                  </a:lnTo>
                  <a:lnTo>
                    <a:pt x="2241351" y="607341"/>
                  </a:lnTo>
                  <a:lnTo>
                    <a:pt x="2228244" y="572007"/>
                  </a:lnTo>
                  <a:lnTo>
                    <a:pt x="2215136" y="541105"/>
                  </a:lnTo>
                  <a:lnTo>
                    <a:pt x="2202029" y="513275"/>
                  </a:lnTo>
                  <a:lnTo>
                    <a:pt x="2188922" y="483195"/>
                  </a:lnTo>
                  <a:lnTo>
                    <a:pt x="2175814" y="456380"/>
                  </a:lnTo>
                  <a:lnTo>
                    <a:pt x="2162707" y="436712"/>
                  </a:lnTo>
                  <a:lnTo>
                    <a:pt x="2149600" y="416944"/>
                  </a:lnTo>
                  <a:lnTo>
                    <a:pt x="2136492" y="396425"/>
                  </a:lnTo>
                  <a:lnTo>
                    <a:pt x="2123385" y="377260"/>
                  </a:lnTo>
                  <a:lnTo>
                    <a:pt x="2110278" y="358686"/>
                  </a:lnTo>
                  <a:lnTo>
                    <a:pt x="2097171" y="344331"/>
                  </a:lnTo>
                  <a:lnTo>
                    <a:pt x="2084063" y="331500"/>
                  </a:lnTo>
                  <a:lnTo>
                    <a:pt x="2070956" y="320372"/>
                  </a:lnTo>
                  <a:lnTo>
                    <a:pt x="2057849" y="309680"/>
                  </a:lnTo>
                  <a:lnTo>
                    <a:pt x="2044741" y="299812"/>
                  </a:lnTo>
                  <a:lnTo>
                    <a:pt x="2031634" y="294912"/>
                  </a:lnTo>
                  <a:lnTo>
                    <a:pt x="2018527" y="288350"/>
                  </a:lnTo>
                  <a:lnTo>
                    <a:pt x="2005419" y="280312"/>
                  </a:lnTo>
                  <a:lnTo>
                    <a:pt x="1992312" y="277160"/>
                  </a:lnTo>
                  <a:lnTo>
                    <a:pt x="1979205" y="272003"/>
                  </a:lnTo>
                  <a:lnTo>
                    <a:pt x="1966097" y="268327"/>
                  </a:lnTo>
                  <a:lnTo>
                    <a:pt x="1952990" y="266853"/>
                  </a:lnTo>
                  <a:lnTo>
                    <a:pt x="1939883" y="265611"/>
                  </a:lnTo>
                  <a:lnTo>
                    <a:pt x="1926775" y="264593"/>
                  </a:lnTo>
                  <a:lnTo>
                    <a:pt x="1913668" y="263789"/>
                  </a:lnTo>
                  <a:lnTo>
                    <a:pt x="1900561" y="263190"/>
                  </a:lnTo>
                  <a:lnTo>
                    <a:pt x="1887453" y="262789"/>
                  </a:lnTo>
                  <a:lnTo>
                    <a:pt x="1874346" y="262574"/>
                  </a:lnTo>
                  <a:lnTo>
                    <a:pt x="1861239" y="262539"/>
                  </a:lnTo>
                  <a:lnTo>
                    <a:pt x="1848131" y="262667"/>
                  </a:lnTo>
                  <a:lnTo>
                    <a:pt x="1835024" y="262710"/>
                  </a:lnTo>
                  <a:lnTo>
                    <a:pt x="1821917" y="262934"/>
                  </a:lnTo>
                  <a:lnTo>
                    <a:pt x="1808810" y="263327"/>
                  </a:lnTo>
                  <a:lnTo>
                    <a:pt x="1795702" y="263879"/>
                  </a:lnTo>
                  <a:lnTo>
                    <a:pt x="1782595" y="264579"/>
                  </a:lnTo>
                  <a:lnTo>
                    <a:pt x="1769488" y="265416"/>
                  </a:lnTo>
                  <a:lnTo>
                    <a:pt x="1756380" y="266503"/>
                  </a:lnTo>
                  <a:lnTo>
                    <a:pt x="1743273" y="268773"/>
                  </a:lnTo>
                  <a:lnTo>
                    <a:pt x="1730166" y="270029"/>
                  </a:lnTo>
                  <a:lnTo>
                    <a:pt x="1717058" y="271898"/>
                  </a:lnTo>
                  <a:lnTo>
                    <a:pt x="1703951" y="274177"/>
                  </a:lnTo>
                  <a:lnTo>
                    <a:pt x="1690844" y="276657"/>
                  </a:lnTo>
                  <a:lnTo>
                    <a:pt x="1677736" y="279101"/>
                  </a:lnTo>
                  <a:lnTo>
                    <a:pt x="1664629" y="282020"/>
                  </a:lnTo>
                  <a:lnTo>
                    <a:pt x="1651522" y="285487"/>
                  </a:lnTo>
                  <a:lnTo>
                    <a:pt x="1638414" y="288462"/>
                  </a:lnTo>
                  <a:lnTo>
                    <a:pt x="1625307" y="291364"/>
                  </a:lnTo>
                  <a:lnTo>
                    <a:pt x="1612200" y="295429"/>
                  </a:lnTo>
                  <a:lnTo>
                    <a:pt x="1599092" y="300085"/>
                  </a:lnTo>
                  <a:lnTo>
                    <a:pt x="1585985" y="301538"/>
                  </a:lnTo>
                  <a:lnTo>
                    <a:pt x="1572878" y="302962"/>
                  </a:lnTo>
                  <a:lnTo>
                    <a:pt x="1559770" y="305529"/>
                  </a:lnTo>
                  <a:lnTo>
                    <a:pt x="1546663" y="309329"/>
                  </a:lnTo>
                  <a:lnTo>
                    <a:pt x="1533556" y="312955"/>
                  </a:lnTo>
                  <a:lnTo>
                    <a:pt x="1520448" y="316408"/>
                  </a:lnTo>
                  <a:lnTo>
                    <a:pt x="1507341" y="319692"/>
                  </a:lnTo>
                  <a:lnTo>
                    <a:pt x="1494234" y="322808"/>
                  </a:lnTo>
                  <a:lnTo>
                    <a:pt x="1481127" y="324404"/>
                  </a:lnTo>
                  <a:lnTo>
                    <a:pt x="1468019" y="325272"/>
                  </a:lnTo>
                  <a:lnTo>
                    <a:pt x="1454912" y="326034"/>
                  </a:lnTo>
                  <a:lnTo>
                    <a:pt x="1441805" y="326792"/>
                  </a:lnTo>
                  <a:lnTo>
                    <a:pt x="1428697" y="328771"/>
                  </a:lnTo>
                  <a:lnTo>
                    <a:pt x="1415590" y="330708"/>
                  </a:lnTo>
                  <a:lnTo>
                    <a:pt x="1402483" y="332448"/>
                  </a:lnTo>
                  <a:lnTo>
                    <a:pt x="1389375" y="333997"/>
                  </a:lnTo>
                  <a:lnTo>
                    <a:pt x="1376268" y="335362"/>
                  </a:lnTo>
                  <a:lnTo>
                    <a:pt x="1363161" y="336548"/>
                  </a:lnTo>
                  <a:lnTo>
                    <a:pt x="1350053" y="337561"/>
                  </a:lnTo>
                  <a:lnTo>
                    <a:pt x="1336946" y="339068"/>
                  </a:lnTo>
                  <a:lnTo>
                    <a:pt x="1323839" y="340608"/>
                  </a:lnTo>
                  <a:lnTo>
                    <a:pt x="1310731" y="341378"/>
                  </a:lnTo>
                  <a:lnTo>
                    <a:pt x="1297624" y="342583"/>
                  </a:lnTo>
                  <a:lnTo>
                    <a:pt x="1284517" y="343654"/>
                  </a:lnTo>
                  <a:lnTo>
                    <a:pt x="1271409" y="344467"/>
                  </a:lnTo>
                  <a:lnTo>
                    <a:pt x="1258302" y="344893"/>
                  </a:lnTo>
                  <a:lnTo>
                    <a:pt x="1245195" y="345120"/>
                  </a:lnTo>
                  <a:lnTo>
                    <a:pt x="1232087" y="345153"/>
                  </a:lnTo>
                  <a:lnTo>
                    <a:pt x="1218980" y="345002"/>
                  </a:lnTo>
                  <a:lnTo>
                    <a:pt x="1205873" y="344851"/>
                  </a:lnTo>
                  <a:lnTo>
                    <a:pt x="1192766" y="345255"/>
                  </a:lnTo>
                  <a:lnTo>
                    <a:pt x="1179658" y="345559"/>
                  </a:lnTo>
                  <a:lnTo>
                    <a:pt x="1166551" y="345768"/>
                  </a:lnTo>
                  <a:lnTo>
                    <a:pt x="1153444" y="345883"/>
                  </a:lnTo>
                  <a:lnTo>
                    <a:pt x="1140336" y="345908"/>
                  </a:lnTo>
                  <a:lnTo>
                    <a:pt x="1127229" y="345845"/>
                  </a:lnTo>
                  <a:lnTo>
                    <a:pt x="1114122" y="345697"/>
                  </a:lnTo>
                  <a:lnTo>
                    <a:pt x="1101014" y="345595"/>
                  </a:lnTo>
                  <a:lnTo>
                    <a:pt x="1087907" y="345507"/>
                  </a:lnTo>
                  <a:lnTo>
                    <a:pt x="1074800" y="344771"/>
                  </a:lnTo>
                  <a:lnTo>
                    <a:pt x="1061692" y="344311"/>
                  </a:lnTo>
                  <a:lnTo>
                    <a:pt x="1048585" y="343654"/>
                  </a:lnTo>
                  <a:lnTo>
                    <a:pt x="1035478" y="342792"/>
                  </a:lnTo>
                  <a:lnTo>
                    <a:pt x="1022370" y="341861"/>
                  </a:lnTo>
                  <a:lnTo>
                    <a:pt x="1009263" y="340865"/>
                  </a:lnTo>
                  <a:lnTo>
                    <a:pt x="996156" y="339807"/>
                  </a:lnTo>
                  <a:lnTo>
                    <a:pt x="983048" y="338690"/>
                  </a:lnTo>
                  <a:lnTo>
                    <a:pt x="969941" y="337517"/>
                  </a:lnTo>
                  <a:lnTo>
                    <a:pt x="956834" y="336292"/>
                  </a:lnTo>
                  <a:lnTo>
                    <a:pt x="943726" y="335018"/>
                  </a:lnTo>
                  <a:lnTo>
                    <a:pt x="930619" y="333698"/>
                  </a:lnTo>
                  <a:lnTo>
                    <a:pt x="917512" y="332336"/>
                  </a:lnTo>
                  <a:lnTo>
                    <a:pt x="904405" y="330934"/>
                  </a:lnTo>
                  <a:lnTo>
                    <a:pt x="891297" y="329497"/>
                  </a:lnTo>
                  <a:lnTo>
                    <a:pt x="878190" y="328264"/>
                  </a:lnTo>
                  <a:lnTo>
                    <a:pt x="865083" y="326987"/>
                  </a:lnTo>
                  <a:lnTo>
                    <a:pt x="851975" y="326372"/>
                  </a:lnTo>
                  <a:lnTo>
                    <a:pt x="838868" y="326598"/>
                  </a:lnTo>
                  <a:lnTo>
                    <a:pt x="825761" y="326318"/>
                  </a:lnTo>
                  <a:lnTo>
                    <a:pt x="812653" y="325213"/>
                  </a:lnTo>
                  <a:lnTo>
                    <a:pt x="799546" y="323857"/>
                  </a:lnTo>
                  <a:lnTo>
                    <a:pt x="786439" y="322486"/>
                  </a:lnTo>
                  <a:lnTo>
                    <a:pt x="773331" y="321101"/>
                  </a:lnTo>
                  <a:lnTo>
                    <a:pt x="760224" y="320515"/>
                  </a:lnTo>
                  <a:lnTo>
                    <a:pt x="747117" y="320076"/>
                  </a:lnTo>
                  <a:lnTo>
                    <a:pt x="734009" y="318357"/>
                  </a:lnTo>
                  <a:lnTo>
                    <a:pt x="720902" y="316542"/>
                  </a:lnTo>
                  <a:lnTo>
                    <a:pt x="707795" y="316095"/>
                  </a:lnTo>
                  <a:lnTo>
                    <a:pt x="694687" y="315707"/>
                  </a:lnTo>
                  <a:lnTo>
                    <a:pt x="681580" y="315383"/>
                  </a:lnTo>
                  <a:lnTo>
                    <a:pt x="668473" y="315128"/>
                  </a:lnTo>
                  <a:lnTo>
                    <a:pt x="655365" y="314983"/>
                  </a:lnTo>
                  <a:lnTo>
                    <a:pt x="642258" y="315666"/>
                  </a:lnTo>
                  <a:lnTo>
                    <a:pt x="629151" y="315326"/>
                  </a:lnTo>
                  <a:lnTo>
                    <a:pt x="616043" y="315731"/>
                  </a:lnTo>
                  <a:lnTo>
                    <a:pt x="602936" y="315376"/>
                  </a:lnTo>
                  <a:lnTo>
                    <a:pt x="589829" y="315273"/>
                  </a:lnTo>
                  <a:lnTo>
                    <a:pt x="576722" y="315605"/>
                  </a:lnTo>
                  <a:lnTo>
                    <a:pt x="563614" y="315019"/>
                  </a:lnTo>
                  <a:lnTo>
                    <a:pt x="550507" y="315281"/>
                  </a:lnTo>
                  <a:lnTo>
                    <a:pt x="537400" y="316669"/>
                  </a:lnTo>
                  <a:lnTo>
                    <a:pt x="524292" y="318060"/>
                  </a:lnTo>
                  <a:lnTo>
                    <a:pt x="511185" y="318960"/>
                  </a:lnTo>
                  <a:lnTo>
                    <a:pt x="498078" y="319752"/>
                  </a:lnTo>
                  <a:lnTo>
                    <a:pt x="484970" y="320603"/>
                  </a:lnTo>
                  <a:lnTo>
                    <a:pt x="471863" y="320621"/>
                  </a:lnTo>
                  <a:lnTo>
                    <a:pt x="458756" y="320678"/>
                  </a:lnTo>
                  <a:lnTo>
                    <a:pt x="445648" y="322261"/>
                  </a:lnTo>
                  <a:lnTo>
                    <a:pt x="432541" y="324986"/>
                  </a:lnTo>
                  <a:lnTo>
                    <a:pt x="419434" y="327577"/>
                  </a:lnTo>
                  <a:lnTo>
                    <a:pt x="406326" y="330780"/>
                  </a:lnTo>
                  <a:lnTo>
                    <a:pt x="393219" y="333491"/>
                  </a:lnTo>
                  <a:lnTo>
                    <a:pt x="380112" y="337220"/>
                  </a:lnTo>
                  <a:lnTo>
                    <a:pt x="367004" y="341162"/>
                  </a:lnTo>
                  <a:lnTo>
                    <a:pt x="353897" y="345320"/>
                  </a:lnTo>
                  <a:lnTo>
                    <a:pt x="340790" y="349700"/>
                  </a:lnTo>
                  <a:lnTo>
                    <a:pt x="327682" y="354304"/>
                  </a:lnTo>
                  <a:lnTo>
                    <a:pt x="314575" y="359137"/>
                  </a:lnTo>
                  <a:lnTo>
                    <a:pt x="301468" y="363957"/>
                  </a:lnTo>
                  <a:lnTo>
                    <a:pt x="288361" y="366631"/>
                  </a:lnTo>
                  <a:lnTo>
                    <a:pt x="275253" y="371308"/>
                  </a:lnTo>
                  <a:lnTo>
                    <a:pt x="262146" y="376402"/>
                  </a:lnTo>
                  <a:lnTo>
                    <a:pt x="249039" y="381666"/>
                  </a:lnTo>
                  <a:lnTo>
                    <a:pt x="235931" y="387102"/>
                  </a:lnTo>
                  <a:lnTo>
                    <a:pt x="222824" y="392713"/>
                  </a:lnTo>
                  <a:lnTo>
                    <a:pt x="209717" y="398762"/>
                  </a:lnTo>
                  <a:lnTo>
                    <a:pt x="196609" y="405592"/>
                  </a:lnTo>
                  <a:lnTo>
                    <a:pt x="183502" y="412685"/>
                  </a:lnTo>
                  <a:lnTo>
                    <a:pt x="170395" y="420046"/>
                  </a:lnTo>
                  <a:lnTo>
                    <a:pt x="157287" y="430182"/>
                  </a:lnTo>
                  <a:lnTo>
                    <a:pt x="144180" y="440634"/>
                  </a:lnTo>
                  <a:lnTo>
                    <a:pt x="131073" y="452040"/>
                  </a:lnTo>
                  <a:lnTo>
                    <a:pt x="117965" y="461544"/>
                  </a:lnTo>
                  <a:lnTo>
                    <a:pt x="104858" y="468932"/>
                  </a:lnTo>
                  <a:lnTo>
                    <a:pt x="91751" y="479614"/>
                  </a:lnTo>
                  <a:lnTo>
                    <a:pt x="78643" y="492790"/>
                  </a:lnTo>
                  <a:lnTo>
                    <a:pt x="65536" y="507881"/>
                  </a:lnTo>
                  <a:lnTo>
                    <a:pt x="52429" y="522441"/>
                  </a:lnTo>
                  <a:lnTo>
                    <a:pt x="39321" y="537034"/>
                  </a:lnTo>
                  <a:lnTo>
                    <a:pt x="26214" y="554712"/>
                  </a:lnTo>
                  <a:lnTo>
                    <a:pt x="13107" y="571841"/>
                  </a:lnTo>
                  <a:lnTo>
                    <a:pt x="0" y="590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1834862"/>
              <a:ext cx="2346210" cy="407975"/>
            </a:xfrm>
            <a:custGeom>
              <a:avLst/>
              <a:pathLst>
                <a:path w="2346210" h="407975">
                  <a:moveTo>
                    <a:pt x="0" y="407975"/>
                  </a:moveTo>
                  <a:lnTo>
                    <a:pt x="13107" y="397211"/>
                  </a:lnTo>
                  <a:lnTo>
                    <a:pt x="26214" y="383445"/>
                  </a:lnTo>
                  <a:lnTo>
                    <a:pt x="39321" y="373420"/>
                  </a:lnTo>
                  <a:lnTo>
                    <a:pt x="52429" y="367602"/>
                  </a:lnTo>
                  <a:lnTo>
                    <a:pt x="65536" y="364836"/>
                  </a:lnTo>
                  <a:lnTo>
                    <a:pt x="78643" y="354444"/>
                  </a:lnTo>
                  <a:lnTo>
                    <a:pt x="91751" y="344520"/>
                  </a:lnTo>
                  <a:lnTo>
                    <a:pt x="104858" y="335057"/>
                  </a:lnTo>
                  <a:lnTo>
                    <a:pt x="117965" y="327522"/>
                  </a:lnTo>
                  <a:lnTo>
                    <a:pt x="131073" y="317883"/>
                  </a:lnTo>
                  <a:lnTo>
                    <a:pt x="144180" y="310893"/>
                  </a:lnTo>
                  <a:lnTo>
                    <a:pt x="157287" y="304243"/>
                  </a:lnTo>
                  <a:lnTo>
                    <a:pt x="170395" y="297826"/>
                  </a:lnTo>
                  <a:lnTo>
                    <a:pt x="183502" y="291267"/>
                  </a:lnTo>
                  <a:lnTo>
                    <a:pt x="196609" y="285123"/>
                  </a:lnTo>
                  <a:lnTo>
                    <a:pt x="209717" y="279155"/>
                  </a:lnTo>
                  <a:lnTo>
                    <a:pt x="222824" y="273122"/>
                  </a:lnTo>
                  <a:lnTo>
                    <a:pt x="235931" y="267093"/>
                  </a:lnTo>
                  <a:lnTo>
                    <a:pt x="249039" y="260721"/>
                  </a:lnTo>
                  <a:lnTo>
                    <a:pt x="262146" y="254673"/>
                  </a:lnTo>
                  <a:lnTo>
                    <a:pt x="275253" y="249705"/>
                  </a:lnTo>
                  <a:lnTo>
                    <a:pt x="288361" y="245287"/>
                  </a:lnTo>
                  <a:lnTo>
                    <a:pt x="301468" y="241114"/>
                  </a:lnTo>
                  <a:lnTo>
                    <a:pt x="314575" y="237327"/>
                  </a:lnTo>
                  <a:lnTo>
                    <a:pt x="327682" y="233913"/>
                  </a:lnTo>
                  <a:lnTo>
                    <a:pt x="340790" y="230859"/>
                  </a:lnTo>
                  <a:lnTo>
                    <a:pt x="353897" y="228154"/>
                  </a:lnTo>
                  <a:lnTo>
                    <a:pt x="367004" y="225785"/>
                  </a:lnTo>
                  <a:lnTo>
                    <a:pt x="380112" y="223740"/>
                  </a:lnTo>
                  <a:lnTo>
                    <a:pt x="393219" y="220989"/>
                  </a:lnTo>
                  <a:lnTo>
                    <a:pt x="406326" y="217839"/>
                  </a:lnTo>
                  <a:lnTo>
                    <a:pt x="419434" y="215029"/>
                  </a:lnTo>
                  <a:lnTo>
                    <a:pt x="432541" y="213805"/>
                  </a:lnTo>
                  <a:lnTo>
                    <a:pt x="445648" y="213082"/>
                  </a:lnTo>
                  <a:lnTo>
                    <a:pt x="458756" y="212635"/>
                  </a:lnTo>
                  <a:lnTo>
                    <a:pt x="471863" y="212451"/>
                  </a:lnTo>
                  <a:lnTo>
                    <a:pt x="484970" y="212515"/>
                  </a:lnTo>
                  <a:lnTo>
                    <a:pt x="498078" y="212913"/>
                  </a:lnTo>
                  <a:lnTo>
                    <a:pt x="511185" y="213336"/>
                  </a:lnTo>
                  <a:lnTo>
                    <a:pt x="524292" y="214438"/>
                  </a:lnTo>
                  <a:lnTo>
                    <a:pt x="537400" y="216019"/>
                  </a:lnTo>
                  <a:lnTo>
                    <a:pt x="550507" y="216840"/>
                  </a:lnTo>
                  <a:lnTo>
                    <a:pt x="563614" y="217352"/>
                  </a:lnTo>
                  <a:lnTo>
                    <a:pt x="576722" y="218033"/>
                  </a:lnTo>
                  <a:lnTo>
                    <a:pt x="589829" y="218177"/>
                  </a:lnTo>
                  <a:lnTo>
                    <a:pt x="602936" y="218457"/>
                  </a:lnTo>
                  <a:lnTo>
                    <a:pt x="616043" y="219090"/>
                  </a:lnTo>
                  <a:lnTo>
                    <a:pt x="629151" y="219735"/>
                  </a:lnTo>
                  <a:lnTo>
                    <a:pt x="642258" y="220058"/>
                  </a:lnTo>
                  <a:lnTo>
                    <a:pt x="655365" y="220047"/>
                  </a:lnTo>
                  <a:lnTo>
                    <a:pt x="668473" y="221697"/>
                  </a:lnTo>
                  <a:lnTo>
                    <a:pt x="681580" y="222670"/>
                  </a:lnTo>
                  <a:lnTo>
                    <a:pt x="694687" y="223614"/>
                  </a:lnTo>
                  <a:lnTo>
                    <a:pt x="707795" y="224023"/>
                  </a:lnTo>
                  <a:lnTo>
                    <a:pt x="720902" y="223968"/>
                  </a:lnTo>
                  <a:lnTo>
                    <a:pt x="734009" y="224071"/>
                  </a:lnTo>
                  <a:lnTo>
                    <a:pt x="747117" y="224330"/>
                  </a:lnTo>
                  <a:lnTo>
                    <a:pt x="760224" y="224746"/>
                  </a:lnTo>
                  <a:lnTo>
                    <a:pt x="773331" y="225316"/>
                  </a:lnTo>
                  <a:lnTo>
                    <a:pt x="786439" y="226039"/>
                  </a:lnTo>
                  <a:lnTo>
                    <a:pt x="799546" y="226910"/>
                  </a:lnTo>
                  <a:lnTo>
                    <a:pt x="812653" y="227922"/>
                  </a:lnTo>
                  <a:lnTo>
                    <a:pt x="825761" y="229339"/>
                  </a:lnTo>
                  <a:lnTo>
                    <a:pt x="838868" y="230977"/>
                  </a:lnTo>
                  <a:lnTo>
                    <a:pt x="851975" y="232593"/>
                  </a:lnTo>
                  <a:lnTo>
                    <a:pt x="865083" y="234184"/>
                  </a:lnTo>
                  <a:lnTo>
                    <a:pt x="878190" y="235746"/>
                  </a:lnTo>
                  <a:lnTo>
                    <a:pt x="891297" y="237278"/>
                  </a:lnTo>
                  <a:lnTo>
                    <a:pt x="904405" y="238775"/>
                  </a:lnTo>
                  <a:lnTo>
                    <a:pt x="917512" y="240237"/>
                  </a:lnTo>
                  <a:lnTo>
                    <a:pt x="930619" y="241994"/>
                  </a:lnTo>
                  <a:lnTo>
                    <a:pt x="943726" y="243959"/>
                  </a:lnTo>
                  <a:lnTo>
                    <a:pt x="956834" y="245975"/>
                  </a:lnTo>
                  <a:lnTo>
                    <a:pt x="969941" y="248033"/>
                  </a:lnTo>
                  <a:lnTo>
                    <a:pt x="983048" y="248451"/>
                  </a:lnTo>
                  <a:lnTo>
                    <a:pt x="996156" y="248691"/>
                  </a:lnTo>
                  <a:lnTo>
                    <a:pt x="1009263" y="249441"/>
                  </a:lnTo>
                  <a:lnTo>
                    <a:pt x="1022370" y="250285"/>
                  </a:lnTo>
                  <a:lnTo>
                    <a:pt x="1035478" y="251294"/>
                  </a:lnTo>
                  <a:lnTo>
                    <a:pt x="1048585" y="252239"/>
                  </a:lnTo>
                  <a:lnTo>
                    <a:pt x="1061692" y="253117"/>
                  </a:lnTo>
                  <a:lnTo>
                    <a:pt x="1074800" y="253926"/>
                  </a:lnTo>
                  <a:lnTo>
                    <a:pt x="1087907" y="254662"/>
                  </a:lnTo>
                  <a:lnTo>
                    <a:pt x="1101014" y="255323"/>
                  </a:lnTo>
                  <a:lnTo>
                    <a:pt x="1114122" y="255094"/>
                  </a:lnTo>
                  <a:lnTo>
                    <a:pt x="1127229" y="254769"/>
                  </a:lnTo>
                  <a:lnTo>
                    <a:pt x="1140336" y="254393"/>
                  </a:lnTo>
                  <a:lnTo>
                    <a:pt x="1153444" y="253335"/>
                  </a:lnTo>
                  <a:lnTo>
                    <a:pt x="1166551" y="252278"/>
                  </a:lnTo>
                  <a:lnTo>
                    <a:pt x="1179658" y="251572"/>
                  </a:lnTo>
                  <a:lnTo>
                    <a:pt x="1192766" y="249551"/>
                  </a:lnTo>
                  <a:lnTo>
                    <a:pt x="1205873" y="248050"/>
                  </a:lnTo>
                  <a:lnTo>
                    <a:pt x="1218980" y="247355"/>
                  </a:lnTo>
                  <a:lnTo>
                    <a:pt x="1232087" y="247167"/>
                  </a:lnTo>
                  <a:lnTo>
                    <a:pt x="1245195" y="247113"/>
                  </a:lnTo>
                  <a:lnTo>
                    <a:pt x="1258302" y="246986"/>
                  </a:lnTo>
                  <a:lnTo>
                    <a:pt x="1271409" y="246782"/>
                  </a:lnTo>
                  <a:lnTo>
                    <a:pt x="1284517" y="246500"/>
                  </a:lnTo>
                  <a:lnTo>
                    <a:pt x="1297624" y="245442"/>
                  </a:lnTo>
                  <a:lnTo>
                    <a:pt x="1310731" y="243735"/>
                  </a:lnTo>
                  <a:lnTo>
                    <a:pt x="1323839" y="241429"/>
                  </a:lnTo>
                  <a:lnTo>
                    <a:pt x="1336946" y="238975"/>
                  </a:lnTo>
                  <a:lnTo>
                    <a:pt x="1350053" y="236672"/>
                  </a:lnTo>
                  <a:lnTo>
                    <a:pt x="1363161" y="235479"/>
                  </a:lnTo>
                  <a:lnTo>
                    <a:pt x="1376268" y="234228"/>
                  </a:lnTo>
                  <a:lnTo>
                    <a:pt x="1389375" y="232918"/>
                  </a:lnTo>
                  <a:lnTo>
                    <a:pt x="1402483" y="231550"/>
                  </a:lnTo>
                  <a:lnTo>
                    <a:pt x="1415590" y="228925"/>
                  </a:lnTo>
                  <a:lnTo>
                    <a:pt x="1428697" y="226231"/>
                  </a:lnTo>
                  <a:lnTo>
                    <a:pt x="1441805" y="223520"/>
                  </a:lnTo>
                  <a:lnTo>
                    <a:pt x="1454912" y="220795"/>
                  </a:lnTo>
                  <a:lnTo>
                    <a:pt x="1468019" y="218765"/>
                  </a:lnTo>
                  <a:lnTo>
                    <a:pt x="1481127" y="218373"/>
                  </a:lnTo>
                  <a:lnTo>
                    <a:pt x="1494234" y="217995"/>
                  </a:lnTo>
                  <a:lnTo>
                    <a:pt x="1507341" y="216375"/>
                  </a:lnTo>
                  <a:lnTo>
                    <a:pt x="1520448" y="213229"/>
                  </a:lnTo>
                  <a:lnTo>
                    <a:pt x="1533556" y="209947"/>
                  </a:lnTo>
                  <a:lnTo>
                    <a:pt x="1546663" y="206529"/>
                  </a:lnTo>
                  <a:lnTo>
                    <a:pt x="1559770" y="202972"/>
                  </a:lnTo>
                  <a:lnTo>
                    <a:pt x="1572878" y="199275"/>
                  </a:lnTo>
                  <a:lnTo>
                    <a:pt x="1585985" y="195449"/>
                  </a:lnTo>
                  <a:lnTo>
                    <a:pt x="1599092" y="191513"/>
                  </a:lnTo>
                  <a:lnTo>
                    <a:pt x="1612200" y="188216"/>
                  </a:lnTo>
                  <a:lnTo>
                    <a:pt x="1625307" y="185595"/>
                  </a:lnTo>
                  <a:lnTo>
                    <a:pt x="1638414" y="182732"/>
                  </a:lnTo>
                  <a:lnTo>
                    <a:pt x="1651522" y="177689"/>
                  </a:lnTo>
                  <a:lnTo>
                    <a:pt x="1664629" y="171788"/>
                  </a:lnTo>
                  <a:lnTo>
                    <a:pt x="1677736" y="166625"/>
                  </a:lnTo>
                  <a:lnTo>
                    <a:pt x="1690844" y="162439"/>
                  </a:lnTo>
                  <a:lnTo>
                    <a:pt x="1703951" y="158722"/>
                  </a:lnTo>
                  <a:lnTo>
                    <a:pt x="1717058" y="154203"/>
                  </a:lnTo>
                  <a:lnTo>
                    <a:pt x="1730166" y="149845"/>
                  </a:lnTo>
                  <a:lnTo>
                    <a:pt x="1743273" y="145376"/>
                  </a:lnTo>
                  <a:lnTo>
                    <a:pt x="1756380" y="140429"/>
                  </a:lnTo>
                  <a:lnTo>
                    <a:pt x="1769488" y="135282"/>
                  </a:lnTo>
                  <a:lnTo>
                    <a:pt x="1782595" y="130213"/>
                  </a:lnTo>
                  <a:lnTo>
                    <a:pt x="1795702" y="126923"/>
                  </a:lnTo>
                  <a:lnTo>
                    <a:pt x="1808810" y="123090"/>
                  </a:lnTo>
                  <a:lnTo>
                    <a:pt x="1821917" y="119385"/>
                  </a:lnTo>
                  <a:lnTo>
                    <a:pt x="1835024" y="116999"/>
                  </a:lnTo>
                  <a:lnTo>
                    <a:pt x="1848131" y="113729"/>
                  </a:lnTo>
                  <a:lnTo>
                    <a:pt x="1861239" y="110970"/>
                  </a:lnTo>
                  <a:lnTo>
                    <a:pt x="1874346" y="108759"/>
                  </a:lnTo>
                  <a:lnTo>
                    <a:pt x="1887453" y="107129"/>
                  </a:lnTo>
                  <a:lnTo>
                    <a:pt x="1900561" y="106101"/>
                  </a:lnTo>
                  <a:lnTo>
                    <a:pt x="1913668" y="104254"/>
                  </a:lnTo>
                  <a:lnTo>
                    <a:pt x="1926775" y="98522"/>
                  </a:lnTo>
                  <a:lnTo>
                    <a:pt x="1939883" y="98704"/>
                  </a:lnTo>
                  <a:lnTo>
                    <a:pt x="1952990" y="100077"/>
                  </a:lnTo>
                  <a:lnTo>
                    <a:pt x="1966097" y="97283"/>
                  </a:lnTo>
                  <a:lnTo>
                    <a:pt x="1979205" y="94733"/>
                  </a:lnTo>
                  <a:lnTo>
                    <a:pt x="1992312" y="92440"/>
                  </a:lnTo>
                  <a:lnTo>
                    <a:pt x="2005419" y="87482"/>
                  </a:lnTo>
                  <a:lnTo>
                    <a:pt x="2018527" y="78183"/>
                  </a:lnTo>
                  <a:lnTo>
                    <a:pt x="2031634" y="77213"/>
                  </a:lnTo>
                  <a:lnTo>
                    <a:pt x="2044741" y="78177"/>
                  </a:lnTo>
                  <a:lnTo>
                    <a:pt x="2057849" y="79641"/>
                  </a:lnTo>
                  <a:lnTo>
                    <a:pt x="2070956" y="81624"/>
                  </a:lnTo>
                  <a:lnTo>
                    <a:pt x="2084063" y="81163"/>
                  </a:lnTo>
                  <a:lnTo>
                    <a:pt x="2097171" y="75305"/>
                  </a:lnTo>
                  <a:lnTo>
                    <a:pt x="2110278" y="72544"/>
                  </a:lnTo>
                  <a:lnTo>
                    <a:pt x="2123385" y="69084"/>
                  </a:lnTo>
                  <a:lnTo>
                    <a:pt x="2136492" y="64329"/>
                  </a:lnTo>
                  <a:lnTo>
                    <a:pt x="2149600" y="58637"/>
                  </a:lnTo>
                  <a:lnTo>
                    <a:pt x="2162707" y="51598"/>
                  </a:lnTo>
                  <a:lnTo>
                    <a:pt x="2175814" y="44544"/>
                  </a:lnTo>
                  <a:lnTo>
                    <a:pt x="2188922" y="37477"/>
                  </a:lnTo>
                  <a:lnTo>
                    <a:pt x="2202029" y="30401"/>
                  </a:lnTo>
                  <a:lnTo>
                    <a:pt x="2215136" y="26964"/>
                  </a:lnTo>
                  <a:lnTo>
                    <a:pt x="2228244" y="28025"/>
                  </a:lnTo>
                  <a:lnTo>
                    <a:pt x="2241351" y="29462"/>
                  </a:lnTo>
                  <a:lnTo>
                    <a:pt x="2254458" y="26796"/>
                  </a:lnTo>
                  <a:lnTo>
                    <a:pt x="2267566" y="22720"/>
                  </a:lnTo>
                  <a:lnTo>
                    <a:pt x="2280673" y="19535"/>
                  </a:lnTo>
                  <a:lnTo>
                    <a:pt x="2293780" y="14802"/>
                  </a:lnTo>
                  <a:lnTo>
                    <a:pt x="2306888" y="10966"/>
                  </a:lnTo>
                  <a:lnTo>
                    <a:pt x="2319995" y="7218"/>
                  </a:lnTo>
                  <a:lnTo>
                    <a:pt x="2333102" y="3561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097401"/>
              <a:ext cx="2346210" cy="702019"/>
            </a:xfrm>
            <a:custGeom>
              <a:avLst/>
              <a:pathLst>
                <a:path w="2346210" h="702019">
                  <a:moveTo>
                    <a:pt x="2346210" y="702019"/>
                  </a:moveTo>
                  <a:lnTo>
                    <a:pt x="2333102" y="650112"/>
                  </a:lnTo>
                  <a:lnTo>
                    <a:pt x="2319995" y="600099"/>
                  </a:lnTo>
                  <a:lnTo>
                    <a:pt x="2306888" y="552227"/>
                  </a:lnTo>
                  <a:lnTo>
                    <a:pt x="2293780" y="506454"/>
                  </a:lnTo>
                  <a:lnTo>
                    <a:pt x="2280673" y="461882"/>
                  </a:lnTo>
                  <a:lnTo>
                    <a:pt x="2267566" y="420894"/>
                  </a:lnTo>
                  <a:lnTo>
                    <a:pt x="2254458" y="381930"/>
                  </a:lnTo>
                  <a:lnTo>
                    <a:pt x="2241351" y="344801"/>
                  </a:lnTo>
                  <a:lnTo>
                    <a:pt x="2228244" y="309468"/>
                  </a:lnTo>
                  <a:lnTo>
                    <a:pt x="2215136" y="278566"/>
                  </a:lnTo>
                  <a:lnTo>
                    <a:pt x="2202029" y="250736"/>
                  </a:lnTo>
                  <a:lnTo>
                    <a:pt x="2188922" y="220656"/>
                  </a:lnTo>
                  <a:lnTo>
                    <a:pt x="2175814" y="193841"/>
                  </a:lnTo>
                  <a:lnTo>
                    <a:pt x="2162707" y="174173"/>
                  </a:lnTo>
                  <a:lnTo>
                    <a:pt x="2149600" y="154405"/>
                  </a:lnTo>
                  <a:lnTo>
                    <a:pt x="2136492" y="133886"/>
                  </a:lnTo>
                  <a:lnTo>
                    <a:pt x="2123385" y="114720"/>
                  </a:lnTo>
                  <a:lnTo>
                    <a:pt x="2110278" y="96147"/>
                  </a:lnTo>
                  <a:lnTo>
                    <a:pt x="2097171" y="81792"/>
                  </a:lnTo>
                  <a:lnTo>
                    <a:pt x="2084063" y="68961"/>
                  </a:lnTo>
                  <a:lnTo>
                    <a:pt x="2070956" y="57833"/>
                  </a:lnTo>
                  <a:lnTo>
                    <a:pt x="2057849" y="47141"/>
                  </a:lnTo>
                  <a:lnTo>
                    <a:pt x="2044741" y="37273"/>
                  </a:lnTo>
                  <a:lnTo>
                    <a:pt x="2031634" y="32373"/>
                  </a:lnTo>
                  <a:lnTo>
                    <a:pt x="2018527" y="25811"/>
                  </a:lnTo>
                  <a:lnTo>
                    <a:pt x="2005419" y="17773"/>
                  </a:lnTo>
                  <a:lnTo>
                    <a:pt x="1992312" y="14621"/>
                  </a:lnTo>
                  <a:lnTo>
                    <a:pt x="1979205" y="9464"/>
                  </a:lnTo>
                  <a:lnTo>
                    <a:pt x="1966097" y="5788"/>
                  </a:lnTo>
                  <a:lnTo>
                    <a:pt x="1952990" y="4314"/>
                  </a:lnTo>
                  <a:lnTo>
                    <a:pt x="1939883" y="3072"/>
                  </a:lnTo>
                  <a:lnTo>
                    <a:pt x="1926775" y="2054"/>
                  </a:lnTo>
                  <a:lnTo>
                    <a:pt x="1913668" y="1250"/>
                  </a:lnTo>
                  <a:lnTo>
                    <a:pt x="1900561" y="651"/>
                  </a:lnTo>
                  <a:lnTo>
                    <a:pt x="1887453" y="250"/>
                  </a:lnTo>
                  <a:lnTo>
                    <a:pt x="1874346" y="35"/>
                  </a:lnTo>
                  <a:lnTo>
                    <a:pt x="1861239" y="0"/>
                  </a:lnTo>
                  <a:lnTo>
                    <a:pt x="1848131" y="128"/>
                  </a:lnTo>
                  <a:lnTo>
                    <a:pt x="1835024" y="171"/>
                  </a:lnTo>
                  <a:lnTo>
                    <a:pt x="1821917" y="395"/>
                  </a:lnTo>
                  <a:lnTo>
                    <a:pt x="1808810" y="788"/>
                  </a:lnTo>
                  <a:lnTo>
                    <a:pt x="1795702" y="1340"/>
                  </a:lnTo>
                  <a:lnTo>
                    <a:pt x="1782595" y="2040"/>
                  </a:lnTo>
                  <a:lnTo>
                    <a:pt x="1769488" y="2877"/>
                  </a:lnTo>
                  <a:lnTo>
                    <a:pt x="1756380" y="3964"/>
                  </a:lnTo>
                  <a:lnTo>
                    <a:pt x="1743273" y="6233"/>
                  </a:lnTo>
                  <a:lnTo>
                    <a:pt x="1730166" y="7490"/>
                  </a:lnTo>
                  <a:lnTo>
                    <a:pt x="1717058" y="9359"/>
                  </a:lnTo>
                  <a:lnTo>
                    <a:pt x="1703951" y="11638"/>
                  </a:lnTo>
                  <a:lnTo>
                    <a:pt x="1690844" y="14118"/>
                  </a:lnTo>
                  <a:lnTo>
                    <a:pt x="1677736" y="16562"/>
                  </a:lnTo>
                  <a:lnTo>
                    <a:pt x="1664629" y="19481"/>
                  </a:lnTo>
                  <a:lnTo>
                    <a:pt x="1651522" y="22947"/>
                  </a:lnTo>
                  <a:lnTo>
                    <a:pt x="1638414" y="25923"/>
                  </a:lnTo>
                  <a:lnTo>
                    <a:pt x="1625307" y="28825"/>
                  </a:lnTo>
                  <a:lnTo>
                    <a:pt x="1612200" y="32890"/>
                  </a:lnTo>
                  <a:lnTo>
                    <a:pt x="1599092" y="37545"/>
                  </a:lnTo>
                  <a:lnTo>
                    <a:pt x="1585985" y="38999"/>
                  </a:lnTo>
                  <a:lnTo>
                    <a:pt x="1572878" y="40423"/>
                  </a:lnTo>
                  <a:lnTo>
                    <a:pt x="1559770" y="42990"/>
                  </a:lnTo>
                  <a:lnTo>
                    <a:pt x="1546663" y="46790"/>
                  </a:lnTo>
                  <a:lnTo>
                    <a:pt x="1533556" y="50416"/>
                  </a:lnTo>
                  <a:lnTo>
                    <a:pt x="1520448" y="53869"/>
                  </a:lnTo>
                  <a:lnTo>
                    <a:pt x="1507341" y="57153"/>
                  </a:lnTo>
                  <a:lnTo>
                    <a:pt x="1494234" y="60269"/>
                  </a:lnTo>
                  <a:lnTo>
                    <a:pt x="1481127" y="61865"/>
                  </a:lnTo>
                  <a:lnTo>
                    <a:pt x="1468019" y="62732"/>
                  </a:lnTo>
                  <a:lnTo>
                    <a:pt x="1454912" y="63495"/>
                  </a:lnTo>
                  <a:lnTo>
                    <a:pt x="1441805" y="64253"/>
                  </a:lnTo>
                  <a:lnTo>
                    <a:pt x="1428697" y="66232"/>
                  </a:lnTo>
                  <a:lnTo>
                    <a:pt x="1415590" y="68169"/>
                  </a:lnTo>
                  <a:lnTo>
                    <a:pt x="1402483" y="69909"/>
                  </a:lnTo>
                  <a:lnTo>
                    <a:pt x="1389375" y="71458"/>
                  </a:lnTo>
                  <a:lnTo>
                    <a:pt x="1376268" y="72823"/>
                  </a:lnTo>
                  <a:lnTo>
                    <a:pt x="1363161" y="74009"/>
                  </a:lnTo>
                  <a:lnTo>
                    <a:pt x="1350053" y="75022"/>
                  </a:lnTo>
                  <a:lnTo>
                    <a:pt x="1336946" y="76529"/>
                  </a:lnTo>
                  <a:lnTo>
                    <a:pt x="1323839" y="78069"/>
                  </a:lnTo>
                  <a:lnTo>
                    <a:pt x="1310731" y="78839"/>
                  </a:lnTo>
                  <a:lnTo>
                    <a:pt x="1297624" y="80044"/>
                  </a:lnTo>
                  <a:lnTo>
                    <a:pt x="1284517" y="81115"/>
                  </a:lnTo>
                  <a:lnTo>
                    <a:pt x="1271409" y="81928"/>
                  </a:lnTo>
                  <a:lnTo>
                    <a:pt x="1258302" y="82354"/>
                  </a:lnTo>
                  <a:lnTo>
                    <a:pt x="1245195" y="82581"/>
                  </a:lnTo>
                  <a:lnTo>
                    <a:pt x="1232087" y="82614"/>
                  </a:lnTo>
                  <a:lnTo>
                    <a:pt x="1218980" y="82463"/>
                  </a:lnTo>
                  <a:lnTo>
                    <a:pt x="1205873" y="82312"/>
                  </a:lnTo>
                  <a:lnTo>
                    <a:pt x="1192766" y="82715"/>
                  </a:lnTo>
                  <a:lnTo>
                    <a:pt x="1179658" y="83020"/>
                  </a:lnTo>
                  <a:lnTo>
                    <a:pt x="1166551" y="83229"/>
                  </a:lnTo>
                  <a:lnTo>
                    <a:pt x="1153444" y="83344"/>
                  </a:lnTo>
                  <a:lnTo>
                    <a:pt x="1140336" y="83369"/>
                  </a:lnTo>
                  <a:lnTo>
                    <a:pt x="1127229" y="83306"/>
                  </a:lnTo>
                  <a:lnTo>
                    <a:pt x="1114122" y="83158"/>
                  </a:lnTo>
                  <a:lnTo>
                    <a:pt x="1101014" y="83056"/>
                  </a:lnTo>
                  <a:lnTo>
                    <a:pt x="1087907" y="82968"/>
                  </a:lnTo>
                  <a:lnTo>
                    <a:pt x="1074800" y="82232"/>
                  </a:lnTo>
                  <a:lnTo>
                    <a:pt x="1061692" y="81772"/>
                  </a:lnTo>
                  <a:lnTo>
                    <a:pt x="1048585" y="81115"/>
                  </a:lnTo>
                  <a:lnTo>
                    <a:pt x="1035478" y="80253"/>
                  </a:lnTo>
                  <a:lnTo>
                    <a:pt x="1022370" y="79322"/>
                  </a:lnTo>
                  <a:lnTo>
                    <a:pt x="1009263" y="78326"/>
                  </a:lnTo>
                  <a:lnTo>
                    <a:pt x="996156" y="77268"/>
                  </a:lnTo>
                  <a:lnTo>
                    <a:pt x="983048" y="76151"/>
                  </a:lnTo>
                  <a:lnTo>
                    <a:pt x="969941" y="74978"/>
                  </a:lnTo>
                  <a:lnTo>
                    <a:pt x="956834" y="73753"/>
                  </a:lnTo>
                  <a:lnTo>
                    <a:pt x="943726" y="72478"/>
                  </a:lnTo>
                  <a:lnTo>
                    <a:pt x="930619" y="71159"/>
                  </a:lnTo>
                  <a:lnTo>
                    <a:pt x="917512" y="69796"/>
                  </a:lnTo>
                  <a:lnTo>
                    <a:pt x="904405" y="68395"/>
                  </a:lnTo>
                  <a:lnTo>
                    <a:pt x="891297" y="66958"/>
                  </a:lnTo>
                  <a:lnTo>
                    <a:pt x="878190" y="65725"/>
                  </a:lnTo>
                  <a:lnTo>
                    <a:pt x="865083" y="64448"/>
                  </a:lnTo>
                  <a:lnTo>
                    <a:pt x="851975" y="63833"/>
                  </a:lnTo>
                  <a:lnTo>
                    <a:pt x="838868" y="64059"/>
                  </a:lnTo>
                  <a:lnTo>
                    <a:pt x="825761" y="63779"/>
                  </a:lnTo>
                  <a:lnTo>
                    <a:pt x="812653" y="62674"/>
                  </a:lnTo>
                  <a:lnTo>
                    <a:pt x="799546" y="61318"/>
                  </a:lnTo>
                  <a:lnTo>
                    <a:pt x="786439" y="59947"/>
                  </a:lnTo>
                  <a:lnTo>
                    <a:pt x="773331" y="58562"/>
                  </a:lnTo>
                  <a:lnTo>
                    <a:pt x="760224" y="57976"/>
                  </a:lnTo>
                  <a:lnTo>
                    <a:pt x="747117" y="57537"/>
                  </a:lnTo>
                  <a:lnTo>
                    <a:pt x="734009" y="55818"/>
                  </a:lnTo>
                  <a:lnTo>
                    <a:pt x="720902" y="54003"/>
                  </a:lnTo>
                  <a:lnTo>
                    <a:pt x="707795" y="53556"/>
                  </a:lnTo>
                  <a:lnTo>
                    <a:pt x="694687" y="53168"/>
                  </a:lnTo>
                  <a:lnTo>
                    <a:pt x="681580" y="52844"/>
                  </a:lnTo>
                  <a:lnTo>
                    <a:pt x="668473" y="52588"/>
                  </a:lnTo>
                  <a:lnTo>
                    <a:pt x="655365" y="52444"/>
                  </a:lnTo>
                  <a:lnTo>
                    <a:pt x="642258" y="53127"/>
                  </a:lnTo>
                  <a:lnTo>
                    <a:pt x="629151" y="52787"/>
                  </a:lnTo>
                  <a:lnTo>
                    <a:pt x="616043" y="53192"/>
                  </a:lnTo>
                  <a:lnTo>
                    <a:pt x="602936" y="52837"/>
                  </a:lnTo>
                  <a:lnTo>
                    <a:pt x="589829" y="52734"/>
                  </a:lnTo>
                  <a:lnTo>
                    <a:pt x="576722" y="53066"/>
                  </a:lnTo>
                  <a:lnTo>
                    <a:pt x="563614" y="52480"/>
                  </a:lnTo>
                  <a:lnTo>
                    <a:pt x="550507" y="52742"/>
                  </a:lnTo>
                  <a:lnTo>
                    <a:pt x="537400" y="54130"/>
                  </a:lnTo>
                  <a:lnTo>
                    <a:pt x="524292" y="55521"/>
                  </a:lnTo>
                  <a:lnTo>
                    <a:pt x="511185" y="56421"/>
                  </a:lnTo>
                  <a:lnTo>
                    <a:pt x="498078" y="57213"/>
                  </a:lnTo>
                  <a:lnTo>
                    <a:pt x="484970" y="58064"/>
                  </a:lnTo>
                  <a:lnTo>
                    <a:pt x="471863" y="58082"/>
                  </a:lnTo>
                  <a:lnTo>
                    <a:pt x="458756" y="58139"/>
                  </a:lnTo>
                  <a:lnTo>
                    <a:pt x="445648" y="59722"/>
                  </a:lnTo>
                  <a:lnTo>
                    <a:pt x="432541" y="62447"/>
                  </a:lnTo>
                  <a:lnTo>
                    <a:pt x="419434" y="65038"/>
                  </a:lnTo>
                  <a:lnTo>
                    <a:pt x="406326" y="68241"/>
                  </a:lnTo>
                  <a:lnTo>
                    <a:pt x="393219" y="70952"/>
                  </a:lnTo>
                  <a:lnTo>
                    <a:pt x="380112" y="74681"/>
                  </a:lnTo>
                  <a:lnTo>
                    <a:pt x="367004" y="78623"/>
                  </a:lnTo>
                  <a:lnTo>
                    <a:pt x="353897" y="82781"/>
                  </a:lnTo>
                  <a:lnTo>
                    <a:pt x="340790" y="87161"/>
                  </a:lnTo>
                  <a:lnTo>
                    <a:pt x="327682" y="91765"/>
                  </a:lnTo>
                  <a:lnTo>
                    <a:pt x="314575" y="96598"/>
                  </a:lnTo>
                  <a:lnTo>
                    <a:pt x="301468" y="101418"/>
                  </a:lnTo>
                  <a:lnTo>
                    <a:pt x="288361" y="104092"/>
                  </a:lnTo>
                  <a:lnTo>
                    <a:pt x="275253" y="108769"/>
                  </a:lnTo>
                  <a:lnTo>
                    <a:pt x="262146" y="113863"/>
                  </a:lnTo>
                  <a:lnTo>
                    <a:pt x="249039" y="119127"/>
                  </a:lnTo>
                  <a:lnTo>
                    <a:pt x="235931" y="124563"/>
                  </a:lnTo>
                  <a:lnTo>
                    <a:pt x="222824" y="130174"/>
                  </a:lnTo>
                  <a:lnTo>
                    <a:pt x="209717" y="136223"/>
                  </a:lnTo>
                  <a:lnTo>
                    <a:pt x="196609" y="143053"/>
                  </a:lnTo>
                  <a:lnTo>
                    <a:pt x="183502" y="150146"/>
                  </a:lnTo>
                  <a:lnTo>
                    <a:pt x="170395" y="157507"/>
                  </a:lnTo>
                  <a:lnTo>
                    <a:pt x="157287" y="167643"/>
                  </a:lnTo>
                  <a:lnTo>
                    <a:pt x="144180" y="178095"/>
                  </a:lnTo>
                  <a:lnTo>
                    <a:pt x="131073" y="189501"/>
                  </a:lnTo>
                  <a:lnTo>
                    <a:pt x="117965" y="199005"/>
                  </a:lnTo>
                  <a:lnTo>
                    <a:pt x="104858" y="206393"/>
                  </a:lnTo>
                  <a:lnTo>
                    <a:pt x="91751" y="217075"/>
                  </a:lnTo>
                  <a:lnTo>
                    <a:pt x="78643" y="230251"/>
                  </a:lnTo>
                  <a:lnTo>
                    <a:pt x="65536" y="245342"/>
                  </a:lnTo>
                  <a:lnTo>
                    <a:pt x="52429" y="259901"/>
                  </a:lnTo>
                  <a:lnTo>
                    <a:pt x="39321" y="274495"/>
                  </a:lnTo>
                  <a:lnTo>
                    <a:pt x="26214" y="292173"/>
                  </a:lnTo>
                  <a:lnTo>
                    <a:pt x="13107" y="309302"/>
                  </a:lnTo>
                  <a:lnTo>
                    <a:pt x="0" y="327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014851"/>
              <a:ext cx="2346210" cy="314261"/>
            </a:xfrm>
            <a:custGeom>
              <a:avLst/>
              <a:pathLst>
                <a:path w="2346210" h="314261">
                  <a:moveTo>
                    <a:pt x="0" y="314261"/>
                  </a:moveTo>
                  <a:lnTo>
                    <a:pt x="13107" y="301323"/>
                  </a:lnTo>
                  <a:lnTo>
                    <a:pt x="26214" y="288858"/>
                  </a:lnTo>
                  <a:lnTo>
                    <a:pt x="39321" y="276859"/>
                  </a:lnTo>
                  <a:lnTo>
                    <a:pt x="52429" y="265317"/>
                  </a:lnTo>
                  <a:lnTo>
                    <a:pt x="65536" y="254224"/>
                  </a:lnTo>
                  <a:lnTo>
                    <a:pt x="78643" y="243572"/>
                  </a:lnTo>
                  <a:lnTo>
                    <a:pt x="91751" y="233353"/>
                  </a:lnTo>
                  <a:lnTo>
                    <a:pt x="104858" y="223559"/>
                  </a:lnTo>
                  <a:lnTo>
                    <a:pt x="117965" y="214181"/>
                  </a:lnTo>
                  <a:lnTo>
                    <a:pt x="131073" y="205212"/>
                  </a:lnTo>
                  <a:lnTo>
                    <a:pt x="144180" y="196643"/>
                  </a:lnTo>
                  <a:lnTo>
                    <a:pt x="157287" y="188467"/>
                  </a:lnTo>
                  <a:lnTo>
                    <a:pt x="170395" y="180675"/>
                  </a:lnTo>
                  <a:lnTo>
                    <a:pt x="183502" y="173258"/>
                  </a:lnTo>
                  <a:lnTo>
                    <a:pt x="196609" y="166210"/>
                  </a:lnTo>
                  <a:lnTo>
                    <a:pt x="209717" y="159522"/>
                  </a:lnTo>
                  <a:lnTo>
                    <a:pt x="222824" y="153185"/>
                  </a:lnTo>
                  <a:lnTo>
                    <a:pt x="235931" y="147192"/>
                  </a:lnTo>
                  <a:lnTo>
                    <a:pt x="249039" y="141535"/>
                  </a:lnTo>
                  <a:lnTo>
                    <a:pt x="262146" y="136205"/>
                  </a:lnTo>
                  <a:lnTo>
                    <a:pt x="275253" y="131194"/>
                  </a:lnTo>
                  <a:lnTo>
                    <a:pt x="288361" y="126495"/>
                  </a:lnTo>
                  <a:lnTo>
                    <a:pt x="301468" y="122099"/>
                  </a:lnTo>
                  <a:lnTo>
                    <a:pt x="314575" y="117998"/>
                  </a:lnTo>
                  <a:lnTo>
                    <a:pt x="327682" y="114183"/>
                  </a:lnTo>
                  <a:lnTo>
                    <a:pt x="340790" y="110648"/>
                  </a:lnTo>
                  <a:lnTo>
                    <a:pt x="353897" y="107383"/>
                  </a:lnTo>
                  <a:lnTo>
                    <a:pt x="367004" y="104380"/>
                  </a:lnTo>
                  <a:lnTo>
                    <a:pt x="380112" y="101632"/>
                  </a:lnTo>
                  <a:lnTo>
                    <a:pt x="393219" y="99131"/>
                  </a:lnTo>
                  <a:lnTo>
                    <a:pt x="406326" y="96868"/>
                  </a:lnTo>
                  <a:lnTo>
                    <a:pt x="419434" y="94834"/>
                  </a:lnTo>
                  <a:lnTo>
                    <a:pt x="432541" y="93023"/>
                  </a:lnTo>
                  <a:lnTo>
                    <a:pt x="445648" y="91426"/>
                  </a:lnTo>
                  <a:lnTo>
                    <a:pt x="458756" y="90035"/>
                  </a:lnTo>
                  <a:lnTo>
                    <a:pt x="471863" y="88841"/>
                  </a:lnTo>
                  <a:lnTo>
                    <a:pt x="484970" y="87837"/>
                  </a:lnTo>
                  <a:lnTo>
                    <a:pt x="498078" y="87014"/>
                  </a:lnTo>
                  <a:lnTo>
                    <a:pt x="511185" y="86365"/>
                  </a:lnTo>
                  <a:lnTo>
                    <a:pt x="524292" y="85881"/>
                  </a:lnTo>
                  <a:lnTo>
                    <a:pt x="537400" y="85554"/>
                  </a:lnTo>
                  <a:lnTo>
                    <a:pt x="550507" y="85376"/>
                  </a:lnTo>
                  <a:lnTo>
                    <a:pt x="563614" y="85339"/>
                  </a:lnTo>
                  <a:lnTo>
                    <a:pt x="576722" y="85435"/>
                  </a:lnTo>
                  <a:lnTo>
                    <a:pt x="589829" y="85656"/>
                  </a:lnTo>
                  <a:lnTo>
                    <a:pt x="602936" y="85993"/>
                  </a:lnTo>
                  <a:lnTo>
                    <a:pt x="616043" y="86439"/>
                  </a:lnTo>
                  <a:lnTo>
                    <a:pt x="629151" y="86985"/>
                  </a:lnTo>
                  <a:lnTo>
                    <a:pt x="642258" y="87623"/>
                  </a:lnTo>
                  <a:lnTo>
                    <a:pt x="655365" y="88346"/>
                  </a:lnTo>
                  <a:lnTo>
                    <a:pt x="668473" y="89145"/>
                  </a:lnTo>
                  <a:lnTo>
                    <a:pt x="681580" y="90011"/>
                  </a:lnTo>
                  <a:lnTo>
                    <a:pt x="694687" y="90938"/>
                  </a:lnTo>
                  <a:lnTo>
                    <a:pt x="707795" y="91916"/>
                  </a:lnTo>
                  <a:lnTo>
                    <a:pt x="720902" y="92938"/>
                  </a:lnTo>
                  <a:lnTo>
                    <a:pt x="734009" y="93996"/>
                  </a:lnTo>
                  <a:lnTo>
                    <a:pt x="747117" y="95080"/>
                  </a:lnTo>
                  <a:lnTo>
                    <a:pt x="760224" y="96184"/>
                  </a:lnTo>
                  <a:lnTo>
                    <a:pt x="773331" y="97300"/>
                  </a:lnTo>
                  <a:lnTo>
                    <a:pt x="786439" y="98419"/>
                  </a:lnTo>
                  <a:lnTo>
                    <a:pt x="799546" y="99536"/>
                  </a:lnTo>
                  <a:lnTo>
                    <a:pt x="812653" y="100648"/>
                  </a:lnTo>
                  <a:lnTo>
                    <a:pt x="825761" y="101753"/>
                  </a:lnTo>
                  <a:lnTo>
                    <a:pt x="838868" y="102849"/>
                  </a:lnTo>
                  <a:lnTo>
                    <a:pt x="851975" y="103933"/>
                  </a:lnTo>
                  <a:lnTo>
                    <a:pt x="865083" y="105003"/>
                  </a:lnTo>
                  <a:lnTo>
                    <a:pt x="878190" y="106056"/>
                  </a:lnTo>
                  <a:lnTo>
                    <a:pt x="891297" y="107090"/>
                  </a:lnTo>
                  <a:lnTo>
                    <a:pt x="904405" y="108101"/>
                  </a:lnTo>
                  <a:lnTo>
                    <a:pt x="917512" y="109089"/>
                  </a:lnTo>
                  <a:lnTo>
                    <a:pt x="930619" y="110050"/>
                  </a:lnTo>
                  <a:lnTo>
                    <a:pt x="943726" y="110982"/>
                  </a:lnTo>
                  <a:lnTo>
                    <a:pt x="956834" y="111883"/>
                  </a:lnTo>
                  <a:lnTo>
                    <a:pt x="969941" y="112749"/>
                  </a:lnTo>
                  <a:lnTo>
                    <a:pt x="983048" y="113579"/>
                  </a:lnTo>
                  <a:lnTo>
                    <a:pt x="996156" y="114370"/>
                  </a:lnTo>
                  <a:lnTo>
                    <a:pt x="1009263" y="115120"/>
                  </a:lnTo>
                  <a:lnTo>
                    <a:pt x="1022370" y="115826"/>
                  </a:lnTo>
                  <a:lnTo>
                    <a:pt x="1035478" y="116486"/>
                  </a:lnTo>
                  <a:lnTo>
                    <a:pt x="1048585" y="117097"/>
                  </a:lnTo>
                  <a:lnTo>
                    <a:pt x="1061692" y="117656"/>
                  </a:lnTo>
                  <a:lnTo>
                    <a:pt x="1074800" y="118163"/>
                  </a:lnTo>
                  <a:lnTo>
                    <a:pt x="1087907" y="118613"/>
                  </a:lnTo>
                  <a:lnTo>
                    <a:pt x="1101014" y="119005"/>
                  </a:lnTo>
                  <a:lnTo>
                    <a:pt x="1114122" y="119335"/>
                  </a:lnTo>
                  <a:lnTo>
                    <a:pt x="1127229" y="119603"/>
                  </a:lnTo>
                  <a:lnTo>
                    <a:pt x="1140336" y="119804"/>
                  </a:lnTo>
                  <a:lnTo>
                    <a:pt x="1153444" y="119937"/>
                  </a:lnTo>
                  <a:lnTo>
                    <a:pt x="1166551" y="119999"/>
                  </a:lnTo>
                  <a:lnTo>
                    <a:pt x="1179658" y="119988"/>
                  </a:lnTo>
                  <a:lnTo>
                    <a:pt x="1192766" y="119902"/>
                  </a:lnTo>
                  <a:lnTo>
                    <a:pt x="1205873" y="119737"/>
                  </a:lnTo>
                  <a:lnTo>
                    <a:pt x="1218980" y="119492"/>
                  </a:lnTo>
                  <a:lnTo>
                    <a:pt x="1232087" y="119163"/>
                  </a:lnTo>
                  <a:lnTo>
                    <a:pt x="1245195" y="118749"/>
                  </a:lnTo>
                  <a:lnTo>
                    <a:pt x="1258302" y="118248"/>
                  </a:lnTo>
                  <a:lnTo>
                    <a:pt x="1271409" y="117655"/>
                  </a:lnTo>
                  <a:lnTo>
                    <a:pt x="1284517" y="116970"/>
                  </a:lnTo>
                  <a:lnTo>
                    <a:pt x="1297624" y="116190"/>
                  </a:lnTo>
                  <a:lnTo>
                    <a:pt x="1310731" y="115312"/>
                  </a:lnTo>
                  <a:lnTo>
                    <a:pt x="1323839" y="114333"/>
                  </a:lnTo>
                  <a:lnTo>
                    <a:pt x="1336946" y="113252"/>
                  </a:lnTo>
                  <a:lnTo>
                    <a:pt x="1350053" y="112066"/>
                  </a:lnTo>
                  <a:lnTo>
                    <a:pt x="1363161" y="110772"/>
                  </a:lnTo>
                  <a:lnTo>
                    <a:pt x="1376268" y="109369"/>
                  </a:lnTo>
                  <a:lnTo>
                    <a:pt x="1389375" y="107853"/>
                  </a:lnTo>
                  <a:lnTo>
                    <a:pt x="1402483" y="106221"/>
                  </a:lnTo>
                  <a:lnTo>
                    <a:pt x="1415590" y="104473"/>
                  </a:lnTo>
                  <a:lnTo>
                    <a:pt x="1428697" y="102604"/>
                  </a:lnTo>
                  <a:lnTo>
                    <a:pt x="1441805" y="100614"/>
                  </a:lnTo>
                  <a:lnTo>
                    <a:pt x="1454912" y="98498"/>
                  </a:lnTo>
                  <a:lnTo>
                    <a:pt x="1468019" y="96256"/>
                  </a:lnTo>
                  <a:lnTo>
                    <a:pt x="1481127" y="93884"/>
                  </a:lnTo>
                  <a:lnTo>
                    <a:pt x="1494234" y="91379"/>
                  </a:lnTo>
                  <a:lnTo>
                    <a:pt x="1507341" y="88740"/>
                  </a:lnTo>
                  <a:lnTo>
                    <a:pt x="1520448" y="85965"/>
                  </a:lnTo>
                  <a:lnTo>
                    <a:pt x="1533556" y="83051"/>
                  </a:lnTo>
                  <a:lnTo>
                    <a:pt x="1546663" y="79997"/>
                  </a:lnTo>
                  <a:lnTo>
                    <a:pt x="1559770" y="76805"/>
                  </a:lnTo>
                  <a:lnTo>
                    <a:pt x="1572878" y="73476"/>
                  </a:lnTo>
                  <a:lnTo>
                    <a:pt x="1585985" y="70026"/>
                  </a:lnTo>
                  <a:lnTo>
                    <a:pt x="1599092" y="66473"/>
                  </a:lnTo>
                  <a:lnTo>
                    <a:pt x="1612200" y="62837"/>
                  </a:lnTo>
                  <a:lnTo>
                    <a:pt x="1625307" y="59137"/>
                  </a:lnTo>
                  <a:lnTo>
                    <a:pt x="1638414" y="55392"/>
                  </a:lnTo>
                  <a:lnTo>
                    <a:pt x="1651522" y="51620"/>
                  </a:lnTo>
                  <a:lnTo>
                    <a:pt x="1664629" y="47841"/>
                  </a:lnTo>
                  <a:lnTo>
                    <a:pt x="1677736" y="44074"/>
                  </a:lnTo>
                  <a:lnTo>
                    <a:pt x="1690844" y="40338"/>
                  </a:lnTo>
                  <a:lnTo>
                    <a:pt x="1703951" y="36652"/>
                  </a:lnTo>
                  <a:lnTo>
                    <a:pt x="1717058" y="33035"/>
                  </a:lnTo>
                  <a:lnTo>
                    <a:pt x="1730166" y="29506"/>
                  </a:lnTo>
                  <a:lnTo>
                    <a:pt x="1743273" y="26084"/>
                  </a:lnTo>
                  <a:lnTo>
                    <a:pt x="1756380" y="22788"/>
                  </a:lnTo>
                  <a:lnTo>
                    <a:pt x="1769488" y="19637"/>
                  </a:lnTo>
                  <a:lnTo>
                    <a:pt x="1782595" y="16650"/>
                  </a:lnTo>
                  <a:lnTo>
                    <a:pt x="1795702" y="13846"/>
                  </a:lnTo>
                  <a:lnTo>
                    <a:pt x="1808810" y="11245"/>
                  </a:lnTo>
                  <a:lnTo>
                    <a:pt x="1821917" y="8865"/>
                  </a:lnTo>
                  <a:lnTo>
                    <a:pt x="1835024" y="6725"/>
                  </a:lnTo>
                  <a:lnTo>
                    <a:pt x="1848131" y="4845"/>
                  </a:lnTo>
                  <a:lnTo>
                    <a:pt x="1861239" y="3243"/>
                  </a:lnTo>
                  <a:lnTo>
                    <a:pt x="1874346" y="1938"/>
                  </a:lnTo>
                  <a:lnTo>
                    <a:pt x="1887453" y="950"/>
                  </a:lnTo>
                  <a:lnTo>
                    <a:pt x="1900561" y="298"/>
                  </a:lnTo>
                  <a:lnTo>
                    <a:pt x="1913668" y="0"/>
                  </a:lnTo>
                  <a:lnTo>
                    <a:pt x="1926775" y="75"/>
                  </a:lnTo>
                  <a:lnTo>
                    <a:pt x="1939883" y="543"/>
                  </a:lnTo>
                  <a:lnTo>
                    <a:pt x="1952990" y="1423"/>
                  </a:lnTo>
                  <a:lnTo>
                    <a:pt x="1966097" y="2733"/>
                  </a:lnTo>
                  <a:lnTo>
                    <a:pt x="1979205" y="4493"/>
                  </a:lnTo>
                  <a:lnTo>
                    <a:pt x="1992312" y="6722"/>
                  </a:lnTo>
                  <a:lnTo>
                    <a:pt x="2005419" y="9439"/>
                  </a:lnTo>
                  <a:lnTo>
                    <a:pt x="2018527" y="12662"/>
                  </a:lnTo>
                  <a:lnTo>
                    <a:pt x="2031634" y="16412"/>
                  </a:lnTo>
                  <a:lnTo>
                    <a:pt x="2044741" y="20706"/>
                  </a:lnTo>
                  <a:lnTo>
                    <a:pt x="2057849" y="25564"/>
                  </a:lnTo>
                  <a:lnTo>
                    <a:pt x="2070956" y="31006"/>
                  </a:lnTo>
                  <a:lnTo>
                    <a:pt x="2084063" y="37049"/>
                  </a:lnTo>
                  <a:lnTo>
                    <a:pt x="2097171" y="43713"/>
                  </a:lnTo>
                  <a:lnTo>
                    <a:pt x="2110278" y="51017"/>
                  </a:lnTo>
                  <a:lnTo>
                    <a:pt x="2123385" y="58981"/>
                  </a:lnTo>
                  <a:lnTo>
                    <a:pt x="2136492" y="67623"/>
                  </a:lnTo>
                  <a:lnTo>
                    <a:pt x="2149600" y="76962"/>
                  </a:lnTo>
                  <a:lnTo>
                    <a:pt x="2162707" y="87017"/>
                  </a:lnTo>
                  <a:lnTo>
                    <a:pt x="2175814" y="97807"/>
                  </a:lnTo>
                  <a:lnTo>
                    <a:pt x="2188922" y="109352"/>
                  </a:lnTo>
                  <a:lnTo>
                    <a:pt x="2202029" y="121670"/>
                  </a:lnTo>
                  <a:lnTo>
                    <a:pt x="2215136" y="134781"/>
                  </a:lnTo>
                  <a:lnTo>
                    <a:pt x="2228244" y="148702"/>
                  </a:lnTo>
                  <a:lnTo>
                    <a:pt x="2241351" y="163454"/>
                  </a:lnTo>
                  <a:lnTo>
                    <a:pt x="2254458" y="179049"/>
                  </a:lnTo>
                  <a:lnTo>
                    <a:pt x="2267566" y="195504"/>
                  </a:lnTo>
                  <a:lnTo>
                    <a:pt x="2280673" y="212825"/>
                  </a:lnTo>
                  <a:lnTo>
                    <a:pt x="2293780" y="231010"/>
                  </a:lnTo>
                  <a:lnTo>
                    <a:pt x="2306888" y="250049"/>
                  </a:lnTo>
                  <a:lnTo>
                    <a:pt x="2319995" y="269930"/>
                  </a:lnTo>
                  <a:lnTo>
                    <a:pt x="2333102" y="290644"/>
                  </a:lnTo>
                  <a:lnTo>
                    <a:pt x="2346210" y="312111"/>
                  </a:lnTo>
                  <a:lnTo>
                    <a:pt x="2346210" y="31211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1111489"/>
              <a:ext cx="2347515" cy="1457884"/>
            </a:xfrm>
            <a:custGeom>
              <a:avLst/>
              <a:pathLst>
                <a:path w="2347515" h="1457884">
                  <a:moveTo>
                    <a:pt x="0" y="436250"/>
                  </a:moveTo>
                  <a:lnTo>
                    <a:pt x="13114" y="439686"/>
                  </a:lnTo>
                  <a:lnTo>
                    <a:pt x="26229" y="443615"/>
                  </a:lnTo>
                  <a:lnTo>
                    <a:pt x="39343" y="450366"/>
                  </a:lnTo>
                  <a:lnTo>
                    <a:pt x="52458" y="447275"/>
                  </a:lnTo>
                  <a:lnTo>
                    <a:pt x="65573" y="453275"/>
                  </a:lnTo>
                  <a:lnTo>
                    <a:pt x="78687" y="454716"/>
                  </a:lnTo>
                  <a:lnTo>
                    <a:pt x="91802" y="454673"/>
                  </a:lnTo>
                  <a:lnTo>
                    <a:pt x="104916" y="456142"/>
                  </a:lnTo>
                  <a:lnTo>
                    <a:pt x="118031" y="452972"/>
                  </a:lnTo>
                  <a:lnTo>
                    <a:pt x="131146" y="449518"/>
                  </a:lnTo>
                  <a:lnTo>
                    <a:pt x="144260" y="458431"/>
                  </a:lnTo>
                  <a:lnTo>
                    <a:pt x="157375" y="459854"/>
                  </a:lnTo>
                  <a:lnTo>
                    <a:pt x="170489" y="457532"/>
                  </a:lnTo>
                  <a:lnTo>
                    <a:pt x="183604" y="457364"/>
                  </a:lnTo>
                  <a:lnTo>
                    <a:pt x="196719" y="453721"/>
                  </a:lnTo>
                  <a:lnTo>
                    <a:pt x="209833" y="452111"/>
                  </a:lnTo>
                  <a:lnTo>
                    <a:pt x="222948" y="455520"/>
                  </a:lnTo>
                  <a:lnTo>
                    <a:pt x="236063" y="451449"/>
                  </a:lnTo>
                  <a:lnTo>
                    <a:pt x="249177" y="453618"/>
                  </a:lnTo>
                  <a:lnTo>
                    <a:pt x="262292" y="455692"/>
                  </a:lnTo>
                  <a:lnTo>
                    <a:pt x="275406" y="451773"/>
                  </a:lnTo>
                  <a:lnTo>
                    <a:pt x="288521" y="444311"/>
                  </a:lnTo>
                  <a:lnTo>
                    <a:pt x="301636" y="441022"/>
                  </a:lnTo>
                  <a:lnTo>
                    <a:pt x="314750" y="439010"/>
                  </a:lnTo>
                  <a:lnTo>
                    <a:pt x="327865" y="436847"/>
                  </a:lnTo>
                  <a:lnTo>
                    <a:pt x="340979" y="434806"/>
                  </a:lnTo>
                  <a:lnTo>
                    <a:pt x="354094" y="437919"/>
                  </a:lnTo>
                  <a:lnTo>
                    <a:pt x="367209" y="438405"/>
                  </a:lnTo>
                  <a:lnTo>
                    <a:pt x="380323" y="432442"/>
                  </a:lnTo>
                  <a:lnTo>
                    <a:pt x="393438" y="426360"/>
                  </a:lnTo>
                  <a:lnTo>
                    <a:pt x="406552" y="420208"/>
                  </a:lnTo>
                  <a:lnTo>
                    <a:pt x="419667" y="416742"/>
                  </a:lnTo>
                  <a:lnTo>
                    <a:pt x="432782" y="413055"/>
                  </a:lnTo>
                  <a:lnTo>
                    <a:pt x="445896" y="409137"/>
                  </a:lnTo>
                  <a:lnTo>
                    <a:pt x="459011" y="401288"/>
                  </a:lnTo>
                  <a:lnTo>
                    <a:pt x="472126" y="396002"/>
                  </a:lnTo>
                  <a:lnTo>
                    <a:pt x="485240" y="384512"/>
                  </a:lnTo>
                  <a:lnTo>
                    <a:pt x="498355" y="378088"/>
                  </a:lnTo>
                  <a:lnTo>
                    <a:pt x="511469" y="372687"/>
                  </a:lnTo>
                  <a:lnTo>
                    <a:pt x="524584" y="367211"/>
                  </a:lnTo>
                  <a:lnTo>
                    <a:pt x="537699" y="356747"/>
                  </a:lnTo>
                  <a:lnTo>
                    <a:pt x="550813" y="350655"/>
                  </a:lnTo>
                  <a:lnTo>
                    <a:pt x="563928" y="344757"/>
                  </a:lnTo>
                  <a:lnTo>
                    <a:pt x="577042" y="338753"/>
                  </a:lnTo>
                  <a:lnTo>
                    <a:pt x="590157" y="330736"/>
                  </a:lnTo>
                  <a:lnTo>
                    <a:pt x="603272" y="323256"/>
                  </a:lnTo>
                  <a:lnTo>
                    <a:pt x="616386" y="316307"/>
                  </a:lnTo>
                  <a:lnTo>
                    <a:pt x="629501" y="309883"/>
                  </a:lnTo>
                  <a:lnTo>
                    <a:pt x="642615" y="303980"/>
                  </a:lnTo>
                  <a:lnTo>
                    <a:pt x="655730" y="298592"/>
                  </a:lnTo>
                  <a:lnTo>
                    <a:pt x="668845" y="293581"/>
                  </a:lnTo>
                  <a:lnTo>
                    <a:pt x="681959" y="288411"/>
                  </a:lnTo>
                  <a:lnTo>
                    <a:pt x="695074" y="285468"/>
                  </a:lnTo>
                  <a:lnTo>
                    <a:pt x="708189" y="282089"/>
                  </a:lnTo>
                  <a:lnTo>
                    <a:pt x="721303" y="278847"/>
                  </a:lnTo>
                  <a:lnTo>
                    <a:pt x="734418" y="272543"/>
                  </a:lnTo>
                  <a:lnTo>
                    <a:pt x="747532" y="272476"/>
                  </a:lnTo>
                  <a:lnTo>
                    <a:pt x="760647" y="271580"/>
                  </a:lnTo>
                  <a:lnTo>
                    <a:pt x="773762" y="267500"/>
                  </a:lnTo>
                  <a:lnTo>
                    <a:pt x="786876" y="264512"/>
                  </a:lnTo>
                  <a:lnTo>
                    <a:pt x="799991" y="262820"/>
                  </a:lnTo>
                  <a:lnTo>
                    <a:pt x="813105" y="261916"/>
                  </a:lnTo>
                  <a:lnTo>
                    <a:pt x="826220" y="262173"/>
                  </a:lnTo>
                  <a:lnTo>
                    <a:pt x="839335" y="263336"/>
                  </a:lnTo>
                  <a:lnTo>
                    <a:pt x="852449" y="263790"/>
                  </a:lnTo>
                  <a:lnTo>
                    <a:pt x="865564" y="263819"/>
                  </a:lnTo>
                  <a:lnTo>
                    <a:pt x="878679" y="264210"/>
                  </a:lnTo>
                  <a:lnTo>
                    <a:pt x="891793" y="266325"/>
                  </a:lnTo>
                  <a:lnTo>
                    <a:pt x="904908" y="269128"/>
                  </a:lnTo>
                  <a:lnTo>
                    <a:pt x="918022" y="270795"/>
                  </a:lnTo>
                  <a:lnTo>
                    <a:pt x="931137" y="272922"/>
                  </a:lnTo>
                  <a:lnTo>
                    <a:pt x="944252" y="270918"/>
                  </a:lnTo>
                  <a:lnTo>
                    <a:pt x="957366" y="274962"/>
                  </a:lnTo>
                  <a:lnTo>
                    <a:pt x="970481" y="277394"/>
                  </a:lnTo>
                  <a:lnTo>
                    <a:pt x="983595" y="278998"/>
                  </a:lnTo>
                  <a:lnTo>
                    <a:pt x="996710" y="280712"/>
                  </a:lnTo>
                  <a:lnTo>
                    <a:pt x="1009825" y="282493"/>
                  </a:lnTo>
                  <a:lnTo>
                    <a:pt x="1022939" y="284300"/>
                  </a:lnTo>
                  <a:lnTo>
                    <a:pt x="1036054" y="286089"/>
                  </a:lnTo>
                  <a:lnTo>
                    <a:pt x="1049168" y="288098"/>
                  </a:lnTo>
                  <a:lnTo>
                    <a:pt x="1062283" y="290296"/>
                  </a:lnTo>
                  <a:lnTo>
                    <a:pt x="1075398" y="294222"/>
                  </a:lnTo>
                  <a:lnTo>
                    <a:pt x="1088512" y="294823"/>
                  </a:lnTo>
                  <a:lnTo>
                    <a:pt x="1101627" y="296259"/>
                  </a:lnTo>
                  <a:lnTo>
                    <a:pt x="1114742" y="297960"/>
                  </a:lnTo>
                  <a:lnTo>
                    <a:pt x="1127856" y="298846"/>
                  </a:lnTo>
                  <a:lnTo>
                    <a:pt x="1140971" y="297324"/>
                  </a:lnTo>
                  <a:lnTo>
                    <a:pt x="1154085" y="298259"/>
                  </a:lnTo>
                  <a:lnTo>
                    <a:pt x="1167200" y="296699"/>
                  </a:lnTo>
                  <a:lnTo>
                    <a:pt x="1180315" y="296181"/>
                  </a:lnTo>
                  <a:lnTo>
                    <a:pt x="1193429" y="297857"/>
                  </a:lnTo>
                  <a:lnTo>
                    <a:pt x="1206544" y="297542"/>
                  </a:lnTo>
                  <a:lnTo>
                    <a:pt x="1219658" y="295336"/>
                  </a:lnTo>
                  <a:lnTo>
                    <a:pt x="1232773" y="292830"/>
                  </a:lnTo>
                  <a:lnTo>
                    <a:pt x="1245888" y="290610"/>
                  </a:lnTo>
                  <a:lnTo>
                    <a:pt x="1259002" y="288731"/>
                  </a:lnTo>
                  <a:lnTo>
                    <a:pt x="1272117" y="287008"/>
                  </a:lnTo>
                  <a:lnTo>
                    <a:pt x="1285231" y="284770"/>
                  </a:lnTo>
                  <a:lnTo>
                    <a:pt x="1298346" y="282533"/>
                  </a:lnTo>
                  <a:lnTo>
                    <a:pt x="1311461" y="280315"/>
                  </a:lnTo>
                  <a:lnTo>
                    <a:pt x="1324575" y="278138"/>
                  </a:lnTo>
                  <a:lnTo>
                    <a:pt x="1337690" y="275580"/>
                  </a:lnTo>
                  <a:lnTo>
                    <a:pt x="1350805" y="273993"/>
                  </a:lnTo>
                  <a:lnTo>
                    <a:pt x="1363919" y="271571"/>
                  </a:lnTo>
                  <a:lnTo>
                    <a:pt x="1377034" y="266394"/>
                  </a:lnTo>
                  <a:lnTo>
                    <a:pt x="1390148" y="265022"/>
                  </a:lnTo>
                  <a:lnTo>
                    <a:pt x="1403263" y="263429"/>
                  </a:lnTo>
                  <a:lnTo>
                    <a:pt x="1416378" y="258737"/>
                  </a:lnTo>
                  <a:lnTo>
                    <a:pt x="1429492" y="254561"/>
                  </a:lnTo>
                  <a:lnTo>
                    <a:pt x="1442607" y="249639"/>
                  </a:lnTo>
                  <a:lnTo>
                    <a:pt x="1455721" y="245004"/>
                  </a:lnTo>
                  <a:lnTo>
                    <a:pt x="1468836" y="243407"/>
                  </a:lnTo>
                  <a:lnTo>
                    <a:pt x="1481951" y="239908"/>
                  </a:lnTo>
                  <a:lnTo>
                    <a:pt x="1495065" y="235593"/>
                  </a:lnTo>
                  <a:lnTo>
                    <a:pt x="1508180" y="231656"/>
                  </a:lnTo>
                  <a:lnTo>
                    <a:pt x="1521295" y="228157"/>
                  </a:lnTo>
                  <a:lnTo>
                    <a:pt x="1534409" y="225153"/>
                  </a:lnTo>
                  <a:lnTo>
                    <a:pt x="1547524" y="222450"/>
                  </a:lnTo>
                  <a:lnTo>
                    <a:pt x="1560638" y="219546"/>
                  </a:lnTo>
                  <a:lnTo>
                    <a:pt x="1573753" y="217997"/>
                  </a:lnTo>
                  <a:lnTo>
                    <a:pt x="1586868" y="218347"/>
                  </a:lnTo>
                  <a:lnTo>
                    <a:pt x="1599982" y="218616"/>
                  </a:lnTo>
                  <a:lnTo>
                    <a:pt x="1613097" y="219172"/>
                  </a:lnTo>
                  <a:lnTo>
                    <a:pt x="1626211" y="220533"/>
                  </a:lnTo>
                  <a:lnTo>
                    <a:pt x="1639326" y="221718"/>
                  </a:lnTo>
                  <a:lnTo>
                    <a:pt x="1652441" y="223129"/>
                  </a:lnTo>
                  <a:lnTo>
                    <a:pt x="1665555" y="224685"/>
                  </a:lnTo>
                  <a:lnTo>
                    <a:pt x="1678670" y="221718"/>
                  </a:lnTo>
                  <a:lnTo>
                    <a:pt x="1691784" y="215046"/>
                  </a:lnTo>
                  <a:lnTo>
                    <a:pt x="1704899" y="217890"/>
                  </a:lnTo>
                  <a:lnTo>
                    <a:pt x="1718014" y="215298"/>
                  </a:lnTo>
                  <a:lnTo>
                    <a:pt x="1731128" y="209805"/>
                  </a:lnTo>
                  <a:lnTo>
                    <a:pt x="1744243" y="204414"/>
                  </a:lnTo>
                  <a:lnTo>
                    <a:pt x="1757358" y="198552"/>
                  </a:lnTo>
                  <a:lnTo>
                    <a:pt x="1770472" y="193986"/>
                  </a:lnTo>
                  <a:lnTo>
                    <a:pt x="1783587" y="186859"/>
                  </a:lnTo>
                  <a:lnTo>
                    <a:pt x="1796701" y="180489"/>
                  </a:lnTo>
                  <a:lnTo>
                    <a:pt x="1809816" y="175477"/>
                  </a:lnTo>
                  <a:lnTo>
                    <a:pt x="1822931" y="168379"/>
                  </a:lnTo>
                  <a:lnTo>
                    <a:pt x="1836045" y="159379"/>
                  </a:lnTo>
                  <a:lnTo>
                    <a:pt x="1849160" y="147017"/>
                  </a:lnTo>
                  <a:lnTo>
                    <a:pt x="1862274" y="130510"/>
                  </a:lnTo>
                  <a:lnTo>
                    <a:pt x="1875389" y="117202"/>
                  </a:lnTo>
                  <a:lnTo>
                    <a:pt x="1888504" y="106924"/>
                  </a:lnTo>
                  <a:lnTo>
                    <a:pt x="1901618" y="95476"/>
                  </a:lnTo>
                  <a:lnTo>
                    <a:pt x="1914733" y="83470"/>
                  </a:lnTo>
                  <a:lnTo>
                    <a:pt x="1927847" y="75090"/>
                  </a:lnTo>
                  <a:lnTo>
                    <a:pt x="1940962" y="64299"/>
                  </a:lnTo>
                  <a:lnTo>
                    <a:pt x="1954077" y="44578"/>
                  </a:lnTo>
                  <a:lnTo>
                    <a:pt x="1967191" y="56277"/>
                  </a:lnTo>
                  <a:lnTo>
                    <a:pt x="1980306" y="53269"/>
                  </a:lnTo>
                  <a:lnTo>
                    <a:pt x="1993421" y="50265"/>
                  </a:lnTo>
                  <a:lnTo>
                    <a:pt x="2006535" y="36914"/>
                  </a:lnTo>
                  <a:lnTo>
                    <a:pt x="2019650" y="22676"/>
                  </a:lnTo>
                  <a:lnTo>
                    <a:pt x="2032764" y="10155"/>
                  </a:lnTo>
                  <a:lnTo>
                    <a:pt x="2045879" y="0"/>
                  </a:lnTo>
                  <a:lnTo>
                    <a:pt x="2058994" y="4103"/>
                  </a:lnTo>
                  <a:lnTo>
                    <a:pt x="2072108" y="11292"/>
                  </a:lnTo>
                  <a:lnTo>
                    <a:pt x="2085223" y="21782"/>
                  </a:lnTo>
                  <a:lnTo>
                    <a:pt x="2098337" y="35606"/>
                  </a:lnTo>
                  <a:lnTo>
                    <a:pt x="2111452" y="52515"/>
                  </a:lnTo>
                  <a:lnTo>
                    <a:pt x="2124567" y="72239"/>
                  </a:lnTo>
                  <a:lnTo>
                    <a:pt x="2137681" y="100361"/>
                  </a:lnTo>
                  <a:lnTo>
                    <a:pt x="2150796" y="130204"/>
                  </a:lnTo>
                  <a:lnTo>
                    <a:pt x="2163911" y="147595"/>
                  </a:lnTo>
                  <a:lnTo>
                    <a:pt x="2177025" y="161714"/>
                  </a:lnTo>
                  <a:lnTo>
                    <a:pt x="2190140" y="170341"/>
                  </a:lnTo>
                  <a:lnTo>
                    <a:pt x="2203254" y="179073"/>
                  </a:lnTo>
                  <a:lnTo>
                    <a:pt x="2216369" y="190887"/>
                  </a:lnTo>
                  <a:lnTo>
                    <a:pt x="2229484" y="201452"/>
                  </a:lnTo>
                  <a:lnTo>
                    <a:pt x="2242598" y="210365"/>
                  </a:lnTo>
                  <a:lnTo>
                    <a:pt x="2255713" y="218305"/>
                  </a:lnTo>
                  <a:lnTo>
                    <a:pt x="2268827" y="223272"/>
                  </a:lnTo>
                  <a:lnTo>
                    <a:pt x="2281942" y="226156"/>
                  </a:lnTo>
                  <a:lnTo>
                    <a:pt x="2295057" y="228410"/>
                  </a:lnTo>
                  <a:lnTo>
                    <a:pt x="2308171" y="234151"/>
                  </a:lnTo>
                  <a:lnTo>
                    <a:pt x="2321286" y="230676"/>
                  </a:lnTo>
                  <a:lnTo>
                    <a:pt x="2334400" y="230509"/>
                  </a:lnTo>
                  <a:lnTo>
                    <a:pt x="2347515" y="220199"/>
                  </a:lnTo>
                  <a:lnTo>
                    <a:pt x="2347515" y="1457884"/>
                  </a:lnTo>
                  <a:lnTo>
                    <a:pt x="2334400" y="1398891"/>
                  </a:lnTo>
                  <a:lnTo>
                    <a:pt x="2321286" y="1345255"/>
                  </a:lnTo>
                  <a:lnTo>
                    <a:pt x="2308171" y="1291618"/>
                  </a:lnTo>
                  <a:lnTo>
                    <a:pt x="2295057" y="1219458"/>
                  </a:lnTo>
                  <a:lnTo>
                    <a:pt x="2281942" y="1137061"/>
                  </a:lnTo>
                  <a:lnTo>
                    <a:pt x="2268827" y="1083244"/>
                  </a:lnTo>
                  <a:lnTo>
                    <a:pt x="2255713" y="1039397"/>
                  </a:lnTo>
                  <a:lnTo>
                    <a:pt x="2242598" y="998549"/>
                  </a:lnTo>
                  <a:lnTo>
                    <a:pt x="2229484" y="937931"/>
                  </a:lnTo>
                  <a:lnTo>
                    <a:pt x="2216369" y="877394"/>
                  </a:lnTo>
                  <a:lnTo>
                    <a:pt x="2203254" y="826741"/>
                  </a:lnTo>
                  <a:lnTo>
                    <a:pt x="2190140" y="775546"/>
                  </a:lnTo>
                  <a:lnTo>
                    <a:pt x="2177025" y="724185"/>
                  </a:lnTo>
                  <a:lnTo>
                    <a:pt x="2163911" y="673036"/>
                  </a:lnTo>
                  <a:lnTo>
                    <a:pt x="2150796" y="622477"/>
                  </a:lnTo>
                  <a:lnTo>
                    <a:pt x="2137681" y="572887"/>
                  </a:lnTo>
                  <a:lnTo>
                    <a:pt x="2124567" y="526607"/>
                  </a:lnTo>
                  <a:lnTo>
                    <a:pt x="2111452" y="491978"/>
                  </a:lnTo>
                  <a:lnTo>
                    <a:pt x="2098337" y="459410"/>
                  </a:lnTo>
                  <a:lnTo>
                    <a:pt x="2085223" y="427816"/>
                  </a:lnTo>
                  <a:lnTo>
                    <a:pt x="2072108" y="401902"/>
                  </a:lnTo>
                  <a:lnTo>
                    <a:pt x="2058994" y="375605"/>
                  </a:lnTo>
                  <a:lnTo>
                    <a:pt x="2045879" y="357865"/>
                  </a:lnTo>
                  <a:lnTo>
                    <a:pt x="2032764" y="344668"/>
                  </a:lnTo>
                  <a:lnTo>
                    <a:pt x="2019650" y="331649"/>
                  </a:lnTo>
                  <a:lnTo>
                    <a:pt x="2006535" y="323949"/>
                  </a:lnTo>
                  <a:lnTo>
                    <a:pt x="1993421" y="321452"/>
                  </a:lnTo>
                  <a:lnTo>
                    <a:pt x="1980306" y="308366"/>
                  </a:lnTo>
                  <a:lnTo>
                    <a:pt x="1967191" y="300832"/>
                  </a:lnTo>
                  <a:lnTo>
                    <a:pt x="1954077" y="301048"/>
                  </a:lnTo>
                  <a:lnTo>
                    <a:pt x="1940962" y="298454"/>
                  </a:lnTo>
                  <a:lnTo>
                    <a:pt x="1927847" y="301827"/>
                  </a:lnTo>
                  <a:lnTo>
                    <a:pt x="1914733" y="299680"/>
                  </a:lnTo>
                  <a:lnTo>
                    <a:pt x="1901618" y="303695"/>
                  </a:lnTo>
                  <a:lnTo>
                    <a:pt x="1888504" y="305418"/>
                  </a:lnTo>
                  <a:lnTo>
                    <a:pt x="1875389" y="308710"/>
                  </a:lnTo>
                  <a:lnTo>
                    <a:pt x="1862274" y="320868"/>
                  </a:lnTo>
                  <a:lnTo>
                    <a:pt x="1849160" y="325199"/>
                  </a:lnTo>
                  <a:lnTo>
                    <a:pt x="1836045" y="332835"/>
                  </a:lnTo>
                  <a:lnTo>
                    <a:pt x="1822931" y="333947"/>
                  </a:lnTo>
                  <a:lnTo>
                    <a:pt x="1809816" y="340091"/>
                  </a:lnTo>
                  <a:lnTo>
                    <a:pt x="1796701" y="344519"/>
                  </a:lnTo>
                  <a:lnTo>
                    <a:pt x="1783587" y="353741"/>
                  </a:lnTo>
                  <a:lnTo>
                    <a:pt x="1770472" y="366600"/>
                  </a:lnTo>
                  <a:lnTo>
                    <a:pt x="1757358" y="374789"/>
                  </a:lnTo>
                  <a:lnTo>
                    <a:pt x="1744243" y="375480"/>
                  </a:lnTo>
                  <a:lnTo>
                    <a:pt x="1731128" y="374917"/>
                  </a:lnTo>
                  <a:lnTo>
                    <a:pt x="1718014" y="373259"/>
                  </a:lnTo>
                  <a:lnTo>
                    <a:pt x="1704899" y="371065"/>
                  </a:lnTo>
                  <a:lnTo>
                    <a:pt x="1691784" y="372960"/>
                  </a:lnTo>
                  <a:lnTo>
                    <a:pt x="1678670" y="372999"/>
                  </a:lnTo>
                  <a:lnTo>
                    <a:pt x="1665555" y="371763"/>
                  </a:lnTo>
                  <a:lnTo>
                    <a:pt x="1652441" y="369572"/>
                  </a:lnTo>
                  <a:lnTo>
                    <a:pt x="1639326" y="367849"/>
                  </a:lnTo>
                  <a:lnTo>
                    <a:pt x="1626211" y="369199"/>
                  </a:lnTo>
                  <a:lnTo>
                    <a:pt x="1613097" y="370230"/>
                  </a:lnTo>
                  <a:lnTo>
                    <a:pt x="1599982" y="368460"/>
                  </a:lnTo>
                  <a:lnTo>
                    <a:pt x="1586868" y="370043"/>
                  </a:lnTo>
                  <a:lnTo>
                    <a:pt x="1573753" y="371640"/>
                  </a:lnTo>
                  <a:lnTo>
                    <a:pt x="1560638" y="372478"/>
                  </a:lnTo>
                  <a:lnTo>
                    <a:pt x="1547524" y="376056"/>
                  </a:lnTo>
                  <a:lnTo>
                    <a:pt x="1534409" y="378547"/>
                  </a:lnTo>
                  <a:lnTo>
                    <a:pt x="1521295" y="380051"/>
                  </a:lnTo>
                  <a:lnTo>
                    <a:pt x="1508180" y="380672"/>
                  </a:lnTo>
                  <a:lnTo>
                    <a:pt x="1495065" y="380511"/>
                  </a:lnTo>
                  <a:lnTo>
                    <a:pt x="1481951" y="379672"/>
                  </a:lnTo>
                  <a:lnTo>
                    <a:pt x="1468836" y="378256"/>
                  </a:lnTo>
                  <a:lnTo>
                    <a:pt x="1455721" y="377144"/>
                  </a:lnTo>
                  <a:lnTo>
                    <a:pt x="1442607" y="379930"/>
                  </a:lnTo>
                  <a:lnTo>
                    <a:pt x="1429492" y="381557"/>
                  </a:lnTo>
                  <a:lnTo>
                    <a:pt x="1416378" y="380033"/>
                  </a:lnTo>
                  <a:lnTo>
                    <a:pt x="1403263" y="385296"/>
                  </a:lnTo>
                  <a:lnTo>
                    <a:pt x="1390148" y="390381"/>
                  </a:lnTo>
                  <a:lnTo>
                    <a:pt x="1377034" y="394158"/>
                  </a:lnTo>
                  <a:lnTo>
                    <a:pt x="1363919" y="397002"/>
                  </a:lnTo>
                  <a:lnTo>
                    <a:pt x="1350805" y="401132"/>
                  </a:lnTo>
                  <a:lnTo>
                    <a:pt x="1337690" y="403972"/>
                  </a:lnTo>
                  <a:lnTo>
                    <a:pt x="1324575" y="404944"/>
                  </a:lnTo>
                  <a:lnTo>
                    <a:pt x="1311461" y="407130"/>
                  </a:lnTo>
                  <a:lnTo>
                    <a:pt x="1298346" y="408891"/>
                  </a:lnTo>
                  <a:lnTo>
                    <a:pt x="1285231" y="410669"/>
                  </a:lnTo>
                  <a:lnTo>
                    <a:pt x="1272117" y="412300"/>
                  </a:lnTo>
                  <a:lnTo>
                    <a:pt x="1259002" y="413027"/>
                  </a:lnTo>
                  <a:lnTo>
                    <a:pt x="1245888" y="412437"/>
                  </a:lnTo>
                  <a:lnTo>
                    <a:pt x="1232773" y="413840"/>
                  </a:lnTo>
                  <a:lnTo>
                    <a:pt x="1219658" y="414158"/>
                  </a:lnTo>
                  <a:lnTo>
                    <a:pt x="1206544" y="415300"/>
                  </a:lnTo>
                  <a:lnTo>
                    <a:pt x="1193429" y="415550"/>
                  </a:lnTo>
                  <a:lnTo>
                    <a:pt x="1180315" y="414381"/>
                  </a:lnTo>
                  <a:lnTo>
                    <a:pt x="1167200" y="413736"/>
                  </a:lnTo>
                  <a:lnTo>
                    <a:pt x="1154085" y="412094"/>
                  </a:lnTo>
                  <a:lnTo>
                    <a:pt x="1140971" y="410751"/>
                  </a:lnTo>
                  <a:lnTo>
                    <a:pt x="1127856" y="411998"/>
                  </a:lnTo>
                  <a:lnTo>
                    <a:pt x="1114742" y="413135"/>
                  </a:lnTo>
                  <a:lnTo>
                    <a:pt x="1101627" y="414116"/>
                  </a:lnTo>
                  <a:lnTo>
                    <a:pt x="1088512" y="413673"/>
                  </a:lnTo>
                  <a:lnTo>
                    <a:pt x="1075398" y="414000"/>
                  </a:lnTo>
                  <a:lnTo>
                    <a:pt x="1062283" y="413546"/>
                  </a:lnTo>
                  <a:lnTo>
                    <a:pt x="1049168" y="410201"/>
                  </a:lnTo>
                  <a:lnTo>
                    <a:pt x="1036054" y="409293"/>
                  </a:lnTo>
                  <a:lnTo>
                    <a:pt x="1022939" y="408133"/>
                  </a:lnTo>
                  <a:lnTo>
                    <a:pt x="1009825" y="405233"/>
                  </a:lnTo>
                  <a:lnTo>
                    <a:pt x="996710" y="403741"/>
                  </a:lnTo>
                  <a:lnTo>
                    <a:pt x="983595" y="402151"/>
                  </a:lnTo>
                  <a:lnTo>
                    <a:pt x="970481" y="400077"/>
                  </a:lnTo>
                  <a:lnTo>
                    <a:pt x="957366" y="398420"/>
                  </a:lnTo>
                  <a:lnTo>
                    <a:pt x="944252" y="396855"/>
                  </a:lnTo>
                  <a:lnTo>
                    <a:pt x="931137" y="394707"/>
                  </a:lnTo>
                  <a:lnTo>
                    <a:pt x="918022" y="394150"/>
                  </a:lnTo>
                  <a:lnTo>
                    <a:pt x="904908" y="393085"/>
                  </a:lnTo>
                  <a:lnTo>
                    <a:pt x="891793" y="392259"/>
                  </a:lnTo>
                  <a:lnTo>
                    <a:pt x="878679" y="391711"/>
                  </a:lnTo>
                  <a:lnTo>
                    <a:pt x="865564" y="391452"/>
                  </a:lnTo>
                  <a:lnTo>
                    <a:pt x="852449" y="391524"/>
                  </a:lnTo>
                  <a:lnTo>
                    <a:pt x="839335" y="391781"/>
                  </a:lnTo>
                  <a:lnTo>
                    <a:pt x="826220" y="392009"/>
                  </a:lnTo>
                  <a:lnTo>
                    <a:pt x="813105" y="392467"/>
                  </a:lnTo>
                  <a:lnTo>
                    <a:pt x="799991" y="393099"/>
                  </a:lnTo>
                  <a:lnTo>
                    <a:pt x="786876" y="394580"/>
                  </a:lnTo>
                  <a:lnTo>
                    <a:pt x="773762" y="397320"/>
                  </a:lnTo>
                  <a:lnTo>
                    <a:pt x="760647" y="402559"/>
                  </a:lnTo>
                  <a:lnTo>
                    <a:pt x="747532" y="407074"/>
                  </a:lnTo>
                  <a:lnTo>
                    <a:pt x="734418" y="411904"/>
                  </a:lnTo>
                  <a:lnTo>
                    <a:pt x="721303" y="417021"/>
                  </a:lnTo>
                  <a:lnTo>
                    <a:pt x="708189" y="421016"/>
                  </a:lnTo>
                  <a:lnTo>
                    <a:pt x="695074" y="423528"/>
                  </a:lnTo>
                  <a:lnTo>
                    <a:pt x="681959" y="429249"/>
                  </a:lnTo>
                  <a:lnTo>
                    <a:pt x="668845" y="435906"/>
                  </a:lnTo>
                  <a:lnTo>
                    <a:pt x="655730" y="444359"/>
                  </a:lnTo>
                  <a:lnTo>
                    <a:pt x="642615" y="452266"/>
                  </a:lnTo>
                  <a:lnTo>
                    <a:pt x="629501" y="458647"/>
                  </a:lnTo>
                  <a:lnTo>
                    <a:pt x="616386" y="465625"/>
                  </a:lnTo>
                  <a:lnTo>
                    <a:pt x="603272" y="476776"/>
                  </a:lnTo>
                  <a:lnTo>
                    <a:pt x="590157" y="486778"/>
                  </a:lnTo>
                  <a:lnTo>
                    <a:pt x="577042" y="494837"/>
                  </a:lnTo>
                  <a:lnTo>
                    <a:pt x="563928" y="502602"/>
                  </a:lnTo>
                  <a:lnTo>
                    <a:pt x="550813" y="510008"/>
                  </a:lnTo>
                  <a:lnTo>
                    <a:pt x="537699" y="516990"/>
                  </a:lnTo>
                  <a:lnTo>
                    <a:pt x="524584" y="523483"/>
                  </a:lnTo>
                  <a:lnTo>
                    <a:pt x="511469" y="530739"/>
                  </a:lnTo>
                  <a:lnTo>
                    <a:pt x="498355" y="536655"/>
                  </a:lnTo>
                  <a:lnTo>
                    <a:pt x="485240" y="540218"/>
                  </a:lnTo>
                  <a:lnTo>
                    <a:pt x="472126" y="544277"/>
                  </a:lnTo>
                  <a:lnTo>
                    <a:pt x="459011" y="553281"/>
                  </a:lnTo>
                  <a:lnTo>
                    <a:pt x="445896" y="557406"/>
                  </a:lnTo>
                  <a:lnTo>
                    <a:pt x="432782" y="561310"/>
                  </a:lnTo>
                  <a:lnTo>
                    <a:pt x="419667" y="571075"/>
                  </a:lnTo>
                  <a:lnTo>
                    <a:pt x="406552" y="583116"/>
                  </a:lnTo>
                  <a:lnTo>
                    <a:pt x="393438" y="595252"/>
                  </a:lnTo>
                  <a:lnTo>
                    <a:pt x="380323" y="606973"/>
                  </a:lnTo>
                  <a:lnTo>
                    <a:pt x="367209" y="618123"/>
                  </a:lnTo>
                  <a:lnTo>
                    <a:pt x="354094" y="628544"/>
                  </a:lnTo>
                  <a:lnTo>
                    <a:pt x="340979" y="638080"/>
                  </a:lnTo>
                  <a:lnTo>
                    <a:pt x="327865" y="642201"/>
                  </a:lnTo>
                  <a:lnTo>
                    <a:pt x="314750" y="645137"/>
                  </a:lnTo>
                  <a:lnTo>
                    <a:pt x="301636" y="647869"/>
                  </a:lnTo>
                  <a:lnTo>
                    <a:pt x="288521" y="651613"/>
                  </a:lnTo>
                  <a:lnTo>
                    <a:pt x="275406" y="653902"/>
                  </a:lnTo>
                  <a:lnTo>
                    <a:pt x="262292" y="654887"/>
                  </a:lnTo>
                  <a:lnTo>
                    <a:pt x="249177" y="657648"/>
                  </a:lnTo>
                  <a:lnTo>
                    <a:pt x="236063" y="658679"/>
                  </a:lnTo>
                  <a:lnTo>
                    <a:pt x="222948" y="658111"/>
                  </a:lnTo>
                  <a:lnTo>
                    <a:pt x="209833" y="654013"/>
                  </a:lnTo>
                  <a:lnTo>
                    <a:pt x="196719" y="652699"/>
                  </a:lnTo>
                  <a:lnTo>
                    <a:pt x="183604" y="649837"/>
                  </a:lnTo>
                  <a:lnTo>
                    <a:pt x="170489" y="648467"/>
                  </a:lnTo>
                  <a:lnTo>
                    <a:pt x="157375" y="645472"/>
                  </a:lnTo>
                  <a:lnTo>
                    <a:pt x="144260" y="648970"/>
                  </a:lnTo>
                  <a:lnTo>
                    <a:pt x="131146" y="651020"/>
                  </a:lnTo>
                  <a:lnTo>
                    <a:pt x="118031" y="647743"/>
                  </a:lnTo>
                  <a:lnTo>
                    <a:pt x="104916" y="641398"/>
                  </a:lnTo>
                  <a:lnTo>
                    <a:pt x="91802" y="639065"/>
                  </a:lnTo>
                  <a:lnTo>
                    <a:pt x="78687" y="634523"/>
                  </a:lnTo>
                  <a:lnTo>
                    <a:pt x="65573" y="630860"/>
                  </a:lnTo>
                  <a:lnTo>
                    <a:pt x="52458" y="629521"/>
                  </a:lnTo>
                  <a:lnTo>
                    <a:pt x="39343" y="633311"/>
                  </a:lnTo>
                  <a:lnTo>
                    <a:pt x="26229" y="634493"/>
                  </a:lnTo>
                  <a:lnTo>
                    <a:pt x="13114" y="649435"/>
                  </a:lnTo>
                  <a:lnTo>
                    <a:pt x="0" y="68097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111489"/>
              <a:ext cx="2347515" cy="459854"/>
            </a:xfrm>
            <a:custGeom>
              <a:avLst/>
              <a:pathLst>
                <a:path w="2347515" h="459854">
                  <a:moveTo>
                    <a:pt x="0" y="436250"/>
                  </a:moveTo>
                  <a:lnTo>
                    <a:pt x="13114" y="439686"/>
                  </a:lnTo>
                  <a:lnTo>
                    <a:pt x="26229" y="443615"/>
                  </a:lnTo>
                  <a:lnTo>
                    <a:pt x="39343" y="450366"/>
                  </a:lnTo>
                  <a:lnTo>
                    <a:pt x="52458" y="447275"/>
                  </a:lnTo>
                  <a:lnTo>
                    <a:pt x="65573" y="453275"/>
                  </a:lnTo>
                  <a:lnTo>
                    <a:pt x="78687" y="454716"/>
                  </a:lnTo>
                  <a:lnTo>
                    <a:pt x="91802" y="454673"/>
                  </a:lnTo>
                  <a:lnTo>
                    <a:pt x="104916" y="456142"/>
                  </a:lnTo>
                  <a:lnTo>
                    <a:pt x="118031" y="452972"/>
                  </a:lnTo>
                  <a:lnTo>
                    <a:pt x="131146" y="449518"/>
                  </a:lnTo>
                  <a:lnTo>
                    <a:pt x="144260" y="458431"/>
                  </a:lnTo>
                  <a:lnTo>
                    <a:pt x="157375" y="459854"/>
                  </a:lnTo>
                  <a:lnTo>
                    <a:pt x="170489" y="457532"/>
                  </a:lnTo>
                  <a:lnTo>
                    <a:pt x="183604" y="457364"/>
                  </a:lnTo>
                  <a:lnTo>
                    <a:pt x="196719" y="453721"/>
                  </a:lnTo>
                  <a:lnTo>
                    <a:pt x="209833" y="452111"/>
                  </a:lnTo>
                  <a:lnTo>
                    <a:pt x="222948" y="455520"/>
                  </a:lnTo>
                  <a:lnTo>
                    <a:pt x="236063" y="451449"/>
                  </a:lnTo>
                  <a:lnTo>
                    <a:pt x="249177" y="453618"/>
                  </a:lnTo>
                  <a:lnTo>
                    <a:pt x="262292" y="455692"/>
                  </a:lnTo>
                  <a:lnTo>
                    <a:pt x="275406" y="451773"/>
                  </a:lnTo>
                  <a:lnTo>
                    <a:pt x="288521" y="444311"/>
                  </a:lnTo>
                  <a:lnTo>
                    <a:pt x="301636" y="441022"/>
                  </a:lnTo>
                  <a:lnTo>
                    <a:pt x="314750" y="439010"/>
                  </a:lnTo>
                  <a:lnTo>
                    <a:pt x="327865" y="436847"/>
                  </a:lnTo>
                  <a:lnTo>
                    <a:pt x="340979" y="434806"/>
                  </a:lnTo>
                  <a:lnTo>
                    <a:pt x="354094" y="437919"/>
                  </a:lnTo>
                  <a:lnTo>
                    <a:pt x="367209" y="438405"/>
                  </a:lnTo>
                  <a:lnTo>
                    <a:pt x="380323" y="432442"/>
                  </a:lnTo>
                  <a:lnTo>
                    <a:pt x="393438" y="426360"/>
                  </a:lnTo>
                  <a:lnTo>
                    <a:pt x="406552" y="420208"/>
                  </a:lnTo>
                  <a:lnTo>
                    <a:pt x="419667" y="416742"/>
                  </a:lnTo>
                  <a:lnTo>
                    <a:pt x="432782" y="413055"/>
                  </a:lnTo>
                  <a:lnTo>
                    <a:pt x="445896" y="409137"/>
                  </a:lnTo>
                  <a:lnTo>
                    <a:pt x="459011" y="401288"/>
                  </a:lnTo>
                  <a:lnTo>
                    <a:pt x="472126" y="396002"/>
                  </a:lnTo>
                  <a:lnTo>
                    <a:pt x="485240" y="384512"/>
                  </a:lnTo>
                  <a:lnTo>
                    <a:pt x="498355" y="378088"/>
                  </a:lnTo>
                  <a:lnTo>
                    <a:pt x="511469" y="372687"/>
                  </a:lnTo>
                  <a:lnTo>
                    <a:pt x="524584" y="367211"/>
                  </a:lnTo>
                  <a:lnTo>
                    <a:pt x="537699" y="356747"/>
                  </a:lnTo>
                  <a:lnTo>
                    <a:pt x="550813" y="350655"/>
                  </a:lnTo>
                  <a:lnTo>
                    <a:pt x="563928" y="344757"/>
                  </a:lnTo>
                  <a:lnTo>
                    <a:pt x="577042" y="338753"/>
                  </a:lnTo>
                  <a:lnTo>
                    <a:pt x="590157" y="330736"/>
                  </a:lnTo>
                  <a:lnTo>
                    <a:pt x="603272" y="323256"/>
                  </a:lnTo>
                  <a:lnTo>
                    <a:pt x="616386" y="316307"/>
                  </a:lnTo>
                  <a:lnTo>
                    <a:pt x="629501" y="309883"/>
                  </a:lnTo>
                  <a:lnTo>
                    <a:pt x="642615" y="303980"/>
                  </a:lnTo>
                  <a:lnTo>
                    <a:pt x="655730" y="298592"/>
                  </a:lnTo>
                  <a:lnTo>
                    <a:pt x="668845" y="293581"/>
                  </a:lnTo>
                  <a:lnTo>
                    <a:pt x="681959" y="288411"/>
                  </a:lnTo>
                  <a:lnTo>
                    <a:pt x="695074" y="285468"/>
                  </a:lnTo>
                  <a:lnTo>
                    <a:pt x="708189" y="282089"/>
                  </a:lnTo>
                  <a:lnTo>
                    <a:pt x="721303" y="278847"/>
                  </a:lnTo>
                  <a:lnTo>
                    <a:pt x="734418" y="272543"/>
                  </a:lnTo>
                  <a:lnTo>
                    <a:pt x="747532" y="272476"/>
                  </a:lnTo>
                  <a:lnTo>
                    <a:pt x="760647" y="271580"/>
                  </a:lnTo>
                  <a:lnTo>
                    <a:pt x="773762" y="267500"/>
                  </a:lnTo>
                  <a:lnTo>
                    <a:pt x="786876" y="264512"/>
                  </a:lnTo>
                  <a:lnTo>
                    <a:pt x="799991" y="262820"/>
                  </a:lnTo>
                  <a:lnTo>
                    <a:pt x="813105" y="261916"/>
                  </a:lnTo>
                  <a:lnTo>
                    <a:pt x="826220" y="262173"/>
                  </a:lnTo>
                  <a:lnTo>
                    <a:pt x="839335" y="263336"/>
                  </a:lnTo>
                  <a:lnTo>
                    <a:pt x="852449" y="263790"/>
                  </a:lnTo>
                  <a:lnTo>
                    <a:pt x="865564" y="263819"/>
                  </a:lnTo>
                  <a:lnTo>
                    <a:pt x="878679" y="264210"/>
                  </a:lnTo>
                  <a:lnTo>
                    <a:pt x="891793" y="266325"/>
                  </a:lnTo>
                  <a:lnTo>
                    <a:pt x="904908" y="269128"/>
                  </a:lnTo>
                  <a:lnTo>
                    <a:pt x="918022" y="270795"/>
                  </a:lnTo>
                  <a:lnTo>
                    <a:pt x="931137" y="272922"/>
                  </a:lnTo>
                  <a:lnTo>
                    <a:pt x="944252" y="270918"/>
                  </a:lnTo>
                  <a:lnTo>
                    <a:pt x="957366" y="274962"/>
                  </a:lnTo>
                  <a:lnTo>
                    <a:pt x="970481" y="277394"/>
                  </a:lnTo>
                  <a:lnTo>
                    <a:pt x="983595" y="278998"/>
                  </a:lnTo>
                  <a:lnTo>
                    <a:pt x="996710" y="280712"/>
                  </a:lnTo>
                  <a:lnTo>
                    <a:pt x="1009825" y="282493"/>
                  </a:lnTo>
                  <a:lnTo>
                    <a:pt x="1022939" y="284300"/>
                  </a:lnTo>
                  <a:lnTo>
                    <a:pt x="1036054" y="286089"/>
                  </a:lnTo>
                  <a:lnTo>
                    <a:pt x="1049168" y="288098"/>
                  </a:lnTo>
                  <a:lnTo>
                    <a:pt x="1062283" y="290296"/>
                  </a:lnTo>
                  <a:lnTo>
                    <a:pt x="1075398" y="294222"/>
                  </a:lnTo>
                  <a:lnTo>
                    <a:pt x="1088512" y="294823"/>
                  </a:lnTo>
                  <a:lnTo>
                    <a:pt x="1101627" y="296259"/>
                  </a:lnTo>
                  <a:lnTo>
                    <a:pt x="1114742" y="297960"/>
                  </a:lnTo>
                  <a:lnTo>
                    <a:pt x="1127856" y="298846"/>
                  </a:lnTo>
                  <a:lnTo>
                    <a:pt x="1140971" y="297324"/>
                  </a:lnTo>
                  <a:lnTo>
                    <a:pt x="1154085" y="298259"/>
                  </a:lnTo>
                  <a:lnTo>
                    <a:pt x="1167200" y="296699"/>
                  </a:lnTo>
                  <a:lnTo>
                    <a:pt x="1180315" y="296181"/>
                  </a:lnTo>
                  <a:lnTo>
                    <a:pt x="1193429" y="297857"/>
                  </a:lnTo>
                  <a:lnTo>
                    <a:pt x="1206544" y="297542"/>
                  </a:lnTo>
                  <a:lnTo>
                    <a:pt x="1219658" y="295336"/>
                  </a:lnTo>
                  <a:lnTo>
                    <a:pt x="1232773" y="292830"/>
                  </a:lnTo>
                  <a:lnTo>
                    <a:pt x="1245888" y="290610"/>
                  </a:lnTo>
                  <a:lnTo>
                    <a:pt x="1259002" y="288731"/>
                  </a:lnTo>
                  <a:lnTo>
                    <a:pt x="1272117" y="287008"/>
                  </a:lnTo>
                  <a:lnTo>
                    <a:pt x="1285231" y="284770"/>
                  </a:lnTo>
                  <a:lnTo>
                    <a:pt x="1298346" y="282533"/>
                  </a:lnTo>
                  <a:lnTo>
                    <a:pt x="1311461" y="280315"/>
                  </a:lnTo>
                  <a:lnTo>
                    <a:pt x="1324575" y="278138"/>
                  </a:lnTo>
                  <a:lnTo>
                    <a:pt x="1337690" y="275580"/>
                  </a:lnTo>
                  <a:lnTo>
                    <a:pt x="1350805" y="273993"/>
                  </a:lnTo>
                  <a:lnTo>
                    <a:pt x="1363919" y="271571"/>
                  </a:lnTo>
                  <a:lnTo>
                    <a:pt x="1377034" y="266394"/>
                  </a:lnTo>
                  <a:lnTo>
                    <a:pt x="1390148" y="265022"/>
                  </a:lnTo>
                  <a:lnTo>
                    <a:pt x="1403263" y="263429"/>
                  </a:lnTo>
                  <a:lnTo>
                    <a:pt x="1416378" y="258737"/>
                  </a:lnTo>
                  <a:lnTo>
                    <a:pt x="1429492" y="254561"/>
                  </a:lnTo>
                  <a:lnTo>
                    <a:pt x="1442607" y="249639"/>
                  </a:lnTo>
                  <a:lnTo>
                    <a:pt x="1455721" y="245004"/>
                  </a:lnTo>
                  <a:lnTo>
                    <a:pt x="1468836" y="243407"/>
                  </a:lnTo>
                  <a:lnTo>
                    <a:pt x="1481951" y="239908"/>
                  </a:lnTo>
                  <a:lnTo>
                    <a:pt x="1495065" y="235593"/>
                  </a:lnTo>
                  <a:lnTo>
                    <a:pt x="1508180" y="231656"/>
                  </a:lnTo>
                  <a:lnTo>
                    <a:pt x="1521295" y="228157"/>
                  </a:lnTo>
                  <a:lnTo>
                    <a:pt x="1534409" y="225153"/>
                  </a:lnTo>
                  <a:lnTo>
                    <a:pt x="1547524" y="222450"/>
                  </a:lnTo>
                  <a:lnTo>
                    <a:pt x="1560638" y="219546"/>
                  </a:lnTo>
                  <a:lnTo>
                    <a:pt x="1573753" y="217997"/>
                  </a:lnTo>
                  <a:lnTo>
                    <a:pt x="1586868" y="218347"/>
                  </a:lnTo>
                  <a:lnTo>
                    <a:pt x="1599982" y="218616"/>
                  </a:lnTo>
                  <a:lnTo>
                    <a:pt x="1613097" y="219172"/>
                  </a:lnTo>
                  <a:lnTo>
                    <a:pt x="1626211" y="220533"/>
                  </a:lnTo>
                  <a:lnTo>
                    <a:pt x="1639326" y="221718"/>
                  </a:lnTo>
                  <a:lnTo>
                    <a:pt x="1652441" y="223129"/>
                  </a:lnTo>
                  <a:lnTo>
                    <a:pt x="1665555" y="224685"/>
                  </a:lnTo>
                  <a:lnTo>
                    <a:pt x="1678670" y="221718"/>
                  </a:lnTo>
                  <a:lnTo>
                    <a:pt x="1691784" y="215046"/>
                  </a:lnTo>
                  <a:lnTo>
                    <a:pt x="1704899" y="217890"/>
                  </a:lnTo>
                  <a:lnTo>
                    <a:pt x="1718014" y="215298"/>
                  </a:lnTo>
                  <a:lnTo>
                    <a:pt x="1731128" y="209805"/>
                  </a:lnTo>
                  <a:lnTo>
                    <a:pt x="1744243" y="204414"/>
                  </a:lnTo>
                  <a:lnTo>
                    <a:pt x="1757358" y="198552"/>
                  </a:lnTo>
                  <a:lnTo>
                    <a:pt x="1770472" y="193986"/>
                  </a:lnTo>
                  <a:lnTo>
                    <a:pt x="1783587" y="186859"/>
                  </a:lnTo>
                  <a:lnTo>
                    <a:pt x="1796701" y="180489"/>
                  </a:lnTo>
                  <a:lnTo>
                    <a:pt x="1809816" y="175477"/>
                  </a:lnTo>
                  <a:lnTo>
                    <a:pt x="1822931" y="168379"/>
                  </a:lnTo>
                  <a:lnTo>
                    <a:pt x="1836045" y="159379"/>
                  </a:lnTo>
                  <a:lnTo>
                    <a:pt x="1849160" y="147017"/>
                  </a:lnTo>
                  <a:lnTo>
                    <a:pt x="1862274" y="130510"/>
                  </a:lnTo>
                  <a:lnTo>
                    <a:pt x="1875389" y="117202"/>
                  </a:lnTo>
                  <a:lnTo>
                    <a:pt x="1888504" y="106924"/>
                  </a:lnTo>
                  <a:lnTo>
                    <a:pt x="1901618" y="95476"/>
                  </a:lnTo>
                  <a:lnTo>
                    <a:pt x="1914733" y="83470"/>
                  </a:lnTo>
                  <a:lnTo>
                    <a:pt x="1927847" y="75090"/>
                  </a:lnTo>
                  <a:lnTo>
                    <a:pt x="1940962" y="64299"/>
                  </a:lnTo>
                  <a:lnTo>
                    <a:pt x="1954077" y="44578"/>
                  </a:lnTo>
                  <a:lnTo>
                    <a:pt x="1967191" y="56277"/>
                  </a:lnTo>
                  <a:lnTo>
                    <a:pt x="1980306" y="53269"/>
                  </a:lnTo>
                  <a:lnTo>
                    <a:pt x="1993421" y="50265"/>
                  </a:lnTo>
                  <a:lnTo>
                    <a:pt x="2006535" y="36914"/>
                  </a:lnTo>
                  <a:lnTo>
                    <a:pt x="2019650" y="22676"/>
                  </a:lnTo>
                  <a:lnTo>
                    <a:pt x="2032764" y="10155"/>
                  </a:lnTo>
                  <a:lnTo>
                    <a:pt x="2045879" y="0"/>
                  </a:lnTo>
                  <a:lnTo>
                    <a:pt x="2058994" y="4103"/>
                  </a:lnTo>
                  <a:lnTo>
                    <a:pt x="2072108" y="11292"/>
                  </a:lnTo>
                  <a:lnTo>
                    <a:pt x="2085223" y="21782"/>
                  </a:lnTo>
                  <a:lnTo>
                    <a:pt x="2098337" y="35606"/>
                  </a:lnTo>
                  <a:lnTo>
                    <a:pt x="2111452" y="52515"/>
                  </a:lnTo>
                  <a:lnTo>
                    <a:pt x="2124567" y="72239"/>
                  </a:lnTo>
                  <a:lnTo>
                    <a:pt x="2137681" y="100361"/>
                  </a:lnTo>
                  <a:lnTo>
                    <a:pt x="2150796" y="130204"/>
                  </a:lnTo>
                  <a:lnTo>
                    <a:pt x="2163911" y="147595"/>
                  </a:lnTo>
                  <a:lnTo>
                    <a:pt x="2177025" y="161714"/>
                  </a:lnTo>
                  <a:lnTo>
                    <a:pt x="2190140" y="170341"/>
                  </a:lnTo>
                  <a:lnTo>
                    <a:pt x="2203254" y="179073"/>
                  </a:lnTo>
                  <a:lnTo>
                    <a:pt x="2216369" y="190887"/>
                  </a:lnTo>
                  <a:lnTo>
                    <a:pt x="2229484" y="201452"/>
                  </a:lnTo>
                  <a:lnTo>
                    <a:pt x="2242598" y="210365"/>
                  </a:lnTo>
                  <a:lnTo>
                    <a:pt x="2255713" y="218305"/>
                  </a:lnTo>
                  <a:lnTo>
                    <a:pt x="2268827" y="223272"/>
                  </a:lnTo>
                  <a:lnTo>
                    <a:pt x="2281942" y="226156"/>
                  </a:lnTo>
                  <a:lnTo>
                    <a:pt x="2295057" y="228410"/>
                  </a:lnTo>
                  <a:lnTo>
                    <a:pt x="2308171" y="234151"/>
                  </a:lnTo>
                  <a:lnTo>
                    <a:pt x="2321286" y="230676"/>
                  </a:lnTo>
                  <a:lnTo>
                    <a:pt x="2334400" y="230509"/>
                  </a:lnTo>
                  <a:lnTo>
                    <a:pt x="2347515" y="220199"/>
                  </a:lnTo>
                  <a:lnTo>
                    <a:pt x="2347515" y="2201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409943"/>
              <a:ext cx="2347515" cy="1159430"/>
            </a:xfrm>
            <a:custGeom>
              <a:avLst/>
              <a:pathLst>
                <a:path w="2347515" h="1159430">
                  <a:moveTo>
                    <a:pt x="2347515" y="1159430"/>
                  </a:moveTo>
                  <a:lnTo>
                    <a:pt x="2334400" y="1100437"/>
                  </a:lnTo>
                  <a:lnTo>
                    <a:pt x="2321286" y="1046801"/>
                  </a:lnTo>
                  <a:lnTo>
                    <a:pt x="2308171" y="993164"/>
                  </a:lnTo>
                  <a:lnTo>
                    <a:pt x="2295057" y="921004"/>
                  </a:lnTo>
                  <a:lnTo>
                    <a:pt x="2281942" y="838607"/>
                  </a:lnTo>
                  <a:lnTo>
                    <a:pt x="2268827" y="784790"/>
                  </a:lnTo>
                  <a:lnTo>
                    <a:pt x="2255713" y="740943"/>
                  </a:lnTo>
                  <a:lnTo>
                    <a:pt x="2242598" y="700095"/>
                  </a:lnTo>
                  <a:lnTo>
                    <a:pt x="2229484" y="639477"/>
                  </a:lnTo>
                  <a:lnTo>
                    <a:pt x="2216369" y="578940"/>
                  </a:lnTo>
                  <a:lnTo>
                    <a:pt x="2203254" y="528287"/>
                  </a:lnTo>
                  <a:lnTo>
                    <a:pt x="2190140" y="477092"/>
                  </a:lnTo>
                  <a:lnTo>
                    <a:pt x="2177025" y="425730"/>
                  </a:lnTo>
                  <a:lnTo>
                    <a:pt x="2163911" y="374582"/>
                  </a:lnTo>
                  <a:lnTo>
                    <a:pt x="2150796" y="324023"/>
                  </a:lnTo>
                  <a:lnTo>
                    <a:pt x="2137681" y="274433"/>
                  </a:lnTo>
                  <a:lnTo>
                    <a:pt x="2124567" y="228153"/>
                  </a:lnTo>
                  <a:lnTo>
                    <a:pt x="2111452" y="193524"/>
                  </a:lnTo>
                  <a:lnTo>
                    <a:pt x="2098337" y="160955"/>
                  </a:lnTo>
                  <a:lnTo>
                    <a:pt x="2085223" y="129362"/>
                  </a:lnTo>
                  <a:lnTo>
                    <a:pt x="2072108" y="103448"/>
                  </a:lnTo>
                  <a:lnTo>
                    <a:pt x="2058994" y="77151"/>
                  </a:lnTo>
                  <a:lnTo>
                    <a:pt x="2045879" y="59411"/>
                  </a:lnTo>
                  <a:lnTo>
                    <a:pt x="2032764" y="46214"/>
                  </a:lnTo>
                  <a:lnTo>
                    <a:pt x="2019650" y="33195"/>
                  </a:lnTo>
                  <a:lnTo>
                    <a:pt x="2006535" y="25495"/>
                  </a:lnTo>
                  <a:lnTo>
                    <a:pt x="1993421" y="22998"/>
                  </a:lnTo>
                  <a:lnTo>
                    <a:pt x="1980306" y="9912"/>
                  </a:lnTo>
                  <a:lnTo>
                    <a:pt x="1967191" y="2378"/>
                  </a:lnTo>
                  <a:lnTo>
                    <a:pt x="1954077" y="2594"/>
                  </a:lnTo>
                  <a:lnTo>
                    <a:pt x="1940962" y="0"/>
                  </a:lnTo>
                  <a:lnTo>
                    <a:pt x="1927847" y="3373"/>
                  </a:lnTo>
                  <a:lnTo>
                    <a:pt x="1914733" y="1226"/>
                  </a:lnTo>
                  <a:lnTo>
                    <a:pt x="1901618" y="5241"/>
                  </a:lnTo>
                  <a:lnTo>
                    <a:pt x="1888504" y="6964"/>
                  </a:lnTo>
                  <a:lnTo>
                    <a:pt x="1875389" y="10256"/>
                  </a:lnTo>
                  <a:lnTo>
                    <a:pt x="1862274" y="22414"/>
                  </a:lnTo>
                  <a:lnTo>
                    <a:pt x="1849160" y="26745"/>
                  </a:lnTo>
                  <a:lnTo>
                    <a:pt x="1836045" y="34381"/>
                  </a:lnTo>
                  <a:lnTo>
                    <a:pt x="1822931" y="35493"/>
                  </a:lnTo>
                  <a:lnTo>
                    <a:pt x="1809816" y="41637"/>
                  </a:lnTo>
                  <a:lnTo>
                    <a:pt x="1796701" y="46065"/>
                  </a:lnTo>
                  <a:lnTo>
                    <a:pt x="1783587" y="55287"/>
                  </a:lnTo>
                  <a:lnTo>
                    <a:pt x="1770472" y="68146"/>
                  </a:lnTo>
                  <a:lnTo>
                    <a:pt x="1757358" y="76335"/>
                  </a:lnTo>
                  <a:lnTo>
                    <a:pt x="1744243" y="77026"/>
                  </a:lnTo>
                  <a:lnTo>
                    <a:pt x="1731128" y="76463"/>
                  </a:lnTo>
                  <a:lnTo>
                    <a:pt x="1718014" y="74805"/>
                  </a:lnTo>
                  <a:lnTo>
                    <a:pt x="1704899" y="72611"/>
                  </a:lnTo>
                  <a:lnTo>
                    <a:pt x="1691784" y="74506"/>
                  </a:lnTo>
                  <a:lnTo>
                    <a:pt x="1678670" y="74545"/>
                  </a:lnTo>
                  <a:lnTo>
                    <a:pt x="1665555" y="73309"/>
                  </a:lnTo>
                  <a:lnTo>
                    <a:pt x="1652441" y="71118"/>
                  </a:lnTo>
                  <a:lnTo>
                    <a:pt x="1639326" y="69395"/>
                  </a:lnTo>
                  <a:lnTo>
                    <a:pt x="1626211" y="70745"/>
                  </a:lnTo>
                  <a:lnTo>
                    <a:pt x="1613097" y="71776"/>
                  </a:lnTo>
                  <a:lnTo>
                    <a:pt x="1599982" y="70006"/>
                  </a:lnTo>
                  <a:lnTo>
                    <a:pt x="1586868" y="71589"/>
                  </a:lnTo>
                  <a:lnTo>
                    <a:pt x="1573753" y="73186"/>
                  </a:lnTo>
                  <a:lnTo>
                    <a:pt x="1560638" y="74024"/>
                  </a:lnTo>
                  <a:lnTo>
                    <a:pt x="1547524" y="77602"/>
                  </a:lnTo>
                  <a:lnTo>
                    <a:pt x="1534409" y="80093"/>
                  </a:lnTo>
                  <a:lnTo>
                    <a:pt x="1521295" y="81597"/>
                  </a:lnTo>
                  <a:lnTo>
                    <a:pt x="1508180" y="82218"/>
                  </a:lnTo>
                  <a:lnTo>
                    <a:pt x="1495065" y="82057"/>
                  </a:lnTo>
                  <a:lnTo>
                    <a:pt x="1481951" y="81218"/>
                  </a:lnTo>
                  <a:lnTo>
                    <a:pt x="1468836" y="79802"/>
                  </a:lnTo>
                  <a:lnTo>
                    <a:pt x="1455721" y="78690"/>
                  </a:lnTo>
                  <a:lnTo>
                    <a:pt x="1442607" y="81476"/>
                  </a:lnTo>
                  <a:lnTo>
                    <a:pt x="1429492" y="83103"/>
                  </a:lnTo>
                  <a:lnTo>
                    <a:pt x="1416378" y="81579"/>
                  </a:lnTo>
                  <a:lnTo>
                    <a:pt x="1403263" y="86842"/>
                  </a:lnTo>
                  <a:lnTo>
                    <a:pt x="1390148" y="91927"/>
                  </a:lnTo>
                  <a:lnTo>
                    <a:pt x="1377034" y="95704"/>
                  </a:lnTo>
                  <a:lnTo>
                    <a:pt x="1363919" y="98548"/>
                  </a:lnTo>
                  <a:lnTo>
                    <a:pt x="1350805" y="102678"/>
                  </a:lnTo>
                  <a:lnTo>
                    <a:pt x="1337690" y="105518"/>
                  </a:lnTo>
                  <a:lnTo>
                    <a:pt x="1324575" y="106490"/>
                  </a:lnTo>
                  <a:lnTo>
                    <a:pt x="1311461" y="108676"/>
                  </a:lnTo>
                  <a:lnTo>
                    <a:pt x="1298346" y="110437"/>
                  </a:lnTo>
                  <a:lnTo>
                    <a:pt x="1285231" y="112215"/>
                  </a:lnTo>
                  <a:lnTo>
                    <a:pt x="1272117" y="113846"/>
                  </a:lnTo>
                  <a:lnTo>
                    <a:pt x="1259002" y="114573"/>
                  </a:lnTo>
                  <a:lnTo>
                    <a:pt x="1245888" y="113983"/>
                  </a:lnTo>
                  <a:lnTo>
                    <a:pt x="1232773" y="115386"/>
                  </a:lnTo>
                  <a:lnTo>
                    <a:pt x="1219658" y="115704"/>
                  </a:lnTo>
                  <a:lnTo>
                    <a:pt x="1206544" y="116846"/>
                  </a:lnTo>
                  <a:lnTo>
                    <a:pt x="1193429" y="117096"/>
                  </a:lnTo>
                  <a:lnTo>
                    <a:pt x="1180315" y="115927"/>
                  </a:lnTo>
                  <a:lnTo>
                    <a:pt x="1167200" y="115282"/>
                  </a:lnTo>
                  <a:lnTo>
                    <a:pt x="1154085" y="113640"/>
                  </a:lnTo>
                  <a:lnTo>
                    <a:pt x="1140971" y="112297"/>
                  </a:lnTo>
                  <a:lnTo>
                    <a:pt x="1127856" y="113544"/>
                  </a:lnTo>
                  <a:lnTo>
                    <a:pt x="1114742" y="114681"/>
                  </a:lnTo>
                  <a:lnTo>
                    <a:pt x="1101627" y="115662"/>
                  </a:lnTo>
                  <a:lnTo>
                    <a:pt x="1088512" y="115219"/>
                  </a:lnTo>
                  <a:lnTo>
                    <a:pt x="1075398" y="115546"/>
                  </a:lnTo>
                  <a:lnTo>
                    <a:pt x="1062283" y="115092"/>
                  </a:lnTo>
                  <a:lnTo>
                    <a:pt x="1049168" y="111747"/>
                  </a:lnTo>
                  <a:lnTo>
                    <a:pt x="1036054" y="110839"/>
                  </a:lnTo>
                  <a:lnTo>
                    <a:pt x="1022939" y="109679"/>
                  </a:lnTo>
                  <a:lnTo>
                    <a:pt x="1009825" y="106779"/>
                  </a:lnTo>
                  <a:lnTo>
                    <a:pt x="996710" y="105287"/>
                  </a:lnTo>
                  <a:lnTo>
                    <a:pt x="983595" y="103697"/>
                  </a:lnTo>
                  <a:lnTo>
                    <a:pt x="970481" y="101623"/>
                  </a:lnTo>
                  <a:lnTo>
                    <a:pt x="957366" y="99966"/>
                  </a:lnTo>
                  <a:lnTo>
                    <a:pt x="944252" y="98401"/>
                  </a:lnTo>
                  <a:lnTo>
                    <a:pt x="931137" y="96253"/>
                  </a:lnTo>
                  <a:lnTo>
                    <a:pt x="918022" y="95696"/>
                  </a:lnTo>
                  <a:lnTo>
                    <a:pt x="904908" y="94631"/>
                  </a:lnTo>
                  <a:lnTo>
                    <a:pt x="891793" y="93805"/>
                  </a:lnTo>
                  <a:lnTo>
                    <a:pt x="878679" y="93257"/>
                  </a:lnTo>
                  <a:lnTo>
                    <a:pt x="865564" y="92998"/>
                  </a:lnTo>
                  <a:lnTo>
                    <a:pt x="852449" y="93070"/>
                  </a:lnTo>
                  <a:lnTo>
                    <a:pt x="839335" y="93327"/>
                  </a:lnTo>
                  <a:lnTo>
                    <a:pt x="826220" y="93555"/>
                  </a:lnTo>
                  <a:lnTo>
                    <a:pt x="813105" y="94013"/>
                  </a:lnTo>
                  <a:lnTo>
                    <a:pt x="799991" y="94645"/>
                  </a:lnTo>
                  <a:lnTo>
                    <a:pt x="786876" y="96126"/>
                  </a:lnTo>
                  <a:lnTo>
                    <a:pt x="773762" y="98866"/>
                  </a:lnTo>
                  <a:lnTo>
                    <a:pt x="760647" y="104105"/>
                  </a:lnTo>
                  <a:lnTo>
                    <a:pt x="747532" y="108620"/>
                  </a:lnTo>
                  <a:lnTo>
                    <a:pt x="734418" y="113450"/>
                  </a:lnTo>
                  <a:lnTo>
                    <a:pt x="721303" y="118567"/>
                  </a:lnTo>
                  <a:lnTo>
                    <a:pt x="708189" y="122562"/>
                  </a:lnTo>
                  <a:lnTo>
                    <a:pt x="695074" y="125074"/>
                  </a:lnTo>
                  <a:lnTo>
                    <a:pt x="681959" y="130795"/>
                  </a:lnTo>
                  <a:lnTo>
                    <a:pt x="668845" y="137452"/>
                  </a:lnTo>
                  <a:lnTo>
                    <a:pt x="655730" y="145905"/>
                  </a:lnTo>
                  <a:lnTo>
                    <a:pt x="642615" y="153812"/>
                  </a:lnTo>
                  <a:lnTo>
                    <a:pt x="629501" y="160193"/>
                  </a:lnTo>
                  <a:lnTo>
                    <a:pt x="616386" y="167171"/>
                  </a:lnTo>
                  <a:lnTo>
                    <a:pt x="603272" y="178322"/>
                  </a:lnTo>
                  <a:lnTo>
                    <a:pt x="590157" y="188324"/>
                  </a:lnTo>
                  <a:lnTo>
                    <a:pt x="577042" y="196383"/>
                  </a:lnTo>
                  <a:lnTo>
                    <a:pt x="563928" y="204148"/>
                  </a:lnTo>
                  <a:lnTo>
                    <a:pt x="550813" y="211554"/>
                  </a:lnTo>
                  <a:lnTo>
                    <a:pt x="537699" y="218536"/>
                  </a:lnTo>
                  <a:lnTo>
                    <a:pt x="524584" y="225029"/>
                  </a:lnTo>
                  <a:lnTo>
                    <a:pt x="511469" y="232285"/>
                  </a:lnTo>
                  <a:lnTo>
                    <a:pt x="498355" y="238201"/>
                  </a:lnTo>
                  <a:lnTo>
                    <a:pt x="485240" y="241764"/>
                  </a:lnTo>
                  <a:lnTo>
                    <a:pt x="472126" y="245823"/>
                  </a:lnTo>
                  <a:lnTo>
                    <a:pt x="459011" y="254827"/>
                  </a:lnTo>
                  <a:lnTo>
                    <a:pt x="445896" y="258952"/>
                  </a:lnTo>
                  <a:lnTo>
                    <a:pt x="432782" y="262856"/>
                  </a:lnTo>
                  <a:lnTo>
                    <a:pt x="419667" y="272621"/>
                  </a:lnTo>
                  <a:lnTo>
                    <a:pt x="406552" y="284662"/>
                  </a:lnTo>
                  <a:lnTo>
                    <a:pt x="393438" y="296798"/>
                  </a:lnTo>
                  <a:lnTo>
                    <a:pt x="380323" y="308519"/>
                  </a:lnTo>
                  <a:lnTo>
                    <a:pt x="367209" y="319669"/>
                  </a:lnTo>
                  <a:lnTo>
                    <a:pt x="354094" y="330090"/>
                  </a:lnTo>
                  <a:lnTo>
                    <a:pt x="340979" y="339626"/>
                  </a:lnTo>
                  <a:lnTo>
                    <a:pt x="327865" y="343747"/>
                  </a:lnTo>
                  <a:lnTo>
                    <a:pt x="314750" y="346683"/>
                  </a:lnTo>
                  <a:lnTo>
                    <a:pt x="301636" y="349415"/>
                  </a:lnTo>
                  <a:lnTo>
                    <a:pt x="288521" y="353159"/>
                  </a:lnTo>
                  <a:lnTo>
                    <a:pt x="275406" y="355448"/>
                  </a:lnTo>
                  <a:lnTo>
                    <a:pt x="262292" y="356433"/>
                  </a:lnTo>
                  <a:lnTo>
                    <a:pt x="249177" y="359194"/>
                  </a:lnTo>
                  <a:lnTo>
                    <a:pt x="236063" y="360225"/>
                  </a:lnTo>
                  <a:lnTo>
                    <a:pt x="222948" y="359657"/>
                  </a:lnTo>
                  <a:lnTo>
                    <a:pt x="209833" y="355559"/>
                  </a:lnTo>
                  <a:lnTo>
                    <a:pt x="196719" y="354245"/>
                  </a:lnTo>
                  <a:lnTo>
                    <a:pt x="183604" y="351383"/>
                  </a:lnTo>
                  <a:lnTo>
                    <a:pt x="170489" y="350013"/>
                  </a:lnTo>
                  <a:lnTo>
                    <a:pt x="157375" y="347018"/>
                  </a:lnTo>
                  <a:lnTo>
                    <a:pt x="144260" y="350516"/>
                  </a:lnTo>
                  <a:lnTo>
                    <a:pt x="131146" y="352566"/>
                  </a:lnTo>
                  <a:lnTo>
                    <a:pt x="118031" y="349288"/>
                  </a:lnTo>
                  <a:lnTo>
                    <a:pt x="104916" y="342944"/>
                  </a:lnTo>
                  <a:lnTo>
                    <a:pt x="91802" y="340611"/>
                  </a:lnTo>
                  <a:lnTo>
                    <a:pt x="78687" y="336068"/>
                  </a:lnTo>
                  <a:lnTo>
                    <a:pt x="65573" y="332406"/>
                  </a:lnTo>
                  <a:lnTo>
                    <a:pt x="52458" y="331067"/>
                  </a:lnTo>
                  <a:lnTo>
                    <a:pt x="39343" y="334857"/>
                  </a:lnTo>
                  <a:lnTo>
                    <a:pt x="26229" y="336039"/>
                  </a:lnTo>
                  <a:lnTo>
                    <a:pt x="13114" y="350981"/>
                  </a:lnTo>
                  <a:lnTo>
                    <a:pt x="0" y="3825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291597"/>
              <a:ext cx="2347515" cy="635880"/>
            </a:xfrm>
            <a:custGeom>
              <a:avLst/>
              <a:pathLst>
                <a:path w="2347515" h="635880">
                  <a:moveTo>
                    <a:pt x="0" y="369107"/>
                  </a:moveTo>
                  <a:lnTo>
                    <a:pt x="13114" y="369084"/>
                  </a:lnTo>
                  <a:lnTo>
                    <a:pt x="26229" y="369440"/>
                  </a:lnTo>
                  <a:lnTo>
                    <a:pt x="39343" y="370123"/>
                  </a:lnTo>
                  <a:lnTo>
                    <a:pt x="52458" y="371082"/>
                  </a:lnTo>
                  <a:lnTo>
                    <a:pt x="65573" y="372263"/>
                  </a:lnTo>
                  <a:lnTo>
                    <a:pt x="78687" y="373615"/>
                  </a:lnTo>
                  <a:lnTo>
                    <a:pt x="91802" y="375087"/>
                  </a:lnTo>
                  <a:lnTo>
                    <a:pt x="104916" y="376624"/>
                  </a:lnTo>
                  <a:lnTo>
                    <a:pt x="118031" y="378176"/>
                  </a:lnTo>
                  <a:lnTo>
                    <a:pt x="131146" y="379690"/>
                  </a:lnTo>
                  <a:lnTo>
                    <a:pt x="144260" y="381115"/>
                  </a:lnTo>
                  <a:lnTo>
                    <a:pt x="157375" y="382397"/>
                  </a:lnTo>
                  <a:lnTo>
                    <a:pt x="170489" y="383484"/>
                  </a:lnTo>
                  <a:lnTo>
                    <a:pt x="183604" y="384326"/>
                  </a:lnTo>
                  <a:lnTo>
                    <a:pt x="196719" y="384869"/>
                  </a:lnTo>
                  <a:lnTo>
                    <a:pt x="209833" y="385061"/>
                  </a:lnTo>
                  <a:lnTo>
                    <a:pt x="222948" y="384850"/>
                  </a:lnTo>
                  <a:lnTo>
                    <a:pt x="236063" y="384184"/>
                  </a:lnTo>
                  <a:lnTo>
                    <a:pt x="249177" y="383010"/>
                  </a:lnTo>
                  <a:lnTo>
                    <a:pt x="262292" y="381281"/>
                  </a:lnTo>
                  <a:lnTo>
                    <a:pt x="275406" y="378976"/>
                  </a:lnTo>
                  <a:lnTo>
                    <a:pt x="288521" y="376119"/>
                  </a:lnTo>
                  <a:lnTo>
                    <a:pt x="301636" y="372740"/>
                  </a:lnTo>
                  <a:lnTo>
                    <a:pt x="314750" y="368868"/>
                  </a:lnTo>
                  <a:lnTo>
                    <a:pt x="327865" y="364533"/>
                  </a:lnTo>
                  <a:lnTo>
                    <a:pt x="340979" y="359764"/>
                  </a:lnTo>
                  <a:lnTo>
                    <a:pt x="354094" y="354590"/>
                  </a:lnTo>
                  <a:lnTo>
                    <a:pt x="367209" y="349042"/>
                  </a:lnTo>
                  <a:lnTo>
                    <a:pt x="380323" y="343148"/>
                  </a:lnTo>
                  <a:lnTo>
                    <a:pt x="393438" y="336938"/>
                  </a:lnTo>
                  <a:lnTo>
                    <a:pt x="406552" y="330441"/>
                  </a:lnTo>
                  <a:lnTo>
                    <a:pt x="419667" y="323688"/>
                  </a:lnTo>
                  <a:lnTo>
                    <a:pt x="432782" y="316707"/>
                  </a:lnTo>
                  <a:lnTo>
                    <a:pt x="445896" y="309528"/>
                  </a:lnTo>
                  <a:lnTo>
                    <a:pt x="459011" y="302180"/>
                  </a:lnTo>
                  <a:lnTo>
                    <a:pt x="472126" y="294693"/>
                  </a:lnTo>
                  <a:lnTo>
                    <a:pt x="485240" y="287096"/>
                  </a:lnTo>
                  <a:lnTo>
                    <a:pt x="498355" y="279420"/>
                  </a:lnTo>
                  <a:lnTo>
                    <a:pt x="511469" y="271691"/>
                  </a:lnTo>
                  <a:lnTo>
                    <a:pt x="524584" y="263939"/>
                  </a:lnTo>
                  <a:lnTo>
                    <a:pt x="537699" y="256192"/>
                  </a:lnTo>
                  <a:lnTo>
                    <a:pt x="550813" y="248477"/>
                  </a:lnTo>
                  <a:lnTo>
                    <a:pt x="563928" y="240825"/>
                  </a:lnTo>
                  <a:lnTo>
                    <a:pt x="577042" y="233266"/>
                  </a:lnTo>
                  <a:lnTo>
                    <a:pt x="590157" y="225827"/>
                  </a:lnTo>
                  <a:lnTo>
                    <a:pt x="603272" y="218539"/>
                  </a:lnTo>
                  <a:lnTo>
                    <a:pt x="616386" y="211431"/>
                  </a:lnTo>
                  <a:lnTo>
                    <a:pt x="629501" y="204532"/>
                  </a:lnTo>
                  <a:lnTo>
                    <a:pt x="642615" y="197872"/>
                  </a:lnTo>
                  <a:lnTo>
                    <a:pt x="655730" y="191480"/>
                  </a:lnTo>
                  <a:lnTo>
                    <a:pt x="668845" y="185385"/>
                  </a:lnTo>
                  <a:lnTo>
                    <a:pt x="681959" y="179616"/>
                  </a:lnTo>
                  <a:lnTo>
                    <a:pt x="695074" y="174204"/>
                  </a:lnTo>
                  <a:lnTo>
                    <a:pt x="708189" y="169176"/>
                  </a:lnTo>
                  <a:lnTo>
                    <a:pt x="721303" y="164564"/>
                  </a:lnTo>
                  <a:lnTo>
                    <a:pt x="734418" y="160395"/>
                  </a:lnTo>
                  <a:lnTo>
                    <a:pt x="747532" y="156699"/>
                  </a:lnTo>
                  <a:lnTo>
                    <a:pt x="760647" y="153506"/>
                  </a:lnTo>
                  <a:lnTo>
                    <a:pt x="773762" y="150843"/>
                  </a:lnTo>
                  <a:lnTo>
                    <a:pt x="786876" y="148732"/>
                  </a:lnTo>
                  <a:lnTo>
                    <a:pt x="799991" y="147167"/>
                  </a:lnTo>
                  <a:lnTo>
                    <a:pt x="813105" y="146112"/>
                  </a:lnTo>
                  <a:lnTo>
                    <a:pt x="826220" y="145531"/>
                  </a:lnTo>
                  <a:lnTo>
                    <a:pt x="839335" y="145388"/>
                  </a:lnTo>
                  <a:lnTo>
                    <a:pt x="852449" y="145644"/>
                  </a:lnTo>
                  <a:lnTo>
                    <a:pt x="865564" y="146264"/>
                  </a:lnTo>
                  <a:lnTo>
                    <a:pt x="878679" y="147210"/>
                  </a:lnTo>
                  <a:lnTo>
                    <a:pt x="891793" y="148446"/>
                  </a:lnTo>
                  <a:lnTo>
                    <a:pt x="904908" y="149935"/>
                  </a:lnTo>
                  <a:lnTo>
                    <a:pt x="918022" y="151640"/>
                  </a:lnTo>
                  <a:lnTo>
                    <a:pt x="931137" y="153525"/>
                  </a:lnTo>
                  <a:lnTo>
                    <a:pt x="944252" y="155551"/>
                  </a:lnTo>
                  <a:lnTo>
                    <a:pt x="957366" y="157684"/>
                  </a:lnTo>
                  <a:lnTo>
                    <a:pt x="970481" y="159885"/>
                  </a:lnTo>
                  <a:lnTo>
                    <a:pt x="983595" y="162117"/>
                  </a:lnTo>
                  <a:lnTo>
                    <a:pt x="996710" y="164345"/>
                  </a:lnTo>
                  <a:lnTo>
                    <a:pt x="1009825" y="166528"/>
                  </a:lnTo>
                  <a:lnTo>
                    <a:pt x="1022939" y="168625"/>
                  </a:lnTo>
                  <a:lnTo>
                    <a:pt x="1036054" y="170598"/>
                  </a:lnTo>
                  <a:lnTo>
                    <a:pt x="1049168" y="172408"/>
                  </a:lnTo>
                  <a:lnTo>
                    <a:pt x="1062283" y="174038"/>
                  </a:lnTo>
                  <a:lnTo>
                    <a:pt x="1075398" y="175483"/>
                  </a:lnTo>
                  <a:lnTo>
                    <a:pt x="1088512" y="176740"/>
                  </a:lnTo>
                  <a:lnTo>
                    <a:pt x="1101627" y="177805"/>
                  </a:lnTo>
                  <a:lnTo>
                    <a:pt x="1114742" y="178675"/>
                  </a:lnTo>
                  <a:lnTo>
                    <a:pt x="1127856" y="179347"/>
                  </a:lnTo>
                  <a:lnTo>
                    <a:pt x="1140971" y="179818"/>
                  </a:lnTo>
                  <a:lnTo>
                    <a:pt x="1154085" y="180083"/>
                  </a:lnTo>
                  <a:lnTo>
                    <a:pt x="1167200" y="180140"/>
                  </a:lnTo>
                  <a:lnTo>
                    <a:pt x="1180315" y="179984"/>
                  </a:lnTo>
                  <a:lnTo>
                    <a:pt x="1193429" y="179614"/>
                  </a:lnTo>
                  <a:lnTo>
                    <a:pt x="1206544" y="179025"/>
                  </a:lnTo>
                  <a:lnTo>
                    <a:pt x="1219658" y="178213"/>
                  </a:lnTo>
                  <a:lnTo>
                    <a:pt x="1232773" y="177177"/>
                  </a:lnTo>
                  <a:lnTo>
                    <a:pt x="1245888" y="175912"/>
                  </a:lnTo>
                  <a:lnTo>
                    <a:pt x="1259002" y="174423"/>
                  </a:lnTo>
                  <a:lnTo>
                    <a:pt x="1272117" y="172714"/>
                  </a:lnTo>
                  <a:lnTo>
                    <a:pt x="1285231" y="170793"/>
                  </a:lnTo>
                  <a:lnTo>
                    <a:pt x="1298346" y="168673"/>
                  </a:lnTo>
                  <a:lnTo>
                    <a:pt x="1311461" y="166368"/>
                  </a:lnTo>
                  <a:lnTo>
                    <a:pt x="1324575" y="163900"/>
                  </a:lnTo>
                  <a:lnTo>
                    <a:pt x="1337690" y="161297"/>
                  </a:lnTo>
                  <a:lnTo>
                    <a:pt x="1350805" y="158583"/>
                  </a:lnTo>
                  <a:lnTo>
                    <a:pt x="1363919" y="155785"/>
                  </a:lnTo>
                  <a:lnTo>
                    <a:pt x="1377034" y="152928"/>
                  </a:lnTo>
                  <a:lnTo>
                    <a:pt x="1390148" y="150039"/>
                  </a:lnTo>
                  <a:lnTo>
                    <a:pt x="1403263" y="147143"/>
                  </a:lnTo>
                  <a:lnTo>
                    <a:pt x="1416378" y="144266"/>
                  </a:lnTo>
                  <a:lnTo>
                    <a:pt x="1429492" y="141435"/>
                  </a:lnTo>
                  <a:lnTo>
                    <a:pt x="1442607" y="138675"/>
                  </a:lnTo>
                  <a:lnTo>
                    <a:pt x="1455721" y="136012"/>
                  </a:lnTo>
                  <a:lnTo>
                    <a:pt x="1468836" y="133471"/>
                  </a:lnTo>
                  <a:lnTo>
                    <a:pt x="1481951" y="131080"/>
                  </a:lnTo>
                  <a:lnTo>
                    <a:pt x="1495065" y="128861"/>
                  </a:lnTo>
                  <a:lnTo>
                    <a:pt x="1508180" y="126831"/>
                  </a:lnTo>
                  <a:lnTo>
                    <a:pt x="1521295" y="125002"/>
                  </a:lnTo>
                  <a:lnTo>
                    <a:pt x="1534409" y="123386"/>
                  </a:lnTo>
                  <a:lnTo>
                    <a:pt x="1547524" y="121985"/>
                  </a:lnTo>
                  <a:lnTo>
                    <a:pt x="1560638" y="120796"/>
                  </a:lnTo>
                  <a:lnTo>
                    <a:pt x="1573753" y="119805"/>
                  </a:lnTo>
                  <a:lnTo>
                    <a:pt x="1586868" y="118968"/>
                  </a:lnTo>
                  <a:lnTo>
                    <a:pt x="1599982" y="118232"/>
                  </a:lnTo>
                  <a:lnTo>
                    <a:pt x="1613097" y="117542"/>
                  </a:lnTo>
                  <a:lnTo>
                    <a:pt x="1626211" y="116844"/>
                  </a:lnTo>
                  <a:lnTo>
                    <a:pt x="1639326" y="116083"/>
                  </a:lnTo>
                  <a:lnTo>
                    <a:pt x="1652441" y="115205"/>
                  </a:lnTo>
                  <a:lnTo>
                    <a:pt x="1665555" y="114155"/>
                  </a:lnTo>
                  <a:lnTo>
                    <a:pt x="1678670" y="112880"/>
                  </a:lnTo>
                  <a:lnTo>
                    <a:pt x="1691784" y="111325"/>
                  </a:lnTo>
                  <a:lnTo>
                    <a:pt x="1704899" y="109435"/>
                  </a:lnTo>
                  <a:lnTo>
                    <a:pt x="1718014" y="107157"/>
                  </a:lnTo>
                  <a:lnTo>
                    <a:pt x="1731128" y="104436"/>
                  </a:lnTo>
                  <a:lnTo>
                    <a:pt x="1744243" y="101224"/>
                  </a:lnTo>
                  <a:lnTo>
                    <a:pt x="1757358" y="97485"/>
                  </a:lnTo>
                  <a:lnTo>
                    <a:pt x="1770472" y="93186"/>
                  </a:lnTo>
                  <a:lnTo>
                    <a:pt x="1783587" y="88301"/>
                  </a:lnTo>
                  <a:lnTo>
                    <a:pt x="1796701" y="82813"/>
                  </a:lnTo>
                  <a:lnTo>
                    <a:pt x="1809816" y="76721"/>
                  </a:lnTo>
                  <a:lnTo>
                    <a:pt x="1822931" y="70039"/>
                  </a:lnTo>
                  <a:lnTo>
                    <a:pt x="1836045" y="62824"/>
                  </a:lnTo>
                  <a:lnTo>
                    <a:pt x="1849160" y="55233"/>
                  </a:lnTo>
                  <a:lnTo>
                    <a:pt x="1862274" y="47455"/>
                  </a:lnTo>
                  <a:lnTo>
                    <a:pt x="1875389" y="39676"/>
                  </a:lnTo>
                  <a:lnTo>
                    <a:pt x="1888504" y="32085"/>
                  </a:lnTo>
                  <a:lnTo>
                    <a:pt x="1901618" y="24871"/>
                  </a:lnTo>
                  <a:lnTo>
                    <a:pt x="1914733" y="18220"/>
                  </a:lnTo>
                  <a:lnTo>
                    <a:pt x="1927847" y="12321"/>
                  </a:lnTo>
                  <a:lnTo>
                    <a:pt x="1940962" y="7362"/>
                  </a:lnTo>
                  <a:lnTo>
                    <a:pt x="1954077" y="3530"/>
                  </a:lnTo>
                  <a:lnTo>
                    <a:pt x="1967191" y="1014"/>
                  </a:lnTo>
                  <a:lnTo>
                    <a:pt x="1980306" y="0"/>
                  </a:lnTo>
                  <a:lnTo>
                    <a:pt x="1993421" y="665"/>
                  </a:lnTo>
                  <a:lnTo>
                    <a:pt x="2006535" y="3176"/>
                  </a:lnTo>
                  <a:lnTo>
                    <a:pt x="2019650" y="7694"/>
                  </a:lnTo>
                  <a:lnTo>
                    <a:pt x="2032764" y="14374"/>
                  </a:lnTo>
                  <a:lnTo>
                    <a:pt x="2045879" y="23360"/>
                  </a:lnTo>
                  <a:lnTo>
                    <a:pt x="2058994" y="34779"/>
                  </a:lnTo>
                  <a:lnTo>
                    <a:pt x="2072108" y="48733"/>
                  </a:lnTo>
                  <a:lnTo>
                    <a:pt x="2085223" y="65301"/>
                  </a:lnTo>
                  <a:lnTo>
                    <a:pt x="2098337" y="84465"/>
                  </a:lnTo>
                  <a:lnTo>
                    <a:pt x="2111452" y="106023"/>
                  </a:lnTo>
                  <a:lnTo>
                    <a:pt x="2124567" y="129735"/>
                  </a:lnTo>
                  <a:lnTo>
                    <a:pt x="2137681" y="155360"/>
                  </a:lnTo>
                  <a:lnTo>
                    <a:pt x="2150796" y="182657"/>
                  </a:lnTo>
                  <a:lnTo>
                    <a:pt x="2163911" y="211387"/>
                  </a:lnTo>
                  <a:lnTo>
                    <a:pt x="2177025" y="241308"/>
                  </a:lnTo>
                  <a:lnTo>
                    <a:pt x="2190140" y="272180"/>
                  </a:lnTo>
                  <a:lnTo>
                    <a:pt x="2203254" y="303763"/>
                  </a:lnTo>
                  <a:lnTo>
                    <a:pt x="2216369" y="335816"/>
                  </a:lnTo>
                  <a:lnTo>
                    <a:pt x="2229484" y="368105"/>
                  </a:lnTo>
                  <a:lnTo>
                    <a:pt x="2242598" y="400421"/>
                  </a:lnTo>
                  <a:lnTo>
                    <a:pt x="2255713" y="432535"/>
                  </a:lnTo>
                  <a:lnTo>
                    <a:pt x="2268827" y="464230"/>
                  </a:lnTo>
                  <a:lnTo>
                    <a:pt x="2281942" y="495303"/>
                  </a:lnTo>
                  <a:lnTo>
                    <a:pt x="2295057" y="525563"/>
                  </a:lnTo>
                  <a:lnTo>
                    <a:pt x="2308171" y="554851"/>
                  </a:lnTo>
                  <a:lnTo>
                    <a:pt x="2321286" y="583029"/>
                  </a:lnTo>
                  <a:lnTo>
                    <a:pt x="2334400" y="610032"/>
                  </a:lnTo>
                  <a:lnTo>
                    <a:pt x="2347515" y="635880"/>
                  </a:lnTo>
                  <a:lnTo>
                    <a:pt x="2347515" y="63588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875563"/>
              <a:ext cx="2347515" cy="498723"/>
            </a:xfrm>
            <a:custGeom>
              <a:avLst/>
              <a:pathLst>
                <a:path w="2347515" h="498723">
                  <a:moveTo>
                    <a:pt x="0" y="344546"/>
                  </a:moveTo>
                  <a:lnTo>
                    <a:pt x="13114" y="343072"/>
                  </a:lnTo>
                  <a:lnTo>
                    <a:pt x="26229" y="341597"/>
                  </a:lnTo>
                  <a:lnTo>
                    <a:pt x="39343" y="340122"/>
                  </a:lnTo>
                  <a:lnTo>
                    <a:pt x="52458" y="338648"/>
                  </a:lnTo>
                  <a:lnTo>
                    <a:pt x="65573" y="337173"/>
                  </a:lnTo>
                  <a:lnTo>
                    <a:pt x="78687" y="335698"/>
                  </a:lnTo>
                  <a:lnTo>
                    <a:pt x="91802" y="334223"/>
                  </a:lnTo>
                  <a:lnTo>
                    <a:pt x="104916" y="332747"/>
                  </a:lnTo>
                  <a:lnTo>
                    <a:pt x="118031" y="331271"/>
                  </a:lnTo>
                  <a:lnTo>
                    <a:pt x="131146" y="329795"/>
                  </a:lnTo>
                  <a:lnTo>
                    <a:pt x="144260" y="328318"/>
                  </a:lnTo>
                  <a:lnTo>
                    <a:pt x="157375" y="326840"/>
                  </a:lnTo>
                  <a:lnTo>
                    <a:pt x="170489" y="325362"/>
                  </a:lnTo>
                  <a:lnTo>
                    <a:pt x="183604" y="323882"/>
                  </a:lnTo>
                  <a:lnTo>
                    <a:pt x="196719" y="322402"/>
                  </a:lnTo>
                  <a:lnTo>
                    <a:pt x="209833" y="320921"/>
                  </a:lnTo>
                  <a:lnTo>
                    <a:pt x="222948" y="319438"/>
                  </a:lnTo>
                  <a:lnTo>
                    <a:pt x="236063" y="317954"/>
                  </a:lnTo>
                  <a:lnTo>
                    <a:pt x="249177" y="316468"/>
                  </a:lnTo>
                  <a:lnTo>
                    <a:pt x="262292" y="314981"/>
                  </a:lnTo>
                  <a:lnTo>
                    <a:pt x="275406" y="313491"/>
                  </a:lnTo>
                  <a:lnTo>
                    <a:pt x="288521" y="312000"/>
                  </a:lnTo>
                  <a:lnTo>
                    <a:pt x="301636" y="310507"/>
                  </a:lnTo>
                  <a:lnTo>
                    <a:pt x="314750" y="309011"/>
                  </a:lnTo>
                  <a:lnTo>
                    <a:pt x="327865" y="307512"/>
                  </a:lnTo>
                  <a:lnTo>
                    <a:pt x="340979" y="306012"/>
                  </a:lnTo>
                  <a:lnTo>
                    <a:pt x="354094" y="304508"/>
                  </a:lnTo>
                  <a:lnTo>
                    <a:pt x="367209" y="303001"/>
                  </a:lnTo>
                  <a:lnTo>
                    <a:pt x="380323" y="301491"/>
                  </a:lnTo>
                  <a:lnTo>
                    <a:pt x="393438" y="299978"/>
                  </a:lnTo>
                  <a:lnTo>
                    <a:pt x="406552" y="298461"/>
                  </a:lnTo>
                  <a:lnTo>
                    <a:pt x="419667" y="296940"/>
                  </a:lnTo>
                  <a:lnTo>
                    <a:pt x="432782" y="295416"/>
                  </a:lnTo>
                  <a:lnTo>
                    <a:pt x="445896" y="293887"/>
                  </a:lnTo>
                  <a:lnTo>
                    <a:pt x="459011" y="292355"/>
                  </a:lnTo>
                  <a:lnTo>
                    <a:pt x="472126" y="290818"/>
                  </a:lnTo>
                  <a:lnTo>
                    <a:pt x="485240" y="289276"/>
                  </a:lnTo>
                  <a:lnTo>
                    <a:pt x="498355" y="287730"/>
                  </a:lnTo>
                  <a:lnTo>
                    <a:pt x="511469" y="286178"/>
                  </a:lnTo>
                  <a:lnTo>
                    <a:pt x="524584" y="284622"/>
                  </a:lnTo>
                  <a:lnTo>
                    <a:pt x="537699" y="283060"/>
                  </a:lnTo>
                  <a:lnTo>
                    <a:pt x="550813" y="281493"/>
                  </a:lnTo>
                  <a:lnTo>
                    <a:pt x="563928" y="279921"/>
                  </a:lnTo>
                  <a:lnTo>
                    <a:pt x="577042" y="278343"/>
                  </a:lnTo>
                  <a:lnTo>
                    <a:pt x="590157" y="276758"/>
                  </a:lnTo>
                  <a:lnTo>
                    <a:pt x="603272" y="275168"/>
                  </a:lnTo>
                  <a:lnTo>
                    <a:pt x="616386" y="273572"/>
                  </a:lnTo>
                  <a:lnTo>
                    <a:pt x="629501" y="271969"/>
                  </a:lnTo>
                  <a:lnTo>
                    <a:pt x="642615" y="270360"/>
                  </a:lnTo>
                  <a:lnTo>
                    <a:pt x="655730" y="268744"/>
                  </a:lnTo>
                  <a:lnTo>
                    <a:pt x="668845" y="267122"/>
                  </a:lnTo>
                  <a:lnTo>
                    <a:pt x="681959" y="265492"/>
                  </a:lnTo>
                  <a:lnTo>
                    <a:pt x="695074" y="263856"/>
                  </a:lnTo>
                  <a:lnTo>
                    <a:pt x="708189" y="262212"/>
                  </a:lnTo>
                  <a:lnTo>
                    <a:pt x="721303" y="260562"/>
                  </a:lnTo>
                  <a:lnTo>
                    <a:pt x="734418" y="258903"/>
                  </a:lnTo>
                  <a:lnTo>
                    <a:pt x="747532" y="257238"/>
                  </a:lnTo>
                  <a:lnTo>
                    <a:pt x="760647" y="255564"/>
                  </a:lnTo>
                  <a:lnTo>
                    <a:pt x="773762" y="253883"/>
                  </a:lnTo>
                  <a:lnTo>
                    <a:pt x="786876" y="252194"/>
                  </a:lnTo>
                  <a:lnTo>
                    <a:pt x="799991" y="250498"/>
                  </a:lnTo>
                  <a:lnTo>
                    <a:pt x="813105" y="248793"/>
                  </a:lnTo>
                  <a:lnTo>
                    <a:pt x="826220" y="247080"/>
                  </a:lnTo>
                  <a:lnTo>
                    <a:pt x="839335" y="245359"/>
                  </a:lnTo>
                  <a:lnTo>
                    <a:pt x="852449" y="243629"/>
                  </a:lnTo>
                  <a:lnTo>
                    <a:pt x="865564" y="241891"/>
                  </a:lnTo>
                  <a:lnTo>
                    <a:pt x="878679" y="240145"/>
                  </a:lnTo>
                  <a:lnTo>
                    <a:pt x="891793" y="238390"/>
                  </a:lnTo>
                  <a:lnTo>
                    <a:pt x="904908" y="236627"/>
                  </a:lnTo>
                  <a:lnTo>
                    <a:pt x="918022" y="234855"/>
                  </a:lnTo>
                  <a:lnTo>
                    <a:pt x="931137" y="233074"/>
                  </a:lnTo>
                  <a:lnTo>
                    <a:pt x="944252" y="231284"/>
                  </a:lnTo>
                  <a:lnTo>
                    <a:pt x="957366" y="229486"/>
                  </a:lnTo>
                  <a:lnTo>
                    <a:pt x="970481" y="227679"/>
                  </a:lnTo>
                  <a:lnTo>
                    <a:pt x="983595" y="225863"/>
                  </a:lnTo>
                  <a:lnTo>
                    <a:pt x="996710" y="224038"/>
                  </a:lnTo>
                  <a:lnTo>
                    <a:pt x="1009825" y="222204"/>
                  </a:lnTo>
                  <a:lnTo>
                    <a:pt x="1022939" y="220361"/>
                  </a:lnTo>
                  <a:lnTo>
                    <a:pt x="1036054" y="218509"/>
                  </a:lnTo>
                  <a:lnTo>
                    <a:pt x="1049168" y="216648"/>
                  </a:lnTo>
                  <a:lnTo>
                    <a:pt x="1062283" y="214779"/>
                  </a:lnTo>
                  <a:lnTo>
                    <a:pt x="1075398" y="212900"/>
                  </a:lnTo>
                  <a:lnTo>
                    <a:pt x="1088512" y="211012"/>
                  </a:lnTo>
                  <a:lnTo>
                    <a:pt x="1101627" y="209115"/>
                  </a:lnTo>
                  <a:lnTo>
                    <a:pt x="1114742" y="207209"/>
                  </a:lnTo>
                  <a:lnTo>
                    <a:pt x="1127856" y="205294"/>
                  </a:lnTo>
                  <a:lnTo>
                    <a:pt x="1140971" y="203370"/>
                  </a:lnTo>
                  <a:lnTo>
                    <a:pt x="1154085" y="201438"/>
                  </a:lnTo>
                  <a:lnTo>
                    <a:pt x="1167200" y="199496"/>
                  </a:lnTo>
                  <a:lnTo>
                    <a:pt x="1180315" y="197545"/>
                  </a:lnTo>
                  <a:lnTo>
                    <a:pt x="1193429" y="195586"/>
                  </a:lnTo>
                  <a:lnTo>
                    <a:pt x="1206544" y="193618"/>
                  </a:lnTo>
                  <a:lnTo>
                    <a:pt x="1219658" y="191641"/>
                  </a:lnTo>
                  <a:lnTo>
                    <a:pt x="1232773" y="189655"/>
                  </a:lnTo>
                  <a:lnTo>
                    <a:pt x="1245888" y="187660"/>
                  </a:lnTo>
                  <a:lnTo>
                    <a:pt x="1259002" y="185657"/>
                  </a:lnTo>
                  <a:lnTo>
                    <a:pt x="1272117" y="183646"/>
                  </a:lnTo>
                  <a:lnTo>
                    <a:pt x="1285231" y="181626"/>
                  </a:lnTo>
                  <a:lnTo>
                    <a:pt x="1298346" y="179597"/>
                  </a:lnTo>
                  <a:lnTo>
                    <a:pt x="1311461" y="177560"/>
                  </a:lnTo>
                  <a:lnTo>
                    <a:pt x="1324575" y="175515"/>
                  </a:lnTo>
                  <a:lnTo>
                    <a:pt x="1337690" y="173462"/>
                  </a:lnTo>
                  <a:lnTo>
                    <a:pt x="1350805" y="171400"/>
                  </a:lnTo>
                  <a:lnTo>
                    <a:pt x="1363919" y="169331"/>
                  </a:lnTo>
                  <a:lnTo>
                    <a:pt x="1377034" y="167253"/>
                  </a:lnTo>
                  <a:lnTo>
                    <a:pt x="1390148" y="165168"/>
                  </a:lnTo>
                  <a:lnTo>
                    <a:pt x="1403263" y="163075"/>
                  </a:lnTo>
                  <a:lnTo>
                    <a:pt x="1416378" y="160974"/>
                  </a:lnTo>
                  <a:lnTo>
                    <a:pt x="1429492" y="158866"/>
                  </a:lnTo>
                  <a:lnTo>
                    <a:pt x="1442607" y="156750"/>
                  </a:lnTo>
                  <a:lnTo>
                    <a:pt x="1455721" y="154627"/>
                  </a:lnTo>
                  <a:lnTo>
                    <a:pt x="1468836" y="152496"/>
                  </a:lnTo>
                  <a:lnTo>
                    <a:pt x="1481951" y="150359"/>
                  </a:lnTo>
                  <a:lnTo>
                    <a:pt x="1495065" y="148214"/>
                  </a:lnTo>
                  <a:lnTo>
                    <a:pt x="1508180" y="146063"/>
                  </a:lnTo>
                  <a:lnTo>
                    <a:pt x="1521295" y="143905"/>
                  </a:lnTo>
                  <a:lnTo>
                    <a:pt x="1534409" y="141740"/>
                  </a:lnTo>
                  <a:lnTo>
                    <a:pt x="1547524" y="139569"/>
                  </a:lnTo>
                  <a:lnTo>
                    <a:pt x="1560638" y="137391"/>
                  </a:lnTo>
                  <a:lnTo>
                    <a:pt x="1573753" y="135207"/>
                  </a:lnTo>
                  <a:lnTo>
                    <a:pt x="1586868" y="133017"/>
                  </a:lnTo>
                  <a:lnTo>
                    <a:pt x="1599982" y="130821"/>
                  </a:lnTo>
                  <a:lnTo>
                    <a:pt x="1613097" y="128619"/>
                  </a:lnTo>
                  <a:lnTo>
                    <a:pt x="1626211" y="126411"/>
                  </a:lnTo>
                  <a:lnTo>
                    <a:pt x="1639326" y="124198"/>
                  </a:lnTo>
                  <a:lnTo>
                    <a:pt x="1652441" y="121979"/>
                  </a:lnTo>
                  <a:lnTo>
                    <a:pt x="1665555" y="119755"/>
                  </a:lnTo>
                  <a:lnTo>
                    <a:pt x="1678670" y="117525"/>
                  </a:lnTo>
                  <a:lnTo>
                    <a:pt x="1691784" y="115291"/>
                  </a:lnTo>
                  <a:lnTo>
                    <a:pt x="1704899" y="113051"/>
                  </a:lnTo>
                  <a:lnTo>
                    <a:pt x="1718014" y="110807"/>
                  </a:lnTo>
                  <a:lnTo>
                    <a:pt x="1731128" y="108559"/>
                  </a:lnTo>
                  <a:lnTo>
                    <a:pt x="1744243" y="106306"/>
                  </a:lnTo>
                  <a:lnTo>
                    <a:pt x="1757358" y="104048"/>
                  </a:lnTo>
                  <a:lnTo>
                    <a:pt x="1770472" y="101786"/>
                  </a:lnTo>
                  <a:lnTo>
                    <a:pt x="1783587" y="99520"/>
                  </a:lnTo>
                  <a:lnTo>
                    <a:pt x="1796701" y="97251"/>
                  </a:lnTo>
                  <a:lnTo>
                    <a:pt x="1809816" y="94977"/>
                  </a:lnTo>
                  <a:lnTo>
                    <a:pt x="1822931" y="92700"/>
                  </a:lnTo>
                  <a:lnTo>
                    <a:pt x="1836045" y="90419"/>
                  </a:lnTo>
                  <a:lnTo>
                    <a:pt x="1849160" y="88135"/>
                  </a:lnTo>
                  <a:lnTo>
                    <a:pt x="1862274" y="85848"/>
                  </a:lnTo>
                  <a:lnTo>
                    <a:pt x="1875389" y="83558"/>
                  </a:lnTo>
                  <a:lnTo>
                    <a:pt x="1888504" y="81264"/>
                  </a:lnTo>
                  <a:lnTo>
                    <a:pt x="1901618" y="78968"/>
                  </a:lnTo>
                  <a:lnTo>
                    <a:pt x="1914733" y="76669"/>
                  </a:lnTo>
                  <a:lnTo>
                    <a:pt x="1927847" y="74368"/>
                  </a:lnTo>
                  <a:lnTo>
                    <a:pt x="1940962" y="72064"/>
                  </a:lnTo>
                  <a:lnTo>
                    <a:pt x="1954077" y="69758"/>
                  </a:lnTo>
                  <a:lnTo>
                    <a:pt x="1967191" y="67449"/>
                  </a:lnTo>
                  <a:lnTo>
                    <a:pt x="1980306" y="65139"/>
                  </a:lnTo>
                  <a:lnTo>
                    <a:pt x="1993421" y="62826"/>
                  </a:lnTo>
                  <a:lnTo>
                    <a:pt x="2006535" y="60512"/>
                  </a:lnTo>
                  <a:lnTo>
                    <a:pt x="2019650" y="58196"/>
                  </a:lnTo>
                  <a:lnTo>
                    <a:pt x="2032764" y="55878"/>
                  </a:lnTo>
                  <a:lnTo>
                    <a:pt x="2045879" y="53559"/>
                  </a:lnTo>
                  <a:lnTo>
                    <a:pt x="2058994" y="51238"/>
                  </a:lnTo>
                  <a:lnTo>
                    <a:pt x="2072108" y="48916"/>
                  </a:lnTo>
                  <a:lnTo>
                    <a:pt x="2085223" y="46593"/>
                  </a:lnTo>
                  <a:lnTo>
                    <a:pt x="2098337" y="44269"/>
                  </a:lnTo>
                  <a:lnTo>
                    <a:pt x="2111452" y="41944"/>
                  </a:lnTo>
                  <a:lnTo>
                    <a:pt x="2124567" y="39618"/>
                  </a:lnTo>
                  <a:lnTo>
                    <a:pt x="2137681" y="37290"/>
                  </a:lnTo>
                  <a:lnTo>
                    <a:pt x="2150796" y="34963"/>
                  </a:lnTo>
                  <a:lnTo>
                    <a:pt x="2163911" y="32634"/>
                  </a:lnTo>
                  <a:lnTo>
                    <a:pt x="2177025" y="30305"/>
                  </a:lnTo>
                  <a:lnTo>
                    <a:pt x="2190140" y="27975"/>
                  </a:lnTo>
                  <a:lnTo>
                    <a:pt x="2203254" y="25645"/>
                  </a:lnTo>
                  <a:lnTo>
                    <a:pt x="2216369" y="23315"/>
                  </a:lnTo>
                  <a:lnTo>
                    <a:pt x="2229484" y="20984"/>
                  </a:lnTo>
                  <a:lnTo>
                    <a:pt x="2242598" y="18653"/>
                  </a:lnTo>
                  <a:lnTo>
                    <a:pt x="2255713" y="16322"/>
                  </a:lnTo>
                  <a:lnTo>
                    <a:pt x="2268827" y="13990"/>
                  </a:lnTo>
                  <a:lnTo>
                    <a:pt x="2281942" y="11659"/>
                  </a:lnTo>
                  <a:lnTo>
                    <a:pt x="2295057" y="9327"/>
                  </a:lnTo>
                  <a:lnTo>
                    <a:pt x="2308171" y="6995"/>
                  </a:lnTo>
                  <a:lnTo>
                    <a:pt x="2321286" y="4663"/>
                  </a:lnTo>
                  <a:lnTo>
                    <a:pt x="2334400" y="2331"/>
                  </a:lnTo>
                  <a:lnTo>
                    <a:pt x="2347515" y="0"/>
                  </a:lnTo>
                  <a:lnTo>
                    <a:pt x="2347515" y="106047"/>
                  </a:lnTo>
                  <a:lnTo>
                    <a:pt x="2334400" y="108445"/>
                  </a:lnTo>
                  <a:lnTo>
                    <a:pt x="2321286" y="110842"/>
                  </a:lnTo>
                  <a:lnTo>
                    <a:pt x="2308171" y="113239"/>
                  </a:lnTo>
                  <a:lnTo>
                    <a:pt x="2295057" y="115636"/>
                  </a:lnTo>
                  <a:lnTo>
                    <a:pt x="2281942" y="118033"/>
                  </a:lnTo>
                  <a:lnTo>
                    <a:pt x="2268827" y="120430"/>
                  </a:lnTo>
                  <a:lnTo>
                    <a:pt x="2255713" y="122827"/>
                  </a:lnTo>
                  <a:lnTo>
                    <a:pt x="2242598" y="125224"/>
                  </a:lnTo>
                  <a:lnTo>
                    <a:pt x="2229484" y="127621"/>
                  </a:lnTo>
                  <a:lnTo>
                    <a:pt x="2216369" y="130017"/>
                  </a:lnTo>
                  <a:lnTo>
                    <a:pt x="2203254" y="132414"/>
                  </a:lnTo>
                  <a:lnTo>
                    <a:pt x="2190140" y="134810"/>
                  </a:lnTo>
                  <a:lnTo>
                    <a:pt x="2177025" y="137206"/>
                  </a:lnTo>
                  <a:lnTo>
                    <a:pt x="2163911" y="139602"/>
                  </a:lnTo>
                  <a:lnTo>
                    <a:pt x="2150796" y="141998"/>
                  </a:lnTo>
                  <a:lnTo>
                    <a:pt x="2137681" y="144393"/>
                  </a:lnTo>
                  <a:lnTo>
                    <a:pt x="2124567" y="146788"/>
                  </a:lnTo>
                  <a:lnTo>
                    <a:pt x="2111452" y="149182"/>
                  </a:lnTo>
                  <a:lnTo>
                    <a:pt x="2098337" y="151576"/>
                  </a:lnTo>
                  <a:lnTo>
                    <a:pt x="2085223" y="153969"/>
                  </a:lnTo>
                  <a:lnTo>
                    <a:pt x="2072108" y="156362"/>
                  </a:lnTo>
                  <a:lnTo>
                    <a:pt x="2058994" y="158754"/>
                  </a:lnTo>
                  <a:lnTo>
                    <a:pt x="2045879" y="161146"/>
                  </a:lnTo>
                  <a:lnTo>
                    <a:pt x="2032764" y="163537"/>
                  </a:lnTo>
                  <a:lnTo>
                    <a:pt x="2019650" y="165927"/>
                  </a:lnTo>
                  <a:lnTo>
                    <a:pt x="2006535" y="168316"/>
                  </a:lnTo>
                  <a:lnTo>
                    <a:pt x="1993421" y="170704"/>
                  </a:lnTo>
                  <a:lnTo>
                    <a:pt x="1980306" y="173091"/>
                  </a:lnTo>
                  <a:lnTo>
                    <a:pt x="1967191" y="175477"/>
                  </a:lnTo>
                  <a:lnTo>
                    <a:pt x="1954077" y="177862"/>
                  </a:lnTo>
                  <a:lnTo>
                    <a:pt x="1940962" y="180246"/>
                  </a:lnTo>
                  <a:lnTo>
                    <a:pt x="1927847" y="182628"/>
                  </a:lnTo>
                  <a:lnTo>
                    <a:pt x="1914733" y="185010"/>
                  </a:lnTo>
                  <a:lnTo>
                    <a:pt x="1901618" y="187389"/>
                  </a:lnTo>
                  <a:lnTo>
                    <a:pt x="1888504" y="189767"/>
                  </a:lnTo>
                  <a:lnTo>
                    <a:pt x="1875389" y="192144"/>
                  </a:lnTo>
                  <a:lnTo>
                    <a:pt x="1862274" y="194519"/>
                  </a:lnTo>
                  <a:lnTo>
                    <a:pt x="1849160" y="196892"/>
                  </a:lnTo>
                  <a:lnTo>
                    <a:pt x="1836045" y="199264"/>
                  </a:lnTo>
                  <a:lnTo>
                    <a:pt x="1822931" y="201633"/>
                  </a:lnTo>
                  <a:lnTo>
                    <a:pt x="1809816" y="204001"/>
                  </a:lnTo>
                  <a:lnTo>
                    <a:pt x="1796701" y="206366"/>
                  </a:lnTo>
                  <a:lnTo>
                    <a:pt x="1783587" y="208730"/>
                  </a:lnTo>
                  <a:lnTo>
                    <a:pt x="1770472" y="211091"/>
                  </a:lnTo>
                  <a:lnTo>
                    <a:pt x="1757358" y="213450"/>
                  </a:lnTo>
                  <a:lnTo>
                    <a:pt x="1744243" y="215806"/>
                  </a:lnTo>
                  <a:lnTo>
                    <a:pt x="1731128" y="218160"/>
                  </a:lnTo>
                  <a:lnTo>
                    <a:pt x="1718014" y="220512"/>
                  </a:lnTo>
                  <a:lnTo>
                    <a:pt x="1704899" y="222861"/>
                  </a:lnTo>
                  <a:lnTo>
                    <a:pt x="1691784" y="225208"/>
                  </a:lnTo>
                  <a:lnTo>
                    <a:pt x="1678670" y="227552"/>
                  </a:lnTo>
                  <a:lnTo>
                    <a:pt x="1665555" y="229893"/>
                  </a:lnTo>
                  <a:lnTo>
                    <a:pt x="1652441" y="232231"/>
                  </a:lnTo>
                  <a:lnTo>
                    <a:pt x="1639326" y="234566"/>
                  </a:lnTo>
                  <a:lnTo>
                    <a:pt x="1626211" y="236898"/>
                  </a:lnTo>
                  <a:lnTo>
                    <a:pt x="1613097" y="239227"/>
                  </a:lnTo>
                  <a:lnTo>
                    <a:pt x="1599982" y="241553"/>
                  </a:lnTo>
                  <a:lnTo>
                    <a:pt x="1586868" y="243876"/>
                  </a:lnTo>
                  <a:lnTo>
                    <a:pt x="1573753" y="246196"/>
                  </a:lnTo>
                  <a:lnTo>
                    <a:pt x="1560638" y="248512"/>
                  </a:lnTo>
                  <a:lnTo>
                    <a:pt x="1547524" y="250825"/>
                  </a:lnTo>
                  <a:lnTo>
                    <a:pt x="1534409" y="253134"/>
                  </a:lnTo>
                  <a:lnTo>
                    <a:pt x="1521295" y="255440"/>
                  </a:lnTo>
                  <a:lnTo>
                    <a:pt x="1508180" y="257742"/>
                  </a:lnTo>
                  <a:lnTo>
                    <a:pt x="1495065" y="260041"/>
                  </a:lnTo>
                  <a:lnTo>
                    <a:pt x="1481951" y="262336"/>
                  </a:lnTo>
                  <a:lnTo>
                    <a:pt x="1468836" y="264627"/>
                  </a:lnTo>
                  <a:lnTo>
                    <a:pt x="1455721" y="266914"/>
                  </a:lnTo>
                  <a:lnTo>
                    <a:pt x="1442607" y="269198"/>
                  </a:lnTo>
                  <a:lnTo>
                    <a:pt x="1429492" y="271477"/>
                  </a:lnTo>
                  <a:lnTo>
                    <a:pt x="1416378" y="273753"/>
                  </a:lnTo>
                  <a:lnTo>
                    <a:pt x="1403263" y="276024"/>
                  </a:lnTo>
                  <a:lnTo>
                    <a:pt x="1390148" y="278292"/>
                  </a:lnTo>
                  <a:lnTo>
                    <a:pt x="1377034" y="280556"/>
                  </a:lnTo>
                  <a:lnTo>
                    <a:pt x="1363919" y="282815"/>
                  </a:lnTo>
                  <a:lnTo>
                    <a:pt x="1350805" y="285070"/>
                  </a:lnTo>
                  <a:lnTo>
                    <a:pt x="1337690" y="287321"/>
                  </a:lnTo>
                  <a:lnTo>
                    <a:pt x="1324575" y="289568"/>
                  </a:lnTo>
                  <a:lnTo>
                    <a:pt x="1311461" y="291811"/>
                  </a:lnTo>
                  <a:lnTo>
                    <a:pt x="1298346" y="294049"/>
                  </a:lnTo>
                  <a:lnTo>
                    <a:pt x="1285231" y="296283"/>
                  </a:lnTo>
                  <a:lnTo>
                    <a:pt x="1272117" y="298513"/>
                  </a:lnTo>
                  <a:lnTo>
                    <a:pt x="1259002" y="300738"/>
                  </a:lnTo>
                  <a:lnTo>
                    <a:pt x="1245888" y="302959"/>
                  </a:lnTo>
                  <a:lnTo>
                    <a:pt x="1232773" y="305175"/>
                  </a:lnTo>
                  <a:lnTo>
                    <a:pt x="1219658" y="307387"/>
                  </a:lnTo>
                  <a:lnTo>
                    <a:pt x="1206544" y="309595"/>
                  </a:lnTo>
                  <a:lnTo>
                    <a:pt x="1193429" y="311799"/>
                  </a:lnTo>
                  <a:lnTo>
                    <a:pt x="1180315" y="313997"/>
                  </a:lnTo>
                  <a:lnTo>
                    <a:pt x="1167200" y="316192"/>
                  </a:lnTo>
                  <a:lnTo>
                    <a:pt x="1154085" y="318382"/>
                  </a:lnTo>
                  <a:lnTo>
                    <a:pt x="1140971" y="320568"/>
                  </a:lnTo>
                  <a:lnTo>
                    <a:pt x="1127856" y="322749"/>
                  </a:lnTo>
                  <a:lnTo>
                    <a:pt x="1114742" y="324926"/>
                  </a:lnTo>
                  <a:lnTo>
                    <a:pt x="1101627" y="327098"/>
                  </a:lnTo>
                  <a:lnTo>
                    <a:pt x="1088512" y="329266"/>
                  </a:lnTo>
                  <a:lnTo>
                    <a:pt x="1075398" y="331430"/>
                  </a:lnTo>
                  <a:lnTo>
                    <a:pt x="1062283" y="333589"/>
                  </a:lnTo>
                  <a:lnTo>
                    <a:pt x="1049168" y="335744"/>
                  </a:lnTo>
                  <a:lnTo>
                    <a:pt x="1036054" y="337895"/>
                  </a:lnTo>
                  <a:lnTo>
                    <a:pt x="1022939" y="340041"/>
                  </a:lnTo>
                  <a:lnTo>
                    <a:pt x="1009825" y="342183"/>
                  </a:lnTo>
                  <a:lnTo>
                    <a:pt x="996710" y="344321"/>
                  </a:lnTo>
                  <a:lnTo>
                    <a:pt x="983595" y="346455"/>
                  </a:lnTo>
                  <a:lnTo>
                    <a:pt x="970481" y="348584"/>
                  </a:lnTo>
                  <a:lnTo>
                    <a:pt x="957366" y="350709"/>
                  </a:lnTo>
                  <a:lnTo>
                    <a:pt x="944252" y="352831"/>
                  </a:lnTo>
                  <a:lnTo>
                    <a:pt x="931137" y="354948"/>
                  </a:lnTo>
                  <a:lnTo>
                    <a:pt x="918022" y="357061"/>
                  </a:lnTo>
                  <a:lnTo>
                    <a:pt x="904908" y="359170"/>
                  </a:lnTo>
                  <a:lnTo>
                    <a:pt x="891793" y="361275"/>
                  </a:lnTo>
                  <a:lnTo>
                    <a:pt x="878679" y="363376"/>
                  </a:lnTo>
                  <a:lnTo>
                    <a:pt x="865564" y="365473"/>
                  </a:lnTo>
                  <a:lnTo>
                    <a:pt x="852449" y="367567"/>
                  </a:lnTo>
                  <a:lnTo>
                    <a:pt x="839335" y="369657"/>
                  </a:lnTo>
                  <a:lnTo>
                    <a:pt x="826220" y="371743"/>
                  </a:lnTo>
                  <a:lnTo>
                    <a:pt x="813105" y="373826"/>
                  </a:lnTo>
                  <a:lnTo>
                    <a:pt x="799991" y="375904"/>
                  </a:lnTo>
                  <a:lnTo>
                    <a:pt x="786876" y="377980"/>
                  </a:lnTo>
                  <a:lnTo>
                    <a:pt x="773762" y="380052"/>
                  </a:lnTo>
                  <a:lnTo>
                    <a:pt x="760647" y="382120"/>
                  </a:lnTo>
                  <a:lnTo>
                    <a:pt x="747532" y="384186"/>
                  </a:lnTo>
                  <a:lnTo>
                    <a:pt x="734418" y="386248"/>
                  </a:lnTo>
                  <a:lnTo>
                    <a:pt x="721303" y="388307"/>
                  </a:lnTo>
                  <a:lnTo>
                    <a:pt x="708189" y="390362"/>
                  </a:lnTo>
                  <a:lnTo>
                    <a:pt x="695074" y="392415"/>
                  </a:lnTo>
                  <a:lnTo>
                    <a:pt x="681959" y="394465"/>
                  </a:lnTo>
                  <a:lnTo>
                    <a:pt x="668845" y="396511"/>
                  </a:lnTo>
                  <a:lnTo>
                    <a:pt x="655730" y="398555"/>
                  </a:lnTo>
                  <a:lnTo>
                    <a:pt x="642615" y="400597"/>
                  </a:lnTo>
                  <a:lnTo>
                    <a:pt x="629501" y="402635"/>
                  </a:lnTo>
                  <a:lnTo>
                    <a:pt x="616386" y="404671"/>
                  </a:lnTo>
                  <a:lnTo>
                    <a:pt x="603272" y="406704"/>
                  </a:lnTo>
                  <a:lnTo>
                    <a:pt x="590157" y="408735"/>
                  </a:lnTo>
                  <a:lnTo>
                    <a:pt x="577042" y="410764"/>
                  </a:lnTo>
                  <a:lnTo>
                    <a:pt x="563928" y="412790"/>
                  </a:lnTo>
                  <a:lnTo>
                    <a:pt x="550813" y="414814"/>
                  </a:lnTo>
                  <a:lnTo>
                    <a:pt x="537699" y="416836"/>
                  </a:lnTo>
                  <a:lnTo>
                    <a:pt x="524584" y="418856"/>
                  </a:lnTo>
                  <a:lnTo>
                    <a:pt x="511469" y="420873"/>
                  </a:lnTo>
                  <a:lnTo>
                    <a:pt x="498355" y="422889"/>
                  </a:lnTo>
                  <a:lnTo>
                    <a:pt x="485240" y="424903"/>
                  </a:lnTo>
                  <a:lnTo>
                    <a:pt x="472126" y="426916"/>
                  </a:lnTo>
                  <a:lnTo>
                    <a:pt x="459011" y="428926"/>
                  </a:lnTo>
                  <a:lnTo>
                    <a:pt x="445896" y="430935"/>
                  </a:lnTo>
                  <a:lnTo>
                    <a:pt x="432782" y="432942"/>
                  </a:lnTo>
                  <a:lnTo>
                    <a:pt x="419667" y="434948"/>
                  </a:lnTo>
                  <a:lnTo>
                    <a:pt x="406552" y="436953"/>
                  </a:lnTo>
                  <a:lnTo>
                    <a:pt x="393438" y="438956"/>
                  </a:lnTo>
                  <a:lnTo>
                    <a:pt x="380323" y="440958"/>
                  </a:lnTo>
                  <a:lnTo>
                    <a:pt x="367209" y="442959"/>
                  </a:lnTo>
                  <a:lnTo>
                    <a:pt x="354094" y="444958"/>
                  </a:lnTo>
                  <a:lnTo>
                    <a:pt x="340979" y="446957"/>
                  </a:lnTo>
                  <a:lnTo>
                    <a:pt x="327865" y="448955"/>
                  </a:lnTo>
                  <a:lnTo>
                    <a:pt x="314750" y="450951"/>
                  </a:lnTo>
                  <a:lnTo>
                    <a:pt x="301636" y="452947"/>
                  </a:lnTo>
                  <a:lnTo>
                    <a:pt x="288521" y="454942"/>
                  </a:lnTo>
                  <a:lnTo>
                    <a:pt x="275406" y="456936"/>
                  </a:lnTo>
                  <a:lnTo>
                    <a:pt x="262292" y="458929"/>
                  </a:lnTo>
                  <a:lnTo>
                    <a:pt x="249177" y="460922"/>
                  </a:lnTo>
                  <a:lnTo>
                    <a:pt x="236063" y="462914"/>
                  </a:lnTo>
                  <a:lnTo>
                    <a:pt x="222948" y="464906"/>
                  </a:lnTo>
                  <a:lnTo>
                    <a:pt x="209833" y="466897"/>
                  </a:lnTo>
                  <a:lnTo>
                    <a:pt x="196719" y="468888"/>
                  </a:lnTo>
                  <a:lnTo>
                    <a:pt x="183604" y="470879"/>
                  </a:lnTo>
                  <a:lnTo>
                    <a:pt x="170489" y="472869"/>
                  </a:lnTo>
                  <a:lnTo>
                    <a:pt x="157375" y="474858"/>
                  </a:lnTo>
                  <a:lnTo>
                    <a:pt x="144260" y="476848"/>
                  </a:lnTo>
                  <a:lnTo>
                    <a:pt x="131146" y="478837"/>
                  </a:lnTo>
                  <a:lnTo>
                    <a:pt x="118031" y="480826"/>
                  </a:lnTo>
                  <a:lnTo>
                    <a:pt x="104916" y="482815"/>
                  </a:lnTo>
                  <a:lnTo>
                    <a:pt x="91802" y="484804"/>
                  </a:lnTo>
                  <a:lnTo>
                    <a:pt x="78687" y="486792"/>
                  </a:lnTo>
                  <a:lnTo>
                    <a:pt x="65573" y="488781"/>
                  </a:lnTo>
                  <a:lnTo>
                    <a:pt x="52458" y="490769"/>
                  </a:lnTo>
                  <a:lnTo>
                    <a:pt x="39343" y="492758"/>
                  </a:lnTo>
                  <a:lnTo>
                    <a:pt x="26229" y="494746"/>
                  </a:lnTo>
                  <a:lnTo>
                    <a:pt x="13114" y="496735"/>
                  </a:lnTo>
                  <a:lnTo>
                    <a:pt x="0" y="49872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875563"/>
              <a:ext cx="2347515" cy="344546"/>
            </a:xfrm>
            <a:custGeom>
              <a:avLst/>
              <a:pathLst>
                <a:path w="2347515" h="344546">
                  <a:moveTo>
                    <a:pt x="0" y="344546"/>
                  </a:moveTo>
                  <a:lnTo>
                    <a:pt x="13114" y="343072"/>
                  </a:lnTo>
                  <a:lnTo>
                    <a:pt x="26229" y="341597"/>
                  </a:lnTo>
                  <a:lnTo>
                    <a:pt x="39343" y="340122"/>
                  </a:lnTo>
                  <a:lnTo>
                    <a:pt x="52458" y="338648"/>
                  </a:lnTo>
                  <a:lnTo>
                    <a:pt x="65573" y="337173"/>
                  </a:lnTo>
                  <a:lnTo>
                    <a:pt x="78687" y="335698"/>
                  </a:lnTo>
                  <a:lnTo>
                    <a:pt x="91802" y="334223"/>
                  </a:lnTo>
                  <a:lnTo>
                    <a:pt x="104916" y="332747"/>
                  </a:lnTo>
                  <a:lnTo>
                    <a:pt x="118031" y="331271"/>
                  </a:lnTo>
                  <a:lnTo>
                    <a:pt x="131146" y="329795"/>
                  </a:lnTo>
                  <a:lnTo>
                    <a:pt x="144260" y="328318"/>
                  </a:lnTo>
                  <a:lnTo>
                    <a:pt x="157375" y="326840"/>
                  </a:lnTo>
                  <a:lnTo>
                    <a:pt x="170489" y="325362"/>
                  </a:lnTo>
                  <a:lnTo>
                    <a:pt x="183604" y="323882"/>
                  </a:lnTo>
                  <a:lnTo>
                    <a:pt x="196719" y="322402"/>
                  </a:lnTo>
                  <a:lnTo>
                    <a:pt x="209833" y="320921"/>
                  </a:lnTo>
                  <a:lnTo>
                    <a:pt x="222948" y="319438"/>
                  </a:lnTo>
                  <a:lnTo>
                    <a:pt x="236063" y="317954"/>
                  </a:lnTo>
                  <a:lnTo>
                    <a:pt x="249177" y="316468"/>
                  </a:lnTo>
                  <a:lnTo>
                    <a:pt x="262292" y="314981"/>
                  </a:lnTo>
                  <a:lnTo>
                    <a:pt x="275406" y="313491"/>
                  </a:lnTo>
                  <a:lnTo>
                    <a:pt x="288521" y="312000"/>
                  </a:lnTo>
                  <a:lnTo>
                    <a:pt x="301636" y="310507"/>
                  </a:lnTo>
                  <a:lnTo>
                    <a:pt x="314750" y="309011"/>
                  </a:lnTo>
                  <a:lnTo>
                    <a:pt x="327865" y="307512"/>
                  </a:lnTo>
                  <a:lnTo>
                    <a:pt x="340979" y="306012"/>
                  </a:lnTo>
                  <a:lnTo>
                    <a:pt x="354094" y="304508"/>
                  </a:lnTo>
                  <a:lnTo>
                    <a:pt x="367209" y="303001"/>
                  </a:lnTo>
                  <a:lnTo>
                    <a:pt x="380323" y="301491"/>
                  </a:lnTo>
                  <a:lnTo>
                    <a:pt x="393438" y="299978"/>
                  </a:lnTo>
                  <a:lnTo>
                    <a:pt x="406552" y="298461"/>
                  </a:lnTo>
                  <a:lnTo>
                    <a:pt x="419667" y="296940"/>
                  </a:lnTo>
                  <a:lnTo>
                    <a:pt x="432782" y="295416"/>
                  </a:lnTo>
                  <a:lnTo>
                    <a:pt x="445896" y="293887"/>
                  </a:lnTo>
                  <a:lnTo>
                    <a:pt x="459011" y="292355"/>
                  </a:lnTo>
                  <a:lnTo>
                    <a:pt x="472126" y="290818"/>
                  </a:lnTo>
                  <a:lnTo>
                    <a:pt x="485240" y="289276"/>
                  </a:lnTo>
                  <a:lnTo>
                    <a:pt x="498355" y="287730"/>
                  </a:lnTo>
                  <a:lnTo>
                    <a:pt x="511469" y="286178"/>
                  </a:lnTo>
                  <a:lnTo>
                    <a:pt x="524584" y="284622"/>
                  </a:lnTo>
                  <a:lnTo>
                    <a:pt x="537699" y="283060"/>
                  </a:lnTo>
                  <a:lnTo>
                    <a:pt x="550813" y="281493"/>
                  </a:lnTo>
                  <a:lnTo>
                    <a:pt x="563928" y="279921"/>
                  </a:lnTo>
                  <a:lnTo>
                    <a:pt x="577042" y="278343"/>
                  </a:lnTo>
                  <a:lnTo>
                    <a:pt x="590157" y="276758"/>
                  </a:lnTo>
                  <a:lnTo>
                    <a:pt x="603272" y="275168"/>
                  </a:lnTo>
                  <a:lnTo>
                    <a:pt x="616386" y="273572"/>
                  </a:lnTo>
                  <a:lnTo>
                    <a:pt x="629501" y="271969"/>
                  </a:lnTo>
                  <a:lnTo>
                    <a:pt x="642615" y="270360"/>
                  </a:lnTo>
                  <a:lnTo>
                    <a:pt x="655730" y="268744"/>
                  </a:lnTo>
                  <a:lnTo>
                    <a:pt x="668845" y="267122"/>
                  </a:lnTo>
                  <a:lnTo>
                    <a:pt x="681959" y="265492"/>
                  </a:lnTo>
                  <a:lnTo>
                    <a:pt x="695074" y="263856"/>
                  </a:lnTo>
                  <a:lnTo>
                    <a:pt x="708189" y="262212"/>
                  </a:lnTo>
                  <a:lnTo>
                    <a:pt x="721303" y="260562"/>
                  </a:lnTo>
                  <a:lnTo>
                    <a:pt x="734418" y="258903"/>
                  </a:lnTo>
                  <a:lnTo>
                    <a:pt x="747532" y="257238"/>
                  </a:lnTo>
                  <a:lnTo>
                    <a:pt x="760647" y="255564"/>
                  </a:lnTo>
                  <a:lnTo>
                    <a:pt x="773762" y="253883"/>
                  </a:lnTo>
                  <a:lnTo>
                    <a:pt x="786876" y="252194"/>
                  </a:lnTo>
                  <a:lnTo>
                    <a:pt x="799991" y="250498"/>
                  </a:lnTo>
                  <a:lnTo>
                    <a:pt x="813105" y="248793"/>
                  </a:lnTo>
                  <a:lnTo>
                    <a:pt x="826220" y="247080"/>
                  </a:lnTo>
                  <a:lnTo>
                    <a:pt x="839335" y="245359"/>
                  </a:lnTo>
                  <a:lnTo>
                    <a:pt x="852449" y="243629"/>
                  </a:lnTo>
                  <a:lnTo>
                    <a:pt x="865564" y="241891"/>
                  </a:lnTo>
                  <a:lnTo>
                    <a:pt x="878679" y="240145"/>
                  </a:lnTo>
                  <a:lnTo>
                    <a:pt x="891793" y="238390"/>
                  </a:lnTo>
                  <a:lnTo>
                    <a:pt x="904908" y="236627"/>
                  </a:lnTo>
                  <a:lnTo>
                    <a:pt x="918022" y="234855"/>
                  </a:lnTo>
                  <a:lnTo>
                    <a:pt x="931137" y="233074"/>
                  </a:lnTo>
                  <a:lnTo>
                    <a:pt x="944252" y="231284"/>
                  </a:lnTo>
                  <a:lnTo>
                    <a:pt x="957366" y="229486"/>
                  </a:lnTo>
                  <a:lnTo>
                    <a:pt x="970481" y="227679"/>
                  </a:lnTo>
                  <a:lnTo>
                    <a:pt x="983595" y="225863"/>
                  </a:lnTo>
                  <a:lnTo>
                    <a:pt x="996710" y="224038"/>
                  </a:lnTo>
                  <a:lnTo>
                    <a:pt x="1009825" y="222204"/>
                  </a:lnTo>
                  <a:lnTo>
                    <a:pt x="1022939" y="220361"/>
                  </a:lnTo>
                  <a:lnTo>
                    <a:pt x="1036054" y="218509"/>
                  </a:lnTo>
                  <a:lnTo>
                    <a:pt x="1049168" y="216648"/>
                  </a:lnTo>
                  <a:lnTo>
                    <a:pt x="1062283" y="214779"/>
                  </a:lnTo>
                  <a:lnTo>
                    <a:pt x="1075398" y="212900"/>
                  </a:lnTo>
                  <a:lnTo>
                    <a:pt x="1088512" y="211012"/>
                  </a:lnTo>
                  <a:lnTo>
                    <a:pt x="1101627" y="209115"/>
                  </a:lnTo>
                  <a:lnTo>
                    <a:pt x="1114742" y="207209"/>
                  </a:lnTo>
                  <a:lnTo>
                    <a:pt x="1127856" y="205294"/>
                  </a:lnTo>
                  <a:lnTo>
                    <a:pt x="1140971" y="203370"/>
                  </a:lnTo>
                  <a:lnTo>
                    <a:pt x="1154085" y="201438"/>
                  </a:lnTo>
                  <a:lnTo>
                    <a:pt x="1167200" y="199496"/>
                  </a:lnTo>
                  <a:lnTo>
                    <a:pt x="1180315" y="197545"/>
                  </a:lnTo>
                  <a:lnTo>
                    <a:pt x="1193429" y="195586"/>
                  </a:lnTo>
                  <a:lnTo>
                    <a:pt x="1206544" y="193618"/>
                  </a:lnTo>
                  <a:lnTo>
                    <a:pt x="1219658" y="191641"/>
                  </a:lnTo>
                  <a:lnTo>
                    <a:pt x="1232773" y="189655"/>
                  </a:lnTo>
                  <a:lnTo>
                    <a:pt x="1245888" y="187660"/>
                  </a:lnTo>
                  <a:lnTo>
                    <a:pt x="1259002" y="185657"/>
                  </a:lnTo>
                  <a:lnTo>
                    <a:pt x="1272117" y="183646"/>
                  </a:lnTo>
                  <a:lnTo>
                    <a:pt x="1285231" y="181626"/>
                  </a:lnTo>
                  <a:lnTo>
                    <a:pt x="1298346" y="179597"/>
                  </a:lnTo>
                  <a:lnTo>
                    <a:pt x="1311461" y="177560"/>
                  </a:lnTo>
                  <a:lnTo>
                    <a:pt x="1324575" y="175515"/>
                  </a:lnTo>
                  <a:lnTo>
                    <a:pt x="1337690" y="173462"/>
                  </a:lnTo>
                  <a:lnTo>
                    <a:pt x="1350805" y="171400"/>
                  </a:lnTo>
                  <a:lnTo>
                    <a:pt x="1363919" y="169331"/>
                  </a:lnTo>
                  <a:lnTo>
                    <a:pt x="1377034" y="167253"/>
                  </a:lnTo>
                  <a:lnTo>
                    <a:pt x="1390148" y="165168"/>
                  </a:lnTo>
                  <a:lnTo>
                    <a:pt x="1403263" y="163075"/>
                  </a:lnTo>
                  <a:lnTo>
                    <a:pt x="1416378" y="160974"/>
                  </a:lnTo>
                  <a:lnTo>
                    <a:pt x="1429492" y="158866"/>
                  </a:lnTo>
                  <a:lnTo>
                    <a:pt x="1442607" y="156750"/>
                  </a:lnTo>
                  <a:lnTo>
                    <a:pt x="1455721" y="154627"/>
                  </a:lnTo>
                  <a:lnTo>
                    <a:pt x="1468836" y="152496"/>
                  </a:lnTo>
                  <a:lnTo>
                    <a:pt x="1481951" y="150359"/>
                  </a:lnTo>
                  <a:lnTo>
                    <a:pt x="1495065" y="148214"/>
                  </a:lnTo>
                  <a:lnTo>
                    <a:pt x="1508180" y="146063"/>
                  </a:lnTo>
                  <a:lnTo>
                    <a:pt x="1521295" y="143905"/>
                  </a:lnTo>
                  <a:lnTo>
                    <a:pt x="1534409" y="141740"/>
                  </a:lnTo>
                  <a:lnTo>
                    <a:pt x="1547524" y="139569"/>
                  </a:lnTo>
                  <a:lnTo>
                    <a:pt x="1560638" y="137391"/>
                  </a:lnTo>
                  <a:lnTo>
                    <a:pt x="1573753" y="135207"/>
                  </a:lnTo>
                  <a:lnTo>
                    <a:pt x="1586868" y="133017"/>
                  </a:lnTo>
                  <a:lnTo>
                    <a:pt x="1599982" y="130821"/>
                  </a:lnTo>
                  <a:lnTo>
                    <a:pt x="1613097" y="128619"/>
                  </a:lnTo>
                  <a:lnTo>
                    <a:pt x="1626211" y="126411"/>
                  </a:lnTo>
                  <a:lnTo>
                    <a:pt x="1639326" y="124198"/>
                  </a:lnTo>
                  <a:lnTo>
                    <a:pt x="1652441" y="121979"/>
                  </a:lnTo>
                  <a:lnTo>
                    <a:pt x="1665555" y="119755"/>
                  </a:lnTo>
                  <a:lnTo>
                    <a:pt x="1678670" y="117525"/>
                  </a:lnTo>
                  <a:lnTo>
                    <a:pt x="1691784" y="115291"/>
                  </a:lnTo>
                  <a:lnTo>
                    <a:pt x="1704899" y="113051"/>
                  </a:lnTo>
                  <a:lnTo>
                    <a:pt x="1718014" y="110807"/>
                  </a:lnTo>
                  <a:lnTo>
                    <a:pt x="1731128" y="108559"/>
                  </a:lnTo>
                  <a:lnTo>
                    <a:pt x="1744243" y="106306"/>
                  </a:lnTo>
                  <a:lnTo>
                    <a:pt x="1757358" y="104048"/>
                  </a:lnTo>
                  <a:lnTo>
                    <a:pt x="1770472" y="101786"/>
                  </a:lnTo>
                  <a:lnTo>
                    <a:pt x="1783587" y="99520"/>
                  </a:lnTo>
                  <a:lnTo>
                    <a:pt x="1796701" y="97251"/>
                  </a:lnTo>
                  <a:lnTo>
                    <a:pt x="1809816" y="94977"/>
                  </a:lnTo>
                  <a:lnTo>
                    <a:pt x="1822931" y="92700"/>
                  </a:lnTo>
                  <a:lnTo>
                    <a:pt x="1836045" y="90419"/>
                  </a:lnTo>
                  <a:lnTo>
                    <a:pt x="1849160" y="88135"/>
                  </a:lnTo>
                  <a:lnTo>
                    <a:pt x="1862274" y="85848"/>
                  </a:lnTo>
                  <a:lnTo>
                    <a:pt x="1875389" y="83558"/>
                  </a:lnTo>
                  <a:lnTo>
                    <a:pt x="1888504" y="81264"/>
                  </a:lnTo>
                  <a:lnTo>
                    <a:pt x="1901618" y="78968"/>
                  </a:lnTo>
                  <a:lnTo>
                    <a:pt x="1914733" y="76669"/>
                  </a:lnTo>
                  <a:lnTo>
                    <a:pt x="1927847" y="74368"/>
                  </a:lnTo>
                  <a:lnTo>
                    <a:pt x="1940962" y="72064"/>
                  </a:lnTo>
                  <a:lnTo>
                    <a:pt x="1954077" y="69758"/>
                  </a:lnTo>
                  <a:lnTo>
                    <a:pt x="1967191" y="67449"/>
                  </a:lnTo>
                  <a:lnTo>
                    <a:pt x="1980306" y="65139"/>
                  </a:lnTo>
                  <a:lnTo>
                    <a:pt x="1993421" y="62826"/>
                  </a:lnTo>
                  <a:lnTo>
                    <a:pt x="2006535" y="60512"/>
                  </a:lnTo>
                  <a:lnTo>
                    <a:pt x="2019650" y="58196"/>
                  </a:lnTo>
                  <a:lnTo>
                    <a:pt x="2032764" y="55878"/>
                  </a:lnTo>
                  <a:lnTo>
                    <a:pt x="2045879" y="53559"/>
                  </a:lnTo>
                  <a:lnTo>
                    <a:pt x="2058994" y="51238"/>
                  </a:lnTo>
                  <a:lnTo>
                    <a:pt x="2072108" y="48916"/>
                  </a:lnTo>
                  <a:lnTo>
                    <a:pt x="2085223" y="46593"/>
                  </a:lnTo>
                  <a:lnTo>
                    <a:pt x="2098337" y="44269"/>
                  </a:lnTo>
                  <a:lnTo>
                    <a:pt x="2111452" y="41944"/>
                  </a:lnTo>
                  <a:lnTo>
                    <a:pt x="2124567" y="39618"/>
                  </a:lnTo>
                  <a:lnTo>
                    <a:pt x="2137681" y="37290"/>
                  </a:lnTo>
                  <a:lnTo>
                    <a:pt x="2150796" y="34963"/>
                  </a:lnTo>
                  <a:lnTo>
                    <a:pt x="2163911" y="32634"/>
                  </a:lnTo>
                  <a:lnTo>
                    <a:pt x="2177025" y="30305"/>
                  </a:lnTo>
                  <a:lnTo>
                    <a:pt x="2190140" y="27975"/>
                  </a:lnTo>
                  <a:lnTo>
                    <a:pt x="2203254" y="25645"/>
                  </a:lnTo>
                  <a:lnTo>
                    <a:pt x="2216369" y="23315"/>
                  </a:lnTo>
                  <a:lnTo>
                    <a:pt x="2229484" y="20984"/>
                  </a:lnTo>
                  <a:lnTo>
                    <a:pt x="2242598" y="18653"/>
                  </a:lnTo>
                  <a:lnTo>
                    <a:pt x="2255713" y="16322"/>
                  </a:lnTo>
                  <a:lnTo>
                    <a:pt x="2268827" y="13990"/>
                  </a:lnTo>
                  <a:lnTo>
                    <a:pt x="2281942" y="11659"/>
                  </a:lnTo>
                  <a:lnTo>
                    <a:pt x="2295057" y="9327"/>
                  </a:lnTo>
                  <a:lnTo>
                    <a:pt x="2308171" y="6995"/>
                  </a:lnTo>
                  <a:lnTo>
                    <a:pt x="2321286" y="4663"/>
                  </a:lnTo>
                  <a:lnTo>
                    <a:pt x="2334400" y="233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1981611"/>
              <a:ext cx="2347515" cy="392675"/>
            </a:xfrm>
            <a:custGeom>
              <a:avLst/>
              <a:pathLst>
                <a:path w="2347515" h="392675">
                  <a:moveTo>
                    <a:pt x="2347515" y="0"/>
                  </a:moveTo>
                  <a:lnTo>
                    <a:pt x="2334400" y="2397"/>
                  </a:lnTo>
                  <a:lnTo>
                    <a:pt x="2321286" y="4794"/>
                  </a:lnTo>
                  <a:lnTo>
                    <a:pt x="2308171" y="7191"/>
                  </a:lnTo>
                  <a:lnTo>
                    <a:pt x="2295057" y="9588"/>
                  </a:lnTo>
                  <a:lnTo>
                    <a:pt x="2281942" y="11985"/>
                  </a:lnTo>
                  <a:lnTo>
                    <a:pt x="2268827" y="14382"/>
                  </a:lnTo>
                  <a:lnTo>
                    <a:pt x="2255713" y="16779"/>
                  </a:lnTo>
                  <a:lnTo>
                    <a:pt x="2242598" y="19176"/>
                  </a:lnTo>
                  <a:lnTo>
                    <a:pt x="2229484" y="21573"/>
                  </a:lnTo>
                  <a:lnTo>
                    <a:pt x="2216369" y="23969"/>
                  </a:lnTo>
                  <a:lnTo>
                    <a:pt x="2203254" y="26366"/>
                  </a:lnTo>
                  <a:lnTo>
                    <a:pt x="2190140" y="28762"/>
                  </a:lnTo>
                  <a:lnTo>
                    <a:pt x="2177025" y="31158"/>
                  </a:lnTo>
                  <a:lnTo>
                    <a:pt x="2163911" y="33554"/>
                  </a:lnTo>
                  <a:lnTo>
                    <a:pt x="2150796" y="35950"/>
                  </a:lnTo>
                  <a:lnTo>
                    <a:pt x="2137681" y="38345"/>
                  </a:lnTo>
                  <a:lnTo>
                    <a:pt x="2124567" y="40740"/>
                  </a:lnTo>
                  <a:lnTo>
                    <a:pt x="2111452" y="43134"/>
                  </a:lnTo>
                  <a:lnTo>
                    <a:pt x="2098337" y="45528"/>
                  </a:lnTo>
                  <a:lnTo>
                    <a:pt x="2085223" y="47921"/>
                  </a:lnTo>
                  <a:lnTo>
                    <a:pt x="2072108" y="50314"/>
                  </a:lnTo>
                  <a:lnTo>
                    <a:pt x="2058994" y="52706"/>
                  </a:lnTo>
                  <a:lnTo>
                    <a:pt x="2045879" y="55098"/>
                  </a:lnTo>
                  <a:lnTo>
                    <a:pt x="2032764" y="57489"/>
                  </a:lnTo>
                  <a:lnTo>
                    <a:pt x="2019650" y="59879"/>
                  </a:lnTo>
                  <a:lnTo>
                    <a:pt x="2006535" y="62268"/>
                  </a:lnTo>
                  <a:lnTo>
                    <a:pt x="1993421" y="64656"/>
                  </a:lnTo>
                  <a:lnTo>
                    <a:pt x="1980306" y="67043"/>
                  </a:lnTo>
                  <a:lnTo>
                    <a:pt x="1967191" y="69429"/>
                  </a:lnTo>
                  <a:lnTo>
                    <a:pt x="1954077" y="71814"/>
                  </a:lnTo>
                  <a:lnTo>
                    <a:pt x="1940962" y="74198"/>
                  </a:lnTo>
                  <a:lnTo>
                    <a:pt x="1927847" y="76581"/>
                  </a:lnTo>
                  <a:lnTo>
                    <a:pt x="1914733" y="78962"/>
                  </a:lnTo>
                  <a:lnTo>
                    <a:pt x="1901618" y="81341"/>
                  </a:lnTo>
                  <a:lnTo>
                    <a:pt x="1888504" y="83719"/>
                  </a:lnTo>
                  <a:lnTo>
                    <a:pt x="1875389" y="86096"/>
                  </a:lnTo>
                  <a:lnTo>
                    <a:pt x="1862274" y="88471"/>
                  </a:lnTo>
                  <a:lnTo>
                    <a:pt x="1849160" y="90844"/>
                  </a:lnTo>
                  <a:lnTo>
                    <a:pt x="1836045" y="93216"/>
                  </a:lnTo>
                  <a:lnTo>
                    <a:pt x="1822931" y="95585"/>
                  </a:lnTo>
                  <a:lnTo>
                    <a:pt x="1809816" y="97953"/>
                  </a:lnTo>
                  <a:lnTo>
                    <a:pt x="1796701" y="100318"/>
                  </a:lnTo>
                  <a:lnTo>
                    <a:pt x="1783587" y="102682"/>
                  </a:lnTo>
                  <a:lnTo>
                    <a:pt x="1770472" y="105043"/>
                  </a:lnTo>
                  <a:lnTo>
                    <a:pt x="1757358" y="107402"/>
                  </a:lnTo>
                  <a:lnTo>
                    <a:pt x="1744243" y="109758"/>
                  </a:lnTo>
                  <a:lnTo>
                    <a:pt x="1731128" y="112113"/>
                  </a:lnTo>
                  <a:lnTo>
                    <a:pt x="1718014" y="114464"/>
                  </a:lnTo>
                  <a:lnTo>
                    <a:pt x="1704899" y="116813"/>
                  </a:lnTo>
                  <a:lnTo>
                    <a:pt x="1691784" y="119160"/>
                  </a:lnTo>
                  <a:lnTo>
                    <a:pt x="1678670" y="121504"/>
                  </a:lnTo>
                  <a:lnTo>
                    <a:pt x="1665555" y="123845"/>
                  </a:lnTo>
                  <a:lnTo>
                    <a:pt x="1652441" y="126183"/>
                  </a:lnTo>
                  <a:lnTo>
                    <a:pt x="1639326" y="128518"/>
                  </a:lnTo>
                  <a:lnTo>
                    <a:pt x="1626211" y="130850"/>
                  </a:lnTo>
                  <a:lnTo>
                    <a:pt x="1613097" y="133179"/>
                  </a:lnTo>
                  <a:lnTo>
                    <a:pt x="1599982" y="135505"/>
                  </a:lnTo>
                  <a:lnTo>
                    <a:pt x="1586868" y="137828"/>
                  </a:lnTo>
                  <a:lnTo>
                    <a:pt x="1573753" y="140148"/>
                  </a:lnTo>
                  <a:lnTo>
                    <a:pt x="1560638" y="142464"/>
                  </a:lnTo>
                  <a:lnTo>
                    <a:pt x="1547524" y="144777"/>
                  </a:lnTo>
                  <a:lnTo>
                    <a:pt x="1534409" y="147086"/>
                  </a:lnTo>
                  <a:lnTo>
                    <a:pt x="1521295" y="149392"/>
                  </a:lnTo>
                  <a:lnTo>
                    <a:pt x="1508180" y="151694"/>
                  </a:lnTo>
                  <a:lnTo>
                    <a:pt x="1495065" y="153993"/>
                  </a:lnTo>
                  <a:lnTo>
                    <a:pt x="1481951" y="156288"/>
                  </a:lnTo>
                  <a:lnTo>
                    <a:pt x="1468836" y="158579"/>
                  </a:lnTo>
                  <a:lnTo>
                    <a:pt x="1455721" y="160866"/>
                  </a:lnTo>
                  <a:lnTo>
                    <a:pt x="1442607" y="163150"/>
                  </a:lnTo>
                  <a:lnTo>
                    <a:pt x="1429492" y="165429"/>
                  </a:lnTo>
                  <a:lnTo>
                    <a:pt x="1416378" y="167705"/>
                  </a:lnTo>
                  <a:lnTo>
                    <a:pt x="1403263" y="169977"/>
                  </a:lnTo>
                  <a:lnTo>
                    <a:pt x="1390148" y="172244"/>
                  </a:lnTo>
                  <a:lnTo>
                    <a:pt x="1377034" y="174508"/>
                  </a:lnTo>
                  <a:lnTo>
                    <a:pt x="1363919" y="176767"/>
                  </a:lnTo>
                  <a:lnTo>
                    <a:pt x="1350805" y="179022"/>
                  </a:lnTo>
                  <a:lnTo>
                    <a:pt x="1337690" y="181273"/>
                  </a:lnTo>
                  <a:lnTo>
                    <a:pt x="1324575" y="183520"/>
                  </a:lnTo>
                  <a:lnTo>
                    <a:pt x="1311461" y="185763"/>
                  </a:lnTo>
                  <a:lnTo>
                    <a:pt x="1298346" y="188001"/>
                  </a:lnTo>
                  <a:lnTo>
                    <a:pt x="1285231" y="190235"/>
                  </a:lnTo>
                  <a:lnTo>
                    <a:pt x="1272117" y="192465"/>
                  </a:lnTo>
                  <a:lnTo>
                    <a:pt x="1259002" y="194690"/>
                  </a:lnTo>
                  <a:lnTo>
                    <a:pt x="1245888" y="196911"/>
                  </a:lnTo>
                  <a:lnTo>
                    <a:pt x="1232773" y="199127"/>
                  </a:lnTo>
                  <a:lnTo>
                    <a:pt x="1219658" y="201340"/>
                  </a:lnTo>
                  <a:lnTo>
                    <a:pt x="1206544" y="203547"/>
                  </a:lnTo>
                  <a:lnTo>
                    <a:pt x="1193429" y="205751"/>
                  </a:lnTo>
                  <a:lnTo>
                    <a:pt x="1180315" y="207950"/>
                  </a:lnTo>
                  <a:lnTo>
                    <a:pt x="1167200" y="210144"/>
                  </a:lnTo>
                  <a:lnTo>
                    <a:pt x="1154085" y="212334"/>
                  </a:lnTo>
                  <a:lnTo>
                    <a:pt x="1140971" y="214520"/>
                  </a:lnTo>
                  <a:lnTo>
                    <a:pt x="1127856" y="216701"/>
                  </a:lnTo>
                  <a:lnTo>
                    <a:pt x="1114742" y="218878"/>
                  </a:lnTo>
                  <a:lnTo>
                    <a:pt x="1101627" y="221050"/>
                  </a:lnTo>
                  <a:lnTo>
                    <a:pt x="1088512" y="223218"/>
                  </a:lnTo>
                  <a:lnTo>
                    <a:pt x="1075398" y="225382"/>
                  </a:lnTo>
                  <a:lnTo>
                    <a:pt x="1062283" y="227541"/>
                  </a:lnTo>
                  <a:lnTo>
                    <a:pt x="1049168" y="229696"/>
                  </a:lnTo>
                  <a:lnTo>
                    <a:pt x="1036054" y="231847"/>
                  </a:lnTo>
                  <a:lnTo>
                    <a:pt x="1022939" y="233993"/>
                  </a:lnTo>
                  <a:lnTo>
                    <a:pt x="1009825" y="236135"/>
                  </a:lnTo>
                  <a:lnTo>
                    <a:pt x="996710" y="238273"/>
                  </a:lnTo>
                  <a:lnTo>
                    <a:pt x="983595" y="240407"/>
                  </a:lnTo>
                  <a:lnTo>
                    <a:pt x="970481" y="242536"/>
                  </a:lnTo>
                  <a:lnTo>
                    <a:pt x="957366" y="244662"/>
                  </a:lnTo>
                  <a:lnTo>
                    <a:pt x="944252" y="246783"/>
                  </a:lnTo>
                  <a:lnTo>
                    <a:pt x="931137" y="248900"/>
                  </a:lnTo>
                  <a:lnTo>
                    <a:pt x="918022" y="251013"/>
                  </a:lnTo>
                  <a:lnTo>
                    <a:pt x="904908" y="253122"/>
                  </a:lnTo>
                  <a:lnTo>
                    <a:pt x="891793" y="255227"/>
                  </a:lnTo>
                  <a:lnTo>
                    <a:pt x="878679" y="257328"/>
                  </a:lnTo>
                  <a:lnTo>
                    <a:pt x="865564" y="259426"/>
                  </a:lnTo>
                  <a:lnTo>
                    <a:pt x="852449" y="261519"/>
                  </a:lnTo>
                  <a:lnTo>
                    <a:pt x="839335" y="263609"/>
                  </a:lnTo>
                  <a:lnTo>
                    <a:pt x="826220" y="265695"/>
                  </a:lnTo>
                  <a:lnTo>
                    <a:pt x="813105" y="267778"/>
                  </a:lnTo>
                  <a:lnTo>
                    <a:pt x="799991" y="269857"/>
                  </a:lnTo>
                  <a:lnTo>
                    <a:pt x="786876" y="271932"/>
                  </a:lnTo>
                  <a:lnTo>
                    <a:pt x="773762" y="274004"/>
                  </a:lnTo>
                  <a:lnTo>
                    <a:pt x="760647" y="276073"/>
                  </a:lnTo>
                  <a:lnTo>
                    <a:pt x="747532" y="278138"/>
                  </a:lnTo>
                  <a:lnTo>
                    <a:pt x="734418" y="280200"/>
                  </a:lnTo>
                  <a:lnTo>
                    <a:pt x="721303" y="282259"/>
                  </a:lnTo>
                  <a:lnTo>
                    <a:pt x="708189" y="284314"/>
                  </a:lnTo>
                  <a:lnTo>
                    <a:pt x="695074" y="286367"/>
                  </a:lnTo>
                  <a:lnTo>
                    <a:pt x="681959" y="288417"/>
                  </a:lnTo>
                  <a:lnTo>
                    <a:pt x="668845" y="290463"/>
                  </a:lnTo>
                  <a:lnTo>
                    <a:pt x="655730" y="292507"/>
                  </a:lnTo>
                  <a:lnTo>
                    <a:pt x="642615" y="294549"/>
                  </a:lnTo>
                  <a:lnTo>
                    <a:pt x="629501" y="296587"/>
                  </a:lnTo>
                  <a:lnTo>
                    <a:pt x="616386" y="298623"/>
                  </a:lnTo>
                  <a:lnTo>
                    <a:pt x="603272" y="300656"/>
                  </a:lnTo>
                  <a:lnTo>
                    <a:pt x="590157" y="302687"/>
                  </a:lnTo>
                  <a:lnTo>
                    <a:pt x="577042" y="304716"/>
                  </a:lnTo>
                  <a:lnTo>
                    <a:pt x="563928" y="306742"/>
                  </a:lnTo>
                  <a:lnTo>
                    <a:pt x="550813" y="308766"/>
                  </a:lnTo>
                  <a:lnTo>
                    <a:pt x="537699" y="310788"/>
                  </a:lnTo>
                  <a:lnTo>
                    <a:pt x="524584" y="312808"/>
                  </a:lnTo>
                  <a:lnTo>
                    <a:pt x="511469" y="314825"/>
                  </a:lnTo>
                  <a:lnTo>
                    <a:pt x="498355" y="316841"/>
                  </a:lnTo>
                  <a:lnTo>
                    <a:pt x="485240" y="318855"/>
                  </a:lnTo>
                  <a:lnTo>
                    <a:pt x="472126" y="320868"/>
                  </a:lnTo>
                  <a:lnTo>
                    <a:pt x="459011" y="322878"/>
                  </a:lnTo>
                  <a:lnTo>
                    <a:pt x="445896" y="324887"/>
                  </a:lnTo>
                  <a:lnTo>
                    <a:pt x="432782" y="326895"/>
                  </a:lnTo>
                  <a:lnTo>
                    <a:pt x="419667" y="328900"/>
                  </a:lnTo>
                  <a:lnTo>
                    <a:pt x="406552" y="330905"/>
                  </a:lnTo>
                  <a:lnTo>
                    <a:pt x="393438" y="332908"/>
                  </a:lnTo>
                  <a:lnTo>
                    <a:pt x="380323" y="334910"/>
                  </a:lnTo>
                  <a:lnTo>
                    <a:pt x="367209" y="336911"/>
                  </a:lnTo>
                  <a:lnTo>
                    <a:pt x="354094" y="338910"/>
                  </a:lnTo>
                  <a:lnTo>
                    <a:pt x="340979" y="340909"/>
                  </a:lnTo>
                  <a:lnTo>
                    <a:pt x="327865" y="342907"/>
                  </a:lnTo>
                  <a:lnTo>
                    <a:pt x="314750" y="344903"/>
                  </a:lnTo>
                  <a:lnTo>
                    <a:pt x="301636" y="346899"/>
                  </a:lnTo>
                  <a:lnTo>
                    <a:pt x="288521" y="348894"/>
                  </a:lnTo>
                  <a:lnTo>
                    <a:pt x="275406" y="350888"/>
                  </a:lnTo>
                  <a:lnTo>
                    <a:pt x="262292" y="352881"/>
                  </a:lnTo>
                  <a:lnTo>
                    <a:pt x="249177" y="354874"/>
                  </a:lnTo>
                  <a:lnTo>
                    <a:pt x="236063" y="356867"/>
                  </a:lnTo>
                  <a:lnTo>
                    <a:pt x="222948" y="358858"/>
                  </a:lnTo>
                  <a:lnTo>
                    <a:pt x="209833" y="360849"/>
                  </a:lnTo>
                  <a:lnTo>
                    <a:pt x="196719" y="362840"/>
                  </a:lnTo>
                  <a:lnTo>
                    <a:pt x="183604" y="364831"/>
                  </a:lnTo>
                  <a:lnTo>
                    <a:pt x="170489" y="366821"/>
                  </a:lnTo>
                  <a:lnTo>
                    <a:pt x="157375" y="368810"/>
                  </a:lnTo>
                  <a:lnTo>
                    <a:pt x="144260" y="370800"/>
                  </a:lnTo>
                  <a:lnTo>
                    <a:pt x="131146" y="372789"/>
                  </a:lnTo>
                  <a:lnTo>
                    <a:pt x="118031" y="374778"/>
                  </a:lnTo>
                  <a:lnTo>
                    <a:pt x="104916" y="376767"/>
                  </a:lnTo>
                  <a:lnTo>
                    <a:pt x="91802" y="378756"/>
                  </a:lnTo>
                  <a:lnTo>
                    <a:pt x="78687" y="380744"/>
                  </a:lnTo>
                  <a:lnTo>
                    <a:pt x="65573" y="382733"/>
                  </a:lnTo>
                  <a:lnTo>
                    <a:pt x="52458" y="384721"/>
                  </a:lnTo>
                  <a:lnTo>
                    <a:pt x="39343" y="386710"/>
                  </a:lnTo>
                  <a:lnTo>
                    <a:pt x="26229" y="388698"/>
                  </a:lnTo>
                  <a:lnTo>
                    <a:pt x="13114" y="390687"/>
                  </a:lnTo>
                  <a:lnTo>
                    <a:pt x="0" y="3926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1932486"/>
              <a:ext cx="2347515" cy="360608"/>
            </a:xfrm>
            <a:custGeom>
              <a:avLst/>
              <a:pathLst>
                <a:path w="2347515" h="360608">
                  <a:moveTo>
                    <a:pt x="0" y="360608"/>
                  </a:moveTo>
                  <a:lnTo>
                    <a:pt x="13114" y="358925"/>
                  </a:lnTo>
                  <a:lnTo>
                    <a:pt x="26229" y="357243"/>
                  </a:lnTo>
                  <a:lnTo>
                    <a:pt x="39343" y="355560"/>
                  </a:lnTo>
                  <a:lnTo>
                    <a:pt x="52458" y="353878"/>
                  </a:lnTo>
                  <a:lnTo>
                    <a:pt x="65573" y="352195"/>
                  </a:lnTo>
                  <a:lnTo>
                    <a:pt x="78687" y="350513"/>
                  </a:lnTo>
                  <a:lnTo>
                    <a:pt x="91802" y="348830"/>
                  </a:lnTo>
                  <a:lnTo>
                    <a:pt x="104916" y="347147"/>
                  </a:lnTo>
                  <a:lnTo>
                    <a:pt x="118031" y="345464"/>
                  </a:lnTo>
                  <a:lnTo>
                    <a:pt x="131146" y="343780"/>
                  </a:lnTo>
                  <a:lnTo>
                    <a:pt x="144260" y="342096"/>
                  </a:lnTo>
                  <a:lnTo>
                    <a:pt x="157375" y="340412"/>
                  </a:lnTo>
                  <a:lnTo>
                    <a:pt x="170489" y="338727"/>
                  </a:lnTo>
                  <a:lnTo>
                    <a:pt x="183604" y="337041"/>
                  </a:lnTo>
                  <a:lnTo>
                    <a:pt x="196719" y="335355"/>
                  </a:lnTo>
                  <a:lnTo>
                    <a:pt x="209833" y="333668"/>
                  </a:lnTo>
                  <a:lnTo>
                    <a:pt x="222948" y="331980"/>
                  </a:lnTo>
                  <a:lnTo>
                    <a:pt x="236063" y="330291"/>
                  </a:lnTo>
                  <a:lnTo>
                    <a:pt x="249177" y="328602"/>
                  </a:lnTo>
                  <a:lnTo>
                    <a:pt x="262292" y="326911"/>
                  </a:lnTo>
                  <a:lnTo>
                    <a:pt x="275406" y="325218"/>
                  </a:lnTo>
                  <a:lnTo>
                    <a:pt x="288521" y="323525"/>
                  </a:lnTo>
                  <a:lnTo>
                    <a:pt x="301636" y="321830"/>
                  </a:lnTo>
                  <a:lnTo>
                    <a:pt x="314750" y="320133"/>
                  </a:lnTo>
                  <a:lnTo>
                    <a:pt x="327865" y="318435"/>
                  </a:lnTo>
                  <a:lnTo>
                    <a:pt x="340979" y="316735"/>
                  </a:lnTo>
                  <a:lnTo>
                    <a:pt x="354094" y="315032"/>
                  </a:lnTo>
                  <a:lnTo>
                    <a:pt x="367209" y="313328"/>
                  </a:lnTo>
                  <a:lnTo>
                    <a:pt x="380323" y="311622"/>
                  </a:lnTo>
                  <a:lnTo>
                    <a:pt x="393438" y="309913"/>
                  </a:lnTo>
                  <a:lnTo>
                    <a:pt x="406552" y="308202"/>
                  </a:lnTo>
                  <a:lnTo>
                    <a:pt x="419667" y="306488"/>
                  </a:lnTo>
                  <a:lnTo>
                    <a:pt x="432782" y="304772"/>
                  </a:lnTo>
                  <a:lnTo>
                    <a:pt x="445896" y="303053"/>
                  </a:lnTo>
                  <a:lnTo>
                    <a:pt x="459011" y="301331"/>
                  </a:lnTo>
                  <a:lnTo>
                    <a:pt x="472126" y="299606"/>
                  </a:lnTo>
                  <a:lnTo>
                    <a:pt x="485240" y="297878"/>
                  </a:lnTo>
                  <a:lnTo>
                    <a:pt x="498355" y="296146"/>
                  </a:lnTo>
                  <a:lnTo>
                    <a:pt x="511469" y="294411"/>
                  </a:lnTo>
                  <a:lnTo>
                    <a:pt x="524584" y="292672"/>
                  </a:lnTo>
                  <a:lnTo>
                    <a:pt x="537699" y="290930"/>
                  </a:lnTo>
                  <a:lnTo>
                    <a:pt x="550813" y="289184"/>
                  </a:lnTo>
                  <a:lnTo>
                    <a:pt x="563928" y="287434"/>
                  </a:lnTo>
                  <a:lnTo>
                    <a:pt x="577042" y="285680"/>
                  </a:lnTo>
                  <a:lnTo>
                    <a:pt x="590157" y="283922"/>
                  </a:lnTo>
                  <a:lnTo>
                    <a:pt x="603272" y="282159"/>
                  </a:lnTo>
                  <a:lnTo>
                    <a:pt x="616386" y="280393"/>
                  </a:lnTo>
                  <a:lnTo>
                    <a:pt x="629501" y="278621"/>
                  </a:lnTo>
                  <a:lnTo>
                    <a:pt x="642615" y="276845"/>
                  </a:lnTo>
                  <a:lnTo>
                    <a:pt x="655730" y="275064"/>
                  </a:lnTo>
                  <a:lnTo>
                    <a:pt x="668845" y="273279"/>
                  </a:lnTo>
                  <a:lnTo>
                    <a:pt x="681959" y="271488"/>
                  </a:lnTo>
                  <a:lnTo>
                    <a:pt x="695074" y="269692"/>
                  </a:lnTo>
                  <a:lnTo>
                    <a:pt x="708189" y="267892"/>
                  </a:lnTo>
                  <a:lnTo>
                    <a:pt x="721303" y="266086"/>
                  </a:lnTo>
                  <a:lnTo>
                    <a:pt x="734418" y="264274"/>
                  </a:lnTo>
                  <a:lnTo>
                    <a:pt x="747532" y="262457"/>
                  </a:lnTo>
                  <a:lnTo>
                    <a:pt x="760647" y="260635"/>
                  </a:lnTo>
                  <a:lnTo>
                    <a:pt x="773762" y="258806"/>
                  </a:lnTo>
                  <a:lnTo>
                    <a:pt x="786876" y="256973"/>
                  </a:lnTo>
                  <a:lnTo>
                    <a:pt x="799991" y="255133"/>
                  </a:lnTo>
                  <a:lnTo>
                    <a:pt x="813105" y="253287"/>
                  </a:lnTo>
                  <a:lnTo>
                    <a:pt x="826220" y="251436"/>
                  </a:lnTo>
                  <a:lnTo>
                    <a:pt x="839335" y="249578"/>
                  </a:lnTo>
                  <a:lnTo>
                    <a:pt x="852449" y="247714"/>
                  </a:lnTo>
                  <a:lnTo>
                    <a:pt x="865564" y="245845"/>
                  </a:lnTo>
                  <a:lnTo>
                    <a:pt x="878679" y="243968"/>
                  </a:lnTo>
                  <a:lnTo>
                    <a:pt x="891793" y="242086"/>
                  </a:lnTo>
                  <a:lnTo>
                    <a:pt x="904908" y="240197"/>
                  </a:lnTo>
                  <a:lnTo>
                    <a:pt x="918022" y="238302"/>
                  </a:lnTo>
                  <a:lnTo>
                    <a:pt x="931137" y="236400"/>
                  </a:lnTo>
                  <a:lnTo>
                    <a:pt x="944252" y="234492"/>
                  </a:lnTo>
                  <a:lnTo>
                    <a:pt x="957366" y="232577"/>
                  </a:lnTo>
                  <a:lnTo>
                    <a:pt x="970481" y="230656"/>
                  </a:lnTo>
                  <a:lnTo>
                    <a:pt x="983595" y="228727"/>
                  </a:lnTo>
                  <a:lnTo>
                    <a:pt x="996710" y="226793"/>
                  </a:lnTo>
                  <a:lnTo>
                    <a:pt x="1009825" y="224851"/>
                  </a:lnTo>
                  <a:lnTo>
                    <a:pt x="1022939" y="222903"/>
                  </a:lnTo>
                  <a:lnTo>
                    <a:pt x="1036054" y="220948"/>
                  </a:lnTo>
                  <a:lnTo>
                    <a:pt x="1049168" y="218986"/>
                  </a:lnTo>
                  <a:lnTo>
                    <a:pt x="1062283" y="217018"/>
                  </a:lnTo>
                  <a:lnTo>
                    <a:pt x="1075398" y="215043"/>
                  </a:lnTo>
                  <a:lnTo>
                    <a:pt x="1088512" y="213061"/>
                  </a:lnTo>
                  <a:lnTo>
                    <a:pt x="1101627" y="211072"/>
                  </a:lnTo>
                  <a:lnTo>
                    <a:pt x="1114742" y="209076"/>
                  </a:lnTo>
                  <a:lnTo>
                    <a:pt x="1127856" y="207074"/>
                  </a:lnTo>
                  <a:lnTo>
                    <a:pt x="1140971" y="205064"/>
                  </a:lnTo>
                  <a:lnTo>
                    <a:pt x="1154085" y="203048"/>
                  </a:lnTo>
                  <a:lnTo>
                    <a:pt x="1167200" y="201025"/>
                  </a:lnTo>
                  <a:lnTo>
                    <a:pt x="1180315" y="198996"/>
                  </a:lnTo>
                  <a:lnTo>
                    <a:pt x="1193429" y="196960"/>
                  </a:lnTo>
                  <a:lnTo>
                    <a:pt x="1206544" y="194917"/>
                  </a:lnTo>
                  <a:lnTo>
                    <a:pt x="1219658" y="192867"/>
                  </a:lnTo>
                  <a:lnTo>
                    <a:pt x="1232773" y="190811"/>
                  </a:lnTo>
                  <a:lnTo>
                    <a:pt x="1245888" y="188748"/>
                  </a:lnTo>
                  <a:lnTo>
                    <a:pt x="1259002" y="186678"/>
                  </a:lnTo>
                  <a:lnTo>
                    <a:pt x="1272117" y="184602"/>
                  </a:lnTo>
                  <a:lnTo>
                    <a:pt x="1285231" y="182520"/>
                  </a:lnTo>
                  <a:lnTo>
                    <a:pt x="1298346" y="180431"/>
                  </a:lnTo>
                  <a:lnTo>
                    <a:pt x="1311461" y="178335"/>
                  </a:lnTo>
                  <a:lnTo>
                    <a:pt x="1324575" y="176234"/>
                  </a:lnTo>
                  <a:lnTo>
                    <a:pt x="1337690" y="174126"/>
                  </a:lnTo>
                  <a:lnTo>
                    <a:pt x="1350805" y="172011"/>
                  </a:lnTo>
                  <a:lnTo>
                    <a:pt x="1363919" y="169891"/>
                  </a:lnTo>
                  <a:lnTo>
                    <a:pt x="1377034" y="167765"/>
                  </a:lnTo>
                  <a:lnTo>
                    <a:pt x="1390148" y="165632"/>
                  </a:lnTo>
                  <a:lnTo>
                    <a:pt x="1403263" y="163494"/>
                  </a:lnTo>
                  <a:lnTo>
                    <a:pt x="1416378" y="161350"/>
                  </a:lnTo>
                  <a:lnTo>
                    <a:pt x="1429492" y="159200"/>
                  </a:lnTo>
                  <a:lnTo>
                    <a:pt x="1442607" y="157044"/>
                  </a:lnTo>
                  <a:lnTo>
                    <a:pt x="1455721" y="154882"/>
                  </a:lnTo>
                  <a:lnTo>
                    <a:pt x="1468836" y="152715"/>
                  </a:lnTo>
                  <a:lnTo>
                    <a:pt x="1481951" y="150543"/>
                  </a:lnTo>
                  <a:lnTo>
                    <a:pt x="1495065" y="148365"/>
                  </a:lnTo>
                  <a:lnTo>
                    <a:pt x="1508180" y="146182"/>
                  </a:lnTo>
                  <a:lnTo>
                    <a:pt x="1521295" y="143993"/>
                  </a:lnTo>
                  <a:lnTo>
                    <a:pt x="1534409" y="141800"/>
                  </a:lnTo>
                  <a:lnTo>
                    <a:pt x="1547524" y="139601"/>
                  </a:lnTo>
                  <a:lnTo>
                    <a:pt x="1560638" y="137398"/>
                  </a:lnTo>
                  <a:lnTo>
                    <a:pt x="1573753" y="135190"/>
                  </a:lnTo>
                  <a:lnTo>
                    <a:pt x="1586868" y="132977"/>
                  </a:lnTo>
                  <a:lnTo>
                    <a:pt x="1599982" y="130759"/>
                  </a:lnTo>
                  <a:lnTo>
                    <a:pt x="1613097" y="128537"/>
                  </a:lnTo>
                  <a:lnTo>
                    <a:pt x="1626211" y="126310"/>
                  </a:lnTo>
                  <a:lnTo>
                    <a:pt x="1639326" y="124079"/>
                  </a:lnTo>
                  <a:lnTo>
                    <a:pt x="1652441" y="121844"/>
                  </a:lnTo>
                  <a:lnTo>
                    <a:pt x="1665555" y="119604"/>
                  </a:lnTo>
                  <a:lnTo>
                    <a:pt x="1678670" y="117361"/>
                  </a:lnTo>
                  <a:lnTo>
                    <a:pt x="1691784" y="115114"/>
                  </a:lnTo>
                  <a:lnTo>
                    <a:pt x="1704899" y="112863"/>
                  </a:lnTo>
                  <a:lnTo>
                    <a:pt x="1718014" y="110608"/>
                  </a:lnTo>
                  <a:lnTo>
                    <a:pt x="1731128" y="108350"/>
                  </a:lnTo>
                  <a:lnTo>
                    <a:pt x="1744243" y="106088"/>
                  </a:lnTo>
                  <a:lnTo>
                    <a:pt x="1757358" y="103823"/>
                  </a:lnTo>
                  <a:lnTo>
                    <a:pt x="1770472" y="101554"/>
                  </a:lnTo>
                  <a:lnTo>
                    <a:pt x="1783587" y="99283"/>
                  </a:lnTo>
                  <a:lnTo>
                    <a:pt x="1796701" y="97008"/>
                  </a:lnTo>
                  <a:lnTo>
                    <a:pt x="1809816" y="94731"/>
                  </a:lnTo>
                  <a:lnTo>
                    <a:pt x="1822931" y="92450"/>
                  </a:lnTo>
                  <a:lnTo>
                    <a:pt x="1836045" y="90167"/>
                  </a:lnTo>
                  <a:lnTo>
                    <a:pt x="1849160" y="87882"/>
                  </a:lnTo>
                  <a:lnTo>
                    <a:pt x="1862274" y="85593"/>
                  </a:lnTo>
                  <a:lnTo>
                    <a:pt x="1875389" y="83303"/>
                  </a:lnTo>
                  <a:lnTo>
                    <a:pt x="1888504" y="81010"/>
                  </a:lnTo>
                  <a:lnTo>
                    <a:pt x="1901618" y="78715"/>
                  </a:lnTo>
                  <a:lnTo>
                    <a:pt x="1914733" y="76418"/>
                  </a:lnTo>
                  <a:lnTo>
                    <a:pt x="1927847" y="74118"/>
                  </a:lnTo>
                  <a:lnTo>
                    <a:pt x="1940962" y="71817"/>
                  </a:lnTo>
                  <a:lnTo>
                    <a:pt x="1954077" y="69515"/>
                  </a:lnTo>
                  <a:lnTo>
                    <a:pt x="1967191" y="67210"/>
                  </a:lnTo>
                  <a:lnTo>
                    <a:pt x="1980306" y="64904"/>
                  </a:lnTo>
                  <a:lnTo>
                    <a:pt x="1993421" y="62596"/>
                  </a:lnTo>
                  <a:lnTo>
                    <a:pt x="2006535" y="60287"/>
                  </a:lnTo>
                  <a:lnTo>
                    <a:pt x="2019650" y="57977"/>
                  </a:lnTo>
                  <a:lnTo>
                    <a:pt x="2032764" y="55665"/>
                  </a:lnTo>
                  <a:lnTo>
                    <a:pt x="2045879" y="53353"/>
                  </a:lnTo>
                  <a:lnTo>
                    <a:pt x="2058994" y="51039"/>
                  </a:lnTo>
                  <a:lnTo>
                    <a:pt x="2072108" y="48724"/>
                  </a:lnTo>
                  <a:lnTo>
                    <a:pt x="2085223" y="46408"/>
                  </a:lnTo>
                  <a:lnTo>
                    <a:pt x="2098337" y="44092"/>
                  </a:lnTo>
                  <a:lnTo>
                    <a:pt x="2111452" y="41775"/>
                  </a:lnTo>
                  <a:lnTo>
                    <a:pt x="2124567" y="39457"/>
                  </a:lnTo>
                  <a:lnTo>
                    <a:pt x="2137681" y="37138"/>
                  </a:lnTo>
                  <a:lnTo>
                    <a:pt x="2150796" y="34819"/>
                  </a:lnTo>
                  <a:lnTo>
                    <a:pt x="2163911" y="32499"/>
                  </a:lnTo>
                  <a:lnTo>
                    <a:pt x="2177025" y="30179"/>
                  </a:lnTo>
                  <a:lnTo>
                    <a:pt x="2190140" y="27859"/>
                  </a:lnTo>
                  <a:lnTo>
                    <a:pt x="2203254" y="25538"/>
                  </a:lnTo>
                  <a:lnTo>
                    <a:pt x="2216369" y="23217"/>
                  </a:lnTo>
                  <a:lnTo>
                    <a:pt x="2229484" y="20896"/>
                  </a:lnTo>
                  <a:lnTo>
                    <a:pt x="2242598" y="18574"/>
                  </a:lnTo>
                  <a:lnTo>
                    <a:pt x="2255713" y="16253"/>
                  </a:lnTo>
                  <a:lnTo>
                    <a:pt x="2268827" y="13931"/>
                  </a:lnTo>
                  <a:lnTo>
                    <a:pt x="2281942" y="11609"/>
                  </a:lnTo>
                  <a:lnTo>
                    <a:pt x="2295057" y="9287"/>
                  </a:lnTo>
                  <a:lnTo>
                    <a:pt x="2308171" y="6965"/>
                  </a:lnTo>
                  <a:lnTo>
                    <a:pt x="2321286" y="4643"/>
                  </a:lnTo>
                  <a:lnTo>
                    <a:pt x="2334400" y="232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33565" y="1849619"/>
              <a:ext cx="2312692" cy="423647"/>
            </a:xfrm>
            <a:custGeom>
              <a:avLst/>
              <a:pathLst>
                <a:path w="2312692" h="423647">
                  <a:moveTo>
                    <a:pt x="0" y="224046"/>
                  </a:moveTo>
                  <a:lnTo>
                    <a:pt x="12920" y="223505"/>
                  </a:lnTo>
                  <a:lnTo>
                    <a:pt x="25840" y="222964"/>
                  </a:lnTo>
                  <a:lnTo>
                    <a:pt x="38760" y="222423"/>
                  </a:lnTo>
                  <a:lnTo>
                    <a:pt x="51680" y="221881"/>
                  </a:lnTo>
                  <a:lnTo>
                    <a:pt x="64600" y="221340"/>
                  </a:lnTo>
                  <a:lnTo>
                    <a:pt x="77520" y="220798"/>
                  </a:lnTo>
                  <a:lnTo>
                    <a:pt x="90440" y="220255"/>
                  </a:lnTo>
                  <a:lnTo>
                    <a:pt x="103360" y="219712"/>
                  </a:lnTo>
                  <a:lnTo>
                    <a:pt x="116280" y="219168"/>
                  </a:lnTo>
                  <a:lnTo>
                    <a:pt x="129200" y="218623"/>
                  </a:lnTo>
                  <a:lnTo>
                    <a:pt x="142120" y="218077"/>
                  </a:lnTo>
                  <a:lnTo>
                    <a:pt x="155040" y="217529"/>
                  </a:lnTo>
                  <a:lnTo>
                    <a:pt x="167960" y="216979"/>
                  </a:lnTo>
                  <a:lnTo>
                    <a:pt x="180881" y="216428"/>
                  </a:lnTo>
                  <a:lnTo>
                    <a:pt x="193801" y="215874"/>
                  </a:lnTo>
                  <a:lnTo>
                    <a:pt x="206721" y="215317"/>
                  </a:lnTo>
                  <a:lnTo>
                    <a:pt x="219641" y="214758"/>
                  </a:lnTo>
                  <a:lnTo>
                    <a:pt x="232561" y="214196"/>
                  </a:lnTo>
                  <a:lnTo>
                    <a:pt x="245481" y="213631"/>
                  </a:lnTo>
                  <a:lnTo>
                    <a:pt x="258401" y="213062"/>
                  </a:lnTo>
                  <a:lnTo>
                    <a:pt x="271321" y="212490"/>
                  </a:lnTo>
                  <a:lnTo>
                    <a:pt x="284241" y="211913"/>
                  </a:lnTo>
                  <a:lnTo>
                    <a:pt x="297161" y="211332"/>
                  </a:lnTo>
                  <a:lnTo>
                    <a:pt x="310081" y="210746"/>
                  </a:lnTo>
                  <a:lnTo>
                    <a:pt x="323001" y="210155"/>
                  </a:lnTo>
                  <a:lnTo>
                    <a:pt x="335921" y="209559"/>
                  </a:lnTo>
                  <a:lnTo>
                    <a:pt x="348841" y="208957"/>
                  </a:lnTo>
                  <a:lnTo>
                    <a:pt x="361762" y="208349"/>
                  </a:lnTo>
                  <a:lnTo>
                    <a:pt x="374682" y="207735"/>
                  </a:lnTo>
                  <a:lnTo>
                    <a:pt x="387602" y="207115"/>
                  </a:lnTo>
                  <a:lnTo>
                    <a:pt x="400522" y="206488"/>
                  </a:lnTo>
                  <a:lnTo>
                    <a:pt x="413442" y="205853"/>
                  </a:lnTo>
                  <a:lnTo>
                    <a:pt x="426362" y="205212"/>
                  </a:lnTo>
                  <a:lnTo>
                    <a:pt x="439282" y="204563"/>
                  </a:lnTo>
                  <a:lnTo>
                    <a:pt x="452202" y="203906"/>
                  </a:lnTo>
                  <a:lnTo>
                    <a:pt x="465122" y="203241"/>
                  </a:lnTo>
                  <a:lnTo>
                    <a:pt x="478042" y="202567"/>
                  </a:lnTo>
                  <a:lnTo>
                    <a:pt x="490962" y="201885"/>
                  </a:lnTo>
                  <a:lnTo>
                    <a:pt x="503882" y="201194"/>
                  </a:lnTo>
                  <a:lnTo>
                    <a:pt x="516802" y="200494"/>
                  </a:lnTo>
                  <a:lnTo>
                    <a:pt x="529722" y="199784"/>
                  </a:lnTo>
                  <a:lnTo>
                    <a:pt x="542643" y="199064"/>
                  </a:lnTo>
                  <a:lnTo>
                    <a:pt x="555563" y="198335"/>
                  </a:lnTo>
                  <a:lnTo>
                    <a:pt x="568483" y="197595"/>
                  </a:lnTo>
                  <a:lnTo>
                    <a:pt x="581403" y="196845"/>
                  </a:lnTo>
                  <a:lnTo>
                    <a:pt x="594323" y="196085"/>
                  </a:lnTo>
                  <a:lnTo>
                    <a:pt x="607243" y="195313"/>
                  </a:lnTo>
                  <a:lnTo>
                    <a:pt x="620163" y="194531"/>
                  </a:lnTo>
                  <a:lnTo>
                    <a:pt x="633083" y="193737"/>
                  </a:lnTo>
                  <a:lnTo>
                    <a:pt x="646003" y="192932"/>
                  </a:lnTo>
                  <a:lnTo>
                    <a:pt x="658923" y="192116"/>
                  </a:lnTo>
                  <a:lnTo>
                    <a:pt x="671843" y="191287"/>
                  </a:lnTo>
                  <a:lnTo>
                    <a:pt x="684763" y="190447"/>
                  </a:lnTo>
                  <a:lnTo>
                    <a:pt x="697683" y="189595"/>
                  </a:lnTo>
                  <a:lnTo>
                    <a:pt x="710603" y="188730"/>
                  </a:lnTo>
                  <a:lnTo>
                    <a:pt x="723524" y="187853"/>
                  </a:lnTo>
                  <a:lnTo>
                    <a:pt x="736444" y="186963"/>
                  </a:lnTo>
                  <a:lnTo>
                    <a:pt x="749364" y="186061"/>
                  </a:lnTo>
                  <a:lnTo>
                    <a:pt x="762284" y="185146"/>
                  </a:lnTo>
                  <a:lnTo>
                    <a:pt x="775204" y="184218"/>
                  </a:lnTo>
                  <a:lnTo>
                    <a:pt x="788124" y="183277"/>
                  </a:lnTo>
                  <a:lnTo>
                    <a:pt x="801044" y="182323"/>
                  </a:lnTo>
                  <a:lnTo>
                    <a:pt x="813964" y="181356"/>
                  </a:lnTo>
                  <a:lnTo>
                    <a:pt x="826884" y="180376"/>
                  </a:lnTo>
                  <a:lnTo>
                    <a:pt x="839804" y="179382"/>
                  </a:lnTo>
                  <a:lnTo>
                    <a:pt x="852724" y="178375"/>
                  </a:lnTo>
                  <a:lnTo>
                    <a:pt x="865644" y="177354"/>
                  </a:lnTo>
                  <a:lnTo>
                    <a:pt x="878564" y="176320"/>
                  </a:lnTo>
                  <a:lnTo>
                    <a:pt x="891484" y="175272"/>
                  </a:lnTo>
                  <a:lnTo>
                    <a:pt x="904405" y="174211"/>
                  </a:lnTo>
                  <a:lnTo>
                    <a:pt x="917325" y="173136"/>
                  </a:lnTo>
                  <a:lnTo>
                    <a:pt x="930245" y="172047"/>
                  </a:lnTo>
                  <a:lnTo>
                    <a:pt x="943165" y="170945"/>
                  </a:lnTo>
                  <a:lnTo>
                    <a:pt x="956085" y="169829"/>
                  </a:lnTo>
                  <a:lnTo>
                    <a:pt x="969005" y="168700"/>
                  </a:lnTo>
                  <a:lnTo>
                    <a:pt x="981925" y="167557"/>
                  </a:lnTo>
                  <a:lnTo>
                    <a:pt x="994845" y="166400"/>
                  </a:lnTo>
                  <a:lnTo>
                    <a:pt x="1007765" y="165230"/>
                  </a:lnTo>
                  <a:lnTo>
                    <a:pt x="1020685" y="164046"/>
                  </a:lnTo>
                  <a:lnTo>
                    <a:pt x="1033605" y="162849"/>
                  </a:lnTo>
                  <a:lnTo>
                    <a:pt x="1046525" y="161639"/>
                  </a:lnTo>
                  <a:lnTo>
                    <a:pt x="1059445" y="160415"/>
                  </a:lnTo>
                  <a:lnTo>
                    <a:pt x="1072365" y="159177"/>
                  </a:lnTo>
                  <a:lnTo>
                    <a:pt x="1085286" y="157927"/>
                  </a:lnTo>
                  <a:lnTo>
                    <a:pt x="1098206" y="156663"/>
                  </a:lnTo>
                  <a:lnTo>
                    <a:pt x="1111126" y="155386"/>
                  </a:lnTo>
                  <a:lnTo>
                    <a:pt x="1124046" y="154097"/>
                  </a:lnTo>
                  <a:lnTo>
                    <a:pt x="1136966" y="152794"/>
                  </a:lnTo>
                  <a:lnTo>
                    <a:pt x="1149886" y="151478"/>
                  </a:lnTo>
                  <a:lnTo>
                    <a:pt x="1162806" y="150150"/>
                  </a:lnTo>
                  <a:lnTo>
                    <a:pt x="1175726" y="148809"/>
                  </a:lnTo>
                  <a:lnTo>
                    <a:pt x="1188646" y="147456"/>
                  </a:lnTo>
                  <a:lnTo>
                    <a:pt x="1201566" y="146091"/>
                  </a:lnTo>
                  <a:lnTo>
                    <a:pt x="1214486" y="144713"/>
                  </a:lnTo>
                  <a:lnTo>
                    <a:pt x="1227406" y="143323"/>
                  </a:lnTo>
                  <a:lnTo>
                    <a:pt x="1240326" y="141921"/>
                  </a:lnTo>
                  <a:lnTo>
                    <a:pt x="1253246" y="140507"/>
                  </a:lnTo>
                  <a:lnTo>
                    <a:pt x="1266167" y="139082"/>
                  </a:lnTo>
                  <a:lnTo>
                    <a:pt x="1279087" y="137645"/>
                  </a:lnTo>
                  <a:lnTo>
                    <a:pt x="1292007" y="136196"/>
                  </a:lnTo>
                  <a:lnTo>
                    <a:pt x="1304927" y="134736"/>
                  </a:lnTo>
                  <a:lnTo>
                    <a:pt x="1317847" y="133266"/>
                  </a:lnTo>
                  <a:lnTo>
                    <a:pt x="1330767" y="131784"/>
                  </a:lnTo>
                  <a:lnTo>
                    <a:pt x="1343687" y="130291"/>
                  </a:lnTo>
                  <a:lnTo>
                    <a:pt x="1356607" y="128788"/>
                  </a:lnTo>
                  <a:lnTo>
                    <a:pt x="1369527" y="127274"/>
                  </a:lnTo>
                  <a:lnTo>
                    <a:pt x="1382447" y="125750"/>
                  </a:lnTo>
                  <a:lnTo>
                    <a:pt x="1395367" y="124216"/>
                  </a:lnTo>
                  <a:lnTo>
                    <a:pt x="1408287" y="122672"/>
                  </a:lnTo>
                  <a:lnTo>
                    <a:pt x="1421207" y="121118"/>
                  </a:lnTo>
                  <a:lnTo>
                    <a:pt x="1434127" y="119554"/>
                  </a:lnTo>
                  <a:lnTo>
                    <a:pt x="1447048" y="117981"/>
                  </a:lnTo>
                  <a:lnTo>
                    <a:pt x="1459968" y="116399"/>
                  </a:lnTo>
                  <a:lnTo>
                    <a:pt x="1472888" y="114808"/>
                  </a:lnTo>
                  <a:lnTo>
                    <a:pt x="1485808" y="113207"/>
                  </a:lnTo>
                  <a:lnTo>
                    <a:pt x="1498728" y="111598"/>
                  </a:lnTo>
                  <a:lnTo>
                    <a:pt x="1511648" y="109980"/>
                  </a:lnTo>
                  <a:lnTo>
                    <a:pt x="1524568" y="108354"/>
                  </a:lnTo>
                  <a:lnTo>
                    <a:pt x="1537488" y="106720"/>
                  </a:lnTo>
                  <a:lnTo>
                    <a:pt x="1550408" y="105078"/>
                  </a:lnTo>
                  <a:lnTo>
                    <a:pt x="1563328" y="103428"/>
                  </a:lnTo>
                  <a:lnTo>
                    <a:pt x="1576248" y="101770"/>
                  </a:lnTo>
                  <a:lnTo>
                    <a:pt x="1589168" y="100105"/>
                  </a:lnTo>
                  <a:lnTo>
                    <a:pt x="1602088" y="98432"/>
                  </a:lnTo>
                  <a:lnTo>
                    <a:pt x="1615008" y="96753"/>
                  </a:lnTo>
                  <a:lnTo>
                    <a:pt x="1627929" y="95066"/>
                  </a:lnTo>
                  <a:lnTo>
                    <a:pt x="1640849" y="93372"/>
                  </a:lnTo>
                  <a:lnTo>
                    <a:pt x="1653769" y="91672"/>
                  </a:lnTo>
                  <a:lnTo>
                    <a:pt x="1666689" y="89966"/>
                  </a:lnTo>
                  <a:lnTo>
                    <a:pt x="1679609" y="88253"/>
                  </a:lnTo>
                  <a:lnTo>
                    <a:pt x="1692529" y="86535"/>
                  </a:lnTo>
                  <a:lnTo>
                    <a:pt x="1705449" y="84810"/>
                  </a:lnTo>
                  <a:lnTo>
                    <a:pt x="1718369" y="83080"/>
                  </a:lnTo>
                  <a:lnTo>
                    <a:pt x="1731289" y="81344"/>
                  </a:lnTo>
                  <a:lnTo>
                    <a:pt x="1744209" y="79603"/>
                  </a:lnTo>
                  <a:lnTo>
                    <a:pt x="1757129" y="77856"/>
                  </a:lnTo>
                  <a:lnTo>
                    <a:pt x="1770049" y="76105"/>
                  </a:lnTo>
                  <a:lnTo>
                    <a:pt x="1782969" y="74349"/>
                  </a:lnTo>
                  <a:lnTo>
                    <a:pt x="1795889" y="72588"/>
                  </a:lnTo>
                  <a:lnTo>
                    <a:pt x="1808810" y="70822"/>
                  </a:lnTo>
                  <a:lnTo>
                    <a:pt x="1821730" y="69052"/>
                  </a:lnTo>
                  <a:lnTo>
                    <a:pt x="1834650" y="67278"/>
                  </a:lnTo>
                  <a:lnTo>
                    <a:pt x="1847570" y="65500"/>
                  </a:lnTo>
                  <a:lnTo>
                    <a:pt x="1860490" y="63718"/>
                  </a:lnTo>
                  <a:lnTo>
                    <a:pt x="1873410" y="61932"/>
                  </a:lnTo>
                  <a:lnTo>
                    <a:pt x="1886330" y="60143"/>
                  </a:lnTo>
                  <a:lnTo>
                    <a:pt x="1899250" y="58351"/>
                  </a:lnTo>
                  <a:lnTo>
                    <a:pt x="1912170" y="56555"/>
                  </a:lnTo>
                  <a:lnTo>
                    <a:pt x="1925090" y="54756"/>
                  </a:lnTo>
                  <a:lnTo>
                    <a:pt x="1938010" y="52954"/>
                  </a:lnTo>
                  <a:lnTo>
                    <a:pt x="1950930" y="51149"/>
                  </a:lnTo>
                  <a:lnTo>
                    <a:pt x="1963850" y="49342"/>
                  </a:lnTo>
                  <a:lnTo>
                    <a:pt x="1976770" y="47532"/>
                  </a:lnTo>
                  <a:lnTo>
                    <a:pt x="1989691" y="45720"/>
                  </a:lnTo>
                  <a:lnTo>
                    <a:pt x="2002611" y="43906"/>
                  </a:lnTo>
                  <a:lnTo>
                    <a:pt x="2015531" y="42089"/>
                  </a:lnTo>
                  <a:lnTo>
                    <a:pt x="2028451" y="40271"/>
                  </a:lnTo>
                  <a:lnTo>
                    <a:pt x="2041371" y="38451"/>
                  </a:lnTo>
                  <a:lnTo>
                    <a:pt x="2054291" y="36629"/>
                  </a:lnTo>
                  <a:lnTo>
                    <a:pt x="2067211" y="34805"/>
                  </a:lnTo>
                  <a:lnTo>
                    <a:pt x="2080131" y="32980"/>
                  </a:lnTo>
                  <a:lnTo>
                    <a:pt x="2093051" y="31154"/>
                  </a:lnTo>
                  <a:lnTo>
                    <a:pt x="2105971" y="29326"/>
                  </a:lnTo>
                  <a:lnTo>
                    <a:pt x="2118891" y="27498"/>
                  </a:lnTo>
                  <a:lnTo>
                    <a:pt x="2131811" y="25668"/>
                  </a:lnTo>
                  <a:lnTo>
                    <a:pt x="2144731" y="23838"/>
                  </a:lnTo>
                  <a:lnTo>
                    <a:pt x="2157651" y="22006"/>
                  </a:lnTo>
                  <a:lnTo>
                    <a:pt x="2170572" y="20174"/>
                  </a:lnTo>
                  <a:lnTo>
                    <a:pt x="2183492" y="18342"/>
                  </a:lnTo>
                  <a:lnTo>
                    <a:pt x="2196412" y="16509"/>
                  </a:lnTo>
                  <a:lnTo>
                    <a:pt x="2209332" y="14675"/>
                  </a:lnTo>
                  <a:lnTo>
                    <a:pt x="2222252" y="12841"/>
                  </a:lnTo>
                  <a:lnTo>
                    <a:pt x="2235172" y="11007"/>
                  </a:lnTo>
                  <a:lnTo>
                    <a:pt x="2248092" y="9173"/>
                  </a:lnTo>
                  <a:lnTo>
                    <a:pt x="2261012" y="7338"/>
                  </a:lnTo>
                  <a:lnTo>
                    <a:pt x="2273932" y="5504"/>
                  </a:lnTo>
                  <a:lnTo>
                    <a:pt x="2286852" y="3669"/>
                  </a:lnTo>
                  <a:lnTo>
                    <a:pt x="2299772" y="1834"/>
                  </a:lnTo>
                  <a:lnTo>
                    <a:pt x="2312692" y="0"/>
                  </a:lnTo>
                  <a:lnTo>
                    <a:pt x="2312692" y="101271"/>
                  </a:lnTo>
                  <a:lnTo>
                    <a:pt x="2299772" y="103265"/>
                  </a:lnTo>
                  <a:lnTo>
                    <a:pt x="2286852" y="105258"/>
                  </a:lnTo>
                  <a:lnTo>
                    <a:pt x="2273932" y="107252"/>
                  </a:lnTo>
                  <a:lnTo>
                    <a:pt x="2261012" y="109246"/>
                  </a:lnTo>
                  <a:lnTo>
                    <a:pt x="2248092" y="111240"/>
                  </a:lnTo>
                  <a:lnTo>
                    <a:pt x="2235172" y="113234"/>
                  </a:lnTo>
                  <a:lnTo>
                    <a:pt x="2222252" y="115228"/>
                  </a:lnTo>
                  <a:lnTo>
                    <a:pt x="2209332" y="117221"/>
                  </a:lnTo>
                  <a:lnTo>
                    <a:pt x="2196412" y="119215"/>
                  </a:lnTo>
                  <a:lnTo>
                    <a:pt x="2183492" y="121209"/>
                  </a:lnTo>
                  <a:lnTo>
                    <a:pt x="2170572" y="123202"/>
                  </a:lnTo>
                  <a:lnTo>
                    <a:pt x="2157651" y="125196"/>
                  </a:lnTo>
                  <a:lnTo>
                    <a:pt x="2144731" y="127189"/>
                  </a:lnTo>
                  <a:lnTo>
                    <a:pt x="2131811" y="129182"/>
                  </a:lnTo>
                  <a:lnTo>
                    <a:pt x="2118891" y="131175"/>
                  </a:lnTo>
                  <a:lnTo>
                    <a:pt x="2105971" y="133168"/>
                  </a:lnTo>
                  <a:lnTo>
                    <a:pt x="2093051" y="135161"/>
                  </a:lnTo>
                  <a:lnTo>
                    <a:pt x="2080131" y="137153"/>
                  </a:lnTo>
                  <a:lnTo>
                    <a:pt x="2067211" y="139145"/>
                  </a:lnTo>
                  <a:lnTo>
                    <a:pt x="2054291" y="141136"/>
                  </a:lnTo>
                  <a:lnTo>
                    <a:pt x="2041371" y="143128"/>
                  </a:lnTo>
                  <a:lnTo>
                    <a:pt x="2028451" y="145118"/>
                  </a:lnTo>
                  <a:lnTo>
                    <a:pt x="2015531" y="147108"/>
                  </a:lnTo>
                  <a:lnTo>
                    <a:pt x="2002611" y="149098"/>
                  </a:lnTo>
                  <a:lnTo>
                    <a:pt x="1989691" y="151087"/>
                  </a:lnTo>
                  <a:lnTo>
                    <a:pt x="1976770" y="153075"/>
                  </a:lnTo>
                  <a:lnTo>
                    <a:pt x="1963850" y="155063"/>
                  </a:lnTo>
                  <a:lnTo>
                    <a:pt x="1950930" y="157050"/>
                  </a:lnTo>
                  <a:lnTo>
                    <a:pt x="1938010" y="159036"/>
                  </a:lnTo>
                  <a:lnTo>
                    <a:pt x="1925090" y="161021"/>
                  </a:lnTo>
                  <a:lnTo>
                    <a:pt x="1912170" y="163005"/>
                  </a:lnTo>
                  <a:lnTo>
                    <a:pt x="1899250" y="164989"/>
                  </a:lnTo>
                  <a:lnTo>
                    <a:pt x="1886330" y="166971"/>
                  </a:lnTo>
                  <a:lnTo>
                    <a:pt x="1873410" y="168952"/>
                  </a:lnTo>
                  <a:lnTo>
                    <a:pt x="1860490" y="170932"/>
                  </a:lnTo>
                  <a:lnTo>
                    <a:pt x="1847570" y="172911"/>
                  </a:lnTo>
                  <a:lnTo>
                    <a:pt x="1834650" y="174889"/>
                  </a:lnTo>
                  <a:lnTo>
                    <a:pt x="1821730" y="176865"/>
                  </a:lnTo>
                  <a:lnTo>
                    <a:pt x="1808810" y="178840"/>
                  </a:lnTo>
                  <a:lnTo>
                    <a:pt x="1795889" y="180813"/>
                  </a:lnTo>
                  <a:lnTo>
                    <a:pt x="1782969" y="182785"/>
                  </a:lnTo>
                  <a:lnTo>
                    <a:pt x="1770049" y="184756"/>
                  </a:lnTo>
                  <a:lnTo>
                    <a:pt x="1757129" y="186725"/>
                  </a:lnTo>
                  <a:lnTo>
                    <a:pt x="1744209" y="188692"/>
                  </a:lnTo>
                  <a:lnTo>
                    <a:pt x="1731289" y="190658"/>
                  </a:lnTo>
                  <a:lnTo>
                    <a:pt x="1718369" y="192622"/>
                  </a:lnTo>
                  <a:lnTo>
                    <a:pt x="1705449" y="194584"/>
                  </a:lnTo>
                  <a:lnTo>
                    <a:pt x="1692529" y="196544"/>
                  </a:lnTo>
                  <a:lnTo>
                    <a:pt x="1679609" y="198502"/>
                  </a:lnTo>
                  <a:lnTo>
                    <a:pt x="1666689" y="200458"/>
                  </a:lnTo>
                  <a:lnTo>
                    <a:pt x="1653769" y="202412"/>
                  </a:lnTo>
                  <a:lnTo>
                    <a:pt x="1640849" y="204364"/>
                  </a:lnTo>
                  <a:lnTo>
                    <a:pt x="1627929" y="206314"/>
                  </a:lnTo>
                  <a:lnTo>
                    <a:pt x="1615008" y="208262"/>
                  </a:lnTo>
                  <a:lnTo>
                    <a:pt x="1602088" y="210207"/>
                  </a:lnTo>
                  <a:lnTo>
                    <a:pt x="1589168" y="212150"/>
                  </a:lnTo>
                  <a:lnTo>
                    <a:pt x="1576248" y="214091"/>
                  </a:lnTo>
                  <a:lnTo>
                    <a:pt x="1563328" y="216029"/>
                  </a:lnTo>
                  <a:lnTo>
                    <a:pt x="1550408" y="217964"/>
                  </a:lnTo>
                  <a:lnTo>
                    <a:pt x="1537488" y="219897"/>
                  </a:lnTo>
                  <a:lnTo>
                    <a:pt x="1524568" y="221827"/>
                  </a:lnTo>
                  <a:lnTo>
                    <a:pt x="1511648" y="223754"/>
                  </a:lnTo>
                  <a:lnTo>
                    <a:pt x="1498728" y="225679"/>
                  </a:lnTo>
                  <a:lnTo>
                    <a:pt x="1485808" y="227600"/>
                  </a:lnTo>
                  <a:lnTo>
                    <a:pt x="1472888" y="229519"/>
                  </a:lnTo>
                  <a:lnTo>
                    <a:pt x="1459968" y="231435"/>
                  </a:lnTo>
                  <a:lnTo>
                    <a:pt x="1447048" y="233347"/>
                  </a:lnTo>
                  <a:lnTo>
                    <a:pt x="1434127" y="235257"/>
                  </a:lnTo>
                  <a:lnTo>
                    <a:pt x="1421207" y="237163"/>
                  </a:lnTo>
                  <a:lnTo>
                    <a:pt x="1408287" y="239065"/>
                  </a:lnTo>
                  <a:lnTo>
                    <a:pt x="1395367" y="240965"/>
                  </a:lnTo>
                  <a:lnTo>
                    <a:pt x="1382447" y="242861"/>
                  </a:lnTo>
                  <a:lnTo>
                    <a:pt x="1369527" y="244753"/>
                  </a:lnTo>
                  <a:lnTo>
                    <a:pt x="1356607" y="246642"/>
                  </a:lnTo>
                  <a:lnTo>
                    <a:pt x="1343687" y="248527"/>
                  </a:lnTo>
                  <a:lnTo>
                    <a:pt x="1330767" y="250409"/>
                  </a:lnTo>
                  <a:lnTo>
                    <a:pt x="1317847" y="252287"/>
                  </a:lnTo>
                  <a:lnTo>
                    <a:pt x="1304927" y="254161"/>
                  </a:lnTo>
                  <a:lnTo>
                    <a:pt x="1292007" y="256031"/>
                  </a:lnTo>
                  <a:lnTo>
                    <a:pt x="1279087" y="257897"/>
                  </a:lnTo>
                  <a:lnTo>
                    <a:pt x="1266167" y="259759"/>
                  </a:lnTo>
                  <a:lnTo>
                    <a:pt x="1253246" y="261617"/>
                  </a:lnTo>
                  <a:lnTo>
                    <a:pt x="1240326" y="263471"/>
                  </a:lnTo>
                  <a:lnTo>
                    <a:pt x="1227406" y="265321"/>
                  </a:lnTo>
                  <a:lnTo>
                    <a:pt x="1214486" y="267167"/>
                  </a:lnTo>
                  <a:lnTo>
                    <a:pt x="1201566" y="269008"/>
                  </a:lnTo>
                  <a:lnTo>
                    <a:pt x="1188646" y="270845"/>
                  </a:lnTo>
                  <a:lnTo>
                    <a:pt x="1175726" y="272678"/>
                  </a:lnTo>
                  <a:lnTo>
                    <a:pt x="1162806" y="274506"/>
                  </a:lnTo>
                  <a:lnTo>
                    <a:pt x="1149886" y="276329"/>
                  </a:lnTo>
                  <a:lnTo>
                    <a:pt x="1136966" y="278149"/>
                  </a:lnTo>
                  <a:lnTo>
                    <a:pt x="1124046" y="279963"/>
                  </a:lnTo>
                  <a:lnTo>
                    <a:pt x="1111126" y="281773"/>
                  </a:lnTo>
                  <a:lnTo>
                    <a:pt x="1098206" y="283579"/>
                  </a:lnTo>
                  <a:lnTo>
                    <a:pt x="1085286" y="285379"/>
                  </a:lnTo>
                  <a:lnTo>
                    <a:pt x="1072365" y="287175"/>
                  </a:lnTo>
                  <a:lnTo>
                    <a:pt x="1059445" y="288967"/>
                  </a:lnTo>
                  <a:lnTo>
                    <a:pt x="1046525" y="290753"/>
                  </a:lnTo>
                  <a:lnTo>
                    <a:pt x="1033605" y="292535"/>
                  </a:lnTo>
                  <a:lnTo>
                    <a:pt x="1020685" y="294312"/>
                  </a:lnTo>
                  <a:lnTo>
                    <a:pt x="1007765" y="296085"/>
                  </a:lnTo>
                  <a:lnTo>
                    <a:pt x="994845" y="297852"/>
                  </a:lnTo>
                  <a:lnTo>
                    <a:pt x="981925" y="299615"/>
                  </a:lnTo>
                  <a:lnTo>
                    <a:pt x="969005" y="301373"/>
                  </a:lnTo>
                  <a:lnTo>
                    <a:pt x="956085" y="303126"/>
                  </a:lnTo>
                  <a:lnTo>
                    <a:pt x="943165" y="304874"/>
                  </a:lnTo>
                  <a:lnTo>
                    <a:pt x="930245" y="306617"/>
                  </a:lnTo>
                  <a:lnTo>
                    <a:pt x="917325" y="308356"/>
                  </a:lnTo>
                  <a:lnTo>
                    <a:pt x="904405" y="310090"/>
                  </a:lnTo>
                  <a:lnTo>
                    <a:pt x="891484" y="311819"/>
                  </a:lnTo>
                  <a:lnTo>
                    <a:pt x="878564" y="313543"/>
                  </a:lnTo>
                  <a:lnTo>
                    <a:pt x="865644" y="315263"/>
                  </a:lnTo>
                  <a:lnTo>
                    <a:pt x="852724" y="316978"/>
                  </a:lnTo>
                  <a:lnTo>
                    <a:pt x="839804" y="318689"/>
                  </a:lnTo>
                  <a:lnTo>
                    <a:pt x="826884" y="320395"/>
                  </a:lnTo>
                  <a:lnTo>
                    <a:pt x="813964" y="322096"/>
                  </a:lnTo>
                  <a:lnTo>
                    <a:pt x="801044" y="323793"/>
                  </a:lnTo>
                  <a:lnTo>
                    <a:pt x="788124" y="325485"/>
                  </a:lnTo>
                  <a:lnTo>
                    <a:pt x="775204" y="327173"/>
                  </a:lnTo>
                  <a:lnTo>
                    <a:pt x="762284" y="328857"/>
                  </a:lnTo>
                  <a:lnTo>
                    <a:pt x="749364" y="330536"/>
                  </a:lnTo>
                  <a:lnTo>
                    <a:pt x="736444" y="332212"/>
                  </a:lnTo>
                  <a:lnTo>
                    <a:pt x="723524" y="333883"/>
                  </a:lnTo>
                  <a:lnTo>
                    <a:pt x="710603" y="335550"/>
                  </a:lnTo>
                  <a:lnTo>
                    <a:pt x="697683" y="337213"/>
                  </a:lnTo>
                  <a:lnTo>
                    <a:pt x="684763" y="338872"/>
                  </a:lnTo>
                  <a:lnTo>
                    <a:pt x="671843" y="340527"/>
                  </a:lnTo>
                  <a:lnTo>
                    <a:pt x="658923" y="342178"/>
                  </a:lnTo>
                  <a:lnTo>
                    <a:pt x="646003" y="343826"/>
                  </a:lnTo>
                  <a:lnTo>
                    <a:pt x="633083" y="345470"/>
                  </a:lnTo>
                  <a:lnTo>
                    <a:pt x="620163" y="347111"/>
                  </a:lnTo>
                  <a:lnTo>
                    <a:pt x="607243" y="348748"/>
                  </a:lnTo>
                  <a:lnTo>
                    <a:pt x="594323" y="350382"/>
                  </a:lnTo>
                  <a:lnTo>
                    <a:pt x="581403" y="352013"/>
                  </a:lnTo>
                  <a:lnTo>
                    <a:pt x="568483" y="353640"/>
                  </a:lnTo>
                  <a:lnTo>
                    <a:pt x="555563" y="355265"/>
                  </a:lnTo>
                  <a:lnTo>
                    <a:pt x="542643" y="356886"/>
                  </a:lnTo>
                  <a:lnTo>
                    <a:pt x="529722" y="358505"/>
                  </a:lnTo>
                  <a:lnTo>
                    <a:pt x="516802" y="360121"/>
                  </a:lnTo>
                  <a:lnTo>
                    <a:pt x="503882" y="361734"/>
                  </a:lnTo>
                  <a:lnTo>
                    <a:pt x="490962" y="363345"/>
                  </a:lnTo>
                  <a:lnTo>
                    <a:pt x="478042" y="364954"/>
                  </a:lnTo>
                  <a:lnTo>
                    <a:pt x="465122" y="366560"/>
                  </a:lnTo>
                  <a:lnTo>
                    <a:pt x="452202" y="368164"/>
                  </a:lnTo>
                  <a:lnTo>
                    <a:pt x="439282" y="369766"/>
                  </a:lnTo>
                  <a:lnTo>
                    <a:pt x="426362" y="371366"/>
                  </a:lnTo>
                  <a:lnTo>
                    <a:pt x="413442" y="372964"/>
                  </a:lnTo>
                  <a:lnTo>
                    <a:pt x="400522" y="374560"/>
                  </a:lnTo>
                  <a:lnTo>
                    <a:pt x="387602" y="376155"/>
                  </a:lnTo>
                  <a:lnTo>
                    <a:pt x="374682" y="377748"/>
                  </a:lnTo>
                  <a:lnTo>
                    <a:pt x="361762" y="379339"/>
                  </a:lnTo>
                  <a:lnTo>
                    <a:pt x="348841" y="380930"/>
                  </a:lnTo>
                  <a:lnTo>
                    <a:pt x="335921" y="382519"/>
                  </a:lnTo>
                  <a:lnTo>
                    <a:pt x="323001" y="384107"/>
                  </a:lnTo>
                  <a:lnTo>
                    <a:pt x="310081" y="385693"/>
                  </a:lnTo>
                  <a:lnTo>
                    <a:pt x="297161" y="387279"/>
                  </a:lnTo>
                  <a:lnTo>
                    <a:pt x="284241" y="388864"/>
                  </a:lnTo>
                  <a:lnTo>
                    <a:pt x="271321" y="390449"/>
                  </a:lnTo>
                  <a:lnTo>
                    <a:pt x="258401" y="392032"/>
                  </a:lnTo>
                  <a:lnTo>
                    <a:pt x="245481" y="393615"/>
                  </a:lnTo>
                  <a:lnTo>
                    <a:pt x="232561" y="395198"/>
                  </a:lnTo>
                  <a:lnTo>
                    <a:pt x="219641" y="396780"/>
                  </a:lnTo>
                  <a:lnTo>
                    <a:pt x="206721" y="398361"/>
                  </a:lnTo>
                  <a:lnTo>
                    <a:pt x="193801" y="399943"/>
                  </a:lnTo>
                  <a:lnTo>
                    <a:pt x="180881" y="401524"/>
                  </a:lnTo>
                  <a:lnTo>
                    <a:pt x="167960" y="403105"/>
                  </a:lnTo>
                  <a:lnTo>
                    <a:pt x="155040" y="404685"/>
                  </a:lnTo>
                  <a:lnTo>
                    <a:pt x="142120" y="406265"/>
                  </a:lnTo>
                  <a:lnTo>
                    <a:pt x="129200" y="407846"/>
                  </a:lnTo>
                  <a:lnTo>
                    <a:pt x="116280" y="409426"/>
                  </a:lnTo>
                  <a:lnTo>
                    <a:pt x="103360" y="411006"/>
                  </a:lnTo>
                  <a:lnTo>
                    <a:pt x="90440" y="412586"/>
                  </a:lnTo>
                  <a:lnTo>
                    <a:pt x="77520" y="414166"/>
                  </a:lnTo>
                  <a:lnTo>
                    <a:pt x="64600" y="415746"/>
                  </a:lnTo>
                  <a:lnTo>
                    <a:pt x="51680" y="417326"/>
                  </a:lnTo>
                  <a:lnTo>
                    <a:pt x="38760" y="418907"/>
                  </a:lnTo>
                  <a:lnTo>
                    <a:pt x="25840" y="420487"/>
                  </a:lnTo>
                  <a:lnTo>
                    <a:pt x="12920" y="422067"/>
                  </a:lnTo>
                  <a:lnTo>
                    <a:pt x="0" y="42364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33565" y="1849619"/>
              <a:ext cx="2312692" cy="224046"/>
            </a:xfrm>
            <a:custGeom>
              <a:avLst/>
              <a:pathLst>
                <a:path w="2312692" h="224046">
                  <a:moveTo>
                    <a:pt x="0" y="224046"/>
                  </a:moveTo>
                  <a:lnTo>
                    <a:pt x="12920" y="223505"/>
                  </a:lnTo>
                  <a:lnTo>
                    <a:pt x="25840" y="222964"/>
                  </a:lnTo>
                  <a:lnTo>
                    <a:pt x="38760" y="222423"/>
                  </a:lnTo>
                  <a:lnTo>
                    <a:pt x="51680" y="221881"/>
                  </a:lnTo>
                  <a:lnTo>
                    <a:pt x="64600" y="221340"/>
                  </a:lnTo>
                  <a:lnTo>
                    <a:pt x="77520" y="220798"/>
                  </a:lnTo>
                  <a:lnTo>
                    <a:pt x="90440" y="220255"/>
                  </a:lnTo>
                  <a:lnTo>
                    <a:pt x="103360" y="219712"/>
                  </a:lnTo>
                  <a:lnTo>
                    <a:pt x="116280" y="219168"/>
                  </a:lnTo>
                  <a:lnTo>
                    <a:pt x="129200" y="218623"/>
                  </a:lnTo>
                  <a:lnTo>
                    <a:pt x="142120" y="218077"/>
                  </a:lnTo>
                  <a:lnTo>
                    <a:pt x="155040" y="217529"/>
                  </a:lnTo>
                  <a:lnTo>
                    <a:pt x="167960" y="216979"/>
                  </a:lnTo>
                  <a:lnTo>
                    <a:pt x="180881" y="216428"/>
                  </a:lnTo>
                  <a:lnTo>
                    <a:pt x="193801" y="215874"/>
                  </a:lnTo>
                  <a:lnTo>
                    <a:pt x="206721" y="215317"/>
                  </a:lnTo>
                  <a:lnTo>
                    <a:pt x="219641" y="214758"/>
                  </a:lnTo>
                  <a:lnTo>
                    <a:pt x="232561" y="214196"/>
                  </a:lnTo>
                  <a:lnTo>
                    <a:pt x="245481" y="213631"/>
                  </a:lnTo>
                  <a:lnTo>
                    <a:pt x="258401" y="213062"/>
                  </a:lnTo>
                  <a:lnTo>
                    <a:pt x="271321" y="212490"/>
                  </a:lnTo>
                  <a:lnTo>
                    <a:pt x="284241" y="211913"/>
                  </a:lnTo>
                  <a:lnTo>
                    <a:pt x="297161" y="211332"/>
                  </a:lnTo>
                  <a:lnTo>
                    <a:pt x="310081" y="210746"/>
                  </a:lnTo>
                  <a:lnTo>
                    <a:pt x="323001" y="210155"/>
                  </a:lnTo>
                  <a:lnTo>
                    <a:pt x="335921" y="209559"/>
                  </a:lnTo>
                  <a:lnTo>
                    <a:pt x="348841" y="208957"/>
                  </a:lnTo>
                  <a:lnTo>
                    <a:pt x="361762" y="208349"/>
                  </a:lnTo>
                  <a:lnTo>
                    <a:pt x="374682" y="207735"/>
                  </a:lnTo>
                  <a:lnTo>
                    <a:pt x="387602" y="207115"/>
                  </a:lnTo>
                  <a:lnTo>
                    <a:pt x="400522" y="206488"/>
                  </a:lnTo>
                  <a:lnTo>
                    <a:pt x="413442" y="205853"/>
                  </a:lnTo>
                  <a:lnTo>
                    <a:pt x="426362" y="205212"/>
                  </a:lnTo>
                  <a:lnTo>
                    <a:pt x="439282" y="204563"/>
                  </a:lnTo>
                  <a:lnTo>
                    <a:pt x="452202" y="203906"/>
                  </a:lnTo>
                  <a:lnTo>
                    <a:pt x="465122" y="203241"/>
                  </a:lnTo>
                  <a:lnTo>
                    <a:pt x="478042" y="202567"/>
                  </a:lnTo>
                  <a:lnTo>
                    <a:pt x="490962" y="201885"/>
                  </a:lnTo>
                  <a:lnTo>
                    <a:pt x="503882" y="201194"/>
                  </a:lnTo>
                  <a:lnTo>
                    <a:pt x="516802" y="200494"/>
                  </a:lnTo>
                  <a:lnTo>
                    <a:pt x="529722" y="199784"/>
                  </a:lnTo>
                  <a:lnTo>
                    <a:pt x="542643" y="199064"/>
                  </a:lnTo>
                  <a:lnTo>
                    <a:pt x="555563" y="198335"/>
                  </a:lnTo>
                  <a:lnTo>
                    <a:pt x="568483" y="197595"/>
                  </a:lnTo>
                  <a:lnTo>
                    <a:pt x="581403" y="196845"/>
                  </a:lnTo>
                  <a:lnTo>
                    <a:pt x="594323" y="196085"/>
                  </a:lnTo>
                  <a:lnTo>
                    <a:pt x="607243" y="195313"/>
                  </a:lnTo>
                  <a:lnTo>
                    <a:pt x="620163" y="194531"/>
                  </a:lnTo>
                  <a:lnTo>
                    <a:pt x="633083" y="193737"/>
                  </a:lnTo>
                  <a:lnTo>
                    <a:pt x="646003" y="192932"/>
                  </a:lnTo>
                  <a:lnTo>
                    <a:pt x="658923" y="192116"/>
                  </a:lnTo>
                  <a:lnTo>
                    <a:pt x="671843" y="191287"/>
                  </a:lnTo>
                  <a:lnTo>
                    <a:pt x="684763" y="190447"/>
                  </a:lnTo>
                  <a:lnTo>
                    <a:pt x="697683" y="189595"/>
                  </a:lnTo>
                  <a:lnTo>
                    <a:pt x="710603" y="188730"/>
                  </a:lnTo>
                  <a:lnTo>
                    <a:pt x="723524" y="187853"/>
                  </a:lnTo>
                  <a:lnTo>
                    <a:pt x="736444" y="186963"/>
                  </a:lnTo>
                  <a:lnTo>
                    <a:pt x="749364" y="186061"/>
                  </a:lnTo>
                  <a:lnTo>
                    <a:pt x="762284" y="185146"/>
                  </a:lnTo>
                  <a:lnTo>
                    <a:pt x="775204" y="184218"/>
                  </a:lnTo>
                  <a:lnTo>
                    <a:pt x="788124" y="183277"/>
                  </a:lnTo>
                  <a:lnTo>
                    <a:pt x="801044" y="182323"/>
                  </a:lnTo>
                  <a:lnTo>
                    <a:pt x="813964" y="181356"/>
                  </a:lnTo>
                  <a:lnTo>
                    <a:pt x="826884" y="180376"/>
                  </a:lnTo>
                  <a:lnTo>
                    <a:pt x="839804" y="179382"/>
                  </a:lnTo>
                  <a:lnTo>
                    <a:pt x="852724" y="178375"/>
                  </a:lnTo>
                  <a:lnTo>
                    <a:pt x="865644" y="177354"/>
                  </a:lnTo>
                  <a:lnTo>
                    <a:pt x="878564" y="176320"/>
                  </a:lnTo>
                  <a:lnTo>
                    <a:pt x="891484" y="175272"/>
                  </a:lnTo>
                  <a:lnTo>
                    <a:pt x="904405" y="174211"/>
                  </a:lnTo>
                  <a:lnTo>
                    <a:pt x="917325" y="173136"/>
                  </a:lnTo>
                  <a:lnTo>
                    <a:pt x="930245" y="172047"/>
                  </a:lnTo>
                  <a:lnTo>
                    <a:pt x="943165" y="170945"/>
                  </a:lnTo>
                  <a:lnTo>
                    <a:pt x="956085" y="169829"/>
                  </a:lnTo>
                  <a:lnTo>
                    <a:pt x="969005" y="168700"/>
                  </a:lnTo>
                  <a:lnTo>
                    <a:pt x="981925" y="167557"/>
                  </a:lnTo>
                  <a:lnTo>
                    <a:pt x="994845" y="166400"/>
                  </a:lnTo>
                  <a:lnTo>
                    <a:pt x="1007765" y="165230"/>
                  </a:lnTo>
                  <a:lnTo>
                    <a:pt x="1020685" y="164046"/>
                  </a:lnTo>
                  <a:lnTo>
                    <a:pt x="1033605" y="162849"/>
                  </a:lnTo>
                  <a:lnTo>
                    <a:pt x="1046525" y="161639"/>
                  </a:lnTo>
                  <a:lnTo>
                    <a:pt x="1059445" y="160415"/>
                  </a:lnTo>
                  <a:lnTo>
                    <a:pt x="1072365" y="159177"/>
                  </a:lnTo>
                  <a:lnTo>
                    <a:pt x="1085286" y="157927"/>
                  </a:lnTo>
                  <a:lnTo>
                    <a:pt x="1098206" y="156663"/>
                  </a:lnTo>
                  <a:lnTo>
                    <a:pt x="1111126" y="155386"/>
                  </a:lnTo>
                  <a:lnTo>
                    <a:pt x="1124046" y="154097"/>
                  </a:lnTo>
                  <a:lnTo>
                    <a:pt x="1136966" y="152794"/>
                  </a:lnTo>
                  <a:lnTo>
                    <a:pt x="1149886" y="151478"/>
                  </a:lnTo>
                  <a:lnTo>
                    <a:pt x="1162806" y="150150"/>
                  </a:lnTo>
                  <a:lnTo>
                    <a:pt x="1175726" y="148809"/>
                  </a:lnTo>
                  <a:lnTo>
                    <a:pt x="1188646" y="147456"/>
                  </a:lnTo>
                  <a:lnTo>
                    <a:pt x="1201566" y="146091"/>
                  </a:lnTo>
                  <a:lnTo>
                    <a:pt x="1214486" y="144713"/>
                  </a:lnTo>
                  <a:lnTo>
                    <a:pt x="1227406" y="143323"/>
                  </a:lnTo>
                  <a:lnTo>
                    <a:pt x="1240326" y="141921"/>
                  </a:lnTo>
                  <a:lnTo>
                    <a:pt x="1253246" y="140507"/>
                  </a:lnTo>
                  <a:lnTo>
                    <a:pt x="1266167" y="139082"/>
                  </a:lnTo>
                  <a:lnTo>
                    <a:pt x="1279087" y="137645"/>
                  </a:lnTo>
                  <a:lnTo>
                    <a:pt x="1292007" y="136196"/>
                  </a:lnTo>
                  <a:lnTo>
                    <a:pt x="1304927" y="134736"/>
                  </a:lnTo>
                  <a:lnTo>
                    <a:pt x="1317847" y="133266"/>
                  </a:lnTo>
                  <a:lnTo>
                    <a:pt x="1330767" y="131784"/>
                  </a:lnTo>
                  <a:lnTo>
                    <a:pt x="1343687" y="130291"/>
                  </a:lnTo>
                  <a:lnTo>
                    <a:pt x="1356607" y="128788"/>
                  </a:lnTo>
                  <a:lnTo>
                    <a:pt x="1369527" y="127274"/>
                  </a:lnTo>
                  <a:lnTo>
                    <a:pt x="1382447" y="125750"/>
                  </a:lnTo>
                  <a:lnTo>
                    <a:pt x="1395367" y="124216"/>
                  </a:lnTo>
                  <a:lnTo>
                    <a:pt x="1408287" y="122672"/>
                  </a:lnTo>
                  <a:lnTo>
                    <a:pt x="1421207" y="121118"/>
                  </a:lnTo>
                  <a:lnTo>
                    <a:pt x="1434127" y="119554"/>
                  </a:lnTo>
                  <a:lnTo>
                    <a:pt x="1447048" y="117981"/>
                  </a:lnTo>
                  <a:lnTo>
                    <a:pt x="1459968" y="116399"/>
                  </a:lnTo>
                  <a:lnTo>
                    <a:pt x="1472888" y="114808"/>
                  </a:lnTo>
                  <a:lnTo>
                    <a:pt x="1485808" y="113207"/>
                  </a:lnTo>
                  <a:lnTo>
                    <a:pt x="1498728" y="111598"/>
                  </a:lnTo>
                  <a:lnTo>
                    <a:pt x="1511648" y="109980"/>
                  </a:lnTo>
                  <a:lnTo>
                    <a:pt x="1524568" y="108354"/>
                  </a:lnTo>
                  <a:lnTo>
                    <a:pt x="1537488" y="106720"/>
                  </a:lnTo>
                  <a:lnTo>
                    <a:pt x="1550408" y="105078"/>
                  </a:lnTo>
                  <a:lnTo>
                    <a:pt x="1563328" y="103428"/>
                  </a:lnTo>
                  <a:lnTo>
                    <a:pt x="1576248" y="101770"/>
                  </a:lnTo>
                  <a:lnTo>
                    <a:pt x="1589168" y="100105"/>
                  </a:lnTo>
                  <a:lnTo>
                    <a:pt x="1602088" y="98432"/>
                  </a:lnTo>
                  <a:lnTo>
                    <a:pt x="1615008" y="96753"/>
                  </a:lnTo>
                  <a:lnTo>
                    <a:pt x="1627929" y="95066"/>
                  </a:lnTo>
                  <a:lnTo>
                    <a:pt x="1640849" y="93372"/>
                  </a:lnTo>
                  <a:lnTo>
                    <a:pt x="1653769" y="91672"/>
                  </a:lnTo>
                  <a:lnTo>
                    <a:pt x="1666689" y="89966"/>
                  </a:lnTo>
                  <a:lnTo>
                    <a:pt x="1679609" y="88253"/>
                  </a:lnTo>
                  <a:lnTo>
                    <a:pt x="1692529" y="86535"/>
                  </a:lnTo>
                  <a:lnTo>
                    <a:pt x="1705449" y="84810"/>
                  </a:lnTo>
                  <a:lnTo>
                    <a:pt x="1718369" y="83080"/>
                  </a:lnTo>
                  <a:lnTo>
                    <a:pt x="1731289" y="81344"/>
                  </a:lnTo>
                  <a:lnTo>
                    <a:pt x="1744209" y="79603"/>
                  </a:lnTo>
                  <a:lnTo>
                    <a:pt x="1757129" y="77856"/>
                  </a:lnTo>
                  <a:lnTo>
                    <a:pt x="1770049" y="76105"/>
                  </a:lnTo>
                  <a:lnTo>
                    <a:pt x="1782969" y="74349"/>
                  </a:lnTo>
                  <a:lnTo>
                    <a:pt x="1795889" y="72588"/>
                  </a:lnTo>
                  <a:lnTo>
                    <a:pt x="1808810" y="70822"/>
                  </a:lnTo>
                  <a:lnTo>
                    <a:pt x="1821730" y="69052"/>
                  </a:lnTo>
                  <a:lnTo>
                    <a:pt x="1834650" y="67278"/>
                  </a:lnTo>
                  <a:lnTo>
                    <a:pt x="1847570" y="65500"/>
                  </a:lnTo>
                  <a:lnTo>
                    <a:pt x="1860490" y="63718"/>
                  </a:lnTo>
                  <a:lnTo>
                    <a:pt x="1873410" y="61932"/>
                  </a:lnTo>
                  <a:lnTo>
                    <a:pt x="1886330" y="60143"/>
                  </a:lnTo>
                  <a:lnTo>
                    <a:pt x="1899250" y="58351"/>
                  </a:lnTo>
                  <a:lnTo>
                    <a:pt x="1912170" y="56555"/>
                  </a:lnTo>
                  <a:lnTo>
                    <a:pt x="1925090" y="54756"/>
                  </a:lnTo>
                  <a:lnTo>
                    <a:pt x="1938010" y="52954"/>
                  </a:lnTo>
                  <a:lnTo>
                    <a:pt x="1950930" y="51149"/>
                  </a:lnTo>
                  <a:lnTo>
                    <a:pt x="1963850" y="49342"/>
                  </a:lnTo>
                  <a:lnTo>
                    <a:pt x="1976770" y="47532"/>
                  </a:lnTo>
                  <a:lnTo>
                    <a:pt x="1989691" y="45720"/>
                  </a:lnTo>
                  <a:lnTo>
                    <a:pt x="2002611" y="43906"/>
                  </a:lnTo>
                  <a:lnTo>
                    <a:pt x="2015531" y="42089"/>
                  </a:lnTo>
                  <a:lnTo>
                    <a:pt x="2028451" y="40271"/>
                  </a:lnTo>
                  <a:lnTo>
                    <a:pt x="2041371" y="38451"/>
                  </a:lnTo>
                  <a:lnTo>
                    <a:pt x="2054291" y="36629"/>
                  </a:lnTo>
                  <a:lnTo>
                    <a:pt x="2067211" y="34805"/>
                  </a:lnTo>
                  <a:lnTo>
                    <a:pt x="2080131" y="32980"/>
                  </a:lnTo>
                  <a:lnTo>
                    <a:pt x="2093051" y="31154"/>
                  </a:lnTo>
                  <a:lnTo>
                    <a:pt x="2105971" y="29326"/>
                  </a:lnTo>
                  <a:lnTo>
                    <a:pt x="2118891" y="27498"/>
                  </a:lnTo>
                  <a:lnTo>
                    <a:pt x="2131811" y="25668"/>
                  </a:lnTo>
                  <a:lnTo>
                    <a:pt x="2144731" y="23838"/>
                  </a:lnTo>
                  <a:lnTo>
                    <a:pt x="2157651" y="22006"/>
                  </a:lnTo>
                  <a:lnTo>
                    <a:pt x="2170572" y="20174"/>
                  </a:lnTo>
                  <a:lnTo>
                    <a:pt x="2183492" y="18342"/>
                  </a:lnTo>
                  <a:lnTo>
                    <a:pt x="2196412" y="16509"/>
                  </a:lnTo>
                  <a:lnTo>
                    <a:pt x="2209332" y="14675"/>
                  </a:lnTo>
                  <a:lnTo>
                    <a:pt x="2222252" y="12841"/>
                  </a:lnTo>
                  <a:lnTo>
                    <a:pt x="2235172" y="11007"/>
                  </a:lnTo>
                  <a:lnTo>
                    <a:pt x="2248092" y="9173"/>
                  </a:lnTo>
                  <a:lnTo>
                    <a:pt x="2261012" y="7338"/>
                  </a:lnTo>
                  <a:lnTo>
                    <a:pt x="2273932" y="5504"/>
                  </a:lnTo>
                  <a:lnTo>
                    <a:pt x="2286852" y="3669"/>
                  </a:lnTo>
                  <a:lnTo>
                    <a:pt x="2299772" y="1834"/>
                  </a:lnTo>
                  <a:lnTo>
                    <a:pt x="2312692" y="0"/>
                  </a:lnTo>
                  <a:lnTo>
                    <a:pt x="23126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33565" y="1950890"/>
              <a:ext cx="2312692" cy="322376"/>
            </a:xfrm>
            <a:custGeom>
              <a:avLst/>
              <a:pathLst>
                <a:path w="2312692" h="322376">
                  <a:moveTo>
                    <a:pt x="2312692" y="0"/>
                  </a:moveTo>
                  <a:lnTo>
                    <a:pt x="2299772" y="1993"/>
                  </a:lnTo>
                  <a:lnTo>
                    <a:pt x="2286852" y="3987"/>
                  </a:lnTo>
                  <a:lnTo>
                    <a:pt x="2273932" y="5981"/>
                  </a:lnTo>
                  <a:lnTo>
                    <a:pt x="2261012" y="7975"/>
                  </a:lnTo>
                  <a:lnTo>
                    <a:pt x="2248092" y="9969"/>
                  </a:lnTo>
                  <a:lnTo>
                    <a:pt x="2235172" y="11963"/>
                  </a:lnTo>
                  <a:lnTo>
                    <a:pt x="2222252" y="13956"/>
                  </a:lnTo>
                  <a:lnTo>
                    <a:pt x="2209332" y="15950"/>
                  </a:lnTo>
                  <a:lnTo>
                    <a:pt x="2196412" y="17944"/>
                  </a:lnTo>
                  <a:lnTo>
                    <a:pt x="2183492" y="19938"/>
                  </a:lnTo>
                  <a:lnTo>
                    <a:pt x="2170572" y="21931"/>
                  </a:lnTo>
                  <a:lnTo>
                    <a:pt x="2157651" y="23925"/>
                  </a:lnTo>
                  <a:lnTo>
                    <a:pt x="2144731" y="25918"/>
                  </a:lnTo>
                  <a:lnTo>
                    <a:pt x="2131811" y="27911"/>
                  </a:lnTo>
                  <a:lnTo>
                    <a:pt x="2118891" y="29904"/>
                  </a:lnTo>
                  <a:lnTo>
                    <a:pt x="2105971" y="31897"/>
                  </a:lnTo>
                  <a:lnTo>
                    <a:pt x="2093051" y="33890"/>
                  </a:lnTo>
                  <a:lnTo>
                    <a:pt x="2080131" y="35882"/>
                  </a:lnTo>
                  <a:lnTo>
                    <a:pt x="2067211" y="37874"/>
                  </a:lnTo>
                  <a:lnTo>
                    <a:pt x="2054291" y="39865"/>
                  </a:lnTo>
                  <a:lnTo>
                    <a:pt x="2041371" y="41856"/>
                  </a:lnTo>
                  <a:lnTo>
                    <a:pt x="2028451" y="43847"/>
                  </a:lnTo>
                  <a:lnTo>
                    <a:pt x="2015531" y="45837"/>
                  </a:lnTo>
                  <a:lnTo>
                    <a:pt x="2002611" y="47827"/>
                  </a:lnTo>
                  <a:lnTo>
                    <a:pt x="1989691" y="49816"/>
                  </a:lnTo>
                  <a:lnTo>
                    <a:pt x="1976770" y="51804"/>
                  </a:lnTo>
                  <a:lnTo>
                    <a:pt x="1963850" y="53792"/>
                  </a:lnTo>
                  <a:lnTo>
                    <a:pt x="1950930" y="55779"/>
                  </a:lnTo>
                  <a:lnTo>
                    <a:pt x="1938010" y="57765"/>
                  </a:lnTo>
                  <a:lnTo>
                    <a:pt x="1925090" y="59750"/>
                  </a:lnTo>
                  <a:lnTo>
                    <a:pt x="1912170" y="61734"/>
                  </a:lnTo>
                  <a:lnTo>
                    <a:pt x="1899250" y="63718"/>
                  </a:lnTo>
                  <a:lnTo>
                    <a:pt x="1886330" y="65700"/>
                  </a:lnTo>
                  <a:lnTo>
                    <a:pt x="1873410" y="67681"/>
                  </a:lnTo>
                  <a:lnTo>
                    <a:pt x="1860490" y="69661"/>
                  </a:lnTo>
                  <a:lnTo>
                    <a:pt x="1847570" y="71640"/>
                  </a:lnTo>
                  <a:lnTo>
                    <a:pt x="1834650" y="73618"/>
                  </a:lnTo>
                  <a:lnTo>
                    <a:pt x="1821730" y="75594"/>
                  </a:lnTo>
                  <a:lnTo>
                    <a:pt x="1808810" y="77569"/>
                  </a:lnTo>
                  <a:lnTo>
                    <a:pt x="1795889" y="79542"/>
                  </a:lnTo>
                  <a:lnTo>
                    <a:pt x="1782969" y="81514"/>
                  </a:lnTo>
                  <a:lnTo>
                    <a:pt x="1770049" y="83485"/>
                  </a:lnTo>
                  <a:lnTo>
                    <a:pt x="1757129" y="85454"/>
                  </a:lnTo>
                  <a:lnTo>
                    <a:pt x="1744209" y="87421"/>
                  </a:lnTo>
                  <a:lnTo>
                    <a:pt x="1731289" y="89387"/>
                  </a:lnTo>
                  <a:lnTo>
                    <a:pt x="1718369" y="91350"/>
                  </a:lnTo>
                  <a:lnTo>
                    <a:pt x="1705449" y="93312"/>
                  </a:lnTo>
                  <a:lnTo>
                    <a:pt x="1692529" y="95273"/>
                  </a:lnTo>
                  <a:lnTo>
                    <a:pt x="1679609" y="97231"/>
                  </a:lnTo>
                  <a:lnTo>
                    <a:pt x="1666689" y="99187"/>
                  </a:lnTo>
                  <a:lnTo>
                    <a:pt x="1653769" y="101141"/>
                  </a:lnTo>
                  <a:lnTo>
                    <a:pt x="1640849" y="103093"/>
                  </a:lnTo>
                  <a:lnTo>
                    <a:pt x="1627929" y="105043"/>
                  </a:lnTo>
                  <a:lnTo>
                    <a:pt x="1615008" y="106991"/>
                  </a:lnTo>
                  <a:lnTo>
                    <a:pt x="1602088" y="108936"/>
                  </a:lnTo>
                  <a:lnTo>
                    <a:pt x="1589168" y="110879"/>
                  </a:lnTo>
                  <a:lnTo>
                    <a:pt x="1576248" y="112819"/>
                  </a:lnTo>
                  <a:lnTo>
                    <a:pt x="1563328" y="114757"/>
                  </a:lnTo>
                  <a:lnTo>
                    <a:pt x="1550408" y="116693"/>
                  </a:lnTo>
                  <a:lnTo>
                    <a:pt x="1537488" y="118626"/>
                  </a:lnTo>
                  <a:lnTo>
                    <a:pt x="1524568" y="120556"/>
                  </a:lnTo>
                  <a:lnTo>
                    <a:pt x="1511648" y="122483"/>
                  </a:lnTo>
                  <a:lnTo>
                    <a:pt x="1498728" y="124408"/>
                  </a:lnTo>
                  <a:lnTo>
                    <a:pt x="1485808" y="126329"/>
                  </a:lnTo>
                  <a:lnTo>
                    <a:pt x="1472888" y="128248"/>
                  </a:lnTo>
                  <a:lnTo>
                    <a:pt x="1459968" y="130164"/>
                  </a:lnTo>
                  <a:lnTo>
                    <a:pt x="1447048" y="132076"/>
                  </a:lnTo>
                  <a:lnTo>
                    <a:pt x="1434127" y="133985"/>
                  </a:lnTo>
                  <a:lnTo>
                    <a:pt x="1421207" y="135891"/>
                  </a:lnTo>
                  <a:lnTo>
                    <a:pt x="1408287" y="137794"/>
                  </a:lnTo>
                  <a:lnTo>
                    <a:pt x="1395367" y="139694"/>
                  </a:lnTo>
                  <a:lnTo>
                    <a:pt x="1382447" y="141590"/>
                  </a:lnTo>
                  <a:lnTo>
                    <a:pt x="1369527" y="143482"/>
                  </a:lnTo>
                  <a:lnTo>
                    <a:pt x="1356607" y="145371"/>
                  </a:lnTo>
                  <a:lnTo>
                    <a:pt x="1343687" y="147256"/>
                  </a:lnTo>
                  <a:lnTo>
                    <a:pt x="1330767" y="149138"/>
                  </a:lnTo>
                  <a:lnTo>
                    <a:pt x="1317847" y="151016"/>
                  </a:lnTo>
                  <a:lnTo>
                    <a:pt x="1304927" y="152890"/>
                  </a:lnTo>
                  <a:lnTo>
                    <a:pt x="1292007" y="154760"/>
                  </a:lnTo>
                  <a:lnTo>
                    <a:pt x="1279087" y="156626"/>
                  </a:lnTo>
                  <a:lnTo>
                    <a:pt x="1266167" y="158488"/>
                  </a:lnTo>
                  <a:lnTo>
                    <a:pt x="1253246" y="160346"/>
                  </a:lnTo>
                  <a:lnTo>
                    <a:pt x="1240326" y="162200"/>
                  </a:lnTo>
                  <a:lnTo>
                    <a:pt x="1227406" y="164050"/>
                  </a:lnTo>
                  <a:lnTo>
                    <a:pt x="1214486" y="165896"/>
                  </a:lnTo>
                  <a:lnTo>
                    <a:pt x="1201566" y="167737"/>
                  </a:lnTo>
                  <a:lnTo>
                    <a:pt x="1188646" y="169574"/>
                  </a:lnTo>
                  <a:lnTo>
                    <a:pt x="1175726" y="171407"/>
                  </a:lnTo>
                  <a:lnTo>
                    <a:pt x="1162806" y="173235"/>
                  </a:lnTo>
                  <a:lnTo>
                    <a:pt x="1149886" y="175058"/>
                  </a:lnTo>
                  <a:lnTo>
                    <a:pt x="1136966" y="176878"/>
                  </a:lnTo>
                  <a:lnTo>
                    <a:pt x="1124046" y="178692"/>
                  </a:lnTo>
                  <a:lnTo>
                    <a:pt x="1111126" y="180502"/>
                  </a:lnTo>
                  <a:lnTo>
                    <a:pt x="1098206" y="182308"/>
                  </a:lnTo>
                  <a:lnTo>
                    <a:pt x="1085286" y="184108"/>
                  </a:lnTo>
                  <a:lnTo>
                    <a:pt x="1072365" y="185904"/>
                  </a:lnTo>
                  <a:lnTo>
                    <a:pt x="1059445" y="187696"/>
                  </a:lnTo>
                  <a:lnTo>
                    <a:pt x="1046525" y="189482"/>
                  </a:lnTo>
                  <a:lnTo>
                    <a:pt x="1033605" y="191264"/>
                  </a:lnTo>
                  <a:lnTo>
                    <a:pt x="1020685" y="193041"/>
                  </a:lnTo>
                  <a:lnTo>
                    <a:pt x="1007765" y="194813"/>
                  </a:lnTo>
                  <a:lnTo>
                    <a:pt x="994845" y="196581"/>
                  </a:lnTo>
                  <a:lnTo>
                    <a:pt x="981925" y="198344"/>
                  </a:lnTo>
                  <a:lnTo>
                    <a:pt x="969005" y="200101"/>
                  </a:lnTo>
                  <a:lnTo>
                    <a:pt x="956085" y="201854"/>
                  </a:lnTo>
                  <a:lnTo>
                    <a:pt x="943165" y="203603"/>
                  </a:lnTo>
                  <a:lnTo>
                    <a:pt x="930245" y="205346"/>
                  </a:lnTo>
                  <a:lnTo>
                    <a:pt x="917325" y="207085"/>
                  </a:lnTo>
                  <a:lnTo>
                    <a:pt x="904405" y="208819"/>
                  </a:lnTo>
                  <a:lnTo>
                    <a:pt x="891484" y="210548"/>
                  </a:lnTo>
                  <a:lnTo>
                    <a:pt x="878564" y="212272"/>
                  </a:lnTo>
                  <a:lnTo>
                    <a:pt x="865644" y="213992"/>
                  </a:lnTo>
                  <a:lnTo>
                    <a:pt x="852724" y="215707"/>
                  </a:lnTo>
                  <a:lnTo>
                    <a:pt x="839804" y="217418"/>
                  </a:lnTo>
                  <a:lnTo>
                    <a:pt x="826884" y="219124"/>
                  </a:lnTo>
                  <a:lnTo>
                    <a:pt x="813964" y="220825"/>
                  </a:lnTo>
                  <a:lnTo>
                    <a:pt x="801044" y="222522"/>
                  </a:lnTo>
                  <a:lnTo>
                    <a:pt x="788124" y="224214"/>
                  </a:lnTo>
                  <a:lnTo>
                    <a:pt x="775204" y="225902"/>
                  </a:lnTo>
                  <a:lnTo>
                    <a:pt x="762284" y="227586"/>
                  </a:lnTo>
                  <a:lnTo>
                    <a:pt x="749364" y="229265"/>
                  </a:lnTo>
                  <a:lnTo>
                    <a:pt x="736444" y="230940"/>
                  </a:lnTo>
                  <a:lnTo>
                    <a:pt x="723524" y="232612"/>
                  </a:lnTo>
                  <a:lnTo>
                    <a:pt x="710603" y="234279"/>
                  </a:lnTo>
                  <a:lnTo>
                    <a:pt x="697683" y="235942"/>
                  </a:lnTo>
                  <a:lnTo>
                    <a:pt x="684763" y="237601"/>
                  </a:lnTo>
                  <a:lnTo>
                    <a:pt x="671843" y="239256"/>
                  </a:lnTo>
                  <a:lnTo>
                    <a:pt x="658923" y="240907"/>
                  </a:lnTo>
                  <a:lnTo>
                    <a:pt x="646003" y="242555"/>
                  </a:lnTo>
                  <a:lnTo>
                    <a:pt x="633083" y="244199"/>
                  </a:lnTo>
                  <a:lnTo>
                    <a:pt x="620163" y="245840"/>
                  </a:lnTo>
                  <a:lnTo>
                    <a:pt x="607243" y="247477"/>
                  </a:lnTo>
                  <a:lnTo>
                    <a:pt x="594323" y="249111"/>
                  </a:lnTo>
                  <a:lnTo>
                    <a:pt x="581403" y="250742"/>
                  </a:lnTo>
                  <a:lnTo>
                    <a:pt x="568483" y="252369"/>
                  </a:lnTo>
                  <a:lnTo>
                    <a:pt x="555563" y="253994"/>
                  </a:lnTo>
                  <a:lnTo>
                    <a:pt x="542643" y="255615"/>
                  </a:lnTo>
                  <a:lnTo>
                    <a:pt x="529722" y="257234"/>
                  </a:lnTo>
                  <a:lnTo>
                    <a:pt x="516802" y="258850"/>
                  </a:lnTo>
                  <a:lnTo>
                    <a:pt x="503882" y="260463"/>
                  </a:lnTo>
                  <a:lnTo>
                    <a:pt x="490962" y="262074"/>
                  </a:lnTo>
                  <a:lnTo>
                    <a:pt x="478042" y="263683"/>
                  </a:lnTo>
                  <a:lnTo>
                    <a:pt x="465122" y="265289"/>
                  </a:lnTo>
                  <a:lnTo>
                    <a:pt x="452202" y="266893"/>
                  </a:lnTo>
                  <a:lnTo>
                    <a:pt x="439282" y="268495"/>
                  </a:lnTo>
                  <a:lnTo>
                    <a:pt x="426362" y="270095"/>
                  </a:lnTo>
                  <a:lnTo>
                    <a:pt x="413442" y="271693"/>
                  </a:lnTo>
                  <a:lnTo>
                    <a:pt x="400522" y="273289"/>
                  </a:lnTo>
                  <a:lnTo>
                    <a:pt x="387602" y="274883"/>
                  </a:lnTo>
                  <a:lnTo>
                    <a:pt x="374682" y="276477"/>
                  </a:lnTo>
                  <a:lnTo>
                    <a:pt x="361762" y="278068"/>
                  </a:lnTo>
                  <a:lnTo>
                    <a:pt x="348841" y="279658"/>
                  </a:lnTo>
                  <a:lnTo>
                    <a:pt x="335921" y="281248"/>
                  </a:lnTo>
                  <a:lnTo>
                    <a:pt x="323001" y="282835"/>
                  </a:lnTo>
                  <a:lnTo>
                    <a:pt x="310081" y="284422"/>
                  </a:lnTo>
                  <a:lnTo>
                    <a:pt x="297161" y="286008"/>
                  </a:lnTo>
                  <a:lnTo>
                    <a:pt x="284241" y="287593"/>
                  </a:lnTo>
                  <a:lnTo>
                    <a:pt x="271321" y="289178"/>
                  </a:lnTo>
                  <a:lnTo>
                    <a:pt x="258401" y="290761"/>
                  </a:lnTo>
                  <a:lnTo>
                    <a:pt x="245481" y="292344"/>
                  </a:lnTo>
                  <a:lnTo>
                    <a:pt x="232561" y="293927"/>
                  </a:lnTo>
                  <a:lnTo>
                    <a:pt x="219641" y="295509"/>
                  </a:lnTo>
                  <a:lnTo>
                    <a:pt x="206721" y="297090"/>
                  </a:lnTo>
                  <a:lnTo>
                    <a:pt x="193801" y="298672"/>
                  </a:lnTo>
                  <a:lnTo>
                    <a:pt x="180881" y="300253"/>
                  </a:lnTo>
                  <a:lnTo>
                    <a:pt x="167960" y="301833"/>
                  </a:lnTo>
                  <a:lnTo>
                    <a:pt x="155040" y="303414"/>
                  </a:lnTo>
                  <a:lnTo>
                    <a:pt x="142120" y="304994"/>
                  </a:lnTo>
                  <a:lnTo>
                    <a:pt x="129200" y="306575"/>
                  </a:lnTo>
                  <a:lnTo>
                    <a:pt x="116280" y="308155"/>
                  </a:lnTo>
                  <a:lnTo>
                    <a:pt x="103360" y="309735"/>
                  </a:lnTo>
                  <a:lnTo>
                    <a:pt x="90440" y="311315"/>
                  </a:lnTo>
                  <a:lnTo>
                    <a:pt x="77520" y="312895"/>
                  </a:lnTo>
                  <a:lnTo>
                    <a:pt x="64600" y="314475"/>
                  </a:lnTo>
                  <a:lnTo>
                    <a:pt x="51680" y="316055"/>
                  </a:lnTo>
                  <a:lnTo>
                    <a:pt x="38760" y="317635"/>
                  </a:lnTo>
                  <a:lnTo>
                    <a:pt x="25840" y="319215"/>
                  </a:lnTo>
                  <a:lnTo>
                    <a:pt x="12920" y="320795"/>
                  </a:lnTo>
                  <a:lnTo>
                    <a:pt x="0" y="3223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33565" y="1902474"/>
              <a:ext cx="2312692" cy="264729"/>
            </a:xfrm>
            <a:custGeom>
              <a:avLst/>
              <a:pathLst>
                <a:path w="2312692" h="264729">
                  <a:moveTo>
                    <a:pt x="0" y="264729"/>
                  </a:moveTo>
                  <a:lnTo>
                    <a:pt x="12920" y="263747"/>
                  </a:lnTo>
                  <a:lnTo>
                    <a:pt x="25840" y="262765"/>
                  </a:lnTo>
                  <a:lnTo>
                    <a:pt x="38760" y="261784"/>
                  </a:lnTo>
                  <a:lnTo>
                    <a:pt x="51680" y="260802"/>
                  </a:lnTo>
                  <a:lnTo>
                    <a:pt x="64600" y="259820"/>
                  </a:lnTo>
                  <a:lnTo>
                    <a:pt x="77520" y="258837"/>
                  </a:lnTo>
                  <a:lnTo>
                    <a:pt x="90440" y="257855"/>
                  </a:lnTo>
                  <a:lnTo>
                    <a:pt x="103360" y="256872"/>
                  </a:lnTo>
                  <a:lnTo>
                    <a:pt x="116280" y="255888"/>
                  </a:lnTo>
                  <a:lnTo>
                    <a:pt x="129200" y="254904"/>
                  </a:lnTo>
                  <a:lnTo>
                    <a:pt x="142120" y="253920"/>
                  </a:lnTo>
                  <a:lnTo>
                    <a:pt x="155040" y="252934"/>
                  </a:lnTo>
                  <a:lnTo>
                    <a:pt x="167960" y="251947"/>
                  </a:lnTo>
                  <a:lnTo>
                    <a:pt x="180881" y="250959"/>
                  </a:lnTo>
                  <a:lnTo>
                    <a:pt x="193801" y="249970"/>
                  </a:lnTo>
                  <a:lnTo>
                    <a:pt x="206721" y="248979"/>
                  </a:lnTo>
                  <a:lnTo>
                    <a:pt x="219641" y="247987"/>
                  </a:lnTo>
                  <a:lnTo>
                    <a:pt x="232561" y="246993"/>
                  </a:lnTo>
                  <a:lnTo>
                    <a:pt x="245481" y="245997"/>
                  </a:lnTo>
                  <a:lnTo>
                    <a:pt x="258401" y="244998"/>
                  </a:lnTo>
                  <a:lnTo>
                    <a:pt x="271321" y="243997"/>
                  </a:lnTo>
                  <a:lnTo>
                    <a:pt x="284241" y="242994"/>
                  </a:lnTo>
                  <a:lnTo>
                    <a:pt x="297161" y="241988"/>
                  </a:lnTo>
                  <a:lnTo>
                    <a:pt x="310081" y="240979"/>
                  </a:lnTo>
                  <a:lnTo>
                    <a:pt x="323001" y="239966"/>
                  </a:lnTo>
                  <a:lnTo>
                    <a:pt x="335921" y="238951"/>
                  </a:lnTo>
                  <a:lnTo>
                    <a:pt x="348841" y="237931"/>
                  </a:lnTo>
                  <a:lnTo>
                    <a:pt x="361762" y="236908"/>
                  </a:lnTo>
                  <a:lnTo>
                    <a:pt x="374682" y="235881"/>
                  </a:lnTo>
                  <a:lnTo>
                    <a:pt x="387602" y="234850"/>
                  </a:lnTo>
                  <a:lnTo>
                    <a:pt x="400522" y="233814"/>
                  </a:lnTo>
                  <a:lnTo>
                    <a:pt x="413442" y="232774"/>
                  </a:lnTo>
                  <a:lnTo>
                    <a:pt x="426362" y="231729"/>
                  </a:lnTo>
                  <a:lnTo>
                    <a:pt x="439282" y="230679"/>
                  </a:lnTo>
                  <a:lnTo>
                    <a:pt x="452202" y="229623"/>
                  </a:lnTo>
                  <a:lnTo>
                    <a:pt x="465122" y="228562"/>
                  </a:lnTo>
                  <a:lnTo>
                    <a:pt x="478042" y="227496"/>
                  </a:lnTo>
                  <a:lnTo>
                    <a:pt x="490962" y="226424"/>
                  </a:lnTo>
                  <a:lnTo>
                    <a:pt x="503882" y="225345"/>
                  </a:lnTo>
                  <a:lnTo>
                    <a:pt x="516802" y="224261"/>
                  </a:lnTo>
                  <a:lnTo>
                    <a:pt x="529722" y="223170"/>
                  </a:lnTo>
                  <a:lnTo>
                    <a:pt x="542643" y="222072"/>
                  </a:lnTo>
                  <a:lnTo>
                    <a:pt x="555563" y="220968"/>
                  </a:lnTo>
                  <a:lnTo>
                    <a:pt x="568483" y="219857"/>
                  </a:lnTo>
                  <a:lnTo>
                    <a:pt x="581403" y="218739"/>
                  </a:lnTo>
                  <a:lnTo>
                    <a:pt x="594323" y="217613"/>
                  </a:lnTo>
                  <a:lnTo>
                    <a:pt x="607243" y="216480"/>
                  </a:lnTo>
                  <a:lnTo>
                    <a:pt x="620163" y="215339"/>
                  </a:lnTo>
                  <a:lnTo>
                    <a:pt x="633083" y="214191"/>
                  </a:lnTo>
                  <a:lnTo>
                    <a:pt x="646003" y="213035"/>
                  </a:lnTo>
                  <a:lnTo>
                    <a:pt x="658923" y="211870"/>
                  </a:lnTo>
                  <a:lnTo>
                    <a:pt x="671843" y="210698"/>
                  </a:lnTo>
                  <a:lnTo>
                    <a:pt x="684763" y="209517"/>
                  </a:lnTo>
                  <a:lnTo>
                    <a:pt x="697683" y="208328"/>
                  </a:lnTo>
                  <a:lnTo>
                    <a:pt x="710603" y="207130"/>
                  </a:lnTo>
                  <a:lnTo>
                    <a:pt x="723524" y="205923"/>
                  </a:lnTo>
                  <a:lnTo>
                    <a:pt x="736444" y="204708"/>
                  </a:lnTo>
                  <a:lnTo>
                    <a:pt x="749364" y="203484"/>
                  </a:lnTo>
                  <a:lnTo>
                    <a:pt x="762284" y="202251"/>
                  </a:lnTo>
                  <a:lnTo>
                    <a:pt x="775204" y="201008"/>
                  </a:lnTo>
                  <a:lnTo>
                    <a:pt x="788124" y="199757"/>
                  </a:lnTo>
                  <a:lnTo>
                    <a:pt x="801044" y="198496"/>
                  </a:lnTo>
                  <a:lnTo>
                    <a:pt x="813964" y="197226"/>
                  </a:lnTo>
                  <a:lnTo>
                    <a:pt x="826884" y="195946"/>
                  </a:lnTo>
                  <a:lnTo>
                    <a:pt x="839804" y="194657"/>
                  </a:lnTo>
                  <a:lnTo>
                    <a:pt x="852724" y="193359"/>
                  </a:lnTo>
                  <a:lnTo>
                    <a:pt x="865644" y="192051"/>
                  </a:lnTo>
                  <a:lnTo>
                    <a:pt x="878564" y="190733"/>
                  </a:lnTo>
                  <a:lnTo>
                    <a:pt x="891484" y="189406"/>
                  </a:lnTo>
                  <a:lnTo>
                    <a:pt x="904405" y="188069"/>
                  </a:lnTo>
                  <a:lnTo>
                    <a:pt x="917325" y="186722"/>
                  </a:lnTo>
                  <a:lnTo>
                    <a:pt x="930245" y="185365"/>
                  </a:lnTo>
                  <a:lnTo>
                    <a:pt x="943165" y="183999"/>
                  </a:lnTo>
                  <a:lnTo>
                    <a:pt x="956085" y="182623"/>
                  </a:lnTo>
                  <a:lnTo>
                    <a:pt x="969005" y="181237"/>
                  </a:lnTo>
                  <a:lnTo>
                    <a:pt x="981925" y="179842"/>
                  </a:lnTo>
                  <a:lnTo>
                    <a:pt x="994845" y="178436"/>
                  </a:lnTo>
                  <a:lnTo>
                    <a:pt x="1007765" y="177021"/>
                  </a:lnTo>
                  <a:lnTo>
                    <a:pt x="1020685" y="175596"/>
                  </a:lnTo>
                  <a:lnTo>
                    <a:pt x="1033605" y="174162"/>
                  </a:lnTo>
                  <a:lnTo>
                    <a:pt x="1046525" y="172718"/>
                  </a:lnTo>
                  <a:lnTo>
                    <a:pt x="1059445" y="171264"/>
                  </a:lnTo>
                  <a:lnTo>
                    <a:pt x="1072365" y="169800"/>
                  </a:lnTo>
                  <a:lnTo>
                    <a:pt x="1085286" y="168328"/>
                  </a:lnTo>
                  <a:lnTo>
                    <a:pt x="1098206" y="166845"/>
                  </a:lnTo>
                  <a:lnTo>
                    <a:pt x="1111126" y="165353"/>
                  </a:lnTo>
                  <a:lnTo>
                    <a:pt x="1124046" y="163852"/>
                  </a:lnTo>
                  <a:lnTo>
                    <a:pt x="1136966" y="162341"/>
                  </a:lnTo>
                  <a:lnTo>
                    <a:pt x="1149886" y="160821"/>
                  </a:lnTo>
                  <a:lnTo>
                    <a:pt x="1162806" y="159292"/>
                  </a:lnTo>
                  <a:lnTo>
                    <a:pt x="1175726" y="157754"/>
                  </a:lnTo>
                  <a:lnTo>
                    <a:pt x="1188646" y="156207"/>
                  </a:lnTo>
                  <a:lnTo>
                    <a:pt x="1201566" y="154650"/>
                  </a:lnTo>
                  <a:lnTo>
                    <a:pt x="1214486" y="153085"/>
                  </a:lnTo>
                  <a:lnTo>
                    <a:pt x="1227406" y="151511"/>
                  </a:lnTo>
                  <a:lnTo>
                    <a:pt x="1240326" y="149929"/>
                  </a:lnTo>
                  <a:lnTo>
                    <a:pt x="1253246" y="148338"/>
                  </a:lnTo>
                  <a:lnTo>
                    <a:pt x="1266167" y="146738"/>
                  </a:lnTo>
                  <a:lnTo>
                    <a:pt x="1279087" y="145130"/>
                  </a:lnTo>
                  <a:lnTo>
                    <a:pt x="1292007" y="143514"/>
                  </a:lnTo>
                  <a:lnTo>
                    <a:pt x="1304927" y="141889"/>
                  </a:lnTo>
                  <a:lnTo>
                    <a:pt x="1317847" y="140256"/>
                  </a:lnTo>
                  <a:lnTo>
                    <a:pt x="1330767" y="138616"/>
                  </a:lnTo>
                  <a:lnTo>
                    <a:pt x="1343687" y="136967"/>
                  </a:lnTo>
                  <a:lnTo>
                    <a:pt x="1356607" y="135311"/>
                  </a:lnTo>
                  <a:lnTo>
                    <a:pt x="1369527" y="133648"/>
                  </a:lnTo>
                  <a:lnTo>
                    <a:pt x="1382447" y="131976"/>
                  </a:lnTo>
                  <a:lnTo>
                    <a:pt x="1395367" y="130298"/>
                  </a:lnTo>
                  <a:lnTo>
                    <a:pt x="1408287" y="128612"/>
                  </a:lnTo>
                  <a:lnTo>
                    <a:pt x="1421207" y="126919"/>
                  </a:lnTo>
                  <a:lnTo>
                    <a:pt x="1434127" y="125219"/>
                  </a:lnTo>
                  <a:lnTo>
                    <a:pt x="1447048" y="123512"/>
                  </a:lnTo>
                  <a:lnTo>
                    <a:pt x="1459968" y="121798"/>
                  </a:lnTo>
                  <a:lnTo>
                    <a:pt x="1472888" y="120078"/>
                  </a:lnTo>
                  <a:lnTo>
                    <a:pt x="1485808" y="118351"/>
                  </a:lnTo>
                  <a:lnTo>
                    <a:pt x="1498728" y="116618"/>
                  </a:lnTo>
                  <a:lnTo>
                    <a:pt x="1511648" y="114878"/>
                  </a:lnTo>
                  <a:lnTo>
                    <a:pt x="1524568" y="113133"/>
                  </a:lnTo>
                  <a:lnTo>
                    <a:pt x="1537488" y="111382"/>
                  </a:lnTo>
                  <a:lnTo>
                    <a:pt x="1550408" y="109624"/>
                  </a:lnTo>
                  <a:lnTo>
                    <a:pt x="1563328" y="107861"/>
                  </a:lnTo>
                  <a:lnTo>
                    <a:pt x="1576248" y="106093"/>
                  </a:lnTo>
                  <a:lnTo>
                    <a:pt x="1589168" y="104318"/>
                  </a:lnTo>
                  <a:lnTo>
                    <a:pt x="1602088" y="102539"/>
                  </a:lnTo>
                  <a:lnTo>
                    <a:pt x="1615008" y="100755"/>
                  </a:lnTo>
                  <a:lnTo>
                    <a:pt x="1627929" y="98965"/>
                  </a:lnTo>
                  <a:lnTo>
                    <a:pt x="1640849" y="97170"/>
                  </a:lnTo>
                  <a:lnTo>
                    <a:pt x="1653769" y="95371"/>
                  </a:lnTo>
                  <a:lnTo>
                    <a:pt x="1666689" y="93567"/>
                  </a:lnTo>
                  <a:lnTo>
                    <a:pt x="1679609" y="91758"/>
                  </a:lnTo>
                  <a:lnTo>
                    <a:pt x="1692529" y="89945"/>
                  </a:lnTo>
                  <a:lnTo>
                    <a:pt x="1705449" y="88128"/>
                  </a:lnTo>
                  <a:lnTo>
                    <a:pt x="1718369" y="86306"/>
                  </a:lnTo>
                  <a:lnTo>
                    <a:pt x="1731289" y="84481"/>
                  </a:lnTo>
                  <a:lnTo>
                    <a:pt x="1744209" y="82652"/>
                  </a:lnTo>
                  <a:lnTo>
                    <a:pt x="1757129" y="80818"/>
                  </a:lnTo>
                  <a:lnTo>
                    <a:pt x="1770049" y="78982"/>
                  </a:lnTo>
                  <a:lnTo>
                    <a:pt x="1782969" y="77141"/>
                  </a:lnTo>
                  <a:lnTo>
                    <a:pt x="1795889" y="75297"/>
                  </a:lnTo>
                  <a:lnTo>
                    <a:pt x="1808810" y="73450"/>
                  </a:lnTo>
                  <a:lnTo>
                    <a:pt x="1821730" y="71600"/>
                  </a:lnTo>
                  <a:lnTo>
                    <a:pt x="1834650" y="69747"/>
                  </a:lnTo>
                  <a:lnTo>
                    <a:pt x="1847570" y="67891"/>
                  </a:lnTo>
                  <a:lnTo>
                    <a:pt x="1860490" y="66032"/>
                  </a:lnTo>
                  <a:lnTo>
                    <a:pt x="1873410" y="64170"/>
                  </a:lnTo>
                  <a:lnTo>
                    <a:pt x="1886330" y="62306"/>
                  </a:lnTo>
                  <a:lnTo>
                    <a:pt x="1899250" y="60439"/>
                  </a:lnTo>
                  <a:lnTo>
                    <a:pt x="1912170" y="58570"/>
                  </a:lnTo>
                  <a:lnTo>
                    <a:pt x="1925090" y="56699"/>
                  </a:lnTo>
                  <a:lnTo>
                    <a:pt x="1938010" y="54825"/>
                  </a:lnTo>
                  <a:lnTo>
                    <a:pt x="1950930" y="52950"/>
                  </a:lnTo>
                  <a:lnTo>
                    <a:pt x="1963850" y="51072"/>
                  </a:lnTo>
                  <a:lnTo>
                    <a:pt x="1976770" y="49193"/>
                  </a:lnTo>
                  <a:lnTo>
                    <a:pt x="1989691" y="47312"/>
                  </a:lnTo>
                  <a:lnTo>
                    <a:pt x="2002611" y="45430"/>
                  </a:lnTo>
                  <a:lnTo>
                    <a:pt x="2015531" y="43546"/>
                  </a:lnTo>
                  <a:lnTo>
                    <a:pt x="2028451" y="41661"/>
                  </a:lnTo>
                  <a:lnTo>
                    <a:pt x="2041371" y="39774"/>
                  </a:lnTo>
                  <a:lnTo>
                    <a:pt x="2054291" y="37886"/>
                  </a:lnTo>
                  <a:lnTo>
                    <a:pt x="2067211" y="35997"/>
                  </a:lnTo>
                  <a:lnTo>
                    <a:pt x="2080131" y="34107"/>
                  </a:lnTo>
                  <a:lnTo>
                    <a:pt x="2093051" y="32217"/>
                  </a:lnTo>
                  <a:lnTo>
                    <a:pt x="2105971" y="30325"/>
                  </a:lnTo>
                  <a:lnTo>
                    <a:pt x="2118891" y="28432"/>
                  </a:lnTo>
                  <a:lnTo>
                    <a:pt x="2131811" y="26539"/>
                  </a:lnTo>
                  <a:lnTo>
                    <a:pt x="2144731" y="24646"/>
                  </a:lnTo>
                  <a:lnTo>
                    <a:pt x="2157651" y="22751"/>
                  </a:lnTo>
                  <a:lnTo>
                    <a:pt x="2170572" y="20857"/>
                  </a:lnTo>
                  <a:lnTo>
                    <a:pt x="2183492" y="18961"/>
                  </a:lnTo>
                  <a:lnTo>
                    <a:pt x="2196412" y="17066"/>
                  </a:lnTo>
                  <a:lnTo>
                    <a:pt x="2209332" y="15170"/>
                  </a:lnTo>
                  <a:lnTo>
                    <a:pt x="2222252" y="13274"/>
                  </a:lnTo>
                  <a:lnTo>
                    <a:pt x="2235172" y="11378"/>
                  </a:lnTo>
                  <a:lnTo>
                    <a:pt x="2248092" y="9482"/>
                  </a:lnTo>
                  <a:lnTo>
                    <a:pt x="2261012" y="7585"/>
                  </a:lnTo>
                  <a:lnTo>
                    <a:pt x="2273932" y="5689"/>
                  </a:lnTo>
                  <a:lnTo>
                    <a:pt x="2286852" y="3793"/>
                  </a:lnTo>
                  <a:lnTo>
                    <a:pt x="2299772" y="1896"/>
                  </a:lnTo>
                  <a:lnTo>
                    <a:pt x="2312692" y="0"/>
                  </a:lnTo>
                  <a:lnTo>
                    <a:pt x="2312692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03334" y="1229906"/>
              <a:ext cx="2347515" cy="282902"/>
            </a:xfrm>
            <a:custGeom>
              <a:avLst/>
              <a:pathLst>
                <a:path w="2347515" h="282902">
                  <a:moveTo>
                    <a:pt x="0" y="0"/>
                  </a:moveTo>
                  <a:lnTo>
                    <a:pt x="13114" y="926"/>
                  </a:lnTo>
                  <a:lnTo>
                    <a:pt x="26229" y="1852"/>
                  </a:lnTo>
                  <a:lnTo>
                    <a:pt x="39343" y="2778"/>
                  </a:lnTo>
                  <a:lnTo>
                    <a:pt x="52458" y="3704"/>
                  </a:lnTo>
                  <a:lnTo>
                    <a:pt x="65573" y="4630"/>
                  </a:lnTo>
                  <a:lnTo>
                    <a:pt x="78687" y="5556"/>
                  </a:lnTo>
                  <a:lnTo>
                    <a:pt x="91802" y="6481"/>
                  </a:lnTo>
                  <a:lnTo>
                    <a:pt x="104916" y="7407"/>
                  </a:lnTo>
                  <a:lnTo>
                    <a:pt x="118031" y="8331"/>
                  </a:lnTo>
                  <a:lnTo>
                    <a:pt x="131146" y="9256"/>
                  </a:lnTo>
                  <a:lnTo>
                    <a:pt x="144260" y="10179"/>
                  </a:lnTo>
                  <a:lnTo>
                    <a:pt x="157375" y="11102"/>
                  </a:lnTo>
                  <a:lnTo>
                    <a:pt x="170489" y="12024"/>
                  </a:lnTo>
                  <a:lnTo>
                    <a:pt x="183604" y="12946"/>
                  </a:lnTo>
                  <a:lnTo>
                    <a:pt x="196719" y="13866"/>
                  </a:lnTo>
                  <a:lnTo>
                    <a:pt x="209833" y="14785"/>
                  </a:lnTo>
                  <a:lnTo>
                    <a:pt x="222948" y="15703"/>
                  </a:lnTo>
                  <a:lnTo>
                    <a:pt x="236063" y="16620"/>
                  </a:lnTo>
                  <a:lnTo>
                    <a:pt x="249177" y="17535"/>
                  </a:lnTo>
                  <a:lnTo>
                    <a:pt x="262292" y="18449"/>
                  </a:lnTo>
                  <a:lnTo>
                    <a:pt x="275406" y="19361"/>
                  </a:lnTo>
                  <a:lnTo>
                    <a:pt x="288521" y="20271"/>
                  </a:lnTo>
                  <a:lnTo>
                    <a:pt x="301636" y="21179"/>
                  </a:lnTo>
                  <a:lnTo>
                    <a:pt x="314750" y="22085"/>
                  </a:lnTo>
                  <a:lnTo>
                    <a:pt x="327865" y="22989"/>
                  </a:lnTo>
                  <a:lnTo>
                    <a:pt x="340979" y="23891"/>
                  </a:lnTo>
                  <a:lnTo>
                    <a:pt x="354094" y="24790"/>
                  </a:lnTo>
                  <a:lnTo>
                    <a:pt x="367209" y="25686"/>
                  </a:lnTo>
                  <a:lnTo>
                    <a:pt x="380323" y="26580"/>
                  </a:lnTo>
                  <a:lnTo>
                    <a:pt x="393438" y="27470"/>
                  </a:lnTo>
                  <a:lnTo>
                    <a:pt x="406552" y="28358"/>
                  </a:lnTo>
                  <a:lnTo>
                    <a:pt x="419667" y="29242"/>
                  </a:lnTo>
                  <a:lnTo>
                    <a:pt x="432782" y="30123"/>
                  </a:lnTo>
                  <a:lnTo>
                    <a:pt x="445896" y="31000"/>
                  </a:lnTo>
                  <a:lnTo>
                    <a:pt x="459011" y="31873"/>
                  </a:lnTo>
                  <a:lnTo>
                    <a:pt x="472126" y="32742"/>
                  </a:lnTo>
                  <a:lnTo>
                    <a:pt x="485240" y="33607"/>
                  </a:lnTo>
                  <a:lnTo>
                    <a:pt x="498355" y="34468"/>
                  </a:lnTo>
                  <a:lnTo>
                    <a:pt x="511469" y="35323"/>
                  </a:lnTo>
                  <a:lnTo>
                    <a:pt x="524584" y="36174"/>
                  </a:lnTo>
                  <a:lnTo>
                    <a:pt x="537699" y="37020"/>
                  </a:lnTo>
                  <a:lnTo>
                    <a:pt x="550813" y="37861"/>
                  </a:lnTo>
                  <a:lnTo>
                    <a:pt x="563928" y="38696"/>
                  </a:lnTo>
                  <a:lnTo>
                    <a:pt x="577042" y="39526"/>
                  </a:lnTo>
                  <a:lnTo>
                    <a:pt x="590157" y="40349"/>
                  </a:lnTo>
                  <a:lnTo>
                    <a:pt x="603272" y="41166"/>
                  </a:lnTo>
                  <a:lnTo>
                    <a:pt x="616386" y="41977"/>
                  </a:lnTo>
                  <a:lnTo>
                    <a:pt x="629501" y="42781"/>
                  </a:lnTo>
                  <a:lnTo>
                    <a:pt x="642615" y="43578"/>
                  </a:lnTo>
                  <a:lnTo>
                    <a:pt x="655730" y="44368"/>
                  </a:lnTo>
                  <a:lnTo>
                    <a:pt x="668845" y="45151"/>
                  </a:lnTo>
                  <a:lnTo>
                    <a:pt x="681959" y="45926"/>
                  </a:lnTo>
                  <a:lnTo>
                    <a:pt x="695074" y="46692"/>
                  </a:lnTo>
                  <a:lnTo>
                    <a:pt x="708189" y="47451"/>
                  </a:lnTo>
                  <a:lnTo>
                    <a:pt x="721303" y="48201"/>
                  </a:lnTo>
                  <a:lnTo>
                    <a:pt x="734418" y="48943"/>
                  </a:lnTo>
                  <a:lnTo>
                    <a:pt x="747532" y="49675"/>
                  </a:lnTo>
                  <a:lnTo>
                    <a:pt x="760647" y="50398"/>
                  </a:lnTo>
                  <a:lnTo>
                    <a:pt x="773762" y="51112"/>
                  </a:lnTo>
                  <a:lnTo>
                    <a:pt x="786876" y="51817"/>
                  </a:lnTo>
                  <a:lnTo>
                    <a:pt x="799991" y="52511"/>
                  </a:lnTo>
                  <a:lnTo>
                    <a:pt x="813105" y="53195"/>
                  </a:lnTo>
                  <a:lnTo>
                    <a:pt x="826220" y="53869"/>
                  </a:lnTo>
                  <a:lnTo>
                    <a:pt x="839335" y="54533"/>
                  </a:lnTo>
                  <a:lnTo>
                    <a:pt x="852449" y="55186"/>
                  </a:lnTo>
                  <a:lnTo>
                    <a:pt x="865564" y="55828"/>
                  </a:lnTo>
                  <a:lnTo>
                    <a:pt x="878679" y="56459"/>
                  </a:lnTo>
                  <a:lnTo>
                    <a:pt x="891793" y="57079"/>
                  </a:lnTo>
                  <a:lnTo>
                    <a:pt x="904908" y="57687"/>
                  </a:lnTo>
                  <a:lnTo>
                    <a:pt x="918022" y="58284"/>
                  </a:lnTo>
                  <a:lnTo>
                    <a:pt x="931137" y="58869"/>
                  </a:lnTo>
                  <a:lnTo>
                    <a:pt x="944252" y="59443"/>
                  </a:lnTo>
                  <a:lnTo>
                    <a:pt x="957366" y="60005"/>
                  </a:lnTo>
                  <a:lnTo>
                    <a:pt x="970481" y="60554"/>
                  </a:lnTo>
                  <a:lnTo>
                    <a:pt x="983595" y="61092"/>
                  </a:lnTo>
                  <a:lnTo>
                    <a:pt x="996710" y="61618"/>
                  </a:lnTo>
                  <a:lnTo>
                    <a:pt x="1009825" y="62132"/>
                  </a:lnTo>
                  <a:lnTo>
                    <a:pt x="1022939" y="62633"/>
                  </a:lnTo>
                  <a:lnTo>
                    <a:pt x="1036054" y="63122"/>
                  </a:lnTo>
                  <a:lnTo>
                    <a:pt x="1049168" y="63599"/>
                  </a:lnTo>
                  <a:lnTo>
                    <a:pt x="1062283" y="64063"/>
                  </a:lnTo>
                  <a:lnTo>
                    <a:pt x="1075398" y="64516"/>
                  </a:lnTo>
                  <a:lnTo>
                    <a:pt x="1088512" y="64956"/>
                  </a:lnTo>
                  <a:lnTo>
                    <a:pt x="1101627" y="65383"/>
                  </a:lnTo>
                  <a:lnTo>
                    <a:pt x="1114742" y="65799"/>
                  </a:lnTo>
                  <a:lnTo>
                    <a:pt x="1127856" y="66202"/>
                  </a:lnTo>
                  <a:lnTo>
                    <a:pt x="1140971" y="66593"/>
                  </a:lnTo>
                  <a:lnTo>
                    <a:pt x="1154085" y="66972"/>
                  </a:lnTo>
                  <a:lnTo>
                    <a:pt x="1167200" y="67339"/>
                  </a:lnTo>
                  <a:lnTo>
                    <a:pt x="1180315" y="67693"/>
                  </a:lnTo>
                  <a:lnTo>
                    <a:pt x="1193429" y="68036"/>
                  </a:lnTo>
                  <a:lnTo>
                    <a:pt x="1206544" y="68367"/>
                  </a:lnTo>
                  <a:lnTo>
                    <a:pt x="1219658" y="68686"/>
                  </a:lnTo>
                  <a:lnTo>
                    <a:pt x="1232773" y="68993"/>
                  </a:lnTo>
                  <a:lnTo>
                    <a:pt x="1245888" y="69289"/>
                  </a:lnTo>
                  <a:lnTo>
                    <a:pt x="1259002" y="69573"/>
                  </a:lnTo>
                  <a:lnTo>
                    <a:pt x="1272117" y="69845"/>
                  </a:lnTo>
                  <a:lnTo>
                    <a:pt x="1285231" y="70106"/>
                  </a:lnTo>
                  <a:lnTo>
                    <a:pt x="1298346" y="70355"/>
                  </a:lnTo>
                  <a:lnTo>
                    <a:pt x="1311461" y="70594"/>
                  </a:lnTo>
                  <a:lnTo>
                    <a:pt x="1324575" y="70821"/>
                  </a:lnTo>
                  <a:lnTo>
                    <a:pt x="1337690" y="71036"/>
                  </a:lnTo>
                  <a:lnTo>
                    <a:pt x="1350805" y="71241"/>
                  </a:lnTo>
                  <a:lnTo>
                    <a:pt x="1363919" y="71435"/>
                  </a:lnTo>
                  <a:lnTo>
                    <a:pt x="1377034" y="71618"/>
                  </a:lnTo>
                  <a:lnTo>
                    <a:pt x="1390148" y="71790"/>
                  </a:lnTo>
                  <a:lnTo>
                    <a:pt x="1403263" y="71951"/>
                  </a:lnTo>
                  <a:lnTo>
                    <a:pt x="1416378" y="72102"/>
                  </a:lnTo>
                  <a:lnTo>
                    <a:pt x="1429492" y="72242"/>
                  </a:lnTo>
                  <a:lnTo>
                    <a:pt x="1442607" y="72371"/>
                  </a:lnTo>
                  <a:lnTo>
                    <a:pt x="1455721" y="72491"/>
                  </a:lnTo>
                  <a:lnTo>
                    <a:pt x="1468836" y="72600"/>
                  </a:lnTo>
                  <a:lnTo>
                    <a:pt x="1481951" y="72699"/>
                  </a:lnTo>
                  <a:lnTo>
                    <a:pt x="1495065" y="72787"/>
                  </a:lnTo>
                  <a:lnTo>
                    <a:pt x="1508180" y="72866"/>
                  </a:lnTo>
                  <a:lnTo>
                    <a:pt x="1521295" y="72936"/>
                  </a:lnTo>
                  <a:lnTo>
                    <a:pt x="1534409" y="72995"/>
                  </a:lnTo>
                  <a:lnTo>
                    <a:pt x="1547524" y="73046"/>
                  </a:lnTo>
                  <a:lnTo>
                    <a:pt x="1560638" y="73087"/>
                  </a:lnTo>
                  <a:lnTo>
                    <a:pt x="1573753" y="73119"/>
                  </a:lnTo>
                  <a:lnTo>
                    <a:pt x="1586868" y="73142"/>
                  </a:lnTo>
                  <a:lnTo>
                    <a:pt x="1599982" y="73157"/>
                  </a:lnTo>
                  <a:lnTo>
                    <a:pt x="1613097" y="73163"/>
                  </a:lnTo>
                  <a:lnTo>
                    <a:pt x="1626211" y="73160"/>
                  </a:lnTo>
                  <a:lnTo>
                    <a:pt x="1639326" y="73150"/>
                  </a:lnTo>
                  <a:lnTo>
                    <a:pt x="1652441" y="73132"/>
                  </a:lnTo>
                  <a:lnTo>
                    <a:pt x="1665555" y="73107"/>
                  </a:lnTo>
                  <a:lnTo>
                    <a:pt x="1678670" y="73074"/>
                  </a:lnTo>
                  <a:lnTo>
                    <a:pt x="1691784" y="73035"/>
                  </a:lnTo>
                  <a:lnTo>
                    <a:pt x="1704899" y="72988"/>
                  </a:lnTo>
                  <a:lnTo>
                    <a:pt x="1718014" y="72935"/>
                  </a:lnTo>
                  <a:lnTo>
                    <a:pt x="1731128" y="72876"/>
                  </a:lnTo>
                  <a:lnTo>
                    <a:pt x="1744243" y="72811"/>
                  </a:lnTo>
                  <a:lnTo>
                    <a:pt x="1757358" y="72741"/>
                  </a:lnTo>
                  <a:lnTo>
                    <a:pt x="1770472" y="72665"/>
                  </a:lnTo>
                  <a:lnTo>
                    <a:pt x="1783587" y="72584"/>
                  </a:lnTo>
                  <a:lnTo>
                    <a:pt x="1796701" y="72499"/>
                  </a:lnTo>
                  <a:lnTo>
                    <a:pt x="1809816" y="72408"/>
                  </a:lnTo>
                  <a:lnTo>
                    <a:pt x="1822931" y="72314"/>
                  </a:lnTo>
                  <a:lnTo>
                    <a:pt x="1836045" y="72216"/>
                  </a:lnTo>
                  <a:lnTo>
                    <a:pt x="1849160" y="72114"/>
                  </a:lnTo>
                  <a:lnTo>
                    <a:pt x="1862274" y="72008"/>
                  </a:lnTo>
                  <a:lnTo>
                    <a:pt x="1875389" y="71900"/>
                  </a:lnTo>
                  <a:lnTo>
                    <a:pt x="1888504" y="71788"/>
                  </a:lnTo>
                  <a:lnTo>
                    <a:pt x="1901618" y="71674"/>
                  </a:lnTo>
                  <a:lnTo>
                    <a:pt x="1914733" y="71557"/>
                  </a:lnTo>
                  <a:lnTo>
                    <a:pt x="1927847" y="71437"/>
                  </a:lnTo>
                  <a:lnTo>
                    <a:pt x="1940962" y="71316"/>
                  </a:lnTo>
                  <a:lnTo>
                    <a:pt x="1954077" y="71193"/>
                  </a:lnTo>
                  <a:lnTo>
                    <a:pt x="1967191" y="71067"/>
                  </a:lnTo>
                  <a:lnTo>
                    <a:pt x="1980306" y="70940"/>
                  </a:lnTo>
                  <a:lnTo>
                    <a:pt x="1993421" y="70812"/>
                  </a:lnTo>
                  <a:lnTo>
                    <a:pt x="2006535" y="70682"/>
                  </a:lnTo>
                  <a:lnTo>
                    <a:pt x="2019650" y="70551"/>
                  </a:lnTo>
                  <a:lnTo>
                    <a:pt x="2032764" y="70419"/>
                  </a:lnTo>
                  <a:lnTo>
                    <a:pt x="2045879" y="70286"/>
                  </a:lnTo>
                  <a:lnTo>
                    <a:pt x="2058994" y="70152"/>
                  </a:lnTo>
                  <a:lnTo>
                    <a:pt x="2072108" y="70017"/>
                  </a:lnTo>
                  <a:lnTo>
                    <a:pt x="2085223" y="69881"/>
                  </a:lnTo>
                  <a:lnTo>
                    <a:pt x="2098337" y="69745"/>
                  </a:lnTo>
                  <a:lnTo>
                    <a:pt x="2111452" y="69608"/>
                  </a:lnTo>
                  <a:lnTo>
                    <a:pt x="2124567" y="69470"/>
                  </a:lnTo>
                  <a:lnTo>
                    <a:pt x="2137681" y="69332"/>
                  </a:lnTo>
                  <a:lnTo>
                    <a:pt x="2150796" y="69193"/>
                  </a:lnTo>
                  <a:lnTo>
                    <a:pt x="2163911" y="69054"/>
                  </a:lnTo>
                  <a:lnTo>
                    <a:pt x="2177025" y="68914"/>
                  </a:lnTo>
                  <a:lnTo>
                    <a:pt x="2190140" y="68774"/>
                  </a:lnTo>
                  <a:lnTo>
                    <a:pt x="2203254" y="68633"/>
                  </a:lnTo>
                  <a:lnTo>
                    <a:pt x="2216369" y="68492"/>
                  </a:lnTo>
                  <a:lnTo>
                    <a:pt x="2229484" y="68350"/>
                  </a:lnTo>
                  <a:lnTo>
                    <a:pt x="2242598" y="68208"/>
                  </a:lnTo>
                  <a:lnTo>
                    <a:pt x="2255713" y="68066"/>
                  </a:lnTo>
                  <a:lnTo>
                    <a:pt x="2268827" y="67924"/>
                  </a:lnTo>
                  <a:lnTo>
                    <a:pt x="2281942" y="67781"/>
                  </a:lnTo>
                  <a:lnTo>
                    <a:pt x="2295057" y="67639"/>
                  </a:lnTo>
                  <a:lnTo>
                    <a:pt x="2308171" y="67496"/>
                  </a:lnTo>
                  <a:lnTo>
                    <a:pt x="2321286" y="67353"/>
                  </a:lnTo>
                  <a:lnTo>
                    <a:pt x="2334400" y="67210"/>
                  </a:lnTo>
                  <a:lnTo>
                    <a:pt x="2347515" y="67067"/>
                  </a:lnTo>
                  <a:lnTo>
                    <a:pt x="2347515" y="225277"/>
                  </a:lnTo>
                  <a:lnTo>
                    <a:pt x="2334400" y="225648"/>
                  </a:lnTo>
                  <a:lnTo>
                    <a:pt x="2321286" y="226020"/>
                  </a:lnTo>
                  <a:lnTo>
                    <a:pt x="2308171" y="226391"/>
                  </a:lnTo>
                  <a:lnTo>
                    <a:pt x="2295057" y="226762"/>
                  </a:lnTo>
                  <a:lnTo>
                    <a:pt x="2281942" y="227133"/>
                  </a:lnTo>
                  <a:lnTo>
                    <a:pt x="2268827" y="227504"/>
                  </a:lnTo>
                  <a:lnTo>
                    <a:pt x="2255713" y="227876"/>
                  </a:lnTo>
                  <a:lnTo>
                    <a:pt x="2242598" y="228247"/>
                  </a:lnTo>
                  <a:lnTo>
                    <a:pt x="2229484" y="228618"/>
                  </a:lnTo>
                  <a:lnTo>
                    <a:pt x="2216369" y="228989"/>
                  </a:lnTo>
                  <a:lnTo>
                    <a:pt x="2203254" y="229359"/>
                  </a:lnTo>
                  <a:lnTo>
                    <a:pt x="2190140" y="229730"/>
                  </a:lnTo>
                  <a:lnTo>
                    <a:pt x="2177025" y="230101"/>
                  </a:lnTo>
                  <a:lnTo>
                    <a:pt x="2163911" y="230472"/>
                  </a:lnTo>
                  <a:lnTo>
                    <a:pt x="2150796" y="230843"/>
                  </a:lnTo>
                  <a:lnTo>
                    <a:pt x="2137681" y="231214"/>
                  </a:lnTo>
                  <a:lnTo>
                    <a:pt x="2124567" y="231585"/>
                  </a:lnTo>
                  <a:lnTo>
                    <a:pt x="2111452" y="231957"/>
                  </a:lnTo>
                  <a:lnTo>
                    <a:pt x="2098337" y="232328"/>
                  </a:lnTo>
                  <a:lnTo>
                    <a:pt x="2085223" y="232700"/>
                  </a:lnTo>
                  <a:lnTo>
                    <a:pt x="2072108" y="233072"/>
                  </a:lnTo>
                  <a:lnTo>
                    <a:pt x="2058994" y="233444"/>
                  </a:lnTo>
                  <a:lnTo>
                    <a:pt x="2045879" y="233816"/>
                  </a:lnTo>
                  <a:lnTo>
                    <a:pt x="2032764" y="234188"/>
                  </a:lnTo>
                  <a:lnTo>
                    <a:pt x="2019650" y="234561"/>
                  </a:lnTo>
                  <a:lnTo>
                    <a:pt x="2006535" y="234933"/>
                  </a:lnTo>
                  <a:lnTo>
                    <a:pt x="1993421" y="235306"/>
                  </a:lnTo>
                  <a:lnTo>
                    <a:pt x="1980306" y="235679"/>
                  </a:lnTo>
                  <a:lnTo>
                    <a:pt x="1967191" y="236052"/>
                  </a:lnTo>
                  <a:lnTo>
                    <a:pt x="1954077" y="236425"/>
                  </a:lnTo>
                  <a:lnTo>
                    <a:pt x="1940962" y="236798"/>
                  </a:lnTo>
                  <a:lnTo>
                    <a:pt x="1927847" y="237170"/>
                  </a:lnTo>
                  <a:lnTo>
                    <a:pt x="1914733" y="237543"/>
                  </a:lnTo>
                  <a:lnTo>
                    <a:pt x="1901618" y="237915"/>
                  </a:lnTo>
                  <a:lnTo>
                    <a:pt x="1888504" y="238286"/>
                  </a:lnTo>
                  <a:lnTo>
                    <a:pt x="1875389" y="238657"/>
                  </a:lnTo>
                  <a:lnTo>
                    <a:pt x="1862274" y="239028"/>
                  </a:lnTo>
                  <a:lnTo>
                    <a:pt x="1849160" y="239398"/>
                  </a:lnTo>
                  <a:lnTo>
                    <a:pt x="1836045" y="239766"/>
                  </a:lnTo>
                  <a:lnTo>
                    <a:pt x="1822931" y="240134"/>
                  </a:lnTo>
                  <a:lnTo>
                    <a:pt x="1809816" y="240501"/>
                  </a:lnTo>
                  <a:lnTo>
                    <a:pt x="1796701" y="240867"/>
                  </a:lnTo>
                  <a:lnTo>
                    <a:pt x="1783587" y="241231"/>
                  </a:lnTo>
                  <a:lnTo>
                    <a:pt x="1770472" y="241594"/>
                  </a:lnTo>
                  <a:lnTo>
                    <a:pt x="1757358" y="241955"/>
                  </a:lnTo>
                  <a:lnTo>
                    <a:pt x="1744243" y="242315"/>
                  </a:lnTo>
                  <a:lnTo>
                    <a:pt x="1731128" y="242673"/>
                  </a:lnTo>
                  <a:lnTo>
                    <a:pt x="1718014" y="243028"/>
                  </a:lnTo>
                  <a:lnTo>
                    <a:pt x="1704899" y="243382"/>
                  </a:lnTo>
                  <a:lnTo>
                    <a:pt x="1691784" y="243734"/>
                  </a:lnTo>
                  <a:lnTo>
                    <a:pt x="1678670" y="244084"/>
                  </a:lnTo>
                  <a:lnTo>
                    <a:pt x="1665555" y="244432"/>
                  </a:lnTo>
                  <a:lnTo>
                    <a:pt x="1652441" y="244777"/>
                  </a:lnTo>
                  <a:lnTo>
                    <a:pt x="1639326" y="245120"/>
                  </a:lnTo>
                  <a:lnTo>
                    <a:pt x="1626211" y="245460"/>
                  </a:lnTo>
                  <a:lnTo>
                    <a:pt x="1613097" y="245798"/>
                  </a:lnTo>
                  <a:lnTo>
                    <a:pt x="1599982" y="246133"/>
                  </a:lnTo>
                  <a:lnTo>
                    <a:pt x="1586868" y="246466"/>
                  </a:lnTo>
                  <a:lnTo>
                    <a:pt x="1573753" y="246796"/>
                  </a:lnTo>
                  <a:lnTo>
                    <a:pt x="1560638" y="247123"/>
                  </a:lnTo>
                  <a:lnTo>
                    <a:pt x="1547524" y="247448"/>
                  </a:lnTo>
                  <a:lnTo>
                    <a:pt x="1534409" y="247770"/>
                  </a:lnTo>
                  <a:lnTo>
                    <a:pt x="1521295" y="248090"/>
                  </a:lnTo>
                  <a:lnTo>
                    <a:pt x="1508180" y="248407"/>
                  </a:lnTo>
                  <a:lnTo>
                    <a:pt x="1495065" y="248722"/>
                  </a:lnTo>
                  <a:lnTo>
                    <a:pt x="1481951" y="249033"/>
                  </a:lnTo>
                  <a:lnTo>
                    <a:pt x="1468836" y="249343"/>
                  </a:lnTo>
                  <a:lnTo>
                    <a:pt x="1455721" y="249650"/>
                  </a:lnTo>
                  <a:lnTo>
                    <a:pt x="1442607" y="249955"/>
                  </a:lnTo>
                  <a:lnTo>
                    <a:pt x="1429492" y="250257"/>
                  </a:lnTo>
                  <a:lnTo>
                    <a:pt x="1416378" y="250558"/>
                  </a:lnTo>
                  <a:lnTo>
                    <a:pt x="1403263" y="250856"/>
                  </a:lnTo>
                  <a:lnTo>
                    <a:pt x="1390148" y="251152"/>
                  </a:lnTo>
                  <a:lnTo>
                    <a:pt x="1377034" y="251446"/>
                  </a:lnTo>
                  <a:lnTo>
                    <a:pt x="1363919" y="251738"/>
                  </a:lnTo>
                  <a:lnTo>
                    <a:pt x="1350805" y="252028"/>
                  </a:lnTo>
                  <a:lnTo>
                    <a:pt x="1337690" y="252316"/>
                  </a:lnTo>
                  <a:lnTo>
                    <a:pt x="1324575" y="252603"/>
                  </a:lnTo>
                  <a:lnTo>
                    <a:pt x="1311461" y="252888"/>
                  </a:lnTo>
                  <a:lnTo>
                    <a:pt x="1298346" y="253171"/>
                  </a:lnTo>
                  <a:lnTo>
                    <a:pt x="1285231" y="253453"/>
                  </a:lnTo>
                  <a:lnTo>
                    <a:pt x="1272117" y="253733"/>
                  </a:lnTo>
                  <a:lnTo>
                    <a:pt x="1259002" y="254012"/>
                  </a:lnTo>
                  <a:lnTo>
                    <a:pt x="1245888" y="254290"/>
                  </a:lnTo>
                  <a:lnTo>
                    <a:pt x="1232773" y="254566"/>
                  </a:lnTo>
                  <a:lnTo>
                    <a:pt x="1219658" y="254841"/>
                  </a:lnTo>
                  <a:lnTo>
                    <a:pt x="1206544" y="255115"/>
                  </a:lnTo>
                  <a:lnTo>
                    <a:pt x="1193429" y="255388"/>
                  </a:lnTo>
                  <a:lnTo>
                    <a:pt x="1180315" y="255659"/>
                  </a:lnTo>
                  <a:lnTo>
                    <a:pt x="1167200" y="255929"/>
                  </a:lnTo>
                  <a:lnTo>
                    <a:pt x="1154085" y="256198"/>
                  </a:lnTo>
                  <a:lnTo>
                    <a:pt x="1140971" y="256466"/>
                  </a:lnTo>
                  <a:lnTo>
                    <a:pt x="1127856" y="256733"/>
                  </a:lnTo>
                  <a:lnTo>
                    <a:pt x="1114742" y="256999"/>
                  </a:lnTo>
                  <a:lnTo>
                    <a:pt x="1101627" y="257264"/>
                  </a:lnTo>
                  <a:lnTo>
                    <a:pt x="1088512" y="257528"/>
                  </a:lnTo>
                  <a:lnTo>
                    <a:pt x="1075398" y="257791"/>
                  </a:lnTo>
                  <a:lnTo>
                    <a:pt x="1062283" y="258053"/>
                  </a:lnTo>
                  <a:lnTo>
                    <a:pt x="1049168" y="258315"/>
                  </a:lnTo>
                  <a:lnTo>
                    <a:pt x="1036054" y="258575"/>
                  </a:lnTo>
                  <a:lnTo>
                    <a:pt x="1022939" y="258835"/>
                  </a:lnTo>
                  <a:lnTo>
                    <a:pt x="1009825" y="259094"/>
                  </a:lnTo>
                  <a:lnTo>
                    <a:pt x="996710" y="259352"/>
                  </a:lnTo>
                  <a:lnTo>
                    <a:pt x="983595" y="259610"/>
                  </a:lnTo>
                  <a:lnTo>
                    <a:pt x="970481" y="259867"/>
                  </a:lnTo>
                  <a:lnTo>
                    <a:pt x="957366" y="260124"/>
                  </a:lnTo>
                  <a:lnTo>
                    <a:pt x="944252" y="260381"/>
                  </a:lnTo>
                  <a:lnTo>
                    <a:pt x="931137" y="260637"/>
                  </a:lnTo>
                  <a:lnTo>
                    <a:pt x="918022" y="260893"/>
                  </a:lnTo>
                  <a:lnTo>
                    <a:pt x="904908" y="261149"/>
                  </a:lnTo>
                  <a:lnTo>
                    <a:pt x="891793" y="261405"/>
                  </a:lnTo>
                  <a:lnTo>
                    <a:pt x="878679" y="261661"/>
                  </a:lnTo>
                  <a:lnTo>
                    <a:pt x="865564" y="261917"/>
                  </a:lnTo>
                  <a:lnTo>
                    <a:pt x="852449" y="262174"/>
                  </a:lnTo>
                  <a:lnTo>
                    <a:pt x="839335" y="262431"/>
                  </a:lnTo>
                  <a:lnTo>
                    <a:pt x="826220" y="262688"/>
                  </a:lnTo>
                  <a:lnTo>
                    <a:pt x="813105" y="262946"/>
                  </a:lnTo>
                  <a:lnTo>
                    <a:pt x="799991" y="263205"/>
                  </a:lnTo>
                  <a:lnTo>
                    <a:pt x="786876" y="263465"/>
                  </a:lnTo>
                  <a:lnTo>
                    <a:pt x="773762" y="263726"/>
                  </a:lnTo>
                  <a:lnTo>
                    <a:pt x="760647" y="263988"/>
                  </a:lnTo>
                  <a:lnTo>
                    <a:pt x="747532" y="264252"/>
                  </a:lnTo>
                  <a:lnTo>
                    <a:pt x="734418" y="264517"/>
                  </a:lnTo>
                  <a:lnTo>
                    <a:pt x="721303" y="264783"/>
                  </a:lnTo>
                  <a:lnTo>
                    <a:pt x="708189" y="265052"/>
                  </a:lnTo>
                  <a:lnTo>
                    <a:pt x="695074" y="265322"/>
                  </a:lnTo>
                  <a:lnTo>
                    <a:pt x="681959" y="265594"/>
                  </a:lnTo>
                  <a:lnTo>
                    <a:pt x="668845" y="265868"/>
                  </a:lnTo>
                  <a:lnTo>
                    <a:pt x="655730" y="266144"/>
                  </a:lnTo>
                  <a:lnTo>
                    <a:pt x="642615" y="266423"/>
                  </a:lnTo>
                  <a:lnTo>
                    <a:pt x="629501" y="266704"/>
                  </a:lnTo>
                  <a:lnTo>
                    <a:pt x="616386" y="266987"/>
                  </a:lnTo>
                  <a:lnTo>
                    <a:pt x="603272" y="267274"/>
                  </a:lnTo>
                  <a:lnTo>
                    <a:pt x="590157" y="267562"/>
                  </a:lnTo>
                  <a:lnTo>
                    <a:pt x="577042" y="267854"/>
                  </a:lnTo>
                  <a:lnTo>
                    <a:pt x="563928" y="268148"/>
                  </a:lnTo>
                  <a:lnTo>
                    <a:pt x="550813" y="268446"/>
                  </a:lnTo>
                  <a:lnTo>
                    <a:pt x="537699" y="268746"/>
                  </a:lnTo>
                  <a:lnTo>
                    <a:pt x="524584" y="269049"/>
                  </a:lnTo>
                  <a:lnTo>
                    <a:pt x="511469" y="269355"/>
                  </a:lnTo>
                  <a:lnTo>
                    <a:pt x="498355" y="269664"/>
                  </a:lnTo>
                  <a:lnTo>
                    <a:pt x="485240" y="269976"/>
                  </a:lnTo>
                  <a:lnTo>
                    <a:pt x="472126" y="270290"/>
                  </a:lnTo>
                  <a:lnTo>
                    <a:pt x="459011" y="270608"/>
                  </a:lnTo>
                  <a:lnTo>
                    <a:pt x="445896" y="270929"/>
                  </a:lnTo>
                  <a:lnTo>
                    <a:pt x="432782" y="271252"/>
                  </a:lnTo>
                  <a:lnTo>
                    <a:pt x="419667" y="271578"/>
                  </a:lnTo>
                  <a:lnTo>
                    <a:pt x="406552" y="271907"/>
                  </a:lnTo>
                  <a:lnTo>
                    <a:pt x="393438" y="272238"/>
                  </a:lnTo>
                  <a:lnTo>
                    <a:pt x="380323" y="272572"/>
                  </a:lnTo>
                  <a:lnTo>
                    <a:pt x="367209" y="272908"/>
                  </a:lnTo>
                  <a:lnTo>
                    <a:pt x="354094" y="273246"/>
                  </a:lnTo>
                  <a:lnTo>
                    <a:pt x="340979" y="273587"/>
                  </a:lnTo>
                  <a:lnTo>
                    <a:pt x="327865" y="273930"/>
                  </a:lnTo>
                  <a:lnTo>
                    <a:pt x="314750" y="274275"/>
                  </a:lnTo>
                  <a:lnTo>
                    <a:pt x="301636" y="274622"/>
                  </a:lnTo>
                  <a:lnTo>
                    <a:pt x="288521" y="274970"/>
                  </a:lnTo>
                  <a:lnTo>
                    <a:pt x="275406" y="275320"/>
                  </a:lnTo>
                  <a:lnTo>
                    <a:pt x="262292" y="275672"/>
                  </a:lnTo>
                  <a:lnTo>
                    <a:pt x="249177" y="276026"/>
                  </a:lnTo>
                  <a:lnTo>
                    <a:pt x="236063" y="276380"/>
                  </a:lnTo>
                  <a:lnTo>
                    <a:pt x="222948" y="276736"/>
                  </a:lnTo>
                  <a:lnTo>
                    <a:pt x="209833" y="277094"/>
                  </a:lnTo>
                  <a:lnTo>
                    <a:pt x="196719" y="277452"/>
                  </a:lnTo>
                  <a:lnTo>
                    <a:pt x="183604" y="277811"/>
                  </a:lnTo>
                  <a:lnTo>
                    <a:pt x="170489" y="278171"/>
                  </a:lnTo>
                  <a:lnTo>
                    <a:pt x="157375" y="278533"/>
                  </a:lnTo>
                  <a:lnTo>
                    <a:pt x="144260" y="278894"/>
                  </a:lnTo>
                  <a:lnTo>
                    <a:pt x="131146" y="279257"/>
                  </a:lnTo>
                  <a:lnTo>
                    <a:pt x="118031" y="279620"/>
                  </a:lnTo>
                  <a:lnTo>
                    <a:pt x="104916" y="279984"/>
                  </a:lnTo>
                  <a:lnTo>
                    <a:pt x="91802" y="280348"/>
                  </a:lnTo>
                  <a:lnTo>
                    <a:pt x="78687" y="280712"/>
                  </a:lnTo>
                  <a:lnTo>
                    <a:pt x="65573" y="281077"/>
                  </a:lnTo>
                  <a:lnTo>
                    <a:pt x="52458" y="281442"/>
                  </a:lnTo>
                  <a:lnTo>
                    <a:pt x="39343" y="281807"/>
                  </a:lnTo>
                  <a:lnTo>
                    <a:pt x="26229" y="282172"/>
                  </a:lnTo>
                  <a:lnTo>
                    <a:pt x="13114" y="282537"/>
                  </a:lnTo>
                  <a:lnTo>
                    <a:pt x="0" y="2829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03334" y="1229906"/>
              <a:ext cx="2347515" cy="73163"/>
            </a:xfrm>
            <a:custGeom>
              <a:avLst/>
              <a:pathLst>
                <a:path w="2347515" h="73163">
                  <a:moveTo>
                    <a:pt x="0" y="0"/>
                  </a:moveTo>
                  <a:lnTo>
                    <a:pt x="13114" y="926"/>
                  </a:lnTo>
                  <a:lnTo>
                    <a:pt x="26229" y="1852"/>
                  </a:lnTo>
                  <a:lnTo>
                    <a:pt x="39343" y="2778"/>
                  </a:lnTo>
                  <a:lnTo>
                    <a:pt x="52458" y="3704"/>
                  </a:lnTo>
                  <a:lnTo>
                    <a:pt x="65573" y="4630"/>
                  </a:lnTo>
                  <a:lnTo>
                    <a:pt x="78687" y="5556"/>
                  </a:lnTo>
                  <a:lnTo>
                    <a:pt x="91802" y="6481"/>
                  </a:lnTo>
                  <a:lnTo>
                    <a:pt x="104916" y="7407"/>
                  </a:lnTo>
                  <a:lnTo>
                    <a:pt x="118031" y="8331"/>
                  </a:lnTo>
                  <a:lnTo>
                    <a:pt x="131146" y="9256"/>
                  </a:lnTo>
                  <a:lnTo>
                    <a:pt x="144260" y="10179"/>
                  </a:lnTo>
                  <a:lnTo>
                    <a:pt x="157375" y="11102"/>
                  </a:lnTo>
                  <a:lnTo>
                    <a:pt x="170489" y="12024"/>
                  </a:lnTo>
                  <a:lnTo>
                    <a:pt x="183604" y="12946"/>
                  </a:lnTo>
                  <a:lnTo>
                    <a:pt x="196719" y="13866"/>
                  </a:lnTo>
                  <a:lnTo>
                    <a:pt x="209833" y="14785"/>
                  </a:lnTo>
                  <a:lnTo>
                    <a:pt x="222948" y="15703"/>
                  </a:lnTo>
                  <a:lnTo>
                    <a:pt x="236063" y="16620"/>
                  </a:lnTo>
                  <a:lnTo>
                    <a:pt x="249177" y="17535"/>
                  </a:lnTo>
                  <a:lnTo>
                    <a:pt x="262292" y="18449"/>
                  </a:lnTo>
                  <a:lnTo>
                    <a:pt x="275406" y="19361"/>
                  </a:lnTo>
                  <a:lnTo>
                    <a:pt x="288521" y="20271"/>
                  </a:lnTo>
                  <a:lnTo>
                    <a:pt x="301636" y="21179"/>
                  </a:lnTo>
                  <a:lnTo>
                    <a:pt x="314750" y="22085"/>
                  </a:lnTo>
                  <a:lnTo>
                    <a:pt x="327865" y="22989"/>
                  </a:lnTo>
                  <a:lnTo>
                    <a:pt x="340979" y="23891"/>
                  </a:lnTo>
                  <a:lnTo>
                    <a:pt x="354094" y="24790"/>
                  </a:lnTo>
                  <a:lnTo>
                    <a:pt x="367209" y="25686"/>
                  </a:lnTo>
                  <a:lnTo>
                    <a:pt x="380323" y="26580"/>
                  </a:lnTo>
                  <a:lnTo>
                    <a:pt x="393438" y="27470"/>
                  </a:lnTo>
                  <a:lnTo>
                    <a:pt x="406552" y="28358"/>
                  </a:lnTo>
                  <a:lnTo>
                    <a:pt x="419667" y="29242"/>
                  </a:lnTo>
                  <a:lnTo>
                    <a:pt x="432782" y="30123"/>
                  </a:lnTo>
                  <a:lnTo>
                    <a:pt x="445896" y="31000"/>
                  </a:lnTo>
                  <a:lnTo>
                    <a:pt x="459011" y="31873"/>
                  </a:lnTo>
                  <a:lnTo>
                    <a:pt x="472126" y="32742"/>
                  </a:lnTo>
                  <a:lnTo>
                    <a:pt x="485240" y="33607"/>
                  </a:lnTo>
                  <a:lnTo>
                    <a:pt x="498355" y="34468"/>
                  </a:lnTo>
                  <a:lnTo>
                    <a:pt x="511469" y="35323"/>
                  </a:lnTo>
                  <a:lnTo>
                    <a:pt x="524584" y="36174"/>
                  </a:lnTo>
                  <a:lnTo>
                    <a:pt x="537699" y="37020"/>
                  </a:lnTo>
                  <a:lnTo>
                    <a:pt x="550813" y="37861"/>
                  </a:lnTo>
                  <a:lnTo>
                    <a:pt x="563928" y="38696"/>
                  </a:lnTo>
                  <a:lnTo>
                    <a:pt x="577042" y="39526"/>
                  </a:lnTo>
                  <a:lnTo>
                    <a:pt x="590157" y="40349"/>
                  </a:lnTo>
                  <a:lnTo>
                    <a:pt x="603272" y="41166"/>
                  </a:lnTo>
                  <a:lnTo>
                    <a:pt x="616386" y="41977"/>
                  </a:lnTo>
                  <a:lnTo>
                    <a:pt x="629501" y="42781"/>
                  </a:lnTo>
                  <a:lnTo>
                    <a:pt x="642615" y="43578"/>
                  </a:lnTo>
                  <a:lnTo>
                    <a:pt x="655730" y="44368"/>
                  </a:lnTo>
                  <a:lnTo>
                    <a:pt x="668845" y="45151"/>
                  </a:lnTo>
                  <a:lnTo>
                    <a:pt x="681959" y="45926"/>
                  </a:lnTo>
                  <a:lnTo>
                    <a:pt x="695074" y="46692"/>
                  </a:lnTo>
                  <a:lnTo>
                    <a:pt x="708189" y="47451"/>
                  </a:lnTo>
                  <a:lnTo>
                    <a:pt x="721303" y="48201"/>
                  </a:lnTo>
                  <a:lnTo>
                    <a:pt x="734418" y="48943"/>
                  </a:lnTo>
                  <a:lnTo>
                    <a:pt x="747532" y="49675"/>
                  </a:lnTo>
                  <a:lnTo>
                    <a:pt x="760647" y="50398"/>
                  </a:lnTo>
                  <a:lnTo>
                    <a:pt x="773762" y="51112"/>
                  </a:lnTo>
                  <a:lnTo>
                    <a:pt x="786876" y="51817"/>
                  </a:lnTo>
                  <a:lnTo>
                    <a:pt x="799991" y="52511"/>
                  </a:lnTo>
                  <a:lnTo>
                    <a:pt x="813105" y="53195"/>
                  </a:lnTo>
                  <a:lnTo>
                    <a:pt x="826220" y="53869"/>
                  </a:lnTo>
                  <a:lnTo>
                    <a:pt x="839335" y="54533"/>
                  </a:lnTo>
                  <a:lnTo>
                    <a:pt x="852449" y="55186"/>
                  </a:lnTo>
                  <a:lnTo>
                    <a:pt x="865564" y="55828"/>
                  </a:lnTo>
                  <a:lnTo>
                    <a:pt x="878679" y="56459"/>
                  </a:lnTo>
                  <a:lnTo>
                    <a:pt x="891793" y="57079"/>
                  </a:lnTo>
                  <a:lnTo>
                    <a:pt x="904908" y="57687"/>
                  </a:lnTo>
                  <a:lnTo>
                    <a:pt x="918022" y="58284"/>
                  </a:lnTo>
                  <a:lnTo>
                    <a:pt x="931137" y="58869"/>
                  </a:lnTo>
                  <a:lnTo>
                    <a:pt x="944252" y="59443"/>
                  </a:lnTo>
                  <a:lnTo>
                    <a:pt x="957366" y="60005"/>
                  </a:lnTo>
                  <a:lnTo>
                    <a:pt x="970481" y="60554"/>
                  </a:lnTo>
                  <a:lnTo>
                    <a:pt x="983595" y="61092"/>
                  </a:lnTo>
                  <a:lnTo>
                    <a:pt x="996710" y="61618"/>
                  </a:lnTo>
                  <a:lnTo>
                    <a:pt x="1009825" y="62132"/>
                  </a:lnTo>
                  <a:lnTo>
                    <a:pt x="1022939" y="62633"/>
                  </a:lnTo>
                  <a:lnTo>
                    <a:pt x="1036054" y="63122"/>
                  </a:lnTo>
                  <a:lnTo>
                    <a:pt x="1049168" y="63599"/>
                  </a:lnTo>
                  <a:lnTo>
                    <a:pt x="1062283" y="64063"/>
                  </a:lnTo>
                  <a:lnTo>
                    <a:pt x="1075398" y="64516"/>
                  </a:lnTo>
                  <a:lnTo>
                    <a:pt x="1088512" y="64956"/>
                  </a:lnTo>
                  <a:lnTo>
                    <a:pt x="1101627" y="65383"/>
                  </a:lnTo>
                  <a:lnTo>
                    <a:pt x="1114742" y="65799"/>
                  </a:lnTo>
                  <a:lnTo>
                    <a:pt x="1127856" y="66202"/>
                  </a:lnTo>
                  <a:lnTo>
                    <a:pt x="1140971" y="66593"/>
                  </a:lnTo>
                  <a:lnTo>
                    <a:pt x="1154085" y="66972"/>
                  </a:lnTo>
                  <a:lnTo>
                    <a:pt x="1167200" y="67339"/>
                  </a:lnTo>
                  <a:lnTo>
                    <a:pt x="1180315" y="67693"/>
                  </a:lnTo>
                  <a:lnTo>
                    <a:pt x="1193429" y="68036"/>
                  </a:lnTo>
                  <a:lnTo>
                    <a:pt x="1206544" y="68367"/>
                  </a:lnTo>
                  <a:lnTo>
                    <a:pt x="1219658" y="68686"/>
                  </a:lnTo>
                  <a:lnTo>
                    <a:pt x="1232773" y="68993"/>
                  </a:lnTo>
                  <a:lnTo>
                    <a:pt x="1245888" y="69289"/>
                  </a:lnTo>
                  <a:lnTo>
                    <a:pt x="1259002" y="69573"/>
                  </a:lnTo>
                  <a:lnTo>
                    <a:pt x="1272117" y="69845"/>
                  </a:lnTo>
                  <a:lnTo>
                    <a:pt x="1285231" y="70106"/>
                  </a:lnTo>
                  <a:lnTo>
                    <a:pt x="1298346" y="70355"/>
                  </a:lnTo>
                  <a:lnTo>
                    <a:pt x="1311461" y="70594"/>
                  </a:lnTo>
                  <a:lnTo>
                    <a:pt x="1324575" y="70821"/>
                  </a:lnTo>
                  <a:lnTo>
                    <a:pt x="1337690" y="71036"/>
                  </a:lnTo>
                  <a:lnTo>
                    <a:pt x="1350805" y="71241"/>
                  </a:lnTo>
                  <a:lnTo>
                    <a:pt x="1363919" y="71435"/>
                  </a:lnTo>
                  <a:lnTo>
                    <a:pt x="1377034" y="71618"/>
                  </a:lnTo>
                  <a:lnTo>
                    <a:pt x="1390148" y="71790"/>
                  </a:lnTo>
                  <a:lnTo>
                    <a:pt x="1403263" y="71951"/>
                  </a:lnTo>
                  <a:lnTo>
                    <a:pt x="1416378" y="72102"/>
                  </a:lnTo>
                  <a:lnTo>
                    <a:pt x="1429492" y="72242"/>
                  </a:lnTo>
                  <a:lnTo>
                    <a:pt x="1442607" y="72371"/>
                  </a:lnTo>
                  <a:lnTo>
                    <a:pt x="1455721" y="72491"/>
                  </a:lnTo>
                  <a:lnTo>
                    <a:pt x="1468836" y="72600"/>
                  </a:lnTo>
                  <a:lnTo>
                    <a:pt x="1481951" y="72699"/>
                  </a:lnTo>
                  <a:lnTo>
                    <a:pt x="1495065" y="72787"/>
                  </a:lnTo>
                  <a:lnTo>
                    <a:pt x="1508180" y="72866"/>
                  </a:lnTo>
                  <a:lnTo>
                    <a:pt x="1521295" y="72936"/>
                  </a:lnTo>
                  <a:lnTo>
                    <a:pt x="1534409" y="72995"/>
                  </a:lnTo>
                  <a:lnTo>
                    <a:pt x="1547524" y="73046"/>
                  </a:lnTo>
                  <a:lnTo>
                    <a:pt x="1560638" y="73087"/>
                  </a:lnTo>
                  <a:lnTo>
                    <a:pt x="1573753" y="73119"/>
                  </a:lnTo>
                  <a:lnTo>
                    <a:pt x="1586868" y="73142"/>
                  </a:lnTo>
                  <a:lnTo>
                    <a:pt x="1599982" y="73157"/>
                  </a:lnTo>
                  <a:lnTo>
                    <a:pt x="1613097" y="73163"/>
                  </a:lnTo>
                  <a:lnTo>
                    <a:pt x="1626211" y="73160"/>
                  </a:lnTo>
                  <a:lnTo>
                    <a:pt x="1639326" y="73150"/>
                  </a:lnTo>
                  <a:lnTo>
                    <a:pt x="1652441" y="73132"/>
                  </a:lnTo>
                  <a:lnTo>
                    <a:pt x="1665555" y="73107"/>
                  </a:lnTo>
                  <a:lnTo>
                    <a:pt x="1678670" y="73074"/>
                  </a:lnTo>
                  <a:lnTo>
                    <a:pt x="1691784" y="73035"/>
                  </a:lnTo>
                  <a:lnTo>
                    <a:pt x="1704899" y="72988"/>
                  </a:lnTo>
                  <a:lnTo>
                    <a:pt x="1718014" y="72935"/>
                  </a:lnTo>
                  <a:lnTo>
                    <a:pt x="1731128" y="72876"/>
                  </a:lnTo>
                  <a:lnTo>
                    <a:pt x="1744243" y="72811"/>
                  </a:lnTo>
                  <a:lnTo>
                    <a:pt x="1757358" y="72741"/>
                  </a:lnTo>
                  <a:lnTo>
                    <a:pt x="1770472" y="72665"/>
                  </a:lnTo>
                  <a:lnTo>
                    <a:pt x="1783587" y="72584"/>
                  </a:lnTo>
                  <a:lnTo>
                    <a:pt x="1796701" y="72499"/>
                  </a:lnTo>
                  <a:lnTo>
                    <a:pt x="1809816" y="72408"/>
                  </a:lnTo>
                  <a:lnTo>
                    <a:pt x="1822931" y="72314"/>
                  </a:lnTo>
                  <a:lnTo>
                    <a:pt x="1836045" y="72216"/>
                  </a:lnTo>
                  <a:lnTo>
                    <a:pt x="1849160" y="72114"/>
                  </a:lnTo>
                  <a:lnTo>
                    <a:pt x="1862274" y="72008"/>
                  </a:lnTo>
                  <a:lnTo>
                    <a:pt x="1875389" y="71900"/>
                  </a:lnTo>
                  <a:lnTo>
                    <a:pt x="1888504" y="71788"/>
                  </a:lnTo>
                  <a:lnTo>
                    <a:pt x="1901618" y="71674"/>
                  </a:lnTo>
                  <a:lnTo>
                    <a:pt x="1914733" y="71557"/>
                  </a:lnTo>
                  <a:lnTo>
                    <a:pt x="1927847" y="71437"/>
                  </a:lnTo>
                  <a:lnTo>
                    <a:pt x="1940962" y="71316"/>
                  </a:lnTo>
                  <a:lnTo>
                    <a:pt x="1954077" y="71193"/>
                  </a:lnTo>
                  <a:lnTo>
                    <a:pt x="1967191" y="71067"/>
                  </a:lnTo>
                  <a:lnTo>
                    <a:pt x="1980306" y="70940"/>
                  </a:lnTo>
                  <a:lnTo>
                    <a:pt x="1993421" y="70812"/>
                  </a:lnTo>
                  <a:lnTo>
                    <a:pt x="2006535" y="70682"/>
                  </a:lnTo>
                  <a:lnTo>
                    <a:pt x="2019650" y="70551"/>
                  </a:lnTo>
                  <a:lnTo>
                    <a:pt x="2032764" y="70419"/>
                  </a:lnTo>
                  <a:lnTo>
                    <a:pt x="2045879" y="70286"/>
                  </a:lnTo>
                  <a:lnTo>
                    <a:pt x="2058994" y="70152"/>
                  </a:lnTo>
                  <a:lnTo>
                    <a:pt x="2072108" y="70017"/>
                  </a:lnTo>
                  <a:lnTo>
                    <a:pt x="2085223" y="69881"/>
                  </a:lnTo>
                  <a:lnTo>
                    <a:pt x="2098337" y="69745"/>
                  </a:lnTo>
                  <a:lnTo>
                    <a:pt x="2111452" y="69608"/>
                  </a:lnTo>
                  <a:lnTo>
                    <a:pt x="2124567" y="69470"/>
                  </a:lnTo>
                  <a:lnTo>
                    <a:pt x="2137681" y="69332"/>
                  </a:lnTo>
                  <a:lnTo>
                    <a:pt x="2150796" y="69193"/>
                  </a:lnTo>
                  <a:lnTo>
                    <a:pt x="2163911" y="69054"/>
                  </a:lnTo>
                  <a:lnTo>
                    <a:pt x="2177025" y="68914"/>
                  </a:lnTo>
                  <a:lnTo>
                    <a:pt x="2190140" y="68774"/>
                  </a:lnTo>
                  <a:lnTo>
                    <a:pt x="2203254" y="68633"/>
                  </a:lnTo>
                  <a:lnTo>
                    <a:pt x="2216369" y="68492"/>
                  </a:lnTo>
                  <a:lnTo>
                    <a:pt x="2229484" y="68350"/>
                  </a:lnTo>
                  <a:lnTo>
                    <a:pt x="2242598" y="68208"/>
                  </a:lnTo>
                  <a:lnTo>
                    <a:pt x="2255713" y="68066"/>
                  </a:lnTo>
                  <a:lnTo>
                    <a:pt x="2268827" y="67924"/>
                  </a:lnTo>
                  <a:lnTo>
                    <a:pt x="2281942" y="67781"/>
                  </a:lnTo>
                  <a:lnTo>
                    <a:pt x="2295057" y="67639"/>
                  </a:lnTo>
                  <a:lnTo>
                    <a:pt x="2308171" y="67496"/>
                  </a:lnTo>
                  <a:lnTo>
                    <a:pt x="2321286" y="67353"/>
                  </a:lnTo>
                  <a:lnTo>
                    <a:pt x="2334400" y="67210"/>
                  </a:lnTo>
                  <a:lnTo>
                    <a:pt x="2347515" y="67067"/>
                  </a:lnTo>
                  <a:lnTo>
                    <a:pt x="2347515" y="670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03334" y="1455184"/>
              <a:ext cx="2347515" cy="57624"/>
            </a:xfrm>
            <a:custGeom>
              <a:avLst/>
              <a:pathLst>
                <a:path w="2347515" h="57624">
                  <a:moveTo>
                    <a:pt x="2347515" y="0"/>
                  </a:moveTo>
                  <a:lnTo>
                    <a:pt x="2334400" y="371"/>
                  </a:lnTo>
                  <a:lnTo>
                    <a:pt x="2321286" y="742"/>
                  </a:lnTo>
                  <a:lnTo>
                    <a:pt x="2308171" y="1113"/>
                  </a:lnTo>
                  <a:lnTo>
                    <a:pt x="2295057" y="1485"/>
                  </a:lnTo>
                  <a:lnTo>
                    <a:pt x="2281942" y="1856"/>
                  </a:lnTo>
                  <a:lnTo>
                    <a:pt x="2268827" y="2227"/>
                  </a:lnTo>
                  <a:lnTo>
                    <a:pt x="2255713" y="2598"/>
                  </a:lnTo>
                  <a:lnTo>
                    <a:pt x="2242598" y="2969"/>
                  </a:lnTo>
                  <a:lnTo>
                    <a:pt x="2229484" y="3340"/>
                  </a:lnTo>
                  <a:lnTo>
                    <a:pt x="2216369" y="3711"/>
                  </a:lnTo>
                  <a:lnTo>
                    <a:pt x="2203254" y="4082"/>
                  </a:lnTo>
                  <a:lnTo>
                    <a:pt x="2190140" y="4453"/>
                  </a:lnTo>
                  <a:lnTo>
                    <a:pt x="2177025" y="4824"/>
                  </a:lnTo>
                  <a:lnTo>
                    <a:pt x="2163911" y="5195"/>
                  </a:lnTo>
                  <a:lnTo>
                    <a:pt x="2150796" y="5566"/>
                  </a:lnTo>
                  <a:lnTo>
                    <a:pt x="2137681" y="5937"/>
                  </a:lnTo>
                  <a:lnTo>
                    <a:pt x="2124567" y="6308"/>
                  </a:lnTo>
                  <a:lnTo>
                    <a:pt x="2111452" y="6679"/>
                  </a:lnTo>
                  <a:lnTo>
                    <a:pt x="2098337" y="7051"/>
                  </a:lnTo>
                  <a:lnTo>
                    <a:pt x="2085223" y="7422"/>
                  </a:lnTo>
                  <a:lnTo>
                    <a:pt x="2072108" y="7794"/>
                  </a:lnTo>
                  <a:lnTo>
                    <a:pt x="2058994" y="8166"/>
                  </a:lnTo>
                  <a:lnTo>
                    <a:pt x="2045879" y="8538"/>
                  </a:lnTo>
                  <a:lnTo>
                    <a:pt x="2032764" y="8911"/>
                  </a:lnTo>
                  <a:lnTo>
                    <a:pt x="2019650" y="9283"/>
                  </a:lnTo>
                  <a:lnTo>
                    <a:pt x="2006535" y="9656"/>
                  </a:lnTo>
                  <a:lnTo>
                    <a:pt x="1993421" y="10029"/>
                  </a:lnTo>
                  <a:lnTo>
                    <a:pt x="1980306" y="10402"/>
                  </a:lnTo>
                  <a:lnTo>
                    <a:pt x="1967191" y="10775"/>
                  </a:lnTo>
                  <a:lnTo>
                    <a:pt x="1954077" y="11147"/>
                  </a:lnTo>
                  <a:lnTo>
                    <a:pt x="1940962" y="11520"/>
                  </a:lnTo>
                  <a:lnTo>
                    <a:pt x="1927847" y="11893"/>
                  </a:lnTo>
                  <a:lnTo>
                    <a:pt x="1914733" y="12265"/>
                  </a:lnTo>
                  <a:lnTo>
                    <a:pt x="1901618" y="12637"/>
                  </a:lnTo>
                  <a:lnTo>
                    <a:pt x="1888504" y="13009"/>
                  </a:lnTo>
                  <a:lnTo>
                    <a:pt x="1875389" y="13380"/>
                  </a:lnTo>
                  <a:lnTo>
                    <a:pt x="1862274" y="13750"/>
                  </a:lnTo>
                  <a:lnTo>
                    <a:pt x="1849160" y="14120"/>
                  </a:lnTo>
                  <a:lnTo>
                    <a:pt x="1836045" y="14489"/>
                  </a:lnTo>
                  <a:lnTo>
                    <a:pt x="1822931" y="14857"/>
                  </a:lnTo>
                  <a:lnTo>
                    <a:pt x="1809816" y="15224"/>
                  </a:lnTo>
                  <a:lnTo>
                    <a:pt x="1796701" y="15589"/>
                  </a:lnTo>
                  <a:lnTo>
                    <a:pt x="1783587" y="15954"/>
                  </a:lnTo>
                  <a:lnTo>
                    <a:pt x="1770472" y="16316"/>
                  </a:lnTo>
                  <a:lnTo>
                    <a:pt x="1757358" y="16678"/>
                  </a:lnTo>
                  <a:lnTo>
                    <a:pt x="1744243" y="17037"/>
                  </a:lnTo>
                  <a:lnTo>
                    <a:pt x="1731128" y="17395"/>
                  </a:lnTo>
                  <a:lnTo>
                    <a:pt x="1718014" y="17751"/>
                  </a:lnTo>
                  <a:lnTo>
                    <a:pt x="1704899" y="18105"/>
                  </a:lnTo>
                  <a:lnTo>
                    <a:pt x="1691784" y="18457"/>
                  </a:lnTo>
                  <a:lnTo>
                    <a:pt x="1678670" y="18807"/>
                  </a:lnTo>
                  <a:lnTo>
                    <a:pt x="1665555" y="19154"/>
                  </a:lnTo>
                  <a:lnTo>
                    <a:pt x="1652441" y="19499"/>
                  </a:lnTo>
                  <a:lnTo>
                    <a:pt x="1639326" y="19842"/>
                  </a:lnTo>
                  <a:lnTo>
                    <a:pt x="1626211" y="20182"/>
                  </a:lnTo>
                  <a:lnTo>
                    <a:pt x="1613097" y="20520"/>
                  </a:lnTo>
                  <a:lnTo>
                    <a:pt x="1599982" y="20856"/>
                  </a:lnTo>
                  <a:lnTo>
                    <a:pt x="1586868" y="21188"/>
                  </a:lnTo>
                  <a:lnTo>
                    <a:pt x="1573753" y="21518"/>
                  </a:lnTo>
                  <a:lnTo>
                    <a:pt x="1560638" y="21846"/>
                  </a:lnTo>
                  <a:lnTo>
                    <a:pt x="1547524" y="22171"/>
                  </a:lnTo>
                  <a:lnTo>
                    <a:pt x="1534409" y="22493"/>
                  </a:lnTo>
                  <a:lnTo>
                    <a:pt x="1521295" y="22813"/>
                  </a:lnTo>
                  <a:lnTo>
                    <a:pt x="1508180" y="23130"/>
                  </a:lnTo>
                  <a:lnTo>
                    <a:pt x="1495065" y="23444"/>
                  </a:lnTo>
                  <a:lnTo>
                    <a:pt x="1481951" y="23756"/>
                  </a:lnTo>
                  <a:lnTo>
                    <a:pt x="1468836" y="24066"/>
                  </a:lnTo>
                  <a:lnTo>
                    <a:pt x="1455721" y="24373"/>
                  </a:lnTo>
                  <a:lnTo>
                    <a:pt x="1442607" y="24677"/>
                  </a:lnTo>
                  <a:lnTo>
                    <a:pt x="1429492" y="24980"/>
                  </a:lnTo>
                  <a:lnTo>
                    <a:pt x="1416378" y="25280"/>
                  </a:lnTo>
                  <a:lnTo>
                    <a:pt x="1403263" y="25578"/>
                  </a:lnTo>
                  <a:lnTo>
                    <a:pt x="1390148" y="25874"/>
                  </a:lnTo>
                  <a:lnTo>
                    <a:pt x="1377034" y="26168"/>
                  </a:lnTo>
                  <a:lnTo>
                    <a:pt x="1363919" y="26460"/>
                  </a:lnTo>
                  <a:lnTo>
                    <a:pt x="1350805" y="26750"/>
                  </a:lnTo>
                  <a:lnTo>
                    <a:pt x="1337690" y="27039"/>
                  </a:lnTo>
                  <a:lnTo>
                    <a:pt x="1324575" y="27325"/>
                  </a:lnTo>
                  <a:lnTo>
                    <a:pt x="1311461" y="27610"/>
                  </a:lnTo>
                  <a:lnTo>
                    <a:pt x="1298346" y="27894"/>
                  </a:lnTo>
                  <a:lnTo>
                    <a:pt x="1285231" y="28176"/>
                  </a:lnTo>
                  <a:lnTo>
                    <a:pt x="1272117" y="28456"/>
                  </a:lnTo>
                  <a:lnTo>
                    <a:pt x="1259002" y="28735"/>
                  </a:lnTo>
                  <a:lnTo>
                    <a:pt x="1245888" y="29013"/>
                  </a:lnTo>
                  <a:lnTo>
                    <a:pt x="1232773" y="29289"/>
                  </a:lnTo>
                  <a:lnTo>
                    <a:pt x="1219658" y="29564"/>
                  </a:lnTo>
                  <a:lnTo>
                    <a:pt x="1206544" y="29838"/>
                  </a:lnTo>
                  <a:lnTo>
                    <a:pt x="1193429" y="30110"/>
                  </a:lnTo>
                  <a:lnTo>
                    <a:pt x="1180315" y="30381"/>
                  </a:lnTo>
                  <a:lnTo>
                    <a:pt x="1167200" y="30652"/>
                  </a:lnTo>
                  <a:lnTo>
                    <a:pt x="1154085" y="30921"/>
                  </a:lnTo>
                  <a:lnTo>
                    <a:pt x="1140971" y="31189"/>
                  </a:lnTo>
                  <a:lnTo>
                    <a:pt x="1127856" y="31456"/>
                  </a:lnTo>
                  <a:lnTo>
                    <a:pt x="1114742" y="31722"/>
                  </a:lnTo>
                  <a:lnTo>
                    <a:pt x="1101627" y="31987"/>
                  </a:lnTo>
                  <a:lnTo>
                    <a:pt x="1088512" y="32251"/>
                  </a:lnTo>
                  <a:lnTo>
                    <a:pt x="1075398" y="32514"/>
                  </a:lnTo>
                  <a:lnTo>
                    <a:pt x="1062283" y="32776"/>
                  </a:lnTo>
                  <a:lnTo>
                    <a:pt x="1049168" y="33037"/>
                  </a:lnTo>
                  <a:lnTo>
                    <a:pt x="1036054" y="33298"/>
                  </a:lnTo>
                  <a:lnTo>
                    <a:pt x="1022939" y="33557"/>
                  </a:lnTo>
                  <a:lnTo>
                    <a:pt x="1009825" y="33816"/>
                  </a:lnTo>
                  <a:lnTo>
                    <a:pt x="996710" y="34075"/>
                  </a:lnTo>
                  <a:lnTo>
                    <a:pt x="983595" y="34333"/>
                  </a:lnTo>
                  <a:lnTo>
                    <a:pt x="970481" y="34590"/>
                  </a:lnTo>
                  <a:lnTo>
                    <a:pt x="957366" y="34847"/>
                  </a:lnTo>
                  <a:lnTo>
                    <a:pt x="944252" y="35103"/>
                  </a:lnTo>
                  <a:lnTo>
                    <a:pt x="931137" y="35360"/>
                  </a:lnTo>
                  <a:lnTo>
                    <a:pt x="918022" y="35616"/>
                  </a:lnTo>
                  <a:lnTo>
                    <a:pt x="904908" y="35871"/>
                  </a:lnTo>
                  <a:lnTo>
                    <a:pt x="891793" y="36127"/>
                  </a:lnTo>
                  <a:lnTo>
                    <a:pt x="878679" y="36383"/>
                  </a:lnTo>
                  <a:lnTo>
                    <a:pt x="865564" y="36640"/>
                  </a:lnTo>
                  <a:lnTo>
                    <a:pt x="852449" y="36896"/>
                  </a:lnTo>
                  <a:lnTo>
                    <a:pt x="839335" y="37153"/>
                  </a:lnTo>
                  <a:lnTo>
                    <a:pt x="826220" y="37411"/>
                  </a:lnTo>
                  <a:lnTo>
                    <a:pt x="813105" y="37669"/>
                  </a:lnTo>
                  <a:lnTo>
                    <a:pt x="799991" y="37928"/>
                  </a:lnTo>
                  <a:lnTo>
                    <a:pt x="786876" y="38188"/>
                  </a:lnTo>
                  <a:lnTo>
                    <a:pt x="773762" y="38449"/>
                  </a:lnTo>
                  <a:lnTo>
                    <a:pt x="760647" y="38711"/>
                  </a:lnTo>
                  <a:lnTo>
                    <a:pt x="747532" y="38975"/>
                  </a:lnTo>
                  <a:lnTo>
                    <a:pt x="734418" y="39239"/>
                  </a:lnTo>
                  <a:lnTo>
                    <a:pt x="721303" y="39506"/>
                  </a:lnTo>
                  <a:lnTo>
                    <a:pt x="708189" y="39774"/>
                  </a:lnTo>
                  <a:lnTo>
                    <a:pt x="695074" y="40044"/>
                  </a:lnTo>
                  <a:lnTo>
                    <a:pt x="681959" y="40316"/>
                  </a:lnTo>
                  <a:lnTo>
                    <a:pt x="668845" y="40590"/>
                  </a:lnTo>
                  <a:lnTo>
                    <a:pt x="655730" y="40867"/>
                  </a:lnTo>
                  <a:lnTo>
                    <a:pt x="642615" y="41145"/>
                  </a:lnTo>
                  <a:lnTo>
                    <a:pt x="629501" y="41427"/>
                  </a:lnTo>
                  <a:lnTo>
                    <a:pt x="616386" y="41710"/>
                  </a:lnTo>
                  <a:lnTo>
                    <a:pt x="603272" y="41996"/>
                  </a:lnTo>
                  <a:lnTo>
                    <a:pt x="590157" y="42285"/>
                  </a:lnTo>
                  <a:lnTo>
                    <a:pt x="577042" y="42577"/>
                  </a:lnTo>
                  <a:lnTo>
                    <a:pt x="563928" y="42871"/>
                  </a:lnTo>
                  <a:lnTo>
                    <a:pt x="550813" y="43168"/>
                  </a:lnTo>
                  <a:lnTo>
                    <a:pt x="537699" y="43468"/>
                  </a:lnTo>
                  <a:lnTo>
                    <a:pt x="524584" y="43771"/>
                  </a:lnTo>
                  <a:lnTo>
                    <a:pt x="511469" y="44077"/>
                  </a:lnTo>
                  <a:lnTo>
                    <a:pt x="498355" y="44386"/>
                  </a:lnTo>
                  <a:lnTo>
                    <a:pt x="485240" y="44698"/>
                  </a:lnTo>
                  <a:lnTo>
                    <a:pt x="472126" y="45013"/>
                  </a:lnTo>
                  <a:lnTo>
                    <a:pt x="459011" y="45331"/>
                  </a:lnTo>
                  <a:lnTo>
                    <a:pt x="445896" y="45651"/>
                  </a:lnTo>
                  <a:lnTo>
                    <a:pt x="432782" y="45974"/>
                  </a:lnTo>
                  <a:lnTo>
                    <a:pt x="419667" y="46300"/>
                  </a:lnTo>
                  <a:lnTo>
                    <a:pt x="406552" y="46629"/>
                  </a:lnTo>
                  <a:lnTo>
                    <a:pt x="393438" y="46960"/>
                  </a:lnTo>
                  <a:lnTo>
                    <a:pt x="380323" y="47294"/>
                  </a:lnTo>
                  <a:lnTo>
                    <a:pt x="367209" y="47630"/>
                  </a:lnTo>
                  <a:lnTo>
                    <a:pt x="354094" y="47969"/>
                  </a:lnTo>
                  <a:lnTo>
                    <a:pt x="340979" y="48310"/>
                  </a:lnTo>
                  <a:lnTo>
                    <a:pt x="327865" y="48653"/>
                  </a:lnTo>
                  <a:lnTo>
                    <a:pt x="314750" y="48997"/>
                  </a:lnTo>
                  <a:lnTo>
                    <a:pt x="301636" y="49344"/>
                  </a:lnTo>
                  <a:lnTo>
                    <a:pt x="288521" y="49693"/>
                  </a:lnTo>
                  <a:lnTo>
                    <a:pt x="275406" y="50043"/>
                  </a:lnTo>
                  <a:lnTo>
                    <a:pt x="262292" y="50395"/>
                  </a:lnTo>
                  <a:lnTo>
                    <a:pt x="249177" y="50748"/>
                  </a:lnTo>
                  <a:lnTo>
                    <a:pt x="236063" y="51103"/>
                  </a:lnTo>
                  <a:lnTo>
                    <a:pt x="222948" y="51459"/>
                  </a:lnTo>
                  <a:lnTo>
                    <a:pt x="209833" y="51816"/>
                  </a:lnTo>
                  <a:lnTo>
                    <a:pt x="196719" y="52174"/>
                  </a:lnTo>
                  <a:lnTo>
                    <a:pt x="183604" y="52534"/>
                  </a:lnTo>
                  <a:lnTo>
                    <a:pt x="170489" y="52894"/>
                  </a:lnTo>
                  <a:lnTo>
                    <a:pt x="157375" y="53255"/>
                  </a:lnTo>
                  <a:lnTo>
                    <a:pt x="144260" y="53617"/>
                  </a:lnTo>
                  <a:lnTo>
                    <a:pt x="131146" y="53980"/>
                  </a:lnTo>
                  <a:lnTo>
                    <a:pt x="118031" y="54343"/>
                  </a:lnTo>
                  <a:lnTo>
                    <a:pt x="104916" y="54706"/>
                  </a:lnTo>
                  <a:lnTo>
                    <a:pt x="91802" y="55070"/>
                  </a:lnTo>
                  <a:lnTo>
                    <a:pt x="78687" y="55435"/>
                  </a:lnTo>
                  <a:lnTo>
                    <a:pt x="65573" y="55799"/>
                  </a:lnTo>
                  <a:lnTo>
                    <a:pt x="52458" y="56164"/>
                  </a:lnTo>
                  <a:lnTo>
                    <a:pt x="39343" y="56529"/>
                  </a:lnTo>
                  <a:lnTo>
                    <a:pt x="26229" y="56894"/>
                  </a:lnTo>
                  <a:lnTo>
                    <a:pt x="13114" y="57259"/>
                  </a:lnTo>
                  <a:lnTo>
                    <a:pt x="0" y="576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03334" y="1372926"/>
              <a:ext cx="2347515" cy="18826"/>
            </a:xfrm>
            <a:custGeom>
              <a:avLst/>
              <a:pathLst>
                <a:path w="2347515" h="18826">
                  <a:moveTo>
                    <a:pt x="0" y="5055"/>
                  </a:moveTo>
                  <a:lnTo>
                    <a:pt x="13114" y="5249"/>
                  </a:lnTo>
                  <a:lnTo>
                    <a:pt x="26229" y="5444"/>
                  </a:lnTo>
                  <a:lnTo>
                    <a:pt x="39343" y="5638"/>
                  </a:lnTo>
                  <a:lnTo>
                    <a:pt x="52458" y="5832"/>
                  </a:lnTo>
                  <a:lnTo>
                    <a:pt x="65573" y="6026"/>
                  </a:lnTo>
                  <a:lnTo>
                    <a:pt x="78687" y="6221"/>
                  </a:lnTo>
                  <a:lnTo>
                    <a:pt x="91802" y="6415"/>
                  </a:lnTo>
                  <a:lnTo>
                    <a:pt x="104916" y="6609"/>
                  </a:lnTo>
                  <a:lnTo>
                    <a:pt x="118031" y="6804"/>
                  </a:lnTo>
                  <a:lnTo>
                    <a:pt x="131146" y="6999"/>
                  </a:lnTo>
                  <a:lnTo>
                    <a:pt x="144260" y="7193"/>
                  </a:lnTo>
                  <a:lnTo>
                    <a:pt x="157375" y="7388"/>
                  </a:lnTo>
                  <a:lnTo>
                    <a:pt x="170489" y="7583"/>
                  </a:lnTo>
                  <a:lnTo>
                    <a:pt x="183604" y="7778"/>
                  </a:lnTo>
                  <a:lnTo>
                    <a:pt x="196719" y="7974"/>
                  </a:lnTo>
                  <a:lnTo>
                    <a:pt x="209833" y="8169"/>
                  </a:lnTo>
                  <a:lnTo>
                    <a:pt x="222948" y="8365"/>
                  </a:lnTo>
                  <a:lnTo>
                    <a:pt x="236063" y="8560"/>
                  </a:lnTo>
                  <a:lnTo>
                    <a:pt x="249177" y="8756"/>
                  </a:lnTo>
                  <a:lnTo>
                    <a:pt x="262292" y="8952"/>
                  </a:lnTo>
                  <a:lnTo>
                    <a:pt x="275406" y="9149"/>
                  </a:lnTo>
                  <a:lnTo>
                    <a:pt x="288521" y="9345"/>
                  </a:lnTo>
                  <a:lnTo>
                    <a:pt x="301636" y="9542"/>
                  </a:lnTo>
                  <a:lnTo>
                    <a:pt x="314750" y="9739"/>
                  </a:lnTo>
                  <a:lnTo>
                    <a:pt x="327865" y="9936"/>
                  </a:lnTo>
                  <a:lnTo>
                    <a:pt x="340979" y="10133"/>
                  </a:lnTo>
                  <a:lnTo>
                    <a:pt x="354094" y="10330"/>
                  </a:lnTo>
                  <a:lnTo>
                    <a:pt x="367209" y="10528"/>
                  </a:lnTo>
                  <a:lnTo>
                    <a:pt x="380323" y="10726"/>
                  </a:lnTo>
                  <a:lnTo>
                    <a:pt x="393438" y="10923"/>
                  </a:lnTo>
                  <a:lnTo>
                    <a:pt x="406552" y="11121"/>
                  </a:lnTo>
                  <a:lnTo>
                    <a:pt x="419667" y="11319"/>
                  </a:lnTo>
                  <a:lnTo>
                    <a:pt x="432782" y="11516"/>
                  </a:lnTo>
                  <a:lnTo>
                    <a:pt x="445896" y="11714"/>
                  </a:lnTo>
                  <a:lnTo>
                    <a:pt x="459011" y="11912"/>
                  </a:lnTo>
                  <a:lnTo>
                    <a:pt x="472126" y="12109"/>
                  </a:lnTo>
                  <a:lnTo>
                    <a:pt x="485240" y="12306"/>
                  </a:lnTo>
                  <a:lnTo>
                    <a:pt x="498355" y="12503"/>
                  </a:lnTo>
                  <a:lnTo>
                    <a:pt x="511469" y="12699"/>
                  </a:lnTo>
                  <a:lnTo>
                    <a:pt x="524584" y="12895"/>
                  </a:lnTo>
                  <a:lnTo>
                    <a:pt x="537699" y="13090"/>
                  </a:lnTo>
                  <a:lnTo>
                    <a:pt x="550813" y="13285"/>
                  </a:lnTo>
                  <a:lnTo>
                    <a:pt x="563928" y="13478"/>
                  </a:lnTo>
                  <a:lnTo>
                    <a:pt x="577042" y="13671"/>
                  </a:lnTo>
                  <a:lnTo>
                    <a:pt x="590157" y="13862"/>
                  </a:lnTo>
                  <a:lnTo>
                    <a:pt x="603272" y="14053"/>
                  </a:lnTo>
                  <a:lnTo>
                    <a:pt x="616386" y="14242"/>
                  </a:lnTo>
                  <a:lnTo>
                    <a:pt x="629501" y="14429"/>
                  </a:lnTo>
                  <a:lnTo>
                    <a:pt x="642615" y="14615"/>
                  </a:lnTo>
                  <a:lnTo>
                    <a:pt x="655730" y="14799"/>
                  </a:lnTo>
                  <a:lnTo>
                    <a:pt x="668845" y="14981"/>
                  </a:lnTo>
                  <a:lnTo>
                    <a:pt x="681959" y="15160"/>
                  </a:lnTo>
                  <a:lnTo>
                    <a:pt x="695074" y="15338"/>
                  </a:lnTo>
                  <a:lnTo>
                    <a:pt x="708189" y="15512"/>
                  </a:lnTo>
                  <a:lnTo>
                    <a:pt x="721303" y="15685"/>
                  </a:lnTo>
                  <a:lnTo>
                    <a:pt x="734418" y="15854"/>
                  </a:lnTo>
                  <a:lnTo>
                    <a:pt x="747532" y="16020"/>
                  </a:lnTo>
                  <a:lnTo>
                    <a:pt x="760647" y="16183"/>
                  </a:lnTo>
                  <a:lnTo>
                    <a:pt x="773762" y="16342"/>
                  </a:lnTo>
                  <a:lnTo>
                    <a:pt x="786876" y="16498"/>
                  </a:lnTo>
                  <a:lnTo>
                    <a:pt x="799991" y="16650"/>
                  </a:lnTo>
                  <a:lnTo>
                    <a:pt x="813105" y="16798"/>
                  </a:lnTo>
                  <a:lnTo>
                    <a:pt x="826220" y="16941"/>
                  </a:lnTo>
                  <a:lnTo>
                    <a:pt x="839335" y="17081"/>
                  </a:lnTo>
                  <a:lnTo>
                    <a:pt x="852449" y="17216"/>
                  </a:lnTo>
                  <a:lnTo>
                    <a:pt x="865564" y="17346"/>
                  </a:lnTo>
                  <a:lnTo>
                    <a:pt x="878679" y="17472"/>
                  </a:lnTo>
                  <a:lnTo>
                    <a:pt x="891793" y="17593"/>
                  </a:lnTo>
                  <a:lnTo>
                    <a:pt x="904908" y="17709"/>
                  </a:lnTo>
                  <a:lnTo>
                    <a:pt x="918022" y="17819"/>
                  </a:lnTo>
                  <a:lnTo>
                    <a:pt x="931137" y="17924"/>
                  </a:lnTo>
                  <a:lnTo>
                    <a:pt x="944252" y="18024"/>
                  </a:lnTo>
                  <a:lnTo>
                    <a:pt x="957366" y="18119"/>
                  </a:lnTo>
                  <a:lnTo>
                    <a:pt x="970481" y="18207"/>
                  </a:lnTo>
                  <a:lnTo>
                    <a:pt x="983595" y="18290"/>
                  </a:lnTo>
                  <a:lnTo>
                    <a:pt x="996710" y="18368"/>
                  </a:lnTo>
                  <a:lnTo>
                    <a:pt x="1009825" y="18439"/>
                  </a:lnTo>
                  <a:lnTo>
                    <a:pt x="1022939" y="18505"/>
                  </a:lnTo>
                  <a:lnTo>
                    <a:pt x="1036054" y="18564"/>
                  </a:lnTo>
                  <a:lnTo>
                    <a:pt x="1049168" y="18618"/>
                  </a:lnTo>
                  <a:lnTo>
                    <a:pt x="1062283" y="18665"/>
                  </a:lnTo>
                  <a:lnTo>
                    <a:pt x="1075398" y="18707"/>
                  </a:lnTo>
                  <a:lnTo>
                    <a:pt x="1088512" y="18742"/>
                  </a:lnTo>
                  <a:lnTo>
                    <a:pt x="1101627" y="18771"/>
                  </a:lnTo>
                  <a:lnTo>
                    <a:pt x="1114742" y="18794"/>
                  </a:lnTo>
                  <a:lnTo>
                    <a:pt x="1127856" y="18811"/>
                  </a:lnTo>
                  <a:lnTo>
                    <a:pt x="1140971" y="18821"/>
                  </a:lnTo>
                  <a:lnTo>
                    <a:pt x="1154085" y="18826"/>
                  </a:lnTo>
                  <a:lnTo>
                    <a:pt x="1167200" y="18824"/>
                  </a:lnTo>
                  <a:lnTo>
                    <a:pt x="1180315" y="18817"/>
                  </a:lnTo>
                  <a:lnTo>
                    <a:pt x="1193429" y="18803"/>
                  </a:lnTo>
                  <a:lnTo>
                    <a:pt x="1206544" y="18783"/>
                  </a:lnTo>
                  <a:lnTo>
                    <a:pt x="1219658" y="18756"/>
                  </a:lnTo>
                  <a:lnTo>
                    <a:pt x="1232773" y="18724"/>
                  </a:lnTo>
                  <a:lnTo>
                    <a:pt x="1245888" y="18686"/>
                  </a:lnTo>
                  <a:lnTo>
                    <a:pt x="1259002" y="18641"/>
                  </a:lnTo>
                  <a:lnTo>
                    <a:pt x="1272117" y="18591"/>
                  </a:lnTo>
                  <a:lnTo>
                    <a:pt x="1285231" y="18534"/>
                  </a:lnTo>
                  <a:lnTo>
                    <a:pt x="1298346" y="18471"/>
                  </a:lnTo>
                  <a:lnTo>
                    <a:pt x="1311461" y="18402"/>
                  </a:lnTo>
                  <a:lnTo>
                    <a:pt x="1324575" y="18327"/>
                  </a:lnTo>
                  <a:lnTo>
                    <a:pt x="1337690" y="18246"/>
                  </a:lnTo>
                  <a:lnTo>
                    <a:pt x="1350805" y="18159"/>
                  </a:lnTo>
                  <a:lnTo>
                    <a:pt x="1363919" y="18066"/>
                  </a:lnTo>
                  <a:lnTo>
                    <a:pt x="1377034" y="17967"/>
                  </a:lnTo>
                  <a:lnTo>
                    <a:pt x="1390148" y="17862"/>
                  </a:lnTo>
                  <a:lnTo>
                    <a:pt x="1403263" y="17751"/>
                  </a:lnTo>
                  <a:lnTo>
                    <a:pt x="1416378" y="17633"/>
                  </a:lnTo>
                  <a:lnTo>
                    <a:pt x="1429492" y="17510"/>
                  </a:lnTo>
                  <a:lnTo>
                    <a:pt x="1442607" y="17381"/>
                  </a:lnTo>
                  <a:lnTo>
                    <a:pt x="1455721" y="17245"/>
                  </a:lnTo>
                  <a:lnTo>
                    <a:pt x="1468836" y="17104"/>
                  </a:lnTo>
                  <a:lnTo>
                    <a:pt x="1481951" y="16956"/>
                  </a:lnTo>
                  <a:lnTo>
                    <a:pt x="1495065" y="16803"/>
                  </a:lnTo>
                  <a:lnTo>
                    <a:pt x="1508180" y="16644"/>
                  </a:lnTo>
                  <a:lnTo>
                    <a:pt x="1521295" y="16479"/>
                  </a:lnTo>
                  <a:lnTo>
                    <a:pt x="1534409" y="16308"/>
                  </a:lnTo>
                  <a:lnTo>
                    <a:pt x="1547524" y="16131"/>
                  </a:lnTo>
                  <a:lnTo>
                    <a:pt x="1560638" y="15949"/>
                  </a:lnTo>
                  <a:lnTo>
                    <a:pt x="1573753" y="15761"/>
                  </a:lnTo>
                  <a:lnTo>
                    <a:pt x="1586868" y="15568"/>
                  </a:lnTo>
                  <a:lnTo>
                    <a:pt x="1599982" y="15369"/>
                  </a:lnTo>
                  <a:lnTo>
                    <a:pt x="1613097" y="15165"/>
                  </a:lnTo>
                  <a:lnTo>
                    <a:pt x="1626211" y="14956"/>
                  </a:lnTo>
                  <a:lnTo>
                    <a:pt x="1639326" y="14742"/>
                  </a:lnTo>
                  <a:lnTo>
                    <a:pt x="1652441" y="14523"/>
                  </a:lnTo>
                  <a:lnTo>
                    <a:pt x="1665555" y="14299"/>
                  </a:lnTo>
                  <a:lnTo>
                    <a:pt x="1678670" y="14071"/>
                  </a:lnTo>
                  <a:lnTo>
                    <a:pt x="1691784" y="13839"/>
                  </a:lnTo>
                  <a:lnTo>
                    <a:pt x="1704899" y="13602"/>
                  </a:lnTo>
                  <a:lnTo>
                    <a:pt x="1718014" y="13361"/>
                  </a:lnTo>
                  <a:lnTo>
                    <a:pt x="1731128" y="13117"/>
                  </a:lnTo>
                  <a:lnTo>
                    <a:pt x="1744243" y="12869"/>
                  </a:lnTo>
                  <a:lnTo>
                    <a:pt x="1757358" y="12617"/>
                  </a:lnTo>
                  <a:lnTo>
                    <a:pt x="1770472" y="12363"/>
                  </a:lnTo>
                  <a:lnTo>
                    <a:pt x="1783587" y="12105"/>
                  </a:lnTo>
                  <a:lnTo>
                    <a:pt x="1796701" y="11844"/>
                  </a:lnTo>
                  <a:lnTo>
                    <a:pt x="1809816" y="11581"/>
                  </a:lnTo>
                  <a:lnTo>
                    <a:pt x="1822931" y="11316"/>
                  </a:lnTo>
                  <a:lnTo>
                    <a:pt x="1836045" y="11048"/>
                  </a:lnTo>
                  <a:lnTo>
                    <a:pt x="1849160" y="10778"/>
                  </a:lnTo>
                  <a:lnTo>
                    <a:pt x="1862274" y="10506"/>
                  </a:lnTo>
                  <a:lnTo>
                    <a:pt x="1875389" y="10232"/>
                  </a:lnTo>
                  <a:lnTo>
                    <a:pt x="1888504" y="9957"/>
                  </a:lnTo>
                  <a:lnTo>
                    <a:pt x="1901618" y="9680"/>
                  </a:lnTo>
                  <a:lnTo>
                    <a:pt x="1914733" y="9402"/>
                  </a:lnTo>
                  <a:lnTo>
                    <a:pt x="1927847" y="9123"/>
                  </a:lnTo>
                  <a:lnTo>
                    <a:pt x="1940962" y="8843"/>
                  </a:lnTo>
                  <a:lnTo>
                    <a:pt x="1954077" y="8562"/>
                  </a:lnTo>
                  <a:lnTo>
                    <a:pt x="1967191" y="8281"/>
                  </a:lnTo>
                  <a:lnTo>
                    <a:pt x="1980306" y="7999"/>
                  </a:lnTo>
                  <a:lnTo>
                    <a:pt x="1993421" y="7716"/>
                  </a:lnTo>
                  <a:lnTo>
                    <a:pt x="2006535" y="7433"/>
                  </a:lnTo>
                  <a:lnTo>
                    <a:pt x="2019650" y="7149"/>
                  </a:lnTo>
                  <a:lnTo>
                    <a:pt x="2032764" y="6865"/>
                  </a:lnTo>
                  <a:lnTo>
                    <a:pt x="2045879" y="6581"/>
                  </a:lnTo>
                  <a:lnTo>
                    <a:pt x="2058994" y="6297"/>
                  </a:lnTo>
                  <a:lnTo>
                    <a:pt x="2072108" y="6012"/>
                  </a:lnTo>
                  <a:lnTo>
                    <a:pt x="2085223" y="5727"/>
                  </a:lnTo>
                  <a:lnTo>
                    <a:pt x="2098337" y="5442"/>
                  </a:lnTo>
                  <a:lnTo>
                    <a:pt x="2111452" y="5157"/>
                  </a:lnTo>
                  <a:lnTo>
                    <a:pt x="2124567" y="4872"/>
                  </a:lnTo>
                  <a:lnTo>
                    <a:pt x="2137681" y="4586"/>
                  </a:lnTo>
                  <a:lnTo>
                    <a:pt x="2150796" y="4301"/>
                  </a:lnTo>
                  <a:lnTo>
                    <a:pt x="2163911" y="4015"/>
                  </a:lnTo>
                  <a:lnTo>
                    <a:pt x="2177025" y="3729"/>
                  </a:lnTo>
                  <a:lnTo>
                    <a:pt x="2190140" y="3443"/>
                  </a:lnTo>
                  <a:lnTo>
                    <a:pt x="2203254" y="3157"/>
                  </a:lnTo>
                  <a:lnTo>
                    <a:pt x="2216369" y="2871"/>
                  </a:lnTo>
                  <a:lnTo>
                    <a:pt x="2229484" y="2584"/>
                  </a:lnTo>
                  <a:lnTo>
                    <a:pt x="2242598" y="2297"/>
                  </a:lnTo>
                  <a:lnTo>
                    <a:pt x="2255713" y="2010"/>
                  </a:lnTo>
                  <a:lnTo>
                    <a:pt x="2268827" y="1723"/>
                  </a:lnTo>
                  <a:lnTo>
                    <a:pt x="2281942" y="1436"/>
                  </a:lnTo>
                  <a:lnTo>
                    <a:pt x="2295057" y="1149"/>
                  </a:lnTo>
                  <a:lnTo>
                    <a:pt x="2308171" y="862"/>
                  </a:lnTo>
                  <a:lnTo>
                    <a:pt x="2321286" y="574"/>
                  </a:lnTo>
                  <a:lnTo>
                    <a:pt x="2334400" y="28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2026-05-14T05:59:59Z</dcterms:modified>
  <cp:category/>
</cp:coreProperties>
</file>