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72401" y="755389"/>
              <a:ext cx="2191014" cy="2343514"/>
            </a:xfrm>
            <a:custGeom>
              <a:avLst/>
              <a:pathLst>
                <a:path w="2191014" h="2343514">
                  <a:moveTo>
                    <a:pt x="0" y="2010414"/>
                  </a:moveTo>
                  <a:lnTo>
                    <a:pt x="12240" y="2052841"/>
                  </a:lnTo>
                  <a:lnTo>
                    <a:pt x="24480" y="2090819"/>
                  </a:lnTo>
                  <a:lnTo>
                    <a:pt x="36720" y="2123494"/>
                  </a:lnTo>
                  <a:lnTo>
                    <a:pt x="48961" y="2150350"/>
                  </a:lnTo>
                  <a:lnTo>
                    <a:pt x="61201" y="2168460"/>
                  </a:lnTo>
                  <a:lnTo>
                    <a:pt x="73441" y="2174942"/>
                  </a:lnTo>
                  <a:lnTo>
                    <a:pt x="85682" y="2181705"/>
                  </a:lnTo>
                  <a:lnTo>
                    <a:pt x="97922" y="2180663"/>
                  </a:lnTo>
                  <a:lnTo>
                    <a:pt x="110162" y="2177375"/>
                  </a:lnTo>
                  <a:lnTo>
                    <a:pt x="122403" y="2171692"/>
                  </a:lnTo>
                  <a:lnTo>
                    <a:pt x="134643" y="2160427"/>
                  </a:lnTo>
                  <a:lnTo>
                    <a:pt x="146883" y="2151093"/>
                  </a:lnTo>
                  <a:lnTo>
                    <a:pt x="159123" y="2136817"/>
                  </a:lnTo>
                  <a:lnTo>
                    <a:pt x="171364" y="2120886"/>
                  </a:lnTo>
                  <a:lnTo>
                    <a:pt x="183604" y="2104099"/>
                  </a:lnTo>
                  <a:lnTo>
                    <a:pt x="195844" y="2087588"/>
                  </a:lnTo>
                  <a:lnTo>
                    <a:pt x="208085" y="2071143"/>
                  </a:lnTo>
                  <a:lnTo>
                    <a:pt x="220325" y="2054283"/>
                  </a:lnTo>
                  <a:lnTo>
                    <a:pt x="232565" y="2037171"/>
                  </a:lnTo>
                  <a:lnTo>
                    <a:pt x="244806" y="2019969"/>
                  </a:lnTo>
                  <a:lnTo>
                    <a:pt x="257046" y="2002842"/>
                  </a:lnTo>
                  <a:lnTo>
                    <a:pt x="269286" y="1987117"/>
                  </a:lnTo>
                  <a:lnTo>
                    <a:pt x="281527" y="1972320"/>
                  </a:lnTo>
                  <a:lnTo>
                    <a:pt x="293767" y="1955393"/>
                  </a:lnTo>
                  <a:lnTo>
                    <a:pt x="306007" y="1938387"/>
                  </a:lnTo>
                  <a:lnTo>
                    <a:pt x="318247" y="1922617"/>
                  </a:lnTo>
                  <a:lnTo>
                    <a:pt x="330488" y="1907955"/>
                  </a:lnTo>
                  <a:lnTo>
                    <a:pt x="342728" y="1893420"/>
                  </a:lnTo>
                  <a:lnTo>
                    <a:pt x="354968" y="1877394"/>
                  </a:lnTo>
                  <a:lnTo>
                    <a:pt x="367209" y="1862889"/>
                  </a:lnTo>
                  <a:lnTo>
                    <a:pt x="379449" y="1850690"/>
                  </a:lnTo>
                  <a:lnTo>
                    <a:pt x="391689" y="1839726"/>
                  </a:lnTo>
                  <a:lnTo>
                    <a:pt x="403930" y="1828011"/>
                  </a:lnTo>
                  <a:lnTo>
                    <a:pt x="416170" y="1820449"/>
                  </a:lnTo>
                  <a:lnTo>
                    <a:pt x="428410" y="1812230"/>
                  </a:lnTo>
                  <a:lnTo>
                    <a:pt x="440650" y="1804449"/>
                  </a:lnTo>
                  <a:lnTo>
                    <a:pt x="452891" y="1796202"/>
                  </a:lnTo>
                  <a:lnTo>
                    <a:pt x="465131" y="1789057"/>
                  </a:lnTo>
                  <a:lnTo>
                    <a:pt x="477371" y="1782355"/>
                  </a:lnTo>
                  <a:lnTo>
                    <a:pt x="489612" y="1775969"/>
                  </a:lnTo>
                  <a:lnTo>
                    <a:pt x="501852" y="1769189"/>
                  </a:lnTo>
                  <a:lnTo>
                    <a:pt x="514092" y="1762312"/>
                  </a:lnTo>
                  <a:lnTo>
                    <a:pt x="526333" y="1755611"/>
                  </a:lnTo>
                  <a:lnTo>
                    <a:pt x="538573" y="1748896"/>
                  </a:lnTo>
                  <a:lnTo>
                    <a:pt x="550813" y="1742096"/>
                  </a:lnTo>
                  <a:lnTo>
                    <a:pt x="563054" y="1735137"/>
                  </a:lnTo>
                  <a:lnTo>
                    <a:pt x="575294" y="1727946"/>
                  </a:lnTo>
                  <a:lnTo>
                    <a:pt x="587534" y="1720450"/>
                  </a:lnTo>
                  <a:lnTo>
                    <a:pt x="599774" y="1712576"/>
                  </a:lnTo>
                  <a:lnTo>
                    <a:pt x="612015" y="1703007"/>
                  </a:lnTo>
                  <a:lnTo>
                    <a:pt x="624255" y="1694761"/>
                  </a:lnTo>
                  <a:lnTo>
                    <a:pt x="636495" y="1685967"/>
                  </a:lnTo>
                  <a:lnTo>
                    <a:pt x="648736" y="1675953"/>
                  </a:lnTo>
                  <a:lnTo>
                    <a:pt x="660976" y="1666827"/>
                  </a:lnTo>
                  <a:lnTo>
                    <a:pt x="673216" y="1657151"/>
                  </a:lnTo>
                  <a:lnTo>
                    <a:pt x="685457" y="1645236"/>
                  </a:lnTo>
                  <a:lnTo>
                    <a:pt x="697697" y="1632900"/>
                  </a:lnTo>
                  <a:lnTo>
                    <a:pt x="709937" y="1620185"/>
                  </a:lnTo>
                  <a:lnTo>
                    <a:pt x="722177" y="1607134"/>
                  </a:lnTo>
                  <a:lnTo>
                    <a:pt x="734418" y="1592792"/>
                  </a:lnTo>
                  <a:lnTo>
                    <a:pt x="746658" y="1578979"/>
                  </a:lnTo>
                  <a:lnTo>
                    <a:pt x="758898" y="1564827"/>
                  </a:lnTo>
                  <a:lnTo>
                    <a:pt x="771139" y="1551268"/>
                  </a:lnTo>
                  <a:lnTo>
                    <a:pt x="783379" y="1537075"/>
                  </a:lnTo>
                  <a:lnTo>
                    <a:pt x="795619" y="1522701"/>
                  </a:lnTo>
                  <a:lnTo>
                    <a:pt x="807860" y="1508179"/>
                  </a:lnTo>
                  <a:lnTo>
                    <a:pt x="820100" y="1494375"/>
                  </a:lnTo>
                  <a:lnTo>
                    <a:pt x="832340" y="1480586"/>
                  </a:lnTo>
                  <a:lnTo>
                    <a:pt x="844581" y="1466831"/>
                  </a:lnTo>
                  <a:lnTo>
                    <a:pt x="856821" y="1452723"/>
                  </a:lnTo>
                  <a:lnTo>
                    <a:pt x="869061" y="1437223"/>
                  </a:lnTo>
                  <a:lnTo>
                    <a:pt x="881301" y="1421989"/>
                  </a:lnTo>
                  <a:lnTo>
                    <a:pt x="893542" y="1407079"/>
                  </a:lnTo>
                  <a:lnTo>
                    <a:pt x="905782" y="1391550"/>
                  </a:lnTo>
                  <a:lnTo>
                    <a:pt x="918022" y="1376308"/>
                  </a:lnTo>
                  <a:lnTo>
                    <a:pt x="930263" y="1361388"/>
                  </a:lnTo>
                  <a:lnTo>
                    <a:pt x="942503" y="1347310"/>
                  </a:lnTo>
                  <a:lnTo>
                    <a:pt x="954743" y="1333716"/>
                  </a:lnTo>
                  <a:lnTo>
                    <a:pt x="966984" y="1318982"/>
                  </a:lnTo>
                  <a:lnTo>
                    <a:pt x="979224" y="1304339"/>
                  </a:lnTo>
                  <a:lnTo>
                    <a:pt x="991464" y="1289777"/>
                  </a:lnTo>
                  <a:lnTo>
                    <a:pt x="1003704" y="1274690"/>
                  </a:lnTo>
                  <a:lnTo>
                    <a:pt x="1015945" y="1259951"/>
                  </a:lnTo>
                  <a:lnTo>
                    <a:pt x="1028185" y="1245343"/>
                  </a:lnTo>
                  <a:lnTo>
                    <a:pt x="1040425" y="1230840"/>
                  </a:lnTo>
                  <a:lnTo>
                    <a:pt x="1052666" y="1216415"/>
                  </a:lnTo>
                  <a:lnTo>
                    <a:pt x="1064906" y="1203440"/>
                  </a:lnTo>
                  <a:lnTo>
                    <a:pt x="1077146" y="1189116"/>
                  </a:lnTo>
                  <a:lnTo>
                    <a:pt x="1089387" y="1174779"/>
                  </a:lnTo>
                  <a:lnTo>
                    <a:pt x="1101627" y="1160418"/>
                  </a:lnTo>
                  <a:lnTo>
                    <a:pt x="1113867" y="1146022"/>
                  </a:lnTo>
                  <a:lnTo>
                    <a:pt x="1126108" y="1131579"/>
                  </a:lnTo>
                  <a:lnTo>
                    <a:pt x="1138348" y="1117077"/>
                  </a:lnTo>
                  <a:lnTo>
                    <a:pt x="1150588" y="1100553"/>
                  </a:lnTo>
                  <a:lnTo>
                    <a:pt x="1162828" y="1085607"/>
                  </a:lnTo>
                  <a:lnTo>
                    <a:pt x="1175069" y="1070467"/>
                  </a:lnTo>
                  <a:lnTo>
                    <a:pt x="1187309" y="1055107"/>
                  </a:lnTo>
                  <a:lnTo>
                    <a:pt x="1199549" y="1039500"/>
                  </a:lnTo>
                  <a:lnTo>
                    <a:pt x="1211790" y="1023618"/>
                  </a:lnTo>
                  <a:lnTo>
                    <a:pt x="1224030" y="1007869"/>
                  </a:lnTo>
                  <a:lnTo>
                    <a:pt x="1236270" y="990923"/>
                  </a:lnTo>
                  <a:lnTo>
                    <a:pt x="1248511" y="974056"/>
                  </a:lnTo>
                  <a:lnTo>
                    <a:pt x="1260751" y="956808"/>
                  </a:lnTo>
                  <a:lnTo>
                    <a:pt x="1272991" y="939191"/>
                  </a:lnTo>
                  <a:lnTo>
                    <a:pt x="1285231" y="923841"/>
                  </a:lnTo>
                  <a:lnTo>
                    <a:pt x="1297472" y="912118"/>
                  </a:lnTo>
                  <a:lnTo>
                    <a:pt x="1309712" y="896376"/>
                  </a:lnTo>
                  <a:lnTo>
                    <a:pt x="1321952" y="879618"/>
                  </a:lnTo>
                  <a:lnTo>
                    <a:pt x="1334193" y="863867"/>
                  </a:lnTo>
                  <a:lnTo>
                    <a:pt x="1346433" y="842056"/>
                  </a:lnTo>
                  <a:lnTo>
                    <a:pt x="1358673" y="819119"/>
                  </a:lnTo>
                  <a:lnTo>
                    <a:pt x="1370914" y="796281"/>
                  </a:lnTo>
                  <a:lnTo>
                    <a:pt x="1383154" y="772283"/>
                  </a:lnTo>
                  <a:lnTo>
                    <a:pt x="1395394" y="748835"/>
                  </a:lnTo>
                  <a:lnTo>
                    <a:pt x="1407635" y="729001"/>
                  </a:lnTo>
                  <a:lnTo>
                    <a:pt x="1419875" y="707317"/>
                  </a:lnTo>
                  <a:lnTo>
                    <a:pt x="1432115" y="686022"/>
                  </a:lnTo>
                  <a:lnTo>
                    <a:pt x="1444355" y="662921"/>
                  </a:lnTo>
                  <a:lnTo>
                    <a:pt x="1456596" y="639980"/>
                  </a:lnTo>
                  <a:lnTo>
                    <a:pt x="1468836" y="617431"/>
                  </a:lnTo>
                  <a:lnTo>
                    <a:pt x="1481076" y="596197"/>
                  </a:lnTo>
                  <a:lnTo>
                    <a:pt x="1493317" y="576294"/>
                  </a:lnTo>
                  <a:lnTo>
                    <a:pt x="1505557" y="556334"/>
                  </a:lnTo>
                  <a:lnTo>
                    <a:pt x="1517797" y="540510"/>
                  </a:lnTo>
                  <a:lnTo>
                    <a:pt x="1530038" y="524177"/>
                  </a:lnTo>
                  <a:lnTo>
                    <a:pt x="1542278" y="503116"/>
                  </a:lnTo>
                  <a:lnTo>
                    <a:pt x="1554518" y="478262"/>
                  </a:lnTo>
                  <a:lnTo>
                    <a:pt x="1566759" y="458978"/>
                  </a:lnTo>
                  <a:lnTo>
                    <a:pt x="1578999" y="442808"/>
                  </a:lnTo>
                  <a:lnTo>
                    <a:pt x="1591239" y="423882"/>
                  </a:lnTo>
                  <a:lnTo>
                    <a:pt x="1603479" y="402363"/>
                  </a:lnTo>
                  <a:lnTo>
                    <a:pt x="1615720" y="388116"/>
                  </a:lnTo>
                  <a:lnTo>
                    <a:pt x="1627960" y="365960"/>
                  </a:lnTo>
                  <a:lnTo>
                    <a:pt x="1640200" y="335580"/>
                  </a:lnTo>
                  <a:lnTo>
                    <a:pt x="1652441" y="313501"/>
                  </a:lnTo>
                  <a:lnTo>
                    <a:pt x="1664681" y="275647"/>
                  </a:lnTo>
                  <a:lnTo>
                    <a:pt x="1676921" y="247584"/>
                  </a:lnTo>
                  <a:lnTo>
                    <a:pt x="1689162" y="221630"/>
                  </a:lnTo>
                  <a:lnTo>
                    <a:pt x="1701402" y="197490"/>
                  </a:lnTo>
                  <a:lnTo>
                    <a:pt x="1713642" y="174118"/>
                  </a:lnTo>
                  <a:lnTo>
                    <a:pt x="1725882" y="151632"/>
                  </a:lnTo>
                  <a:lnTo>
                    <a:pt x="1738123" y="130382"/>
                  </a:lnTo>
                  <a:lnTo>
                    <a:pt x="1750363" y="111797"/>
                  </a:lnTo>
                  <a:lnTo>
                    <a:pt x="1762603" y="95215"/>
                  </a:lnTo>
                  <a:lnTo>
                    <a:pt x="1774844" y="84454"/>
                  </a:lnTo>
                  <a:lnTo>
                    <a:pt x="1787084" y="80656"/>
                  </a:lnTo>
                  <a:lnTo>
                    <a:pt x="1799324" y="64341"/>
                  </a:lnTo>
                  <a:lnTo>
                    <a:pt x="1811565" y="52234"/>
                  </a:lnTo>
                  <a:lnTo>
                    <a:pt x="1823805" y="48151"/>
                  </a:lnTo>
                  <a:lnTo>
                    <a:pt x="1836045" y="47064"/>
                  </a:lnTo>
                  <a:lnTo>
                    <a:pt x="1848286" y="49137"/>
                  </a:lnTo>
                  <a:lnTo>
                    <a:pt x="1860526" y="54536"/>
                  </a:lnTo>
                  <a:lnTo>
                    <a:pt x="1872766" y="67967"/>
                  </a:lnTo>
                  <a:lnTo>
                    <a:pt x="1885006" y="89830"/>
                  </a:lnTo>
                  <a:lnTo>
                    <a:pt x="1897247" y="105768"/>
                  </a:lnTo>
                  <a:lnTo>
                    <a:pt x="1909487" y="112368"/>
                  </a:lnTo>
                  <a:lnTo>
                    <a:pt x="1921727" y="120953"/>
                  </a:lnTo>
                  <a:lnTo>
                    <a:pt x="1933968" y="110794"/>
                  </a:lnTo>
                  <a:lnTo>
                    <a:pt x="1946208" y="92152"/>
                  </a:lnTo>
                  <a:lnTo>
                    <a:pt x="1958448" y="99249"/>
                  </a:lnTo>
                  <a:lnTo>
                    <a:pt x="1970689" y="87803"/>
                  </a:lnTo>
                  <a:lnTo>
                    <a:pt x="1982929" y="77559"/>
                  </a:lnTo>
                  <a:lnTo>
                    <a:pt x="1995169" y="73439"/>
                  </a:lnTo>
                  <a:lnTo>
                    <a:pt x="2007409" y="72793"/>
                  </a:lnTo>
                  <a:lnTo>
                    <a:pt x="2019650" y="54298"/>
                  </a:lnTo>
                  <a:lnTo>
                    <a:pt x="2031890" y="38939"/>
                  </a:lnTo>
                  <a:lnTo>
                    <a:pt x="2044130" y="24455"/>
                  </a:lnTo>
                  <a:lnTo>
                    <a:pt x="2056371" y="27780"/>
                  </a:lnTo>
                  <a:lnTo>
                    <a:pt x="2068611" y="53345"/>
                  </a:lnTo>
                  <a:lnTo>
                    <a:pt x="2080851" y="80553"/>
                  </a:lnTo>
                  <a:lnTo>
                    <a:pt x="2093092" y="70196"/>
                  </a:lnTo>
                  <a:lnTo>
                    <a:pt x="2105332" y="62605"/>
                  </a:lnTo>
                  <a:lnTo>
                    <a:pt x="2117572" y="35115"/>
                  </a:lnTo>
                  <a:lnTo>
                    <a:pt x="2129813" y="55903"/>
                  </a:lnTo>
                  <a:lnTo>
                    <a:pt x="2142053" y="17351"/>
                  </a:lnTo>
                  <a:lnTo>
                    <a:pt x="2145225" y="0"/>
                  </a:lnTo>
                  <a:lnTo>
                    <a:pt x="2191014" y="0"/>
                  </a:lnTo>
                  <a:lnTo>
                    <a:pt x="2191014" y="1214963"/>
                  </a:lnTo>
                  <a:lnTo>
                    <a:pt x="2178774" y="1141090"/>
                  </a:lnTo>
                  <a:lnTo>
                    <a:pt x="2166533" y="1126127"/>
                  </a:lnTo>
                  <a:lnTo>
                    <a:pt x="2154293" y="1024545"/>
                  </a:lnTo>
                  <a:lnTo>
                    <a:pt x="2142053" y="942506"/>
                  </a:lnTo>
                  <a:lnTo>
                    <a:pt x="2129813" y="888847"/>
                  </a:lnTo>
                  <a:lnTo>
                    <a:pt x="2117572" y="908404"/>
                  </a:lnTo>
                  <a:lnTo>
                    <a:pt x="2105332" y="906934"/>
                  </a:lnTo>
                  <a:lnTo>
                    <a:pt x="2093092" y="892511"/>
                  </a:lnTo>
                  <a:lnTo>
                    <a:pt x="2080851" y="874458"/>
                  </a:lnTo>
                  <a:lnTo>
                    <a:pt x="2068611" y="892265"/>
                  </a:lnTo>
                  <a:lnTo>
                    <a:pt x="2056371" y="877654"/>
                  </a:lnTo>
                  <a:lnTo>
                    <a:pt x="2044130" y="863160"/>
                  </a:lnTo>
                  <a:lnTo>
                    <a:pt x="2031890" y="848375"/>
                  </a:lnTo>
                  <a:lnTo>
                    <a:pt x="2019650" y="835706"/>
                  </a:lnTo>
                  <a:lnTo>
                    <a:pt x="2007409" y="815622"/>
                  </a:lnTo>
                  <a:lnTo>
                    <a:pt x="1995169" y="777982"/>
                  </a:lnTo>
                  <a:lnTo>
                    <a:pt x="1982929" y="753181"/>
                  </a:lnTo>
                  <a:lnTo>
                    <a:pt x="1970689" y="730332"/>
                  </a:lnTo>
                  <a:lnTo>
                    <a:pt x="1958448" y="707548"/>
                  </a:lnTo>
                  <a:lnTo>
                    <a:pt x="1946208" y="667907"/>
                  </a:lnTo>
                  <a:lnTo>
                    <a:pt x="1933968" y="637012"/>
                  </a:lnTo>
                  <a:lnTo>
                    <a:pt x="1921727" y="625855"/>
                  </a:lnTo>
                  <a:lnTo>
                    <a:pt x="1909487" y="627923"/>
                  </a:lnTo>
                  <a:lnTo>
                    <a:pt x="1897247" y="620269"/>
                  </a:lnTo>
                  <a:lnTo>
                    <a:pt x="1885006" y="603895"/>
                  </a:lnTo>
                  <a:lnTo>
                    <a:pt x="1872766" y="601433"/>
                  </a:lnTo>
                  <a:lnTo>
                    <a:pt x="1860526" y="613118"/>
                  </a:lnTo>
                  <a:lnTo>
                    <a:pt x="1848286" y="597947"/>
                  </a:lnTo>
                  <a:lnTo>
                    <a:pt x="1836045" y="601271"/>
                  </a:lnTo>
                  <a:lnTo>
                    <a:pt x="1823805" y="614533"/>
                  </a:lnTo>
                  <a:lnTo>
                    <a:pt x="1811565" y="614725"/>
                  </a:lnTo>
                  <a:lnTo>
                    <a:pt x="1799324" y="614535"/>
                  </a:lnTo>
                  <a:lnTo>
                    <a:pt x="1787084" y="616561"/>
                  </a:lnTo>
                  <a:lnTo>
                    <a:pt x="1774844" y="620356"/>
                  </a:lnTo>
                  <a:lnTo>
                    <a:pt x="1762603" y="627168"/>
                  </a:lnTo>
                  <a:lnTo>
                    <a:pt x="1750363" y="634476"/>
                  </a:lnTo>
                  <a:lnTo>
                    <a:pt x="1738123" y="637860"/>
                  </a:lnTo>
                  <a:lnTo>
                    <a:pt x="1725882" y="638419"/>
                  </a:lnTo>
                  <a:lnTo>
                    <a:pt x="1713642" y="638891"/>
                  </a:lnTo>
                  <a:lnTo>
                    <a:pt x="1701402" y="644265"/>
                  </a:lnTo>
                  <a:lnTo>
                    <a:pt x="1689162" y="653694"/>
                  </a:lnTo>
                  <a:lnTo>
                    <a:pt x="1676921" y="663685"/>
                  </a:lnTo>
                  <a:lnTo>
                    <a:pt x="1664681" y="671162"/>
                  </a:lnTo>
                  <a:lnTo>
                    <a:pt x="1652441" y="676460"/>
                  </a:lnTo>
                  <a:lnTo>
                    <a:pt x="1640200" y="684231"/>
                  </a:lnTo>
                  <a:lnTo>
                    <a:pt x="1627960" y="689889"/>
                  </a:lnTo>
                  <a:lnTo>
                    <a:pt x="1615720" y="695956"/>
                  </a:lnTo>
                  <a:lnTo>
                    <a:pt x="1603479" y="718080"/>
                  </a:lnTo>
                  <a:lnTo>
                    <a:pt x="1591239" y="732890"/>
                  </a:lnTo>
                  <a:lnTo>
                    <a:pt x="1578999" y="745053"/>
                  </a:lnTo>
                  <a:lnTo>
                    <a:pt x="1566759" y="764406"/>
                  </a:lnTo>
                  <a:lnTo>
                    <a:pt x="1554518" y="781189"/>
                  </a:lnTo>
                  <a:lnTo>
                    <a:pt x="1542278" y="786771"/>
                  </a:lnTo>
                  <a:lnTo>
                    <a:pt x="1530038" y="808772"/>
                  </a:lnTo>
                  <a:lnTo>
                    <a:pt x="1517797" y="829074"/>
                  </a:lnTo>
                  <a:lnTo>
                    <a:pt x="1505557" y="847784"/>
                  </a:lnTo>
                  <a:lnTo>
                    <a:pt x="1493317" y="863151"/>
                  </a:lnTo>
                  <a:lnTo>
                    <a:pt x="1481076" y="875728"/>
                  </a:lnTo>
                  <a:lnTo>
                    <a:pt x="1468836" y="887463"/>
                  </a:lnTo>
                  <a:lnTo>
                    <a:pt x="1456596" y="898432"/>
                  </a:lnTo>
                  <a:lnTo>
                    <a:pt x="1444355" y="908713"/>
                  </a:lnTo>
                  <a:lnTo>
                    <a:pt x="1432115" y="918384"/>
                  </a:lnTo>
                  <a:lnTo>
                    <a:pt x="1419875" y="929830"/>
                  </a:lnTo>
                  <a:lnTo>
                    <a:pt x="1407635" y="945714"/>
                  </a:lnTo>
                  <a:lnTo>
                    <a:pt x="1395394" y="961990"/>
                  </a:lnTo>
                  <a:lnTo>
                    <a:pt x="1383154" y="978510"/>
                  </a:lnTo>
                  <a:lnTo>
                    <a:pt x="1370914" y="999105"/>
                  </a:lnTo>
                  <a:lnTo>
                    <a:pt x="1358673" y="1010545"/>
                  </a:lnTo>
                  <a:lnTo>
                    <a:pt x="1346433" y="1027880"/>
                  </a:lnTo>
                  <a:lnTo>
                    <a:pt x="1334193" y="1047523"/>
                  </a:lnTo>
                  <a:lnTo>
                    <a:pt x="1321952" y="1066851"/>
                  </a:lnTo>
                  <a:lnTo>
                    <a:pt x="1309712" y="1079882"/>
                  </a:lnTo>
                  <a:lnTo>
                    <a:pt x="1297472" y="1096796"/>
                  </a:lnTo>
                  <a:lnTo>
                    <a:pt x="1285231" y="1118233"/>
                  </a:lnTo>
                  <a:lnTo>
                    <a:pt x="1272991" y="1138896"/>
                  </a:lnTo>
                  <a:lnTo>
                    <a:pt x="1260751" y="1157145"/>
                  </a:lnTo>
                  <a:lnTo>
                    <a:pt x="1248511" y="1173606"/>
                  </a:lnTo>
                  <a:lnTo>
                    <a:pt x="1236270" y="1189455"/>
                  </a:lnTo>
                  <a:lnTo>
                    <a:pt x="1224030" y="1204730"/>
                  </a:lnTo>
                  <a:lnTo>
                    <a:pt x="1211790" y="1219472"/>
                  </a:lnTo>
                  <a:lnTo>
                    <a:pt x="1199549" y="1233722"/>
                  </a:lnTo>
                  <a:lnTo>
                    <a:pt x="1187309" y="1247524"/>
                  </a:lnTo>
                  <a:lnTo>
                    <a:pt x="1175069" y="1260919"/>
                  </a:lnTo>
                  <a:lnTo>
                    <a:pt x="1162828" y="1272044"/>
                  </a:lnTo>
                  <a:lnTo>
                    <a:pt x="1150588" y="1286345"/>
                  </a:lnTo>
                  <a:lnTo>
                    <a:pt x="1138348" y="1294482"/>
                  </a:lnTo>
                  <a:lnTo>
                    <a:pt x="1126108" y="1307620"/>
                  </a:lnTo>
                  <a:lnTo>
                    <a:pt x="1113867" y="1319917"/>
                  </a:lnTo>
                  <a:lnTo>
                    <a:pt x="1101627" y="1333605"/>
                  </a:lnTo>
                  <a:lnTo>
                    <a:pt x="1089387" y="1346804"/>
                  </a:lnTo>
                  <a:lnTo>
                    <a:pt x="1077146" y="1357481"/>
                  </a:lnTo>
                  <a:lnTo>
                    <a:pt x="1064906" y="1370069"/>
                  </a:lnTo>
                  <a:lnTo>
                    <a:pt x="1052666" y="1381698"/>
                  </a:lnTo>
                  <a:lnTo>
                    <a:pt x="1040425" y="1391749"/>
                  </a:lnTo>
                  <a:lnTo>
                    <a:pt x="1028185" y="1401697"/>
                  </a:lnTo>
                  <a:lnTo>
                    <a:pt x="1015945" y="1412132"/>
                  </a:lnTo>
                  <a:lnTo>
                    <a:pt x="1003704" y="1426179"/>
                  </a:lnTo>
                  <a:lnTo>
                    <a:pt x="991464" y="1440198"/>
                  </a:lnTo>
                  <a:lnTo>
                    <a:pt x="979224" y="1454077"/>
                  </a:lnTo>
                  <a:lnTo>
                    <a:pt x="966984" y="1466965"/>
                  </a:lnTo>
                  <a:lnTo>
                    <a:pt x="954743" y="1480200"/>
                  </a:lnTo>
                  <a:lnTo>
                    <a:pt x="942503" y="1493826"/>
                  </a:lnTo>
                  <a:lnTo>
                    <a:pt x="930263" y="1506793"/>
                  </a:lnTo>
                  <a:lnTo>
                    <a:pt x="918022" y="1520047"/>
                  </a:lnTo>
                  <a:lnTo>
                    <a:pt x="905782" y="1533175"/>
                  </a:lnTo>
                  <a:lnTo>
                    <a:pt x="893542" y="1547185"/>
                  </a:lnTo>
                  <a:lnTo>
                    <a:pt x="881301" y="1561562"/>
                  </a:lnTo>
                  <a:lnTo>
                    <a:pt x="869061" y="1575559"/>
                  </a:lnTo>
                  <a:lnTo>
                    <a:pt x="856821" y="1589180"/>
                  </a:lnTo>
                  <a:lnTo>
                    <a:pt x="844581" y="1601794"/>
                  </a:lnTo>
                  <a:lnTo>
                    <a:pt x="832340" y="1613431"/>
                  </a:lnTo>
                  <a:lnTo>
                    <a:pt x="820100" y="1624753"/>
                  </a:lnTo>
                  <a:lnTo>
                    <a:pt x="807860" y="1636975"/>
                  </a:lnTo>
                  <a:lnTo>
                    <a:pt x="795619" y="1650276"/>
                  </a:lnTo>
                  <a:lnTo>
                    <a:pt x="783379" y="1663275"/>
                  </a:lnTo>
                  <a:lnTo>
                    <a:pt x="771139" y="1675692"/>
                  </a:lnTo>
                  <a:lnTo>
                    <a:pt x="758898" y="1688120"/>
                  </a:lnTo>
                  <a:lnTo>
                    <a:pt x="746658" y="1700297"/>
                  </a:lnTo>
                  <a:lnTo>
                    <a:pt x="734418" y="1713550"/>
                  </a:lnTo>
                  <a:lnTo>
                    <a:pt x="722177" y="1727998"/>
                  </a:lnTo>
                  <a:lnTo>
                    <a:pt x="709937" y="1742422"/>
                  </a:lnTo>
                  <a:lnTo>
                    <a:pt x="697697" y="1753802"/>
                  </a:lnTo>
                  <a:lnTo>
                    <a:pt x="685457" y="1764954"/>
                  </a:lnTo>
                  <a:lnTo>
                    <a:pt x="673216" y="1775871"/>
                  </a:lnTo>
                  <a:lnTo>
                    <a:pt x="660976" y="1786541"/>
                  </a:lnTo>
                  <a:lnTo>
                    <a:pt x="648736" y="1796955"/>
                  </a:lnTo>
                  <a:lnTo>
                    <a:pt x="636495" y="1807104"/>
                  </a:lnTo>
                  <a:lnTo>
                    <a:pt x="624255" y="1816978"/>
                  </a:lnTo>
                  <a:lnTo>
                    <a:pt x="612015" y="1826581"/>
                  </a:lnTo>
                  <a:lnTo>
                    <a:pt x="599774" y="1835953"/>
                  </a:lnTo>
                  <a:lnTo>
                    <a:pt x="587534" y="1843209"/>
                  </a:lnTo>
                  <a:lnTo>
                    <a:pt x="575294" y="1848066"/>
                  </a:lnTo>
                  <a:lnTo>
                    <a:pt x="563054" y="1856884"/>
                  </a:lnTo>
                  <a:lnTo>
                    <a:pt x="550813" y="1865501"/>
                  </a:lnTo>
                  <a:lnTo>
                    <a:pt x="538573" y="1873944"/>
                  </a:lnTo>
                  <a:lnTo>
                    <a:pt x="526333" y="1882239"/>
                  </a:lnTo>
                  <a:lnTo>
                    <a:pt x="514092" y="1890413"/>
                  </a:lnTo>
                  <a:lnTo>
                    <a:pt x="501852" y="1898493"/>
                  </a:lnTo>
                  <a:lnTo>
                    <a:pt x="489612" y="1905198"/>
                  </a:lnTo>
                  <a:lnTo>
                    <a:pt x="477371" y="1910566"/>
                  </a:lnTo>
                  <a:lnTo>
                    <a:pt x="465131" y="1916228"/>
                  </a:lnTo>
                  <a:lnTo>
                    <a:pt x="452891" y="1925005"/>
                  </a:lnTo>
                  <a:lnTo>
                    <a:pt x="440650" y="1933385"/>
                  </a:lnTo>
                  <a:lnTo>
                    <a:pt x="428410" y="1944471"/>
                  </a:lnTo>
                  <a:lnTo>
                    <a:pt x="416170" y="1954854"/>
                  </a:lnTo>
                  <a:lnTo>
                    <a:pt x="403930" y="1965734"/>
                  </a:lnTo>
                  <a:lnTo>
                    <a:pt x="391689" y="1977160"/>
                  </a:lnTo>
                  <a:lnTo>
                    <a:pt x="379449" y="1989179"/>
                  </a:lnTo>
                  <a:lnTo>
                    <a:pt x="367209" y="2001840"/>
                  </a:lnTo>
                  <a:lnTo>
                    <a:pt x="354968" y="2015191"/>
                  </a:lnTo>
                  <a:lnTo>
                    <a:pt x="342728" y="2029280"/>
                  </a:lnTo>
                  <a:lnTo>
                    <a:pt x="330488" y="2044155"/>
                  </a:lnTo>
                  <a:lnTo>
                    <a:pt x="318247" y="2059863"/>
                  </a:lnTo>
                  <a:lnTo>
                    <a:pt x="306007" y="2075139"/>
                  </a:lnTo>
                  <a:lnTo>
                    <a:pt x="293767" y="2089820"/>
                  </a:lnTo>
                  <a:lnTo>
                    <a:pt x="281527" y="2109305"/>
                  </a:lnTo>
                  <a:lnTo>
                    <a:pt x="269286" y="2130136"/>
                  </a:lnTo>
                  <a:lnTo>
                    <a:pt x="257046" y="2151804"/>
                  </a:lnTo>
                  <a:lnTo>
                    <a:pt x="244806" y="2175205"/>
                  </a:lnTo>
                  <a:lnTo>
                    <a:pt x="232565" y="2196729"/>
                  </a:lnTo>
                  <a:lnTo>
                    <a:pt x="220325" y="2214098"/>
                  </a:lnTo>
                  <a:lnTo>
                    <a:pt x="208085" y="2233938"/>
                  </a:lnTo>
                  <a:lnTo>
                    <a:pt x="195844" y="2253507"/>
                  </a:lnTo>
                  <a:lnTo>
                    <a:pt x="183604" y="2271459"/>
                  </a:lnTo>
                  <a:lnTo>
                    <a:pt x="171364" y="2289116"/>
                  </a:lnTo>
                  <a:lnTo>
                    <a:pt x="159123" y="2306265"/>
                  </a:lnTo>
                  <a:lnTo>
                    <a:pt x="146883" y="2314226"/>
                  </a:lnTo>
                  <a:lnTo>
                    <a:pt x="134643" y="2329168"/>
                  </a:lnTo>
                  <a:lnTo>
                    <a:pt x="122403" y="2341866"/>
                  </a:lnTo>
                  <a:lnTo>
                    <a:pt x="119680" y="234351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72401" y="755389"/>
              <a:ext cx="2145225" cy="2181705"/>
            </a:xfrm>
            <a:custGeom>
              <a:avLst/>
              <a:pathLst>
                <a:path w="2145225" h="2181705">
                  <a:moveTo>
                    <a:pt x="0" y="2010414"/>
                  </a:moveTo>
                  <a:lnTo>
                    <a:pt x="12240" y="2052841"/>
                  </a:lnTo>
                  <a:lnTo>
                    <a:pt x="24480" y="2090819"/>
                  </a:lnTo>
                  <a:lnTo>
                    <a:pt x="36720" y="2123494"/>
                  </a:lnTo>
                  <a:lnTo>
                    <a:pt x="48961" y="2150350"/>
                  </a:lnTo>
                  <a:lnTo>
                    <a:pt x="61201" y="2168460"/>
                  </a:lnTo>
                  <a:lnTo>
                    <a:pt x="73441" y="2174942"/>
                  </a:lnTo>
                  <a:lnTo>
                    <a:pt x="85682" y="2181705"/>
                  </a:lnTo>
                  <a:lnTo>
                    <a:pt x="97922" y="2180663"/>
                  </a:lnTo>
                  <a:lnTo>
                    <a:pt x="110162" y="2177375"/>
                  </a:lnTo>
                  <a:lnTo>
                    <a:pt x="122403" y="2171692"/>
                  </a:lnTo>
                  <a:lnTo>
                    <a:pt x="134643" y="2160427"/>
                  </a:lnTo>
                  <a:lnTo>
                    <a:pt x="146883" y="2151093"/>
                  </a:lnTo>
                  <a:lnTo>
                    <a:pt x="159123" y="2136817"/>
                  </a:lnTo>
                  <a:lnTo>
                    <a:pt x="171364" y="2120886"/>
                  </a:lnTo>
                  <a:lnTo>
                    <a:pt x="183604" y="2104099"/>
                  </a:lnTo>
                  <a:lnTo>
                    <a:pt x="195844" y="2087588"/>
                  </a:lnTo>
                  <a:lnTo>
                    <a:pt x="208085" y="2071143"/>
                  </a:lnTo>
                  <a:lnTo>
                    <a:pt x="220325" y="2054283"/>
                  </a:lnTo>
                  <a:lnTo>
                    <a:pt x="232565" y="2037171"/>
                  </a:lnTo>
                  <a:lnTo>
                    <a:pt x="244806" y="2019969"/>
                  </a:lnTo>
                  <a:lnTo>
                    <a:pt x="257046" y="2002842"/>
                  </a:lnTo>
                  <a:lnTo>
                    <a:pt x="269286" y="1987117"/>
                  </a:lnTo>
                  <a:lnTo>
                    <a:pt x="281527" y="1972320"/>
                  </a:lnTo>
                  <a:lnTo>
                    <a:pt x="293767" y="1955393"/>
                  </a:lnTo>
                  <a:lnTo>
                    <a:pt x="306007" y="1938387"/>
                  </a:lnTo>
                  <a:lnTo>
                    <a:pt x="318247" y="1922617"/>
                  </a:lnTo>
                  <a:lnTo>
                    <a:pt x="330488" y="1907955"/>
                  </a:lnTo>
                  <a:lnTo>
                    <a:pt x="342728" y="1893420"/>
                  </a:lnTo>
                  <a:lnTo>
                    <a:pt x="354968" y="1877394"/>
                  </a:lnTo>
                  <a:lnTo>
                    <a:pt x="367209" y="1862889"/>
                  </a:lnTo>
                  <a:lnTo>
                    <a:pt x="379449" y="1850690"/>
                  </a:lnTo>
                  <a:lnTo>
                    <a:pt x="391689" y="1839726"/>
                  </a:lnTo>
                  <a:lnTo>
                    <a:pt x="403930" y="1828011"/>
                  </a:lnTo>
                  <a:lnTo>
                    <a:pt x="416170" y="1820449"/>
                  </a:lnTo>
                  <a:lnTo>
                    <a:pt x="428410" y="1812230"/>
                  </a:lnTo>
                  <a:lnTo>
                    <a:pt x="440650" y="1804449"/>
                  </a:lnTo>
                  <a:lnTo>
                    <a:pt x="452891" y="1796202"/>
                  </a:lnTo>
                  <a:lnTo>
                    <a:pt x="465131" y="1789057"/>
                  </a:lnTo>
                  <a:lnTo>
                    <a:pt x="477371" y="1782355"/>
                  </a:lnTo>
                  <a:lnTo>
                    <a:pt x="489612" y="1775969"/>
                  </a:lnTo>
                  <a:lnTo>
                    <a:pt x="501852" y="1769189"/>
                  </a:lnTo>
                  <a:lnTo>
                    <a:pt x="514092" y="1762312"/>
                  </a:lnTo>
                  <a:lnTo>
                    <a:pt x="526333" y="1755611"/>
                  </a:lnTo>
                  <a:lnTo>
                    <a:pt x="538573" y="1748896"/>
                  </a:lnTo>
                  <a:lnTo>
                    <a:pt x="550813" y="1742096"/>
                  </a:lnTo>
                  <a:lnTo>
                    <a:pt x="563054" y="1735137"/>
                  </a:lnTo>
                  <a:lnTo>
                    <a:pt x="575294" y="1727946"/>
                  </a:lnTo>
                  <a:lnTo>
                    <a:pt x="587534" y="1720450"/>
                  </a:lnTo>
                  <a:lnTo>
                    <a:pt x="599774" y="1712576"/>
                  </a:lnTo>
                  <a:lnTo>
                    <a:pt x="612015" y="1703007"/>
                  </a:lnTo>
                  <a:lnTo>
                    <a:pt x="624255" y="1694761"/>
                  </a:lnTo>
                  <a:lnTo>
                    <a:pt x="636495" y="1685967"/>
                  </a:lnTo>
                  <a:lnTo>
                    <a:pt x="648736" y="1675953"/>
                  </a:lnTo>
                  <a:lnTo>
                    <a:pt x="660976" y="1666827"/>
                  </a:lnTo>
                  <a:lnTo>
                    <a:pt x="673216" y="1657151"/>
                  </a:lnTo>
                  <a:lnTo>
                    <a:pt x="685457" y="1645236"/>
                  </a:lnTo>
                  <a:lnTo>
                    <a:pt x="697697" y="1632900"/>
                  </a:lnTo>
                  <a:lnTo>
                    <a:pt x="709937" y="1620185"/>
                  </a:lnTo>
                  <a:lnTo>
                    <a:pt x="722177" y="1607134"/>
                  </a:lnTo>
                  <a:lnTo>
                    <a:pt x="734418" y="1592792"/>
                  </a:lnTo>
                  <a:lnTo>
                    <a:pt x="746658" y="1578979"/>
                  </a:lnTo>
                  <a:lnTo>
                    <a:pt x="758898" y="1564827"/>
                  </a:lnTo>
                  <a:lnTo>
                    <a:pt x="771139" y="1551268"/>
                  </a:lnTo>
                  <a:lnTo>
                    <a:pt x="783379" y="1537075"/>
                  </a:lnTo>
                  <a:lnTo>
                    <a:pt x="795619" y="1522701"/>
                  </a:lnTo>
                  <a:lnTo>
                    <a:pt x="807860" y="1508179"/>
                  </a:lnTo>
                  <a:lnTo>
                    <a:pt x="820100" y="1494375"/>
                  </a:lnTo>
                  <a:lnTo>
                    <a:pt x="832340" y="1480586"/>
                  </a:lnTo>
                  <a:lnTo>
                    <a:pt x="844581" y="1466831"/>
                  </a:lnTo>
                  <a:lnTo>
                    <a:pt x="856821" y="1452723"/>
                  </a:lnTo>
                  <a:lnTo>
                    <a:pt x="869061" y="1437223"/>
                  </a:lnTo>
                  <a:lnTo>
                    <a:pt x="881301" y="1421989"/>
                  </a:lnTo>
                  <a:lnTo>
                    <a:pt x="893542" y="1407079"/>
                  </a:lnTo>
                  <a:lnTo>
                    <a:pt x="905782" y="1391550"/>
                  </a:lnTo>
                  <a:lnTo>
                    <a:pt x="918022" y="1376308"/>
                  </a:lnTo>
                  <a:lnTo>
                    <a:pt x="930263" y="1361388"/>
                  </a:lnTo>
                  <a:lnTo>
                    <a:pt x="942503" y="1347310"/>
                  </a:lnTo>
                  <a:lnTo>
                    <a:pt x="954743" y="1333716"/>
                  </a:lnTo>
                  <a:lnTo>
                    <a:pt x="966984" y="1318982"/>
                  </a:lnTo>
                  <a:lnTo>
                    <a:pt x="979224" y="1304339"/>
                  </a:lnTo>
                  <a:lnTo>
                    <a:pt x="991464" y="1289777"/>
                  </a:lnTo>
                  <a:lnTo>
                    <a:pt x="1003704" y="1274690"/>
                  </a:lnTo>
                  <a:lnTo>
                    <a:pt x="1015945" y="1259951"/>
                  </a:lnTo>
                  <a:lnTo>
                    <a:pt x="1028185" y="1245343"/>
                  </a:lnTo>
                  <a:lnTo>
                    <a:pt x="1040425" y="1230840"/>
                  </a:lnTo>
                  <a:lnTo>
                    <a:pt x="1052666" y="1216415"/>
                  </a:lnTo>
                  <a:lnTo>
                    <a:pt x="1064906" y="1203440"/>
                  </a:lnTo>
                  <a:lnTo>
                    <a:pt x="1077146" y="1189116"/>
                  </a:lnTo>
                  <a:lnTo>
                    <a:pt x="1089387" y="1174779"/>
                  </a:lnTo>
                  <a:lnTo>
                    <a:pt x="1101627" y="1160418"/>
                  </a:lnTo>
                  <a:lnTo>
                    <a:pt x="1113867" y="1146022"/>
                  </a:lnTo>
                  <a:lnTo>
                    <a:pt x="1126108" y="1131579"/>
                  </a:lnTo>
                  <a:lnTo>
                    <a:pt x="1138348" y="1117077"/>
                  </a:lnTo>
                  <a:lnTo>
                    <a:pt x="1150588" y="1100553"/>
                  </a:lnTo>
                  <a:lnTo>
                    <a:pt x="1162828" y="1085607"/>
                  </a:lnTo>
                  <a:lnTo>
                    <a:pt x="1175069" y="1070467"/>
                  </a:lnTo>
                  <a:lnTo>
                    <a:pt x="1187309" y="1055107"/>
                  </a:lnTo>
                  <a:lnTo>
                    <a:pt x="1199549" y="1039500"/>
                  </a:lnTo>
                  <a:lnTo>
                    <a:pt x="1211790" y="1023618"/>
                  </a:lnTo>
                  <a:lnTo>
                    <a:pt x="1224030" y="1007869"/>
                  </a:lnTo>
                  <a:lnTo>
                    <a:pt x="1236270" y="990923"/>
                  </a:lnTo>
                  <a:lnTo>
                    <a:pt x="1248511" y="974056"/>
                  </a:lnTo>
                  <a:lnTo>
                    <a:pt x="1260751" y="956808"/>
                  </a:lnTo>
                  <a:lnTo>
                    <a:pt x="1272991" y="939191"/>
                  </a:lnTo>
                  <a:lnTo>
                    <a:pt x="1285231" y="923841"/>
                  </a:lnTo>
                  <a:lnTo>
                    <a:pt x="1297472" y="912118"/>
                  </a:lnTo>
                  <a:lnTo>
                    <a:pt x="1309712" y="896376"/>
                  </a:lnTo>
                  <a:lnTo>
                    <a:pt x="1321952" y="879618"/>
                  </a:lnTo>
                  <a:lnTo>
                    <a:pt x="1334193" y="863867"/>
                  </a:lnTo>
                  <a:lnTo>
                    <a:pt x="1346433" y="842056"/>
                  </a:lnTo>
                  <a:lnTo>
                    <a:pt x="1358673" y="819119"/>
                  </a:lnTo>
                  <a:lnTo>
                    <a:pt x="1370914" y="796281"/>
                  </a:lnTo>
                  <a:lnTo>
                    <a:pt x="1383154" y="772283"/>
                  </a:lnTo>
                  <a:lnTo>
                    <a:pt x="1395394" y="748835"/>
                  </a:lnTo>
                  <a:lnTo>
                    <a:pt x="1407635" y="729001"/>
                  </a:lnTo>
                  <a:lnTo>
                    <a:pt x="1419875" y="707317"/>
                  </a:lnTo>
                  <a:lnTo>
                    <a:pt x="1432115" y="686022"/>
                  </a:lnTo>
                  <a:lnTo>
                    <a:pt x="1444355" y="662921"/>
                  </a:lnTo>
                  <a:lnTo>
                    <a:pt x="1456596" y="639980"/>
                  </a:lnTo>
                  <a:lnTo>
                    <a:pt x="1468836" y="617431"/>
                  </a:lnTo>
                  <a:lnTo>
                    <a:pt x="1481076" y="596197"/>
                  </a:lnTo>
                  <a:lnTo>
                    <a:pt x="1493317" y="576294"/>
                  </a:lnTo>
                  <a:lnTo>
                    <a:pt x="1505557" y="556334"/>
                  </a:lnTo>
                  <a:lnTo>
                    <a:pt x="1517797" y="540510"/>
                  </a:lnTo>
                  <a:lnTo>
                    <a:pt x="1530038" y="524177"/>
                  </a:lnTo>
                  <a:lnTo>
                    <a:pt x="1542278" y="503116"/>
                  </a:lnTo>
                  <a:lnTo>
                    <a:pt x="1554518" y="478262"/>
                  </a:lnTo>
                  <a:lnTo>
                    <a:pt x="1566759" y="458978"/>
                  </a:lnTo>
                  <a:lnTo>
                    <a:pt x="1578999" y="442808"/>
                  </a:lnTo>
                  <a:lnTo>
                    <a:pt x="1591239" y="423882"/>
                  </a:lnTo>
                  <a:lnTo>
                    <a:pt x="1603479" y="402363"/>
                  </a:lnTo>
                  <a:lnTo>
                    <a:pt x="1615720" y="388116"/>
                  </a:lnTo>
                  <a:lnTo>
                    <a:pt x="1627960" y="365960"/>
                  </a:lnTo>
                  <a:lnTo>
                    <a:pt x="1640200" y="335580"/>
                  </a:lnTo>
                  <a:lnTo>
                    <a:pt x="1652441" y="313501"/>
                  </a:lnTo>
                  <a:lnTo>
                    <a:pt x="1664681" y="275647"/>
                  </a:lnTo>
                  <a:lnTo>
                    <a:pt x="1676921" y="247584"/>
                  </a:lnTo>
                  <a:lnTo>
                    <a:pt x="1689162" y="221630"/>
                  </a:lnTo>
                  <a:lnTo>
                    <a:pt x="1701402" y="197490"/>
                  </a:lnTo>
                  <a:lnTo>
                    <a:pt x="1713642" y="174118"/>
                  </a:lnTo>
                  <a:lnTo>
                    <a:pt x="1725882" y="151632"/>
                  </a:lnTo>
                  <a:lnTo>
                    <a:pt x="1738123" y="130382"/>
                  </a:lnTo>
                  <a:lnTo>
                    <a:pt x="1750363" y="111797"/>
                  </a:lnTo>
                  <a:lnTo>
                    <a:pt x="1762603" y="95215"/>
                  </a:lnTo>
                  <a:lnTo>
                    <a:pt x="1774844" y="84454"/>
                  </a:lnTo>
                  <a:lnTo>
                    <a:pt x="1787084" y="80656"/>
                  </a:lnTo>
                  <a:lnTo>
                    <a:pt x="1799324" y="64341"/>
                  </a:lnTo>
                  <a:lnTo>
                    <a:pt x="1811565" y="52234"/>
                  </a:lnTo>
                  <a:lnTo>
                    <a:pt x="1823805" y="48151"/>
                  </a:lnTo>
                  <a:lnTo>
                    <a:pt x="1836045" y="47064"/>
                  </a:lnTo>
                  <a:lnTo>
                    <a:pt x="1848286" y="49137"/>
                  </a:lnTo>
                  <a:lnTo>
                    <a:pt x="1860526" y="54536"/>
                  </a:lnTo>
                  <a:lnTo>
                    <a:pt x="1872766" y="67967"/>
                  </a:lnTo>
                  <a:lnTo>
                    <a:pt x="1885006" y="89830"/>
                  </a:lnTo>
                  <a:lnTo>
                    <a:pt x="1897247" y="105768"/>
                  </a:lnTo>
                  <a:lnTo>
                    <a:pt x="1909487" y="112368"/>
                  </a:lnTo>
                  <a:lnTo>
                    <a:pt x="1921727" y="120953"/>
                  </a:lnTo>
                  <a:lnTo>
                    <a:pt x="1933968" y="110794"/>
                  </a:lnTo>
                  <a:lnTo>
                    <a:pt x="1946208" y="92152"/>
                  </a:lnTo>
                  <a:lnTo>
                    <a:pt x="1958448" y="99249"/>
                  </a:lnTo>
                  <a:lnTo>
                    <a:pt x="1970689" y="87803"/>
                  </a:lnTo>
                  <a:lnTo>
                    <a:pt x="1982929" y="77559"/>
                  </a:lnTo>
                  <a:lnTo>
                    <a:pt x="1995169" y="73439"/>
                  </a:lnTo>
                  <a:lnTo>
                    <a:pt x="2007409" y="72793"/>
                  </a:lnTo>
                  <a:lnTo>
                    <a:pt x="2019650" y="54298"/>
                  </a:lnTo>
                  <a:lnTo>
                    <a:pt x="2031890" y="38939"/>
                  </a:lnTo>
                  <a:lnTo>
                    <a:pt x="2044130" y="24455"/>
                  </a:lnTo>
                  <a:lnTo>
                    <a:pt x="2056371" y="27780"/>
                  </a:lnTo>
                  <a:lnTo>
                    <a:pt x="2068611" y="53345"/>
                  </a:lnTo>
                  <a:lnTo>
                    <a:pt x="2080851" y="80553"/>
                  </a:lnTo>
                  <a:lnTo>
                    <a:pt x="2093092" y="70196"/>
                  </a:lnTo>
                  <a:lnTo>
                    <a:pt x="2105332" y="62605"/>
                  </a:lnTo>
                  <a:lnTo>
                    <a:pt x="2117572" y="35115"/>
                  </a:lnTo>
                  <a:lnTo>
                    <a:pt x="2129813" y="55903"/>
                  </a:lnTo>
                  <a:lnTo>
                    <a:pt x="2142053" y="17351"/>
                  </a:lnTo>
                  <a:lnTo>
                    <a:pt x="214522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092082" y="1353336"/>
              <a:ext cx="2071333" cy="1745567"/>
            </a:xfrm>
            <a:custGeom>
              <a:avLst/>
              <a:pathLst>
                <a:path w="2071333" h="1745567">
                  <a:moveTo>
                    <a:pt x="2071333" y="617015"/>
                  </a:moveTo>
                  <a:lnTo>
                    <a:pt x="2059093" y="543142"/>
                  </a:lnTo>
                  <a:lnTo>
                    <a:pt x="2046853" y="528180"/>
                  </a:lnTo>
                  <a:lnTo>
                    <a:pt x="2034612" y="426598"/>
                  </a:lnTo>
                  <a:lnTo>
                    <a:pt x="2022372" y="344559"/>
                  </a:lnTo>
                  <a:lnTo>
                    <a:pt x="2010132" y="290899"/>
                  </a:lnTo>
                  <a:lnTo>
                    <a:pt x="1997891" y="310457"/>
                  </a:lnTo>
                  <a:lnTo>
                    <a:pt x="1985651" y="308987"/>
                  </a:lnTo>
                  <a:lnTo>
                    <a:pt x="1973411" y="294564"/>
                  </a:lnTo>
                  <a:lnTo>
                    <a:pt x="1961170" y="276511"/>
                  </a:lnTo>
                  <a:lnTo>
                    <a:pt x="1948930" y="294317"/>
                  </a:lnTo>
                  <a:lnTo>
                    <a:pt x="1936690" y="279707"/>
                  </a:lnTo>
                  <a:lnTo>
                    <a:pt x="1924450" y="265213"/>
                  </a:lnTo>
                  <a:lnTo>
                    <a:pt x="1912209" y="250428"/>
                  </a:lnTo>
                  <a:lnTo>
                    <a:pt x="1899969" y="237759"/>
                  </a:lnTo>
                  <a:lnTo>
                    <a:pt x="1887729" y="217675"/>
                  </a:lnTo>
                  <a:lnTo>
                    <a:pt x="1875488" y="180035"/>
                  </a:lnTo>
                  <a:lnTo>
                    <a:pt x="1863248" y="155234"/>
                  </a:lnTo>
                  <a:lnTo>
                    <a:pt x="1851008" y="132385"/>
                  </a:lnTo>
                  <a:lnTo>
                    <a:pt x="1838767" y="109600"/>
                  </a:lnTo>
                  <a:lnTo>
                    <a:pt x="1826527" y="69960"/>
                  </a:lnTo>
                  <a:lnTo>
                    <a:pt x="1814287" y="39064"/>
                  </a:lnTo>
                  <a:lnTo>
                    <a:pt x="1802047" y="27907"/>
                  </a:lnTo>
                  <a:lnTo>
                    <a:pt x="1789806" y="29976"/>
                  </a:lnTo>
                  <a:lnTo>
                    <a:pt x="1777566" y="22322"/>
                  </a:lnTo>
                  <a:lnTo>
                    <a:pt x="1765326" y="5948"/>
                  </a:lnTo>
                  <a:lnTo>
                    <a:pt x="1753085" y="3486"/>
                  </a:lnTo>
                  <a:lnTo>
                    <a:pt x="1740845" y="15171"/>
                  </a:lnTo>
                  <a:lnTo>
                    <a:pt x="1728605" y="0"/>
                  </a:lnTo>
                  <a:lnTo>
                    <a:pt x="1716364" y="3324"/>
                  </a:lnTo>
                  <a:lnTo>
                    <a:pt x="1704124" y="16586"/>
                  </a:lnTo>
                  <a:lnTo>
                    <a:pt x="1691884" y="16778"/>
                  </a:lnTo>
                  <a:lnTo>
                    <a:pt x="1679643" y="16588"/>
                  </a:lnTo>
                  <a:lnTo>
                    <a:pt x="1667403" y="18614"/>
                  </a:lnTo>
                  <a:lnTo>
                    <a:pt x="1655163" y="22408"/>
                  </a:lnTo>
                  <a:lnTo>
                    <a:pt x="1642923" y="29221"/>
                  </a:lnTo>
                  <a:lnTo>
                    <a:pt x="1630682" y="36529"/>
                  </a:lnTo>
                  <a:lnTo>
                    <a:pt x="1618442" y="39913"/>
                  </a:lnTo>
                  <a:lnTo>
                    <a:pt x="1606202" y="40472"/>
                  </a:lnTo>
                  <a:lnTo>
                    <a:pt x="1593961" y="40944"/>
                  </a:lnTo>
                  <a:lnTo>
                    <a:pt x="1581721" y="46318"/>
                  </a:lnTo>
                  <a:lnTo>
                    <a:pt x="1569481" y="55747"/>
                  </a:lnTo>
                  <a:lnTo>
                    <a:pt x="1557240" y="65738"/>
                  </a:lnTo>
                  <a:lnTo>
                    <a:pt x="1545000" y="73215"/>
                  </a:lnTo>
                  <a:lnTo>
                    <a:pt x="1532760" y="78513"/>
                  </a:lnTo>
                  <a:lnTo>
                    <a:pt x="1520520" y="86283"/>
                  </a:lnTo>
                  <a:lnTo>
                    <a:pt x="1508279" y="91942"/>
                  </a:lnTo>
                  <a:lnTo>
                    <a:pt x="1496039" y="98009"/>
                  </a:lnTo>
                  <a:lnTo>
                    <a:pt x="1483799" y="120133"/>
                  </a:lnTo>
                  <a:lnTo>
                    <a:pt x="1471558" y="134943"/>
                  </a:lnTo>
                  <a:lnTo>
                    <a:pt x="1459318" y="147106"/>
                  </a:lnTo>
                  <a:lnTo>
                    <a:pt x="1447078" y="166458"/>
                  </a:lnTo>
                  <a:lnTo>
                    <a:pt x="1434837" y="183242"/>
                  </a:lnTo>
                  <a:lnTo>
                    <a:pt x="1422597" y="188824"/>
                  </a:lnTo>
                  <a:lnTo>
                    <a:pt x="1410357" y="210824"/>
                  </a:lnTo>
                  <a:lnTo>
                    <a:pt x="1398116" y="231127"/>
                  </a:lnTo>
                  <a:lnTo>
                    <a:pt x="1385876" y="249836"/>
                  </a:lnTo>
                  <a:lnTo>
                    <a:pt x="1373636" y="265203"/>
                  </a:lnTo>
                  <a:lnTo>
                    <a:pt x="1361396" y="277781"/>
                  </a:lnTo>
                  <a:lnTo>
                    <a:pt x="1349155" y="289516"/>
                  </a:lnTo>
                  <a:lnTo>
                    <a:pt x="1336915" y="300485"/>
                  </a:lnTo>
                  <a:lnTo>
                    <a:pt x="1324675" y="310766"/>
                  </a:lnTo>
                  <a:lnTo>
                    <a:pt x="1312434" y="320436"/>
                  </a:lnTo>
                  <a:lnTo>
                    <a:pt x="1300194" y="331883"/>
                  </a:lnTo>
                  <a:lnTo>
                    <a:pt x="1287954" y="347766"/>
                  </a:lnTo>
                  <a:lnTo>
                    <a:pt x="1275713" y="364042"/>
                  </a:lnTo>
                  <a:lnTo>
                    <a:pt x="1263473" y="380563"/>
                  </a:lnTo>
                  <a:lnTo>
                    <a:pt x="1251233" y="401158"/>
                  </a:lnTo>
                  <a:lnTo>
                    <a:pt x="1238992" y="412598"/>
                  </a:lnTo>
                  <a:lnTo>
                    <a:pt x="1226752" y="429933"/>
                  </a:lnTo>
                  <a:lnTo>
                    <a:pt x="1214512" y="449576"/>
                  </a:lnTo>
                  <a:lnTo>
                    <a:pt x="1202272" y="468904"/>
                  </a:lnTo>
                  <a:lnTo>
                    <a:pt x="1190031" y="481935"/>
                  </a:lnTo>
                  <a:lnTo>
                    <a:pt x="1177791" y="498849"/>
                  </a:lnTo>
                  <a:lnTo>
                    <a:pt x="1165551" y="520286"/>
                  </a:lnTo>
                  <a:lnTo>
                    <a:pt x="1153310" y="540949"/>
                  </a:lnTo>
                  <a:lnTo>
                    <a:pt x="1141070" y="559197"/>
                  </a:lnTo>
                  <a:lnTo>
                    <a:pt x="1128830" y="575658"/>
                  </a:lnTo>
                  <a:lnTo>
                    <a:pt x="1116589" y="591508"/>
                  </a:lnTo>
                  <a:lnTo>
                    <a:pt x="1104349" y="606782"/>
                  </a:lnTo>
                  <a:lnTo>
                    <a:pt x="1092109" y="621524"/>
                  </a:lnTo>
                  <a:lnTo>
                    <a:pt x="1079869" y="635775"/>
                  </a:lnTo>
                  <a:lnTo>
                    <a:pt x="1067628" y="649577"/>
                  </a:lnTo>
                  <a:lnTo>
                    <a:pt x="1055388" y="662972"/>
                  </a:lnTo>
                  <a:lnTo>
                    <a:pt x="1043148" y="674096"/>
                  </a:lnTo>
                  <a:lnTo>
                    <a:pt x="1030907" y="688398"/>
                  </a:lnTo>
                  <a:lnTo>
                    <a:pt x="1018667" y="696534"/>
                  </a:lnTo>
                  <a:lnTo>
                    <a:pt x="1006427" y="709673"/>
                  </a:lnTo>
                  <a:lnTo>
                    <a:pt x="994186" y="721969"/>
                  </a:lnTo>
                  <a:lnTo>
                    <a:pt x="981946" y="735658"/>
                  </a:lnTo>
                  <a:lnTo>
                    <a:pt x="969706" y="748857"/>
                  </a:lnTo>
                  <a:lnTo>
                    <a:pt x="957465" y="759534"/>
                  </a:lnTo>
                  <a:lnTo>
                    <a:pt x="945225" y="772122"/>
                  </a:lnTo>
                  <a:lnTo>
                    <a:pt x="932985" y="783751"/>
                  </a:lnTo>
                  <a:lnTo>
                    <a:pt x="920745" y="793802"/>
                  </a:lnTo>
                  <a:lnTo>
                    <a:pt x="908504" y="803749"/>
                  </a:lnTo>
                  <a:lnTo>
                    <a:pt x="896264" y="814185"/>
                  </a:lnTo>
                  <a:lnTo>
                    <a:pt x="884024" y="828232"/>
                  </a:lnTo>
                  <a:lnTo>
                    <a:pt x="871783" y="842251"/>
                  </a:lnTo>
                  <a:lnTo>
                    <a:pt x="859543" y="856129"/>
                  </a:lnTo>
                  <a:lnTo>
                    <a:pt x="847303" y="869018"/>
                  </a:lnTo>
                  <a:lnTo>
                    <a:pt x="835062" y="882253"/>
                  </a:lnTo>
                  <a:lnTo>
                    <a:pt x="822822" y="895878"/>
                  </a:lnTo>
                  <a:lnTo>
                    <a:pt x="810582" y="908846"/>
                  </a:lnTo>
                  <a:lnTo>
                    <a:pt x="798342" y="922100"/>
                  </a:lnTo>
                  <a:lnTo>
                    <a:pt x="786101" y="935228"/>
                  </a:lnTo>
                  <a:lnTo>
                    <a:pt x="773861" y="949238"/>
                  </a:lnTo>
                  <a:lnTo>
                    <a:pt x="761621" y="963615"/>
                  </a:lnTo>
                  <a:lnTo>
                    <a:pt x="749380" y="977612"/>
                  </a:lnTo>
                  <a:lnTo>
                    <a:pt x="737140" y="991233"/>
                  </a:lnTo>
                  <a:lnTo>
                    <a:pt x="724900" y="1003847"/>
                  </a:lnTo>
                  <a:lnTo>
                    <a:pt x="712659" y="1015484"/>
                  </a:lnTo>
                  <a:lnTo>
                    <a:pt x="700419" y="1026805"/>
                  </a:lnTo>
                  <a:lnTo>
                    <a:pt x="688179" y="1039028"/>
                  </a:lnTo>
                  <a:lnTo>
                    <a:pt x="675938" y="1052329"/>
                  </a:lnTo>
                  <a:lnTo>
                    <a:pt x="663698" y="1065327"/>
                  </a:lnTo>
                  <a:lnTo>
                    <a:pt x="651458" y="1077744"/>
                  </a:lnTo>
                  <a:lnTo>
                    <a:pt x="639218" y="1090172"/>
                  </a:lnTo>
                  <a:lnTo>
                    <a:pt x="626977" y="1102350"/>
                  </a:lnTo>
                  <a:lnTo>
                    <a:pt x="614737" y="1115602"/>
                  </a:lnTo>
                  <a:lnTo>
                    <a:pt x="602497" y="1130050"/>
                  </a:lnTo>
                  <a:lnTo>
                    <a:pt x="590256" y="1144475"/>
                  </a:lnTo>
                  <a:lnTo>
                    <a:pt x="578016" y="1155854"/>
                  </a:lnTo>
                  <a:lnTo>
                    <a:pt x="565776" y="1167007"/>
                  </a:lnTo>
                  <a:lnTo>
                    <a:pt x="553535" y="1177923"/>
                  </a:lnTo>
                  <a:lnTo>
                    <a:pt x="541295" y="1188593"/>
                  </a:lnTo>
                  <a:lnTo>
                    <a:pt x="529055" y="1199008"/>
                  </a:lnTo>
                  <a:lnTo>
                    <a:pt x="516815" y="1209157"/>
                  </a:lnTo>
                  <a:lnTo>
                    <a:pt x="504574" y="1219031"/>
                  </a:lnTo>
                  <a:lnTo>
                    <a:pt x="492334" y="1228633"/>
                  </a:lnTo>
                  <a:lnTo>
                    <a:pt x="480094" y="1238006"/>
                  </a:lnTo>
                  <a:lnTo>
                    <a:pt x="467853" y="1245262"/>
                  </a:lnTo>
                  <a:lnTo>
                    <a:pt x="455613" y="1250119"/>
                  </a:lnTo>
                  <a:lnTo>
                    <a:pt x="443373" y="1258936"/>
                  </a:lnTo>
                  <a:lnTo>
                    <a:pt x="431132" y="1267553"/>
                  </a:lnTo>
                  <a:lnTo>
                    <a:pt x="418892" y="1275996"/>
                  </a:lnTo>
                  <a:lnTo>
                    <a:pt x="406652" y="1284292"/>
                  </a:lnTo>
                  <a:lnTo>
                    <a:pt x="394411" y="1292466"/>
                  </a:lnTo>
                  <a:lnTo>
                    <a:pt x="382171" y="1300545"/>
                  </a:lnTo>
                  <a:lnTo>
                    <a:pt x="369931" y="1307251"/>
                  </a:lnTo>
                  <a:lnTo>
                    <a:pt x="357691" y="1312619"/>
                  </a:lnTo>
                  <a:lnTo>
                    <a:pt x="345450" y="1318281"/>
                  </a:lnTo>
                  <a:lnTo>
                    <a:pt x="333210" y="1327058"/>
                  </a:lnTo>
                  <a:lnTo>
                    <a:pt x="320970" y="1335438"/>
                  </a:lnTo>
                  <a:lnTo>
                    <a:pt x="308729" y="1346524"/>
                  </a:lnTo>
                  <a:lnTo>
                    <a:pt x="296489" y="1356907"/>
                  </a:lnTo>
                  <a:lnTo>
                    <a:pt x="284249" y="1367787"/>
                  </a:lnTo>
                  <a:lnTo>
                    <a:pt x="272008" y="1379213"/>
                  </a:lnTo>
                  <a:lnTo>
                    <a:pt x="259768" y="1391232"/>
                  </a:lnTo>
                  <a:lnTo>
                    <a:pt x="247528" y="1403893"/>
                  </a:lnTo>
                  <a:lnTo>
                    <a:pt x="235288" y="1417244"/>
                  </a:lnTo>
                  <a:lnTo>
                    <a:pt x="223047" y="1431333"/>
                  </a:lnTo>
                  <a:lnTo>
                    <a:pt x="210807" y="1446207"/>
                  </a:lnTo>
                  <a:lnTo>
                    <a:pt x="198567" y="1461916"/>
                  </a:lnTo>
                  <a:lnTo>
                    <a:pt x="186326" y="1477192"/>
                  </a:lnTo>
                  <a:lnTo>
                    <a:pt x="174086" y="1491873"/>
                  </a:lnTo>
                  <a:lnTo>
                    <a:pt x="161846" y="1511358"/>
                  </a:lnTo>
                  <a:lnTo>
                    <a:pt x="149605" y="1532189"/>
                  </a:lnTo>
                  <a:lnTo>
                    <a:pt x="137365" y="1553857"/>
                  </a:lnTo>
                  <a:lnTo>
                    <a:pt x="125125" y="1577258"/>
                  </a:lnTo>
                  <a:lnTo>
                    <a:pt x="112884" y="1598781"/>
                  </a:lnTo>
                  <a:lnTo>
                    <a:pt x="100644" y="1616150"/>
                  </a:lnTo>
                  <a:lnTo>
                    <a:pt x="88404" y="1635991"/>
                  </a:lnTo>
                  <a:lnTo>
                    <a:pt x="76164" y="1655559"/>
                  </a:lnTo>
                  <a:lnTo>
                    <a:pt x="63923" y="1673512"/>
                  </a:lnTo>
                  <a:lnTo>
                    <a:pt x="51683" y="1691169"/>
                  </a:lnTo>
                  <a:lnTo>
                    <a:pt x="39443" y="1708317"/>
                  </a:lnTo>
                  <a:lnTo>
                    <a:pt x="27202" y="1716279"/>
                  </a:lnTo>
                  <a:lnTo>
                    <a:pt x="14962" y="1731221"/>
                  </a:lnTo>
                  <a:lnTo>
                    <a:pt x="2722" y="1743919"/>
                  </a:lnTo>
                  <a:lnTo>
                    <a:pt x="0" y="17455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72401" y="1088737"/>
              <a:ext cx="2191014" cy="1946880"/>
            </a:xfrm>
            <a:custGeom>
              <a:avLst/>
              <a:pathLst>
                <a:path w="2191014" h="1946880">
                  <a:moveTo>
                    <a:pt x="0" y="1883567"/>
                  </a:moveTo>
                  <a:lnTo>
                    <a:pt x="12240" y="1903316"/>
                  </a:lnTo>
                  <a:lnTo>
                    <a:pt x="24480" y="1919109"/>
                  </a:lnTo>
                  <a:lnTo>
                    <a:pt x="36720" y="1931154"/>
                  </a:lnTo>
                  <a:lnTo>
                    <a:pt x="48961" y="1939659"/>
                  </a:lnTo>
                  <a:lnTo>
                    <a:pt x="61201" y="1944832"/>
                  </a:lnTo>
                  <a:lnTo>
                    <a:pt x="73441" y="1946880"/>
                  </a:lnTo>
                  <a:lnTo>
                    <a:pt x="85682" y="1946010"/>
                  </a:lnTo>
                  <a:lnTo>
                    <a:pt x="97922" y="1942432"/>
                  </a:lnTo>
                  <a:lnTo>
                    <a:pt x="110162" y="1936352"/>
                  </a:lnTo>
                  <a:lnTo>
                    <a:pt x="122403" y="1927978"/>
                  </a:lnTo>
                  <a:lnTo>
                    <a:pt x="134643" y="1917518"/>
                  </a:lnTo>
                  <a:lnTo>
                    <a:pt x="146883" y="1905179"/>
                  </a:lnTo>
                  <a:lnTo>
                    <a:pt x="159123" y="1891170"/>
                  </a:lnTo>
                  <a:lnTo>
                    <a:pt x="171364" y="1875699"/>
                  </a:lnTo>
                  <a:lnTo>
                    <a:pt x="183604" y="1858972"/>
                  </a:lnTo>
                  <a:lnTo>
                    <a:pt x="195844" y="1841198"/>
                  </a:lnTo>
                  <a:lnTo>
                    <a:pt x="208085" y="1822584"/>
                  </a:lnTo>
                  <a:lnTo>
                    <a:pt x="220325" y="1803338"/>
                  </a:lnTo>
                  <a:lnTo>
                    <a:pt x="232565" y="1783668"/>
                  </a:lnTo>
                  <a:lnTo>
                    <a:pt x="244806" y="1763782"/>
                  </a:lnTo>
                  <a:lnTo>
                    <a:pt x="257046" y="1743888"/>
                  </a:lnTo>
                  <a:lnTo>
                    <a:pt x="269286" y="1724192"/>
                  </a:lnTo>
                  <a:lnTo>
                    <a:pt x="281527" y="1704903"/>
                  </a:lnTo>
                  <a:lnTo>
                    <a:pt x="293767" y="1686229"/>
                  </a:lnTo>
                  <a:lnTo>
                    <a:pt x="306007" y="1668377"/>
                  </a:lnTo>
                  <a:lnTo>
                    <a:pt x="318247" y="1651549"/>
                  </a:lnTo>
                  <a:lnTo>
                    <a:pt x="330488" y="1635825"/>
                  </a:lnTo>
                  <a:lnTo>
                    <a:pt x="342728" y="1621147"/>
                  </a:lnTo>
                  <a:lnTo>
                    <a:pt x="354968" y="1607451"/>
                  </a:lnTo>
                  <a:lnTo>
                    <a:pt x="367209" y="1594671"/>
                  </a:lnTo>
                  <a:lnTo>
                    <a:pt x="379449" y="1582740"/>
                  </a:lnTo>
                  <a:lnTo>
                    <a:pt x="391689" y="1571593"/>
                  </a:lnTo>
                  <a:lnTo>
                    <a:pt x="403930" y="1561164"/>
                  </a:lnTo>
                  <a:lnTo>
                    <a:pt x="416170" y="1551388"/>
                  </a:lnTo>
                  <a:lnTo>
                    <a:pt x="428410" y="1542199"/>
                  </a:lnTo>
                  <a:lnTo>
                    <a:pt x="440650" y="1533531"/>
                  </a:lnTo>
                  <a:lnTo>
                    <a:pt x="452891" y="1525318"/>
                  </a:lnTo>
                  <a:lnTo>
                    <a:pt x="465131" y="1517494"/>
                  </a:lnTo>
                  <a:lnTo>
                    <a:pt x="477371" y="1509994"/>
                  </a:lnTo>
                  <a:lnTo>
                    <a:pt x="489612" y="1502753"/>
                  </a:lnTo>
                  <a:lnTo>
                    <a:pt x="501852" y="1495703"/>
                  </a:lnTo>
                  <a:lnTo>
                    <a:pt x="514092" y="1488780"/>
                  </a:lnTo>
                  <a:lnTo>
                    <a:pt x="526333" y="1481918"/>
                  </a:lnTo>
                  <a:lnTo>
                    <a:pt x="538573" y="1475051"/>
                  </a:lnTo>
                  <a:lnTo>
                    <a:pt x="550813" y="1468114"/>
                  </a:lnTo>
                  <a:lnTo>
                    <a:pt x="563054" y="1461040"/>
                  </a:lnTo>
                  <a:lnTo>
                    <a:pt x="575294" y="1453764"/>
                  </a:lnTo>
                  <a:lnTo>
                    <a:pt x="587534" y="1446220"/>
                  </a:lnTo>
                  <a:lnTo>
                    <a:pt x="599774" y="1438342"/>
                  </a:lnTo>
                  <a:lnTo>
                    <a:pt x="612015" y="1430066"/>
                  </a:lnTo>
                  <a:lnTo>
                    <a:pt x="624255" y="1421326"/>
                  </a:lnTo>
                  <a:lnTo>
                    <a:pt x="636495" y="1412070"/>
                  </a:lnTo>
                  <a:lnTo>
                    <a:pt x="648736" y="1402302"/>
                  </a:lnTo>
                  <a:lnTo>
                    <a:pt x="660976" y="1392049"/>
                  </a:lnTo>
                  <a:lnTo>
                    <a:pt x="673216" y="1381339"/>
                  </a:lnTo>
                  <a:lnTo>
                    <a:pt x="685457" y="1370196"/>
                  </a:lnTo>
                  <a:lnTo>
                    <a:pt x="697697" y="1358650"/>
                  </a:lnTo>
                  <a:lnTo>
                    <a:pt x="709937" y="1346725"/>
                  </a:lnTo>
                  <a:lnTo>
                    <a:pt x="722177" y="1334450"/>
                  </a:lnTo>
                  <a:lnTo>
                    <a:pt x="734418" y="1321850"/>
                  </a:lnTo>
                  <a:lnTo>
                    <a:pt x="746658" y="1308953"/>
                  </a:lnTo>
                  <a:lnTo>
                    <a:pt x="758898" y="1295785"/>
                  </a:lnTo>
                  <a:lnTo>
                    <a:pt x="771139" y="1282373"/>
                  </a:lnTo>
                  <a:lnTo>
                    <a:pt x="783379" y="1268744"/>
                  </a:lnTo>
                  <a:lnTo>
                    <a:pt x="795619" y="1254924"/>
                  </a:lnTo>
                  <a:lnTo>
                    <a:pt x="807860" y="1240942"/>
                  </a:lnTo>
                  <a:lnTo>
                    <a:pt x="820100" y="1226822"/>
                  </a:lnTo>
                  <a:lnTo>
                    <a:pt x="832340" y="1212592"/>
                  </a:lnTo>
                  <a:lnTo>
                    <a:pt x="844581" y="1198279"/>
                  </a:lnTo>
                  <a:lnTo>
                    <a:pt x="856821" y="1183910"/>
                  </a:lnTo>
                  <a:lnTo>
                    <a:pt x="869061" y="1169511"/>
                  </a:lnTo>
                  <a:lnTo>
                    <a:pt x="881301" y="1155109"/>
                  </a:lnTo>
                  <a:lnTo>
                    <a:pt x="893542" y="1140731"/>
                  </a:lnTo>
                  <a:lnTo>
                    <a:pt x="905782" y="1126404"/>
                  </a:lnTo>
                  <a:lnTo>
                    <a:pt x="918022" y="1112153"/>
                  </a:lnTo>
                  <a:lnTo>
                    <a:pt x="930263" y="1098006"/>
                  </a:lnTo>
                  <a:lnTo>
                    <a:pt x="942503" y="1083986"/>
                  </a:lnTo>
                  <a:lnTo>
                    <a:pt x="954743" y="1070104"/>
                  </a:lnTo>
                  <a:lnTo>
                    <a:pt x="966984" y="1056345"/>
                  </a:lnTo>
                  <a:lnTo>
                    <a:pt x="979224" y="1042691"/>
                  </a:lnTo>
                  <a:lnTo>
                    <a:pt x="991464" y="1029123"/>
                  </a:lnTo>
                  <a:lnTo>
                    <a:pt x="1003704" y="1015625"/>
                  </a:lnTo>
                  <a:lnTo>
                    <a:pt x="1015945" y="1002178"/>
                  </a:lnTo>
                  <a:lnTo>
                    <a:pt x="1028185" y="988764"/>
                  </a:lnTo>
                  <a:lnTo>
                    <a:pt x="1040425" y="975365"/>
                  </a:lnTo>
                  <a:lnTo>
                    <a:pt x="1052666" y="961963"/>
                  </a:lnTo>
                  <a:lnTo>
                    <a:pt x="1064906" y="948541"/>
                  </a:lnTo>
                  <a:lnTo>
                    <a:pt x="1077146" y="935080"/>
                  </a:lnTo>
                  <a:lnTo>
                    <a:pt x="1089387" y="921563"/>
                  </a:lnTo>
                  <a:lnTo>
                    <a:pt x="1101627" y="907971"/>
                  </a:lnTo>
                  <a:lnTo>
                    <a:pt x="1113867" y="894287"/>
                  </a:lnTo>
                  <a:lnTo>
                    <a:pt x="1126108" y="880493"/>
                  </a:lnTo>
                  <a:lnTo>
                    <a:pt x="1138348" y="866571"/>
                  </a:lnTo>
                  <a:lnTo>
                    <a:pt x="1150588" y="852503"/>
                  </a:lnTo>
                  <a:lnTo>
                    <a:pt x="1162828" y="838270"/>
                  </a:lnTo>
                  <a:lnTo>
                    <a:pt x="1175069" y="823856"/>
                  </a:lnTo>
                  <a:lnTo>
                    <a:pt x="1187309" y="809242"/>
                  </a:lnTo>
                  <a:lnTo>
                    <a:pt x="1199549" y="794410"/>
                  </a:lnTo>
                  <a:lnTo>
                    <a:pt x="1211790" y="779342"/>
                  </a:lnTo>
                  <a:lnTo>
                    <a:pt x="1224030" y="764021"/>
                  </a:lnTo>
                  <a:lnTo>
                    <a:pt x="1236270" y="748432"/>
                  </a:lnTo>
                  <a:lnTo>
                    <a:pt x="1248511" y="732557"/>
                  </a:lnTo>
                  <a:lnTo>
                    <a:pt x="1260751" y="716383"/>
                  </a:lnTo>
                  <a:lnTo>
                    <a:pt x="1272991" y="699917"/>
                  </a:lnTo>
                  <a:lnTo>
                    <a:pt x="1285231" y="683182"/>
                  </a:lnTo>
                  <a:lnTo>
                    <a:pt x="1297472" y="666198"/>
                  </a:lnTo>
                  <a:lnTo>
                    <a:pt x="1309712" y="648985"/>
                  </a:lnTo>
                  <a:lnTo>
                    <a:pt x="1321952" y="631565"/>
                  </a:lnTo>
                  <a:lnTo>
                    <a:pt x="1334193" y="613959"/>
                  </a:lnTo>
                  <a:lnTo>
                    <a:pt x="1346433" y="596188"/>
                  </a:lnTo>
                  <a:lnTo>
                    <a:pt x="1358673" y="578273"/>
                  </a:lnTo>
                  <a:lnTo>
                    <a:pt x="1370914" y="560234"/>
                  </a:lnTo>
                  <a:lnTo>
                    <a:pt x="1383154" y="542093"/>
                  </a:lnTo>
                  <a:lnTo>
                    <a:pt x="1395394" y="523871"/>
                  </a:lnTo>
                  <a:lnTo>
                    <a:pt x="1407635" y="505588"/>
                  </a:lnTo>
                  <a:lnTo>
                    <a:pt x="1419875" y="487267"/>
                  </a:lnTo>
                  <a:lnTo>
                    <a:pt x="1432115" y="468926"/>
                  </a:lnTo>
                  <a:lnTo>
                    <a:pt x="1444355" y="450589"/>
                  </a:lnTo>
                  <a:lnTo>
                    <a:pt x="1456596" y="432275"/>
                  </a:lnTo>
                  <a:lnTo>
                    <a:pt x="1468836" y="414005"/>
                  </a:lnTo>
                  <a:lnTo>
                    <a:pt x="1481076" y="395801"/>
                  </a:lnTo>
                  <a:lnTo>
                    <a:pt x="1493317" y="377684"/>
                  </a:lnTo>
                  <a:lnTo>
                    <a:pt x="1505557" y="359674"/>
                  </a:lnTo>
                  <a:lnTo>
                    <a:pt x="1517797" y="341793"/>
                  </a:lnTo>
                  <a:lnTo>
                    <a:pt x="1530038" y="324060"/>
                  </a:lnTo>
                  <a:lnTo>
                    <a:pt x="1542278" y="306496"/>
                  </a:lnTo>
                  <a:lnTo>
                    <a:pt x="1554518" y="289121"/>
                  </a:lnTo>
                  <a:lnTo>
                    <a:pt x="1566759" y="271955"/>
                  </a:lnTo>
                  <a:lnTo>
                    <a:pt x="1578999" y="255024"/>
                  </a:lnTo>
                  <a:lnTo>
                    <a:pt x="1591239" y="238366"/>
                  </a:lnTo>
                  <a:lnTo>
                    <a:pt x="1603479" y="222026"/>
                  </a:lnTo>
                  <a:lnTo>
                    <a:pt x="1615720" y="206044"/>
                  </a:lnTo>
                  <a:lnTo>
                    <a:pt x="1627960" y="190463"/>
                  </a:lnTo>
                  <a:lnTo>
                    <a:pt x="1640200" y="175326"/>
                  </a:lnTo>
                  <a:lnTo>
                    <a:pt x="1652441" y="160674"/>
                  </a:lnTo>
                  <a:lnTo>
                    <a:pt x="1664681" y="146550"/>
                  </a:lnTo>
                  <a:lnTo>
                    <a:pt x="1676921" y="132997"/>
                  </a:lnTo>
                  <a:lnTo>
                    <a:pt x="1689162" y="120056"/>
                  </a:lnTo>
                  <a:lnTo>
                    <a:pt x="1701402" y="107770"/>
                  </a:lnTo>
                  <a:lnTo>
                    <a:pt x="1713642" y="96181"/>
                  </a:lnTo>
                  <a:lnTo>
                    <a:pt x="1725882" y="85331"/>
                  </a:lnTo>
                  <a:lnTo>
                    <a:pt x="1738123" y="75262"/>
                  </a:lnTo>
                  <a:lnTo>
                    <a:pt x="1750363" y="66018"/>
                  </a:lnTo>
                  <a:lnTo>
                    <a:pt x="1762603" y="57639"/>
                  </a:lnTo>
                  <a:lnTo>
                    <a:pt x="1774844" y="50169"/>
                  </a:lnTo>
                  <a:lnTo>
                    <a:pt x="1787084" y="43649"/>
                  </a:lnTo>
                  <a:lnTo>
                    <a:pt x="1799324" y="38122"/>
                  </a:lnTo>
                  <a:lnTo>
                    <a:pt x="1811565" y="33631"/>
                  </a:lnTo>
                  <a:lnTo>
                    <a:pt x="1823805" y="30217"/>
                  </a:lnTo>
                  <a:lnTo>
                    <a:pt x="1836045" y="27922"/>
                  </a:lnTo>
                  <a:lnTo>
                    <a:pt x="1848286" y="26789"/>
                  </a:lnTo>
                  <a:lnTo>
                    <a:pt x="1860526" y="26861"/>
                  </a:lnTo>
                  <a:lnTo>
                    <a:pt x="1872766" y="28179"/>
                  </a:lnTo>
                  <a:lnTo>
                    <a:pt x="1885006" y="30778"/>
                  </a:lnTo>
                  <a:lnTo>
                    <a:pt x="1897247" y="34574"/>
                  </a:lnTo>
                  <a:lnTo>
                    <a:pt x="1909487" y="39383"/>
                  </a:lnTo>
                  <a:lnTo>
                    <a:pt x="1921727" y="45019"/>
                  </a:lnTo>
                  <a:lnTo>
                    <a:pt x="1933968" y="51296"/>
                  </a:lnTo>
                  <a:lnTo>
                    <a:pt x="1946208" y="58025"/>
                  </a:lnTo>
                  <a:lnTo>
                    <a:pt x="1958448" y="65021"/>
                  </a:lnTo>
                  <a:lnTo>
                    <a:pt x="1970689" y="72097"/>
                  </a:lnTo>
                  <a:lnTo>
                    <a:pt x="1982929" y="79066"/>
                  </a:lnTo>
                  <a:lnTo>
                    <a:pt x="1995169" y="85743"/>
                  </a:lnTo>
                  <a:lnTo>
                    <a:pt x="2007409" y="91939"/>
                  </a:lnTo>
                  <a:lnTo>
                    <a:pt x="2019650" y="97468"/>
                  </a:lnTo>
                  <a:lnTo>
                    <a:pt x="2031890" y="102144"/>
                  </a:lnTo>
                  <a:lnTo>
                    <a:pt x="2044130" y="105780"/>
                  </a:lnTo>
                  <a:lnTo>
                    <a:pt x="2056371" y="108190"/>
                  </a:lnTo>
                  <a:lnTo>
                    <a:pt x="2068611" y="109186"/>
                  </a:lnTo>
                  <a:lnTo>
                    <a:pt x="2080851" y="108582"/>
                  </a:lnTo>
                  <a:lnTo>
                    <a:pt x="2093092" y="106192"/>
                  </a:lnTo>
                  <a:lnTo>
                    <a:pt x="2105332" y="101828"/>
                  </a:lnTo>
                  <a:lnTo>
                    <a:pt x="2117572" y="95303"/>
                  </a:lnTo>
                  <a:lnTo>
                    <a:pt x="2129813" y="86418"/>
                  </a:lnTo>
                  <a:lnTo>
                    <a:pt x="2142053" y="74982"/>
                  </a:lnTo>
                  <a:lnTo>
                    <a:pt x="2154293" y="60809"/>
                  </a:lnTo>
                  <a:lnTo>
                    <a:pt x="2166533" y="43712"/>
                  </a:lnTo>
                  <a:lnTo>
                    <a:pt x="2178774" y="2350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78255" y="755389"/>
              <a:ext cx="2189796" cy="2153572"/>
            </a:xfrm>
            <a:custGeom>
              <a:avLst/>
              <a:pathLst>
                <a:path w="2189796" h="2153572">
                  <a:moveTo>
                    <a:pt x="0" y="1760564"/>
                  </a:moveTo>
                  <a:lnTo>
                    <a:pt x="12233" y="1819696"/>
                  </a:lnTo>
                  <a:lnTo>
                    <a:pt x="24466" y="1864839"/>
                  </a:lnTo>
                  <a:lnTo>
                    <a:pt x="36700" y="1889685"/>
                  </a:lnTo>
                  <a:lnTo>
                    <a:pt x="48933" y="1919154"/>
                  </a:lnTo>
                  <a:lnTo>
                    <a:pt x="61167" y="1934323"/>
                  </a:lnTo>
                  <a:lnTo>
                    <a:pt x="73400" y="1946712"/>
                  </a:lnTo>
                  <a:lnTo>
                    <a:pt x="85634" y="1949754"/>
                  </a:lnTo>
                  <a:lnTo>
                    <a:pt x="97867" y="1952495"/>
                  </a:lnTo>
                  <a:lnTo>
                    <a:pt x="110101" y="1948571"/>
                  </a:lnTo>
                  <a:lnTo>
                    <a:pt x="122334" y="1944220"/>
                  </a:lnTo>
                  <a:lnTo>
                    <a:pt x="134568" y="1933582"/>
                  </a:lnTo>
                  <a:lnTo>
                    <a:pt x="146801" y="1921950"/>
                  </a:lnTo>
                  <a:lnTo>
                    <a:pt x="159035" y="1911300"/>
                  </a:lnTo>
                  <a:lnTo>
                    <a:pt x="171268" y="1896005"/>
                  </a:lnTo>
                  <a:lnTo>
                    <a:pt x="183502" y="1879713"/>
                  </a:lnTo>
                  <a:lnTo>
                    <a:pt x="195735" y="1863400"/>
                  </a:lnTo>
                  <a:lnTo>
                    <a:pt x="207969" y="1848330"/>
                  </a:lnTo>
                  <a:lnTo>
                    <a:pt x="220202" y="1833704"/>
                  </a:lnTo>
                  <a:lnTo>
                    <a:pt x="232436" y="1819859"/>
                  </a:lnTo>
                  <a:lnTo>
                    <a:pt x="244669" y="1806594"/>
                  </a:lnTo>
                  <a:lnTo>
                    <a:pt x="256903" y="1788554"/>
                  </a:lnTo>
                  <a:lnTo>
                    <a:pt x="269136" y="1772827"/>
                  </a:lnTo>
                  <a:lnTo>
                    <a:pt x="281370" y="1761864"/>
                  </a:lnTo>
                  <a:lnTo>
                    <a:pt x="293603" y="1752726"/>
                  </a:lnTo>
                  <a:lnTo>
                    <a:pt x="305837" y="1744749"/>
                  </a:lnTo>
                  <a:lnTo>
                    <a:pt x="318070" y="1735184"/>
                  </a:lnTo>
                  <a:lnTo>
                    <a:pt x="330304" y="1725072"/>
                  </a:lnTo>
                  <a:lnTo>
                    <a:pt x="342537" y="1717596"/>
                  </a:lnTo>
                  <a:lnTo>
                    <a:pt x="354771" y="1711665"/>
                  </a:lnTo>
                  <a:lnTo>
                    <a:pt x="367004" y="1705282"/>
                  </a:lnTo>
                  <a:lnTo>
                    <a:pt x="379238" y="1699823"/>
                  </a:lnTo>
                  <a:lnTo>
                    <a:pt x="391471" y="1696325"/>
                  </a:lnTo>
                  <a:lnTo>
                    <a:pt x="403705" y="1691671"/>
                  </a:lnTo>
                  <a:lnTo>
                    <a:pt x="415938" y="1686531"/>
                  </a:lnTo>
                  <a:lnTo>
                    <a:pt x="428172" y="1683116"/>
                  </a:lnTo>
                  <a:lnTo>
                    <a:pt x="440405" y="1679973"/>
                  </a:lnTo>
                  <a:lnTo>
                    <a:pt x="452639" y="1674185"/>
                  </a:lnTo>
                  <a:lnTo>
                    <a:pt x="464872" y="1668670"/>
                  </a:lnTo>
                  <a:lnTo>
                    <a:pt x="477106" y="1664506"/>
                  </a:lnTo>
                  <a:lnTo>
                    <a:pt x="489339" y="1660940"/>
                  </a:lnTo>
                  <a:lnTo>
                    <a:pt x="501573" y="1655580"/>
                  </a:lnTo>
                  <a:lnTo>
                    <a:pt x="513806" y="1649129"/>
                  </a:lnTo>
                  <a:lnTo>
                    <a:pt x="526040" y="1643023"/>
                  </a:lnTo>
                  <a:lnTo>
                    <a:pt x="538273" y="1637844"/>
                  </a:lnTo>
                  <a:lnTo>
                    <a:pt x="550507" y="1631523"/>
                  </a:lnTo>
                  <a:lnTo>
                    <a:pt x="562740" y="1623442"/>
                  </a:lnTo>
                  <a:lnTo>
                    <a:pt x="574974" y="1613537"/>
                  </a:lnTo>
                  <a:lnTo>
                    <a:pt x="587207" y="1606044"/>
                  </a:lnTo>
                  <a:lnTo>
                    <a:pt x="599441" y="1598225"/>
                  </a:lnTo>
                  <a:lnTo>
                    <a:pt x="611674" y="1590080"/>
                  </a:lnTo>
                  <a:lnTo>
                    <a:pt x="623908" y="1580228"/>
                  </a:lnTo>
                  <a:lnTo>
                    <a:pt x="636141" y="1566385"/>
                  </a:lnTo>
                  <a:lnTo>
                    <a:pt x="648375" y="1552572"/>
                  </a:lnTo>
                  <a:lnTo>
                    <a:pt x="660608" y="1541471"/>
                  </a:lnTo>
                  <a:lnTo>
                    <a:pt x="672842" y="1531565"/>
                  </a:lnTo>
                  <a:lnTo>
                    <a:pt x="685075" y="1519525"/>
                  </a:lnTo>
                  <a:lnTo>
                    <a:pt x="697309" y="1506413"/>
                  </a:lnTo>
                  <a:lnTo>
                    <a:pt x="709542" y="1493305"/>
                  </a:lnTo>
                  <a:lnTo>
                    <a:pt x="721776" y="1480242"/>
                  </a:lnTo>
                  <a:lnTo>
                    <a:pt x="734009" y="1467266"/>
                  </a:lnTo>
                  <a:lnTo>
                    <a:pt x="746243" y="1456277"/>
                  </a:lnTo>
                  <a:lnTo>
                    <a:pt x="758476" y="1447309"/>
                  </a:lnTo>
                  <a:lnTo>
                    <a:pt x="770710" y="1437450"/>
                  </a:lnTo>
                  <a:lnTo>
                    <a:pt x="782943" y="1423769"/>
                  </a:lnTo>
                  <a:lnTo>
                    <a:pt x="795177" y="1411086"/>
                  </a:lnTo>
                  <a:lnTo>
                    <a:pt x="807410" y="1400569"/>
                  </a:lnTo>
                  <a:lnTo>
                    <a:pt x="819644" y="1385031"/>
                  </a:lnTo>
                  <a:lnTo>
                    <a:pt x="831877" y="1369182"/>
                  </a:lnTo>
                  <a:lnTo>
                    <a:pt x="844111" y="1358963"/>
                  </a:lnTo>
                  <a:lnTo>
                    <a:pt x="856344" y="1345961"/>
                  </a:lnTo>
                  <a:lnTo>
                    <a:pt x="868578" y="1329929"/>
                  </a:lnTo>
                  <a:lnTo>
                    <a:pt x="880811" y="1315893"/>
                  </a:lnTo>
                  <a:lnTo>
                    <a:pt x="893045" y="1302817"/>
                  </a:lnTo>
                  <a:lnTo>
                    <a:pt x="905278" y="1287778"/>
                  </a:lnTo>
                  <a:lnTo>
                    <a:pt x="917512" y="1273156"/>
                  </a:lnTo>
                  <a:lnTo>
                    <a:pt x="929745" y="1259023"/>
                  </a:lnTo>
                  <a:lnTo>
                    <a:pt x="941979" y="1247427"/>
                  </a:lnTo>
                  <a:lnTo>
                    <a:pt x="954212" y="1236227"/>
                  </a:lnTo>
                  <a:lnTo>
                    <a:pt x="966446" y="1225266"/>
                  </a:lnTo>
                  <a:lnTo>
                    <a:pt x="978679" y="1214561"/>
                  </a:lnTo>
                  <a:lnTo>
                    <a:pt x="990913" y="1199411"/>
                  </a:lnTo>
                  <a:lnTo>
                    <a:pt x="1003146" y="1188183"/>
                  </a:lnTo>
                  <a:lnTo>
                    <a:pt x="1015380" y="1178735"/>
                  </a:lnTo>
                  <a:lnTo>
                    <a:pt x="1027613" y="1163735"/>
                  </a:lnTo>
                  <a:lnTo>
                    <a:pt x="1039847" y="1143679"/>
                  </a:lnTo>
                  <a:lnTo>
                    <a:pt x="1052080" y="1128606"/>
                  </a:lnTo>
                  <a:lnTo>
                    <a:pt x="1064314" y="1119375"/>
                  </a:lnTo>
                  <a:lnTo>
                    <a:pt x="1076547" y="1100856"/>
                  </a:lnTo>
                  <a:lnTo>
                    <a:pt x="1088781" y="1081801"/>
                  </a:lnTo>
                  <a:lnTo>
                    <a:pt x="1101014" y="1066000"/>
                  </a:lnTo>
                  <a:lnTo>
                    <a:pt x="1113248" y="1052375"/>
                  </a:lnTo>
                  <a:lnTo>
                    <a:pt x="1125481" y="1038215"/>
                  </a:lnTo>
                  <a:lnTo>
                    <a:pt x="1137715" y="1023456"/>
                  </a:lnTo>
                  <a:lnTo>
                    <a:pt x="1149948" y="1003451"/>
                  </a:lnTo>
                  <a:lnTo>
                    <a:pt x="1162182" y="980265"/>
                  </a:lnTo>
                  <a:lnTo>
                    <a:pt x="1174415" y="957841"/>
                  </a:lnTo>
                  <a:lnTo>
                    <a:pt x="1186649" y="941196"/>
                  </a:lnTo>
                  <a:lnTo>
                    <a:pt x="1198882" y="920048"/>
                  </a:lnTo>
                  <a:lnTo>
                    <a:pt x="1211116" y="900941"/>
                  </a:lnTo>
                  <a:lnTo>
                    <a:pt x="1223349" y="882064"/>
                  </a:lnTo>
                  <a:lnTo>
                    <a:pt x="1235583" y="862909"/>
                  </a:lnTo>
                  <a:lnTo>
                    <a:pt x="1247816" y="846822"/>
                  </a:lnTo>
                  <a:lnTo>
                    <a:pt x="1260050" y="830509"/>
                  </a:lnTo>
                  <a:lnTo>
                    <a:pt x="1272283" y="810401"/>
                  </a:lnTo>
                  <a:lnTo>
                    <a:pt x="1284517" y="795535"/>
                  </a:lnTo>
                  <a:lnTo>
                    <a:pt x="1296750" y="785303"/>
                  </a:lnTo>
                  <a:lnTo>
                    <a:pt x="1308984" y="765145"/>
                  </a:lnTo>
                  <a:lnTo>
                    <a:pt x="1321217" y="747702"/>
                  </a:lnTo>
                  <a:lnTo>
                    <a:pt x="1333451" y="723101"/>
                  </a:lnTo>
                  <a:lnTo>
                    <a:pt x="1345684" y="701126"/>
                  </a:lnTo>
                  <a:lnTo>
                    <a:pt x="1357918" y="682506"/>
                  </a:lnTo>
                  <a:lnTo>
                    <a:pt x="1370151" y="666603"/>
                  </a:lnTo>
                  <a:lnTo>
                    <a:pt x="1382385" y="646404"/>
                  </a:lnTo>
                  <a:lnTo>
                    <a:pt x="1394618" y="630859"/>
                  </a:lnTo>
                  <a:lnTo>
                    <a:pt x="1406852" y="616889"/>
                  </a:lnTo>
                  <a:lnTo>
                    <a:pt x="1419085" y="603157"/>
                  </a:lnTo>
                  <a:lnTo>
                    <a:pt x="1431319" y="591741"/>
                  </a:lnTo>
                  <a:lnTo>
                    <a:pt x="1443552" y="581572"/>
                  </a:lnTo>
                  <a:lnTo>
                    <a:pt x="1455786" y="572738"/>
                  </a:lnTo>
                  <a:lnTo>
                    <a:pt x="1468019" y="562360"/>
                  </a:lnTo>
                  <a:lnTo>
                    <a:pt x="1480253" y="550116"/>
                  </a:lnTo>
                  <a:lnTo>
                    <a:pt x="1492486" y="538641"/>
                  </a:lnTo>
                  <a:lnTo>
                    <a:pt x="1504720" y="527870"/>
                  </a:lnTo>
                  <a:lnTo>
                    <a:pt x="1516953" y="517382"/>
                  </a:lnTo>
                  <a:lnTo>
                    <a:pt x="1529187" y="508177"/>
                  </a:lnTo>
                  <a:lnTo>
                    <a:pt x="1541420" y="496338"/>
                  </a:lnTo>
                  <a:lnTo>
                    <a:pt x="1553654" y="481359"/>
                  </a:lnTo>
                  <a:lnTo>
                    <a:pt x="1565887" y="476117"/>
                  </a:lnTo>
                  <a:lnTo>
                    <a:pt x="1578121" y="468111"/>
                  </a:lnTo>
                  <a:lnTo>
                    <a:pt x="1590354" y="454153"/>
                  </a:lnTo>
                  <a:lnTo>
                    <a:pt x="1602588" y="434869"/>
                  </a:lnTo>
                  <a:lnTo>
                    <a:pt x="1614821" y="427596"/>
                  </a:lnTo>
                  <a:lnTo>
                    <a:pt x="1627055" y="415905"/>
                  </a:lnTo>
                  <a:lnTo>
                    <a:pt x="1639288" y="405376"/>
                  </a:lnTo>
                  <a:lnTo>
                    <a:pt x="1651522" y="396085"/>
                  </a:lnTo>
                  <a:lnTo>
                    <a:pt x="1663755" y="388108"/>
                  </a:lnTo>
                  <a:lnTo>
                    <a:pt x="1675989" y="381523"/>
                  </a:lnTo>
                  <a:lnTo>
                    <a:pt x="1688222" y="370004"/>
                  </a:lnTo>
                  <a:lnTo>
                    <a:pt x="1700456" y="369086"/>
                  </a:lnTo>
                  <a:lnTo>
                    <a:pt x="1712689" y="369109"/>
                  </a:lnTo>
                  <a:lnTo>
                    <a:pt x="1724923" y="369982"/>
                  </a:lnTo>
                  <a:lnTo>
                    <a:pt x="1737156" y="370394"/>
                  </a:lnTo>
                  <a:lnTo>
                    <a:pt x="1749390" y="363939"/>
                  </a:lnTo>
                  <a:lnTo>
                    <a:pt x="1761623" y="351488"/>
                  </a:lnTo>
                  <a:lnTo>
                    <a:pt x="1773857" y="337625"/>
                  </a:lnTo>
                  <a:lnTo>
                    <a:pt x="1786090" y="317727"/>
                  </a:lnTo>
                  <a:lnTo>
                    <a:pt x="1798324" y="298496"/>
                  </a:lnTo>
                  <a:lnTo>
                    <a:pt x="1810557" y="286393"/>
                  </a:lnTo>
                  <a:lnTo>
                    <a:pt x="1822791" y="263036"/>
                  </a:lnTo>
                  <a:lnTo>
                    <a:pt x="1835024" y="247303"/>
                  </a:lnTo>
                  <a:lnTo>
                    <a:pt x="1847258" y="226986"/>
                  </a:lnTo>
                  <a:lnTo>
                    <a:pt x="1859491" y="203275"/>
                  </a:lnTo>
                  <a:lnTo>
                    <a:pt x="1871725" y="190215"/>
                  </a:lnTo>
                  <a:lnTo>
                    <a:pt x="1883958" y="197934"/>
                  </a:lnTo>
                  <a:lnTo>
                    <a:pt x="1896192" y="187477"/>
                  </a:lnTo>
                  <a:lnTo>
                    <a:pt x="1908425" y="188238"/>
                  </a:lnTo>
                  <a:lnTo>
                    <a:pt x="1920659" y="176324"/>
                  </a:lnTo>
                  <a:lnTo>
                    <a:pt x="1932892" y="175534"/>
                  </a:lnTo>
                  <a:lnTo>
                    <a:pt x="1945126" y="166268"/>
                  </a:lnTo>
                  <a:lnTo>
                    <a:pt x="1957359" y="168884"/>
                  </a:lnTo>
                  <a:lnTo>
                    <a:pt x="1969593" y="189161"/>
                  </a:lnTo>
                  <a:lnTo>
                    <a:pt x="1981826" y="187781"/>
                  </a:lnTo>
                  <a:lnTo>
                    <a:pt x="1994060" y="177181"/>
                  </a:lnTo>
                  <a:lnTo>
                    <a:pt x="2006293" y="165227"/>
                  </a:lnTo>
                  <a:lnTo>
                    <a:pt x="2018527" y="160279"/>
                  </a:lnTo>
                  <a:lnTo>
                    <a:pt x="2030760" y="135338"/>
                  </a:lnTo>
                  <a:lnTo>
                    <a:pt x="2042994" y="110082"/>
                  </a:lnTo>
                  <a:lnTo>
                    <a:pt x="2055227" y="94485"/>
                  </a:lnTo>
                  <a:lnTo>
                    <a:pt x="2067461" y="62857"/>
                  </a:lnTo>
                  <a:lnTo>
                    <a:pt x="2079694" y="27562"/>
                  </a:lnTo>
                  <a:lnTo>
                    <a:pt x="2091928" y="4845"/>
                  </a:lnTo>
                  <a:lnTo>
                    <a:pt x="2097638" y="0"/>
                  </a:lnTo>
                  <a:lnTo>
                    <a:pt x="2189796" y="0"/>
                  </a:lnTo>
                  <a:lnTo>
                    <a:pt x="2189796" y="1203792"/>
                  </a:lnTo>
                  <a:lnTo>
                    <a:pt x="2177562" y="1051520"/>
                  </a:lnTo>
                  <a:lnTo>
                    <a:pt x="2165329" y="989551"/>
                  </a:lnTo>
                  <a:lnTo>
                    <a:pt x="2153095" y="918369"/>
                  </a:lnTo>
                  <a:lnTo>
                    <a:pt x="2140862" y="914676"/>
                  </a:lnTo>
                  <a:lnTo>
                    <a:pt x="2128628" y="923473"/>
                  </a:lnTo>
                  <a:lnTo>
                    <a:pt x="2116395" y="893679"/>
                  </a:lnTo>
                  <a:lnTo>
                    <a:pt x="2104161" y="941032"/>
                  </a:lnTo>
                  <a:lnTo>
                    <a:pt x="2091928" y="947822"/>
                  </a:lnTo>
                  <a:lnTo>
                    <a:pt x="2079694" y="940919"/>
                  </a:lnTo>
                  <a:lnTo>
                    <a:pt x="2067461" y="925202"/>
                  </a:lnTo>
                  <a:lnTo>
                    <a:pt x="2055227" y="890626"/>
                  </a:lnTo>
                  <a:lnTo>
                    <a:pt x="2042994" y="858640"/>
                  </a:lnTo>
                  <a:lnTo>
                    <a:pt x="2030760" y="833855"/>
                  </a:lnTo>
                  <a:lnTo>
                    <a:pt x="2018527" y="807652"/>
                  </a:lnTo>
                  <a:lnTo>
                    <a:pt x="2006293" y="781927"/>
                  </a:lnTo>
                  <a:lnTo>
                    <a:pt x="1994060" y="744975"/>
                  </a:lnTo>
                  <a:lnTo>
                    <a:pt x="1981826" y="742112"/>
                  </a:lnTo>
                  <a:lnTo>
                    <a:pt x="1969593" y="749266"/>
                  </a:lnTo>
                  <a:lnTo>
                    <a:pt x="1957359" y="743309"/>
                  </a:lnTo>
                  <a:lnTo>
                    <a:pt x="1945126" y="733080"/>
                  </a:lnTo>
                  <a:lnTo>
                    <a:pt x="1932892" y="739768"/>
                  </a:lnTo>
                  <a:lnTo>
                    <a:pt x="1920659" y="744968"/>
                  </a:lnTo>
                  <a:lnTo>
                    <a:pt x="1908425" y="754761"/>
                  </a:lnTo>
                  <a:lnTo>
                    <a:pt x="1896192" y="757675"/>
                  </a:lnTo>
                  <a:lnTo>
                    <a:pt x="1883958" y="766826"/>
                  </a:lnTo>
                  <a:lnTo>
                    <a:pt x="1871725" y="766413"/>
                  </a:lnTo>
                  <a:lnTo>
                    <a:pt x="1859491" y="760179"/>
                  </a:lnTo>
                  <a:lnTo>
                    <a:pt x="1847258" y="757826"/>
                  </a:lnTo>
                  <a:lnTo>
                    <a:pt x="1835024" y="768293"/>
                  </a:lnTo>
                  <a:lnTo>
                    <a:pt x="1822791" y="767384"/>
                  </a:lnTo>
                  <a:lnTo>
                    <a:pt x="1810557" y="766610"/>
                  </a:lnTo>
                  <a:lnTo>
                    <a:pt x="1798324" y="778738"/>
                  </a:lnTo>
                  <a:lnTo>
                    <a:pt x="1786090" y="789561"/>
                  </a:lnTo>
                  <a:lnTo>
                    <a:pt x="1773857" y="788206"/>
                  </a:lnTo>
                  <a:lnTo>
                    <a:pt x="1761623" y="787006"/>
                  </a:lnTo>
                  <a:lnTo>
                    <a:pt x="1749390" y="785527"/>
                  </a:lnTo>
                  <a:lnTo>
                    <a:pt x="1737156" y="784363"/>
                  </a:lnTo>
                  <a:lnTo>
                    <a:pt x="1724923" y="793581"/>
                  </a:lnTo>
                  <a:lnTo>
                    <a:pt x="1712689" y="801260"/>
                  </a:lnTo>
                  <a:lnTo>
                    <a:pt x="1700456" y="806517"/>
                  </a:lnTo>
                  <a:lnTo>
                    <a:pt x="1688222" y="809232"/>
                  </a:lnTo>
                  <a:lnTo>
                    <a:pt x="1675989" y="809621"/>
                  </a:lnTo>
                  <a:lnTo>
                    <a:pt x="1663755" y="808329"/>
                  </a:lnTo>
                  <a:lnTo>
                    <a:pt x="1651522" y="808490"/>
                  </a:lnTo>
                  <a:lnTo>
                    <a:pt x="1639288" y="805581"/>
                  </a:lnTo>
                  <a:lnTo>
                    <a:pt x="1627055" y="805954"/>
                  </a:lnTo>
                  <a:lnTo>
                    <a:pt x="1614821" y="806665"/>
                  </a:lnTo>
                  <a:lnTo>
                    <a:pt x="1602588" y="801811"/>
                  </a:lnTo>
                  <a:lnTo>
                    <a:pt x="1590354" y="806695"/>
                  </a:lnTo>
                  <a:lnTo>
                    <a:pt x="1578121" y="808549"/>
                  </a:lnTo>
                  <a:lnTo>
                    <a:pt x="1565887" y="804804"/>
                  </a:lnTo>
                  <a:lnTo>
                    <a:pt x="1553654" y="801264"/>
                  </a:lnTo>
                  <a:lnTo>
                    <a:pt x="1541420" y="798053"/>
                  </a:lnTo>
                  <a:lnTo>
                    <a:pt x="1529187" y="795295"/>
                  </a:lnTo>
                  <a:lnTo>
                    <a:pt x="1516953" y="793112"/>
                  </a:lnTo>
                  <a:lnTo>
                    <a:pt x="1504720" y="791629"/>
                  </a:lnTo>
                  <a:lnTo>
                    <a:pt x="1492486" y="798743"/>
                  </a:lnTo>
                  <a:lnTo>
                    <a:pt x="1480253" y="810059"/>
                  </a:lnTo>
                  <a:lnTo>
                    <a:pt x="1468019" y="819302"/>
                  </a:lnTo>
                  <a:lnTo>
                    <a:pt x="1455786" y="829493"/>
                  </a:lnTo>
                  <a:lnTo>
                    <a:pt x="1443552" y="843782"/>
                  </a:lnTo>
                  <a:lnTo>
                    <a:pt x="1431319" y="854781"/>
                  </a:lnTo>
                  <a:lnTo>
                    <a:pt x="1419085" y="865082"/>
                  </a:lnTo>
                  <a:lnTo>
                    <a:pt x="1406852" y="875306"/>
                  </a:lnTo>
                  <a:lnTo>
                    <a:pt x="1394618" y="884981"/>
                  </a:lnTo>
                  <a:lnTo>
                    <a:pt x="1382385" y="894364"/>
                  </a:lnTo>
                  <a:lnTo>
                    <a:pt x="1370151" y="903529"/>
                  </a:lnTo>
                  <a:lnTo>
                    <a:pt x="1357918" y="912550"/>
                  </a:lnTo>
                  <a:lnTo>
                    <a:pt x="1345684" y="921501"/>
                  </a:lnTo>
                  <a:lnTo>
                    <a:pt x="1333451" y="935243"/>
                  </a:lnTo>
                  <a:lnTo>
                    <a:pt x="1321217" y="944743"/>
                  </a:lnTo>
                  <a:lnTo>
                    <a:pt x="1308984" y="958104"/>
                  </a:lnTo>
                  <a:lnTo>
                    <a:pt x="1296750" y="974523"/>
                  </a:lnTo>
                  <a:lnTo>
                    <a:pt x="1284517" y="993683"/>
                  </a:lnTo>
                  <a:lnTo>
                    <a:pt x="1272283" y="1005999"/>
                  </a:lnTo>
                  <a:lnTo>
                    <a:pt x="1260050" y="1021476"/>
                  </a:lnTo>
                  <a:lnTo>
                    <a:pt x="1247816" y="1045139"/>
                  </a:lnTo>
                  <a:lnTo>
                    <a:pt x="1235583" y="1068107"/>
                  </a:lnTo>
                  <a:lnTo>
                    <a:pt x="1223349" y="1082871"/>
                  </a:lnTo>
                  <a:lnTo>
                    <a:pt x="1211116" y="1099470"/>
                  </a:lnTo>
                  <a:lnTo>
                    <a:pt x="1198882" y="1117344"/>
                  </a:lnTo>
                  <a:lnTo>
                    <a:pt x="1186649" y="1130882"/>
                  </a:lnTo>
                  <a:lnTo>
                    <a:pt x="1174415" y="1144096"/>
                  </a:lnTo>
                  <a:lnTo>
                    <a:pt x="1162182" y="1160930"/>
                  </a:lnTo>
                  <a:lnTo>
                    <a:pt x="1149948" y="1179449"/>
                  </a:lnTo>
                  <a:lnTo>
                    <a:pt x="1137715" y="1196228"/>
                  </a:lnTo>
                  <a:lnTo>
                    <a:pt x="1125481" y="1209815"/>
                  </a:lnTo>
                  <a:lnTo>
                    <a:pt x="1113248" y="1223030"/>
                  </a:lnTo>
                  <a:lnTo>
                    <a:pt x="1101014" y="1234728"/>
                  </a:lnTo>
                  <a:lnTo>
                    <a:pt x="1088781" y="1245566"/>
                  </a:lnTo>
                  <a:lnTo>
                    <a:pt x="1076547" y="1256811"/>
                  </a:lnTo>
                  <a:lnTo>
                    <a:pt x="1064314" y="1271907"/>
                  </a:lnTo>
                  <a:lnTo>
                    <a:pt x="1052080" y="1285660"/>
                  </a:lnTo>
                  <a:lnTo>
                    <a:pt x="1039847" y="1295686"/>
                  </a:lnTo>
                  <a:lnTo>
                    <a:pt x="1027613" y="1306807"/>
                  </a:lnTo>
                  <a:lnTo>
                    <a:pt x="1015380" y="1318556"/>
                  </a:lnTo>
                  <a:lnTo>
                    <a:pt x="1003146" y="1331372"/>
                  </a:lnTo>
                  <a:lnTo>
                    <a:pt x="990913" y="1344323"/>
                  </a:lnTo>
                  <a:lnTo>
                    <a:pt x="978679" y="1357454"/>
                  </a:lnTo>
                  <a:lnTo>
                    <a:pt x="966446" y="1370810"/>
                  </a:lnTo>
                  <a:lnTo>
                    <a:pt x="954212" y="1385181"/>
                  </a:lnTo>
                  <a:lnTo>
                    <a:pt x="941979" y="1400191"/>
                  </a:lnTo>
                  <a:lnTo>
                    <a:pt x="929745" y="1412146"/>
                  </a:lnTo>
                  <a:lnTo>
                    <a:pt x="917512" y="1424974"/>
                  </a:lnTo>
                  <a:lnTo>
                    <a:pt x="905278" y="1437376"/>
                  </a:lnTo>
                  <a:lnTo>
                    <a:pt x="893045" y="1449953"/>
                  </a:lnTo>
                  <a:lnTo>
                    <a:pt x="880811" y="1462687"/>
                  </a:lnTo>
                  <a:lnTo>
                    <a:pt x="868578" y="1477066"/>
                  </a:lnTo>
                  <a:lnTo>
                    <a:pt x="856344" y="1492413"/>
                  </a:lnTo>
                  <a:lnTo>
                    <a:pt x="844111" y="1506061"/>
                  </a:lnTo>
                  <a:lnTo>
                    <a:pt x="831877" y="1517168"/>
                  </a:lnTo>
                  <a:lnTo>
                    <a:pt x="819644" y="1528076"/>
                  </a:lnTo>
                  <a:lnTo>
                    <a:pt x="807410" y="1541370"/>
                  </a:lnTo>
                  <a:lnTo>
                    <a:pt x="795177" y="1554694"/>
                  </a:lnTo>
                  <a:lnTo>
                    <a:pt x="782943" y="1568031"/>
                  </a:lnTo>
                  <a:lnTo>
                    <a:pt x="770710" y="1581361"/>
                  </a:lnTo>
                  <a:lnTo>
                    <a:pt x="758476" y="1594666"/>
                  </a:lnTo>
                  <a:lnTo>
                    <a:pt x="746243" y="1606341"/>
                  </a:lnTo>
                  <a:lnTo>
                    <a:pt x="734009" y="1618408"/>
                  </a:lnTo>
                  <a:lnTo>
                    <a:pt x="721776" y="1630076"/>
                  </a:lnTo>
                  <a:lnTo>
                    <a:pt x="709542" y="1641345"/>
                  </a:lnTo>
                  <a:lnTo>
                    <a:pt x="697309" y="1652229"/>
                  </a:lnTo>
                  <a:lnTo>
                    <a:pt x="685075" y="1662740"/>
                  </a:lnTo>
                  <a:lnTo>
                    <a:pt x="672842" y="1672890"/>
                  </a:lnTo>
                  <a:lnTo>
                    <a:pt x="660608" y="1682693"/>
                  </a:lnTo>
                  <a:lnTo>
                    <a:pt x="648375" y="1691881"/>
                  </a:lnTo>
                  <a:lnTo>
                    <a:pt x="636141" y="1700848"/>
                  </a:lnTo>
                  <a:lnTo>
                    <a:pt x="623908" y="1709516"/>
                  </a:lnTo>
                  <a:lnTo>
                    <a:pt x="611674" y="1718676"/>
                  </a:lnTo>
                  <a:lnTo>
                    <a:pt x="599441" y="1726929"/>
                  </a:lnTo>
                  <a:lnTo>
                    <a:pt x="587207" y="1734909"/>
                  </a:lnTo>
                  <a:lnTo>
                    <a:pt x="574974" y="1742630"/>
                  </a:lnTo>
                  <a:lnTo>
                    <a:pt x="562740" y="1750104"/>
                  </a:lnTo>
                  <a:lnTo>
                    <a:pt x="550507" y="1757343"/>
                  </a:lnTo>
                  <a:lnTo>
                    <a:pt x="538273" y="1764827"/>
                  </a:lnTo>
                  <a:lnTo>
                    <a:pt x="526040" y="1773276"/>
                  </a:lnTo>
                  <a:lnTo>
                    <a:pt x="513806" y="1781038"/>
                  </a:lnTo>
                  <a:lnTo>
                    <a:pt x="501573" y="1788057"/>
                  </a:lnTo>
                  <a:lnTo>
                    <a:pt x="489339" y="1794278"/>
                  </a:lnTo>
                  <a:lnTo>
                    <a:pt x="477106" y="1800386"/>
                  </a:lnTo>
                  <a:lnTo>
                    <a:pt x="464872" y="1809560"/>
                  </a:lnTo>
                  <a:lnTo>
                    <a:pt x="452639" y="1813897"/>
                  </a:lnTo>
                  <a:lnTo>
                    <a:pt x="440405" y="1816652"/>
                  </a:lnTo>
                  <a:lnTo>
                    <a:pt x="428172" y="1820325"/>
                  </a:lnTo>
                  <a:lnTo>
                    <a:pt x="415938" y="1826358"/>
                  </a:lnTo>
                  <a:lnTo>
                    <a:pt x="403705" y="1832529"/>
                  </a:lnTo>
                  <a:lnTo>
                    <a:pt x="391471" y="1838892"/>
                  </a:lnTo>
                  <a:lnTo>
                    <a:pt x="379238" y="1845497"/>
                  </a:lnTo>
                  <a:lnTo>
                    <a:pt x="367004" y="1852394"/>
                  </a:lnTo>
                  <a:lnTo>
                    <a:pt x="354771" y="1859636"/>
                  </a:lnTo>
                  <a:lnTo>
                    <a:pt x="342537" y="1867273"/>
                  </a:lnTo>
                  <a:lnTo>
                    <a:pt x="330304" y="1877003"/>
                  </a:lnTo>
                  <a:lnTo>
                    <a:pt x="318070" y="1889669"/>
                  </a:lnTo>
                  <a:lnTo>
                    <a:pt x="305837" y="1899992"/>
                  </a:lnTo>
                  <a:lnTo>
                    <a:pt x="293603" y="1913681"/>
                  </a:lnTo>
                  <a:lnTo>
                    <a:pt x="281370" y="1929623"/>
                  </a:lnTo>
                  <a:lnTo>
                    <a:pt x="269136" y="1946401"/>
                  </a:lnTo>
                  <a:lnTo>
                    <a:pt x="256903" y="1956334"/>
                  </a:lnTo>
                  <a:lnTo>
                    <a:pt x="244669" y="1972322"/>
                  </a:lnTo>
                  <a:lnTo>
                    <a:pt x="232436" y="1986979"/>
                  </a:lnTo>
                  <a:lnTo>
                    <a:pt x="220202" y="2004387"/>
                  </a:lnTo>
                  <a:lnTo>
                    <a:pt x="207969" y="2023673"/>
                  </a:lnTo>
                  <a:lnTo>
                    <a:pt x="195735" y="2043894"/>
                  </a:lnTo>
                  <a:lnTo>
                    <a:pt x="183502" y="2063757"/>
                  </a:lnTo>
                  <a:lnTo>
                    <a:pt x="171268" y="2088730"/>
                  </a:lnTo>
                  <a:lnTo>
                    <a:pt x="159035" y="2111707"/>
                  </a:lnTo>
                  <a:lnTo>
                    <a:pt x="146801" y="2127325"/>
                  </a:lnTo>
                  <a:lnTo>
                    <a:pt x="134568" y="2136556"/>
                  </a:lnTo>
                  <a:lnTo>
                    <a:pt x="122334" y="2145654"/>
                  </a:lnTo>
                  <a:lnTo>
                    <a:pt x="110101" y="2153572"/>
                  </a:lnTo>
                  <a:lnTo>
                    <a:pt x="97867" y="2151715"/>
                  </a:lnTo>
                  <a:lnTo>
                    <a:pt x="85634" y="2150998"/>
                  </a:lnTo>
                  <a:lnTo>
                    <a:pt x="73400" y="2150828"/>
                  </a:lnTo>
                  <a:lnTo>
                    <a:pt x="61167" y="2142768"/>
                  </a:lnTo>
                  <a:lnTo>
                    <a:pt x="48933" y="2129931"/>
                  </a:lnTo>
                  <a:lnTo>
                    <a:pt x="36700" y="2106558"/>
                  </a:lnTo>
                  <a:lnTo>
                    <a:pt x="24466" y="2097003"/>
                  </a:lnTo>
                  <a:lnTo>
                    <a:pt x="12233" y="2092679"/>
                  </a:lnTo>
                  <a:lnTo>
                    <a:pt x="0" y="208045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78255" y="755389"/>
              <a:ext cx="2097638" cy="1952495"/>
            </a:xfrm>
            <a:custGeom>
              <a:avLst/>
              <a:pathLst>
                <a:path w="2097638" h="1952495">
                  <a:moveTo>
                    <a:pt x="0" y="1760564"/>
                  </a:moveTo>
                  <a:lnTo>
                    <a:pt x="12233" y="1819696"/>
                  </a:lnTo>
                  <a:lnTo>
                    <a:pt x="24466" y="1864839"/>
                  </a:lnTo>
                  <a:lnTo>
                    <a:pt x="36700" y="1889685"/>
                  </a:lnTo>
                  <a:lnTo>
                    <a:pt x="48933" y="1919154"/>
                  </a:lnTo>
                  <a:lnTo>
                    <a:pt x="61167" y="1934323"/>
                  </a:lnTo>
                  <a:lnTo>
                    <a:pt x="73400" y="1946712"/>
                  </a:lnTo>
                  <a:lnTo>
                    <a:pt x="85634" y="1949754"/>
                  </a:lnTo>
                  <a:lnTo>
                    <a:pt x="97867" y="1952495"/>
                  </a:lnTo>
                  <a:lnTo>
                    <a:pt x="110101" y="1948571"/>
                  </a:lnTo>
                  <a:lnTo>
                    <a:pt x="122334" y="1944220"/>
                  </a:lnTo>
                  <a:lnTo>
                    <a:pt x="134568" y="1933582"/>
                  </a:lnTo>
                  <a:lnTo>
                    <a:pt x="146801" y="1921950"/>
                  </a:lnTo>
                  <a:lnTo>
                    <a:pt x="159035" y="1911300"/>
                  </a:lnTo>
                  <a:lnTo>
                    <a:pt x="171268" y="1896005"/>
                  </a:lnTo>
                  <a:lnTo>
                    <a:pt x="183502" y="1879713"/>
                  </a:lnTo>
                  <a:lnTo>
                    <a:pt x="195735" y="1863400"/>
                  </a:lnTo>
                  <a:lnTo>
                    <a:pt x="207969" y="1848330"/>
                  </a:lnTo>
                  <a:lnTo>
                    <a:pt x="220202" y="1833704"/>
                  </a:lnTo>
                  <a:lnTo>
                    <a:pt x="232436" y="1819859"/>
                  </a:lnTo>
                  <a:lnTo>
                    <a:pt x="244669" y="1806594"/>
                  </a:lnTo>
                  <a:lnTo>
                    <a:pt x="256903" y="1788554"/>
                  </a:lnTo>
                  <a:lnTo>
                    <a:pt x="269136" y="1772827"/>
                  </a:lnTo>
                  <a:lnTo>
                    <a:pt x="281370" y="1761864"/>
                  </a:lnTo>
                  <a:lnTo>
                    <a:pt x="293603" y="1752726"/>
                  </a:lnTo>
                  <a:lnTo>
                    <a:pt x="305837" y="1744749"/>
                  </a:lnTo>
                  <a:lnTo>
                    <a:pt x="318070" y="1735184"/>
                  </a:lnTo>
                  <a:lnTo>
                    <a:pt x="330304" y="1725072"/>
                  </a:lnTo>
                  <a:lnTo>
                    <a:pt x="342537" y="1717596"/>
                  </a:lnTo>
                  <a:lnTo>
                    <a:pt x="354771" y="1711665"/>
                  </a:lnTo>
                  <a:lnTo>
                    <a:pt x="367004" y="1705282"/>
                  </a:lnTo>
                  <a:lnTo>
                    <a:pt x="379238" y="1699823"/>
                  </a:lnTo>
                  <a:lnTo>
                    <a:pt x="391471" y="1696325"/>
                  </a:lnTo>
                  <a:lnTo>
                    <a:pt x="403705" y="1691671"/>
                  </a:lnTo>
                  <a:lnTo>
                    <a:pt x="415938" y="1686531"/>
                  </a:lnTo>
                  <a:lnTo>
                    <a:pt x="428172" y="1683116"/>
                  </a:lnTo>
                  <a:lnTo>
                    <a:pt x="440405" y="1679973"/>
                  </a:lnTo>
                  <a:lnTo>
                    <a:pt x="452639" y="1674185"/>
                  </a:lnTo>
                  <a:lnTo>
                    <a:pt x="464872" y="1668670"/>
                  </a:lnTo>
                  <a:lnTo>
                    <a:pt x="477106" y="1664506"/>
                  </a:lnTo>
                  <a:lnTo>
                    <a:pt x="489339" y="1660940"/>
                  </a:lnTo>
                  <a:lnTo>
                    <a:pt x="501573" y="1655580"/>
                  </a:lnTo>
                  <a:lnTo>
                    <a:pt x="513806" y="1649129"/>
                  </a:lnTo>
                  <a:lnTo>
                    <a:pt x="526040" y="1643023"/>
                  </a:lnTo>
                  <a:lnTo>
                    <a:pt x="538273" y="1637844"/>
                  </a:lnTo>
                  <a:lnTo>
                    <a:pt x="550507" y="1631523"/>
                  </a:lnTo>
                  <a:lnTo>
                    <a:pt x="562740" y="1623442"/>
                  </a:lnTo>
                  <a:lnTo>
                    <a:pt x="574974" y="1613537"/>
                  </a:lnTo>
                  <a:lnTo>
                    <a:pt x="587207" y="1606044"/>
                  </a:lnTo>
                  <a:lnTo>
                    <a:pt x="599441" y="1598225"/>
                  </a:lnTo>
                  <a:lnTo>
                    <a:pt x="611674" y="1590080"/>
                  </a:lnTo>
                  <a:lnTo>
                    <a:pt x="623908" y="1580228"/>
                  </a:lnTo>
                  <a:lnTo>
                    <a:pt x="636141" y="1566385"/>
                  </a:lnTo>
                  <a:lnTo>
                    <a:pt x="648375" y="1552572"/>
                  </a:lnTo>
                  <a:lnTo>
                    <a:pt x="660608" y="1541471"/>
                  </a:lnTo>
                  <a:lnTo>
                    <a:pt x="672842" y="1531565"/>
                  </a:lnTo>
                  <a:lnTo>
                    <a:pt x="685075" y="1519525"/>
                  </a:lnTo>
                  <a:lnTo>
                    <a:pt x="697309" y="1506413"/>
                  </a:lnTo>
                  <a:lnTo>
                    <a:pt x="709542" y="1493305"/>
                  </a:lnTo>
                  <a:lnTo>
                    <a:pt x="721776" y="1480242"/>
                  </a:lnTo>
                  <a:lnTo>
                    <a:pt x="734009" y="1467266"/>
                  </a:lnTo>
                  <a:lnTo>
                    <a:pt x="746243" y="1456277"/>
                  </a:lnTo>
                  <a:lnTo>
                    <a:pt x="758476" y="1447309"/>
                  </a:lnTo>
                  <a:lnTo>
                    <a:pt x="770710" y="1437450"/>
                  </a:lnTo>
                  <a:lnTo>
                    <a:pt x="782943" y="1423769"/>
                  </a:lnTo>
                  <a:lnTo>
                    <a:pt x="795177" y="1411086"/>
                  </a:lnTo>
                  <a:lnTo>
                    <a:pt x="807410" y="1400569"/>
                  </a:lnTo>
                  <a:lnTo>
                    <a:pt x="819644" y="1385031"/>
                  </a:lnTo>
                  <a:lnTo>
                    <a:pt x="831877" y="1369182"/>
                  </a:lnTo>
                  <a:lnTo>
                    <a:pt x="844111" y="1358963"/>
                  </a:lnTo>
                  <a:lnTo>
                    <a:pt x="856344" y="1345961"/>
                  </a:lnTo>
                  <a:lnTo>
                    <a:pt x="868578" y="1329929"/>
                  </a:lnTo>
                  <a:lnTo>
                    <a:pt x="880811" y="1315893"/>
                  </a:lnTo>
                  <a:lnTo>
                    <a:pt x="893045" y="1302817"/>
                  </a:lnTo>
                  <a:lnTo>
                    <a:pt x="905278" y="1287778"/>
                  </a:lnTo>
                  <a:lnTo>
                    <a:pt x="917512" y="1273156"/>
                  </a:lnTo>
                  <a:lnTo>
                    <a:pt x="929745" y="1259023"/>
                  </a:lnTo>
                  <a:lnTo>
                    <a:pt x="941979" y="1247427"/>
                  </a:lnTo>
                  <a:lnTo>
                    <a:pt x="954212" y="1236227"/>
                  </a:lnTo>
                  <a:lnTo>
                    <a:pt x="966446" y="1225266"/>
                  </a:lnTo>
                  <a:lnTo>
                    <a:pt x="978679" y="1214561"/>
                  </a:lnTo>
                  <a:lnTo>
                    <a:pt x="990913" y="1199411"/>
                  </a:lnTo>
                  <a:lnTo>
                    <a:pt x="1003146" y="1188183"/>
                  </a:lnTo>
                  <a:lnTo>
                    <a:pt x="1015380" y="1178735"/>
                  </a:lnTo>
                  <a:lnTo>
                    <a:pt x="1027613" y="1163735"/>
                  </a:lnTo>
                  <a:lnTo>
                    <a:pt x="1039847" y="1143679"/>
                  </a:lnTo>
                  <a:lnTo>
                    <a:pt x="1052080" y="1128606"/>
                  </a:lnTo>
                  <a:lnTo>
                    <a:pt x="1064314" y="1119375"/>
                  </a:lnTo>
                  <a:lnTo>
                    <a:pt x="1076547" y="1100856"/>
                  </a:lnTo>
                  <a:lnTo>
                    <a:pt x="1088781" y="1081801"/>
                  </a:lnTo>
                  <a:lnTo>
                    <a:pt x="1101014" y="1066000"/>
                  </a:lnTo>
                  <a:lnTo>
                    <a:pt x="1113248" y="1052375"/>
                  </a:lnTo>
                  <a:lnTo>
                    <a:pt x="1125481" y="1038215"/>
                  </a:lnTo>
                  <a:lnTo>
                    <a:pt x="1137715" y="1023456"/>
                  </a:lnTo>
                  <a:lnTo>
                    <a:pt x="1149948" y="1003451"/>
                  </a:lnTo>
                  <a:lnTo>
                    <a:pt x="1162182" y="980265"/>
                  </a:lnTo>
                  <a:lnTo>
                    <a:pt x="1174415" y="957841"/>
                  </a:lnTo>
                  <a:lnTo>
                    <a:pt x="1186649" y="941196"/>
                  </a:lnTo>
                  <a:lnTo>
                    <a:pt x="1198882" y="920048"/>
                  </a:lnTo>
                  <a:lnTo>
                    <a:pt x="1211116" y="900941"/>
                  </a:lnTo>
                  <a:lnTo>
                    <a:pt x="1223349" y="882064"/>
                  </a:lnTo>
                  <a:lnTo>
                    <a:pt x="1235583" y="862909"/>
                  </a:lnTo>
                  <a:lnTo>
                    <a:pt x="1247816" y="846822"/>
                  </a:lnTo>
                  <a:lnTo>
                    <a:pt x="1260050" y="830509"/>
                  </a:lnTo>
                  <a:lnTo>
                    <a:pt x="1272283" y="810401"/>
                  </a:lnTo>
                  <a:lnTo>
                    <a:pt x="1284517" y="795535"/>
                  </a:lnTo>
                  <a:lnTo>
                    <a:pt x="1296750" y="785303"/>
                  </a:lnTo>
                  <a:lnTo>
                    <a:pt x="1308984" y="765145"/>
                  </a:lnTo>
                  <a:lnTo>
                    <a:pt x="1321217" y="747702"/>
                  </a:lnTo>
                  <a:lnTo>
                    <a:pt x="1333451" y="723101"/>
                  </a:lnTo>
                  <a:lnTo>
                    <a:pt x="1345684" y="701126"/>
                  </a:lnTo>
                  <a:lnTo>
                    <a:pt x="1357918" y="682506"/>
                  </a:lnTo>
                  <a:lnTo>
                    <a:pt x="1370151" y="666603"/>
                  </a:lnTo>
                  <a:lnTo>
                    <a:pt x="1382385" y="646404"/>
                  </a:lnTo>
                  <a:lnTo>
                    <a:pt x="1394618" y="630859"/>
                  </a:lnTo>
                  <a:lnTo>
                    <a:pt x="1406852" y="616889"/>
                  </a:lnTo>
                  <a:lnTo>
                    <a:pt x="1419085" y="603157"/>
                  </a:lnTo>
                  <a:lnTo>
                    <a:pt x="1431319" y="591741"/>
                  </a:lnTo>
                  <a:lnTo>
                    <a:pt x="1443552" y="581572"/>
                  </a:lnTo>
                  <a:lnTo>
                    <a:pt x="1455786" y="572738"/>
                  </a:lnTo>
                  <a:lnTo>
                    <a:pt x="1468019" y="562360"/>
                  </a:lnTo>
                  <a:lnTo>
                    <a:pt x="1480253" y="550116"/>
                  </a:lnTo>
                  <a:lnTo>
                    <a:pt x="1492486" y="538641"/>
                  </a:lnTo>
                  <a:lnTo>
                    <a:pt x="1504720" y="527870"/>
                  </a:lnTo>
                  <a:lnTo>
                    <a:pt x="1516953" y="517382"/>
                  </a:lnTo>
                  <a:lnTo>
                    <a:pt x="1529187" y="508177"/>
                  </a:lnTo>
                  <a:lnTo>
                    <a:pt x="1541420" y="496338"/>
                  </a:lnTo>
                  <a:lnTo>
                    <a:pt x="1553654" y="481359"/>
                  </a:lnTo>
                  <a:lnTo>
                    <a:pt x="1565887" y="476117"/>
                  </a:lnTo>
                  <a:lnTo>
                    <a:pt x="1578121" y="468111"/>
                  </a:lnTo>
                  <a:lnTo>
                    <a:pt x="1590354" y="454153"/>
                  </a:lnTo>
                  <a:lnTo>
                    <a:pt x="1602588" y="434869"/>
                  </a:lnTo>
                  <a:lnTo>
                    <a:pt x="1614821" y="427596"/>
                  </a:lnTo>
                  <a:lnTo>
                    <a:pt x="1627055" y="415905"/>
                  </a:lnTo>
                  <a:lnTo>
                    <a:pt x="1639288" y="405376"/>
                  </a:lnTo>
                  <a:lnTo>
                    <a:pt x="1651522" y="396085"/>
                  </a:lnTo>
                  <a:lnTo>
                    <a:pt x="1663755" y="388108"/>
                  </a:lnTo>
                  <a:lnTo>
                    <a:pt x="1675989" y="381523"/>
                  </a:lnTo>
                  <a:lnTo>
                    <a:pt x="1688222" y="370004"/>
                  </a:lnTo>
                  <a:lnTo>
                    <a:pt x="1700456" y="369086"/>
                  </a:lnTo>
                  <a:lnTo>
                    <a:pt x="1712689" y="369109"/>
                  </a:lnTo>
                  <a:lnTo>
                    <a:pt x="1724923" y="369982"/>
                  </a:lnTo>
                  <a:lnTo>
                    <a:pt x="1737156" y="370394"/>
                  </a:lnTo>
                  <a:lnTo>
                    <a:pt x="1749390" y="363939"/>
                  </a:lnTo>
                  <a:lnTo>
                    <a:pt x="1761623" y="351488"/>
                  </a:lnTo>
                  <a:lnTo>
                    <a:pt x="1773857" y="337625"/>
                  </a:lnTo>
                  <a:lnTo>
                    <a:pt x="1786090" y="317727"/>
                  </a:lnTo>
                  <a:lnTo>
                    <a:pt x="1798324" y="298496"/>
                  </a:lnTo>
                  <a:lnTo>
                    <a:pt x="1810557" y="286393"/>
                  </a:lnTo>
                  <a:lnTo>
                    <a:pt x="1822791" y="263036"/>
                  </a:lnTo>
                  <a:lnTo>
                    <a:pt x="1835024" y="247303"/>
                  </a:lnTo>
                  <a:lnTo>
                    <a:pt x="1847258" y="226986"/>
                  </a:lnTo>
                  <a:lnTo>
                    <a:pt x="1859491" y="203275"/>
                  </a:lnTo>
                  <a:lnTo>
                    <a:pt x="1871725" y="190215"/>
                  </a:lnTo>
                  <a:lnTo>
                    <a:pt x="1883958" y="197934"/>
                  </a:lnTo>
                  <a:lnTo>
                    <a:pt x="1896192" y="187477"/>
                  </a:lnTo>
                  <a:lnTo>
                    <a:pt x="1908425" y="188238"/>
                  </a:lnTo>
                  <a:lnTo>
                    <a:pt x="1920659" y="176324"/>
                  </a:lnTo>
                  <a:lnTo>
                    <a:pt x="1932892" y="175534"/>
                  </a:lnTo>
                  <a:lnTo>
                    <a:pt x="1945126" y="166268"/>
                  </a:lnTo>
                  <a:lnTo>
                    <a:pt x="1957359" y="168884"/>
                  </a:lnTo>
                  <a:lnTo>
                    <a:pt x="1969593" y="189161"/>
                  </a:lnTo>
                  <a:lnTo>
                    <a:pt x="1981826" y="187781"/>
                  </a:lnTo>
                  <a:lnTo>
                    <a:pt x="1994060" y="177181"/>
                  </a:lnTo>
                  <a:lnTo>
                    <a:pt x="2006293" y="165227"/>
                  </a:lnTo>
                  <a:lnTo>
                    <a:pt x="2018527" y="160279"/>
                  </a:lnTo>
                  <a:lnTo>
                    <a:pt x="2030760" y="135338"/>
                  </a:lnTo>
                  <a:lnTo>
                    <a:pt x="2042994" y="110082"/>
                  </a:lnTo>
                  <a:lnTo>
                    <a:pt x="2055227" y="94485"/>
                  </a:lnTo>
                  <a:lnTo>
                    <a:pt x="2067461" y="62857"/>
                  </a:lnTo>
                  <a:lnTo>
                    <a:pt x="2079694" y="27562"/>
                  </a:lnTo>
                  <a:lnTo>
                    <a:pt x="2091928" y="4845"/>
                  </a:lnTo>
                  <a:lnTo>
                    <a:pt x="209763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78255" y="1488469"/>
              <a:ext cx="2189796" cy="1420492"/>
            </a:xfrm>
            <a:custGeom>
              <a:avLst/>
              <a:pathLst>
                <a:path w="2189796" h="1420492">
                  <a:moveTo>
                    <a:pt x="2189796" y="470712"/>
                  </a:moveTo>
                  <a:lnTo>
                    <a:pt x="2177562" y="318440"/>
                  </a:lnTo>
                  <a:lnTo>
                    <a:pt x="2165329" y="256471"/>
                  </a:lnTo>
                  <a:lnTo>
                    <a:pt x="2153095" y="185289"/>
                  </a:lnTo>
                  <a:lnTo>
                    <a:pt x="2140862" y="181595"/>
                  </a:lnTo>
                  <a:lnTo>
                    <a:pt x="2128628" y="190393"/>
                  </a:lnTo>
                  <a:lnTo>
                    <a:pt x="2116395" y="160599"/>
                  </a:lnTo>
                  <a:lnTo>
                    <a:pt x="2104161" y="207952"/>
                  </a:lnTo>
                  <a:lnTo>
                    <a:pt x="2091928" y="214742"/>
                  </a:lnTo>
                  <a:lnTo>
                    <a:pt x="2079694" y="207839"/>
                  </a:lnTo>
                  <a:lnTo>
                    <a:pt x="2067461" y="192122"/>
                  </a:lnTo>
                  <a:lnTo>
                    <a:pt x="2055227" y="157546"/>
                  </a:lnTo>
                  <a:lnTo>
                    <a:pt x="2042994" y="125560"/>
                  </a:lnTo>
                  <a:lnTo>
                    <a:pt x="2030760" y="100775"/>
                  </a:lnTo>
                  <a:lnTo>
                    <a:pt x="2018527" y="74572"/>
                  </a:lnTo>
                  <a:lnTo>
                    <a:pt x="2006293" y="48847"/>
                  </a:lnTo>
                  <a:lnTo>
                    <a:pt x="1994060" y="11895"/>
                  </a:lnTo>
                  <a:lnTo>
                    <a:pt x="1981826" y="9032"/>
                  </a:lnTo>
                  <a:lnTo>
                    <a:pt x="1969593" y="16186"/>
                  </a:lnTo>
                  <a:lnTo>
                    <a:pt x="1957359" y="10229"/>
                  </a:lnTo>
                  <a:lnTo>
                    <a:pt x="1945126" y="0"/>
                  </a:lnTo>
                  <a:lnTo>
                    <a:pt x="1932892" y="6688"/>
                  </a:lnTo>
                  <a:lnTo>
                    <a:pt x="1920659" y="11888"/>
                  </a:lnTo>
                  <a:lnTo>
                    <a:pt x="1908425" y="21681"/>
                  </a:lnTo>
                  <a:lnTo>
                    <a:pt x="1896192" y="24595"/>
                  </a:lnTo>
                  <a:lnTo>
                    <a:pt x="1883958" y="33746"/>
                  </a:lnTo>
                  <a:lnTo>
                    <a:pt x="1871725" y="33333"/>
                  </a:lnTo>
                  <a:lnTo>
                    <a:pt x="1859491" y="27099"/>
                  </a:lnTo>
                  <a:lnTo>
                    <a:pt x="1847258" y="24745"/>
                  </a:lnTo>
                  <a:lnTo>
                    <a:pt x="1835024" y="35213"/>
                  </a:lnTo>
                  <a:lnTo>
                    <a:pt x="1822791" y="34304"/>
                  </a:lnTo>
                  <a:lnTo>
                    <a:pt x="1810557" y="33530"/>
                  </a:lnTo>
                  <a:lnTo>
                    <a:pt x="1798324" y="45658"/>
                  </a:lnTo>
                  <a:lnTo>
                    <a:pt x="1786090" y="56481"/>
                  </a:lnTo>
                  <a:lnTo>
                    <a:pt x="1773857" y="55126"/>
                  </a:lnTo>
                  <a:lnTo>
                    <a:pt x="1761623" y="53926"/>
                  </a:lnTo>
                  <a:lnTo>
                    <a:pt x="1749390" y="52446"/>
                  </a:lnTo>
                  <a:lnTo>
                    <a:pt x="1737156" y="51283"/>
                  </a:lnTo>
                  <a:lnTo>
                    <a:pt x="1724923" y="60501"/>
                  </a:lnTo>
                  <a:lnTo>
                    <a:pt x="1712689" y="68180"/>
                  </a:lnTo>
                  <a:lnTo>
                    <a:pt x="1700456" y="73437"/>
                  </a:lnTo>
                  <a:lnTo>
                    <a:pt x="1688222" y="76152"/>
                  </a:lnTo>
                  <a:lnTo>
                    <a:pt x="1675989" y="76541"/>
                  </a:lnTo>
                  <a:lnTo>
                    <a:pt x="1663755" y="75249"/>
                  </a:lnTo>
                  <a:lnTo>
                    <a:pt x="1651522" y="75410"/>
                  </a:lnTo>
                  <a:lnTo>
                    <a:pt x="1639288" y="72501"/>
                  </a:lnTo>
                  <a:lnTo>
                    <a:pt x="1627055" y="72873"/>
                  </a:lnTo>
                  <a:lnTo>
                    <a:pt x="1614821" y="73585"/>
                  </a:lnTo>
                  <a:lnTo>
                    <a:pt x="1602588" y="68731"/>
                  </a:lnTo>
                  <a:lnTo>
                    <a:pt x="1590354" y="73615"/>
                  </a:lnTo>
                  <a:lnTo>
                    <a:pt x="1578121" y="75469"/>
                  </a:lnTo>
                  <a:lnTo>
                    <a:pt x="1565887" y="71724"/>
                  </a:lnTo>
                  <a:lnTo>
                    <a:pt x="1553654" y="68184"/>
                  </a:lnTo>
                  <a:lnTo>
                    <a:pt x="1541420" y="64973"/>
                  </a:lnTo>
                  <a:lnTo>
                    <a:pt x="1529187" y="62215"/>
                  </a:lnTo>
                  <a:lnTo>
                    <a:pt x="1516953" y="60032"/>
                  </a:lnTo>
                  <a:lnTo>
                    <a:pt x="1504720" y="58549"/>
                  </a:lnTo>
                  <a:lnTo>
                    <a:pt x="1492486" y="65663"/>
                  </a:lnTo>
                  <a:lnTo>
                    <a:pt x="1480253" y="76978"/>
                  </a:lnTo>
                  <a:lnTo>
                    <a:pt x="1468019" y="86222"/>
                  </a:lnTo>
                  <a:lnTo>
                    <a:pt x="1455786" y="96413"/>
                  </a:lnTo>
                  <a:lnTo>
                    <a:pt x="1443552" y="110702"/>
                  </a:lnTo>
                  <a:lnTo>
                    <a:pt x="1431319" y="121701"/>
                  </a:lnTo>
                  <a:lnTo>
                    <a:pt x="1419085" y="132002"/>
                  </a:lnTo>
                  <a:lnTo>
                    <a:pt x="1406852" y="142226"/>
                  </a:lnTo>
                  <a:lnTo>
                    <a:pt x="1394618" y="151901"/>
                  </a:lnTo>
                  <a:lnTo>
                    <a:pt x="1382385" y="161284"/>
                  </a:lnTo>
                  <a:lnTo>
                    <a:pt x="1370151" y="170449"/>
                  </a:lnTo>
                  <a:lnTo>
                    <a:pt x="1357918" y="179470"/>
                  </a:lnTo>
                  <a:lnTo>
                    <a:pt x="1345684" y="188421"/>
                  </a:lnTo>
                  <a:lnTo>
                    <a:pt x="1333451" y="202163"/>
                  </a:lnTo>
                  <a:lnTo>
                    <a:pt x="1321217" y="211663"/>
                  </a:lnTo>
                  <a:lnTo>
                    <a:pt x="1308984" y="225024"/>
                  </a:lnTo>
                  <a:lnTo>
                    <a:pt x="1296750" y="241443"/>
                  </a:lnTo>
                  <a:lnTo>
                    <a:pt x="1284517" y="260603"/>
                  </a:lnTo>
                  <a:lnTo>
                    <a:pt x="1272283" y="272919"/>
                  </a:lnTo>
                  <a:lnTo>
                    <a:pt x="1260050" y="288396"/>
                  </a:lnTo>
                  <a:lnTo>
                    <a:pt x="1247816" y="312059"/>
                  </a:lnTo>
                  <a:lnTo>
                    <a:pt x="1235583" y="335027"/>
                  </a:lnTo>
                  <a:lnTo>
                    <a:pt x="1223349" y="349791"/>
                  </a:lnTo>
                  <a:lnTo>
                    <a:pt x="1211116" y="366390"/>
                  </a:lnTo>
                  <a:lnTo>
                    <a:pt x="1198882" y="384264"/>
                  </a:lnTo>
                  <a:lnTo>
                    <a:pt x="1186649" y="397802"/>
                  </a:lnTo>
                  <a:lnTo>
                    <a:pt x="1174415" y="411016"/>
                  </a:lnTo>
                  <a:lnTo>
                    <a:pt x="1162182" y="427850"/>
                  </a:lnTo>
                  <a:lnTo>
                    <a:pt x="1149948" y="446369"/>
                  </a:lnTo>
                  <a:lnTo>
                    <a:pt x="1137715" y="463148"/>
                  </a:lnTo>
                  <a:lnTo>
                    <a:pt x="1125481" y="476735"/>
                  </a:lnTo>
                  <a:lnTo>
                    <a:pt x="1113248" y="489950"/>
                  </a:lnTo>
                  <a:lnTo>
                    <a:pt x="1101014" y="501648"/>
                  </a:lnTo>
                  <a:lnTo>
                    <a:pt x="1088781" y="512486"/>
                  </a:lnTo>
                  <a:lnTo>
                    <a:pt x="1076547" y="523730"/>
                  </a:lnTo>
                  <a:lnTo>
                    <a:pt x="1064314" y="538827"/>
                  </a:lnTo>
                  <a:lnTo>
                    <a:pt x="1052080" y="552580"/>
                  </a:lnTo>
                  <a:lnTo>
                    <a:pt x="1039847" y="562606"/>
                  </a:lnTo>
                  <a:lnTo>
                    <a:pt x="1027613" y="573727"/>
                  </a:lnTo>
                  <a:lnTo>
                    <a:pt x="1015380" y="585476"/>
                  </a:lnTo>
                  <a:lnTo>
                    <a:pt x="1003146" y="598292"/>
                  </a:lnTo>
                  <a:lnTo>
                    <a:pt x="990913" y="611243"/>
                  </a:lnTo>
                  <a:lnTo>
                    <a:pt x="978679" y="624374"/>
                  </a:lnTo>
                  <a:lnTo>
                    <a:pt x="966446" y="637730"/>
                  </a:lnTo>
                  <a:lnTo>
                    <a:pt x="954212" y="652101"/>
                  </a:lnTo>
                  <a:lnTo>
                    <a:pt x="941979" y="667111"/>
                  </a:lnTo>
                  <a:lnTo>
                    <a:pt x="929745" y="679066"/>
                  </a:lnTo>
                  <a:lnTo>
                    <a:pt x="917512" y="691894"/>
                  </a:lnTo>
                  <a:lnTo>
                    <a:pt x="905278" y="704296"/>
                  </a:lnTo>
                  <a:lnTo>
                    <a:pt x="893045" y="716873"/>
                  </a:lnTo>
                  <a:lnTo>
                    <a:pt x="880811" y="729607"/>
                  </a:lnTo>
                  <a:lnTo>
                    <a:pt x="868578" y="743986"/>
                  </a:lnTo>
                  <a:lnTo>
                    <a:pt x="856344" y="759333"/>
                  </a:lnTo>
                  <a:lnTo>
                    <a:pt x="844111" y="772980"/>
                  </a:lnTo>
                  <a:lnTo>
                    <a:pt x="831877" y="784088"/>
                  </a:lnTo>
                  <a:lnTo>
                    <a:pt x="819644" y="794996"/>
                  </a:lnTo>
                  <a:lnTo>
                    <a:pt x="807410" y="808290"/>
                  </a:lnTo>
                  <a:lnTo>
                    <a:pt x="795177" y="821614"/>
                  </a:lnTo>
                  <a:lnTo>
                    <a:pt x="782943" y="834951"/>
                  </a:lnTo>
                  <a:lnTo>
                    <a:pt x="770710" y="848281"/>
                  </a:lnTo>
                  <a:lnTo>
                    <a:pt x="758476" y="861586"/>
                  </a:lnTo>
                  <a:lnTo>
                    <a:pt x="746243" y="873261"/>
                  </a:lnTo>
                  <a:lnTo>
                    <a:pt x="734009" y="885328"/>
                  </a:lnTo>
                  <a:lnTo>
                    <a:pt x="721776" y="896995"/>
                  </a:lnTo>
                  <a:lnTo>
                    <a:pt x="709542" y="908265"/>
                  </a:lnTo>
                  <a:lnTo>
                    <a:pt x="697309" y="919149"/>
                  </a:lnTo>
                  <a:lnTo>
                    <a:pt x="685075" y="929660"/>
                  </a:lnTo>
                  <a:lnTo>
                    <a:pt x="672842" y="939810"/>
                  </a:lnTo>
                  <a:lnTo>
                    <a:pt x="660608" y="949612"/>
                  </a:lnTo>
                  <a:lnTo>
                    <a:pt x="648375" y="958801"/>
                  </a:lnTo>
                  <a:lnTo>
                    <a:pt x="636141" y="967768"/>
                  </a:lnTo>
                  <a:lnTo>
                    <a:pt x="623908" y="976436"/>
                  </a:lnTo>
                  <a:lnTo>
                    <a:pt x="611674" y="985596"/>
                  </a:lnTo>
                  <a:lnTo>
                    <a:pt x="599441" y="993849"/>
                  </a:lnTo>
                  <a:lnTo>
                    <a:pt x="587207" y="1001829"/>
                  </a:lnTo>
                  <a:lnTo>
                    <a:pt x="574974" y="1009550"/>
                  </a:lnTo>
                  <a:lnTo>
                    <a:pt x="562740" y="1017024"/>
                  </a:lnTo>
                  <a:lnTo>
                    <a:pt x="550507" y="1024263"/>
                  </a:lnTo>
                  <a:lnTo>
                    <a:pt x="538273" y="1031746"/>
                  </a:lnTo>
                  <a:lnTo>
                    <a:pt x="526040" y="1040196"/>
                  </a:lnTo>
                  <a:lnTo>
                    <a:pt x="513806" y="1047958"/>
                  </a:lnTo>
                  <a:lnTo>
                    <a:pt x="501573" y="1054977"/>
                  </a:lnTo>
                  <a:lnTo>
                    <a:pt x="489339" y="1061197"/>
                  </a:lnTo>
                  <a:lnTo>
                    <a:pt x="477106" y="1067306"/>
                  </a:lnTo>
                  <a:lnTo>
                    <a:pt x="464872" y="1076480"/>
                  </a:lnTo>
                  <a:lnTo>
                    <a:pt x="452639" y="1080816"/>
                  </a:lnTo>
                  <a:lnTo>
                    <a:pt x="440405" y="1083572"/>
                  </a:lnTo>
                  <a:lnTo>
                    <a:pt x="428172" y="1087245"/>
                  </a:lnTo>
                  <a:lnTo>
                    <a:pt x="415938" y="1093277"/>
                  </a:lnTo>
                  <a:lnTo>
                    <a:pt x="403705" y="1099449"/>
                  </a:lnTo>
                  <a:lnTo>
                    <a:pt x="391471" y="1105812"/>
                  </a:lnTo>
                  <a:lnTo>
                    <a:pt x="379238" y="1112417"/>
                  </a:lnTo>
                  <a:lnTo>
                    <a:pt x="367004" y="1119314"/>
                  </a:lnTo>
                  <a:lnTo>
                    <a:pt x="354771" y="1126556"/>
                  </a:lnTo>
                  <a:lnTo>
                    <a:pt x="342537" y="1134193"/>
                  </a:lnTo>
                  <a:lnTo>
                    <a:pt x="330304" y="1143923"/>
                  </a:lnTo>
                  <a:lnTo>
                    <a:pt x="318070" y="1156589"/>
                  </a:lnTo>
                  <a:lnTo>
                    <a:pt x="305837" y="1166912"/>
                  </a:lnTo>
                  <a:lnTo>
                    <a:pt x="293603" y="1180601"/>
                  </a:lnTo>
                  <a:lnTo>
                    <a:pt x="281370" y="1196543"/>
                  </a:lnTo>
                  <a:lnTo>
                    <a:pt x="269136" y="1213321"/>
                  </a:lnTo>
                  <a:lnTo>
                    <a:pt x="256903" y="1223254"/>
                  </a:lnTo>
                  <a:lnTo>
                    <a:pt x="244669" y="1239242"/>
                  </a:lnTo>
                  <a:lnTo>
                    <a:pt x="232436" y="1253899"/>
                  </a:lnTo>
                  <a:lnTo>
                    <a:pt x="220202" y="1271307"/>
                  </a:lnTo>
                  <a:lnTo>
                    <a:pt x="207969" y="1290593"/>
                  </a:lnTo>
                  <a:lnTo>
                    <a:pt x="195735" y="1310814"/>
                  </a:lnTo>
                  <a:lnTo>
                    <a:pt x="183502" y="1330677"/>
                  </a:lnTo>
                  <a:lnTo>
                    <a:pt x="171268" y="1355650"/>
                  </a:lnTo>
                  <a:lnTo>
                    <a:pt x="159035" y="1378627"/>
                  </a:lnTo>
                  <a:lnTo>
                    <a:pt x="146801" y="1394245"/>
                  </a:lnTo>
                  <a:lnTo>
                    <a:pt x="134568" y="1403476"/>
                  </a:lnTo>
                  <a:lnTo>
                    <a:pt x="122334" y="1412574"/>
                  </a:lnTo>
                  <a:lnTo>
                    <a:pt x="110101" y="1420492"/>
                  </a:lnTo>
                  <a:lnTo>
                    <a:pt x="97867" y="1418635"/>
                  </a:lnTo>
                  <a:lnTo>
                    <a:pt x="85634" y="1417918"/>
                  </a:lnTo>
                  <a:lnTo>
                    <a:pt x="73400" y="1417748"/>
                  </a:lnTo>
                  <a:lnTo>
                    <a:pt x="61167" y="1409688"/>
                  </a:lnTo>
                  <a:lnTo>
                    <a:pt x="48933" y="1396851"/>
                  </a:lnTo>
                  <a:lnTo>
                    <a:pt x="36700" y="1373478"/>
                  </a:lnTo>
                  <a:lnTo>
                    <a:pt x="24466" y="1363923"/>
                  </a:lnTo>
                  <a:lnTo>
                    <a:pt x="12233" y="1359599"/>
                  </a:lnTo>
                  <a:lnTo>
                    <a:pt x="0" y="13473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78255" y="1089172"/>
              <a:ext cx="2189796" cy="1715746"/>
            </a:xfrm>
            <a:custGeom>
              <a:avLst/>
              <a:pathLst>
                <a:path w="2189796" h="1715746">
                  <a:moveTo>
                    <a:pt x="0" y="1571217"/>
                  </a:moveTo>
                  <a:lnTo>
                    <a:pt x="12233" y="1610195"/>
                  </a:lnTo>
                  <a:lnTo>
                    <a:pt x="24466" y="1642324"/>
                  </a:lnTo>
                  <a:lnTo>
                    <a:pt x="36700" y="1668040"/>
                  </a:lnTo>
                  <a:lnTo>
                    <a:pt x="48933" y="1687782"/>
                  </a:lnTo>
                  <a:lnTo>
                    <a:pt x="61167" y="1701986"/>
                  </a:lnTo>
                  <a:lnTo>
                    <a:pt x="73400" y="1711090"/>
                  </a:lnTo>
                  <a:lnTo>
                    <a:pt x="85634" y="1715531"/>
                  </a:lnTo>
                  <a:lnTo>
                    <a:pt x="97867" y="1715746"/>
                  </a:lnTo>
                  <a:lnTo>
                    <a:pt x="110101" y="1712173"/>
                  </a:lnTo>
                  <a:lnTo>
                    <a:pt x="122334" y="1705249"/>
                  </a:lnTo>
                  <a:lnTo>
                    <a:pt x="134568" y="1695411"/>
                  </a:lnTo>
                  <a:lnTo>
                    <a:pt x="146801" y="1683096"/>
                  </a:lnTo>
                  <a:lnTo>
                    <a:pt x="159035" y="1668742"/>
                  </a:lnTo>
                  <a:lnTo>
                    <a:pt x="171268" y="1652786"/>
                  </a:lnTo>
                  <a:lnTo>
                    <a:pt x="183502" y="1635666"/>
                  </a:lnTo>
                  <a:lnTo>
                    <a:pt x="195735" y="1617818"/>
                  </a:lnTo>
                  <a:lnTo>
                    <a:pt x="207969" y="1599679"/>
                  </a:lnTo>
                  <a:lnTo>
                    <a:pt x="220202" y="1581688"/>
                  </a:lnTo>
                  <a:lnTo>
                    <a:pt x="232436" y="1564281"/>
                  </a:lnTo>
                  <a:lnTo>
                    <a:pt x="244669" y="1547895"/>
                  </a:lnTo>
                  <a:lnTo>
                    <a:pt x="256903" y="1532842"/>
                  </a:lnTo>
                  <a:lnTo>
                    <a:pt x="269136" y="1519092"/>
                  </a:lnTo>
                  <a:lnTo>
                    <a:pt x="281370" y="1506554"/>
                  </a:lnTo>
                  <a:lnTo>
                    <a:pt x="293603" y="1495139"/>
                  </a:lnTo>
                  <a:lnTo>
                    <a:pt x="305837" y="1484755"/>
                  </a:lnTo>
                  <a:lnTo>
                    <a:pt x="318070" y="1475311"/>
                  </a:lnTo>
                  <a:lnTo>
                    <a:pt x="330304" y="1466718"/>
                  </a:lnTo>
                  <a:lnTo>
                    <a:pt x="342537" y="1458883"/>
                  </a:lnTo>
                  <a:lnTo>
                    <a:pt x="354771" y="1451718"/>
                  </a:lnTo>
                  <a:lnTo>
                    <a:pt x="367004" y="1445131"/>
                  </a:lnTo>
                  <a:lnTo>
                    <a:pt x="379238" y="1439032"/>
                  </a:lnTo>
                  <a:lnTo>
                    <a:pt x="391471" y="1433329"/>
                  </a:lnTo>
                  <a:lnTo>
                    <a:pt x="403705" y="1427933"/>
                  </a:lnTo>
                  <a:lnTo>
                    <a:pt x="415938" y="1422753"/>
                  </a:lnTo>
                  <a:lnTo>
                    <a:pt x="428172" y="1417697"/>
                  </a:lnTo>
                  <a:lnTo>
                    <a:pt x="440405" y="1412677"/>
                  </a:lnTo>
                  <a:lnTo>
                    <a:pt x="452639" y="1407600"/>
                  </a:lnTo>
                  <a:lnTo>
                    <a:pt x="464872" y="1402376"/>
                  </a:lnTo>
                  <a:lnTo>
                    <a:pt x="477106" y="1396915"/>
                  </a:lnTo>
                  <a:lnTo>
                    <a:pt x="489339" y="1391127"/>
                  </a:lnTo>
                  <a:lnTo>
                    <a:pt x="501573" y="1384951"/>
                  </a:lnTo>
                  <a:lnTo>
                    <a:pt x="513806" y="1378392"/>
                  </a:lnTo>
                  <a:lnTo>
                    <a:pt x="526040" y="1371463"/>
                  </a:lnTo>
                  <a:lnTo>
                    <a:pt x="538273" y="1364175"/>
                  </a:lnTo>
                  <a:lnTo>
                    <a:pt x="550507" y="1356542"/>
                  </a:lnTo>
                  <a:lnTo>
                    <a:pt x="562740" y="1348575"/>
                  </a:lnTo>
                  <a:lnTo>
                    <a:pt x="574974" y="1340286"/>
                  </a:lnTo>
                  <a:lnTo>
                    <a:pt x="587207" y="1331689"/>
                  </a:lnTo>
                  <a:lnTo>
                    <a:pt x="599441" y="1322794"/>
                  </a:lnTo>
                  <a:lnTo>
                    <a:pt x="611674" y="1313616"/>
                  </a:lnTo>
                  <a:lnTo>
                    <a:pt x="623908" y="1304166"/>
                  </a:lnTo>
                  <a:lnTo>
                    <a:pt x="636141" y="1294456"/>
                  </a:lnTo>
                  <a:lnTo>
                    <a:pt x="648375" y="1284499"/>
                  </a:lnTo>
                  <a:lnTo>
                    <a:pt x="660608" y="1274307"/>
                  </a:lnTo>
                  <a:lnTo>
                    <a:pt x="672842" y="1263892"/>
                  </a:lnTo>
                  <a:lnTo>
                    <a:pt x="685075" y="1253267"/>
                  </a:lnTo>
                  <a:lnTo>
                    <a:pt x="697309" y="1242444"/>
                  </a:lnTo>
                  <a:lnTo>
                    <a:pt x="709542" y="1231436"/>
                  </a:lnTo>
                  <a:lnTo>
                    <a:pt x="721776" y="1220255"/>
                  </a:lnTo>
                  <a:lnTo>
                    <a:pt x="734009" y="1208916"/>
                  </a:lnTo>
                  <a:lnTo>
                    <a:pt x="746243" y="1197430"/>
                  </a:lnTo>
                  <a:lnTo>
                    <a:pt x="758476" y="1185802"/>
                  </a:lnTo>
                  <a:lnTo>
                    <a:pt x="770710" y="1174035"/>
                  </a:lnTo>
                  <a:lnTo>
                    <a:pt x="782943" y="1162135"/>
                  </a:lnTo>
                  <a:lnTo>
                    <a:pt x="795177" y="1150107"/>
                  </a:lnTo>
                  <a:lnTo>
                    <a:pt x="807410" y="1137953"/>
                  </a:lnTo>
                  <a:lnTo>
                    <a:pt x="819644" y="1125680"/>
                  </a:lnTo>
                  <a:lnTo>
                    <a:pt x="831877" y="1113291"/>
                  </a:lnTo>
                  <a:lnTo>
                    <a:pt x="844111" y="1100791"/>
                  </a:lnTo>
                  <a:lnTo>
                    <a:pt x="856344" y="1088184"/>
                  </a:lnTo>
                  <a:lnTo>
                    <a:pt x="868578" y="1075475"/>
                  </a:lnTo>
                  <a:lnTo>
                    <a:pt x="880811" y="1062669"/>
                  </a:lnTo>
                  <a:lnTo>
                    <a:pt x="893045" y="1049769"/>
                  </a:lnTo>
                  <a:lnTo>
                    <a:pt x="905278" y="1036781"/>
                  </a:lnTo>
                  <a:lnTo>
                    <a:pt x="917512" y="1023708"/>
                  </a:lnTo>
                  <a:lnTo>
                    <a:pt x="929745" y="1010556"/>
                  </a:lnTo>
                  <a:lnTo>
                    <a:pt x="941979" y="997328"/>
                  </a:lnTo>
                  <a:lnTo>
                    <a:pt x="954212" y="984029"/>
                  </a:lnTo>
                  <a:lnTo>
                    <a:pt x="966446" y="970659"/>
                  </a:lnTo>
                  <a:lnTo>
                    <a:pt x="978679" y="957219"/>
                  </a:lnTo>
                  <a:lnTo>
                    <a:pt x="990913" y="943706"/>
                  </a:lnTo>
                  <a:lnTo>
                    <a:pt x="1003146" y="930107"/>
                  </a:lnTo>
                  <a:lnTo>
                    <a:pt x="1015380" y="916413"/>
                  </a:lnTo>
                  <a:lnTo>
                    <a:pt x="1027613" y="902610"/>
                  </a:lnTo>
                  <a:lnTo>
                    <a:pt x="1039847" y="888689"/>
                  </a:lnTo>
                  <a:lnTo>
                    <a:pt x="1052080" y="874638"/>
                  </a:lnTo>
                  <a:lnTo>
                    <a:pt x="1064314" y="860445"/>
                  </a:lnTo>
                  <a:lnTo>
                    <a:pt x="1076547" y="846099"/>
                  </a:lnTo>
                  <a:lnTo>
                    <a:pt x="1088781" y="831590"/>
                  </a:lnTo>
                  <a:lnTo>
                    <a:pt x="1101014" y="816905"/>
                  </a:lnTo>
                  <a:lnTo>
                    <a:pt x="1113248" y="802033"/>
                  </a:lnTo>
                  <a:lnTo>
                    <a:pt x="1125481" y="786963"/>
                  </a:lnTo>
                  <a:lnTo>
                    <a:pt x="1137715" y="771683"/>
                  </a:lnTo>
                  <a:lnTo>
                    <a:pt x="1149948" y="756183"/>
                  </a:lnTo>
                  <a:lnTo>
                    <a:pt x="1162182" y="740451"/>
                  </a:lnTo>
                  <a:lnTo>
                    <a:pt x="1174415" y="724475"/>
                  </a:lnTo>
                  <a:lnTo>
                    <a:pt x="1186649" y="708247"/>
                  </a:lnTo>
                  <a:lnTo>
                    <a:pt x="1198882" y="691758"/>
                  </a:lnTo>
                  <a:lnTo>
                    <a:pt x="1211116" y="675003"/>
                  </a:lnTo>
                  <a:lnTo>
                    <a:pt x="1223349" y="657979"/>
                  </a:lnTo>
                  <a:lnTo>
                    <a:pt x="1235583" y="640718"/>
                  </a:lnTo>
                  <a:lnTo>
                    <a:pt x="1247816" y="623284"/>
                  </a:lnTo>
                  <a:lnTo>
                    <a:pt x="1260050" y="605743"/>
                  </a:lnTo>
                  <a:lnTo>
                    <a:pt x="1272283" y="588160"/>
                  </a:lnTo>
                  <a:lnTo>
                    <a:pt x="1284517" y="570601"/>
                  </a:lnTo>
                  <a:lnTo>
                    <a:pt x="1296750" y="553131"/>
                  </a:lnTo>
                  <a:lnTo>
                    <a:pt x="1308984" y="535815"/>
                  </a:lnTo>
                  <a:lnTo>
                    <a:pt x="1321217" y="518720"/>
                  </a:lnTo>
                  <a:lnTo>
                    <a:pt x="1333451" y="501909"/>
                  </a:lnTo>
                  <a:lnTo>
                    <a:pt x="1345684" y="485449"/>
                  </a:lnTo>
                  <a:lnTo>
                    <a:pt x="1357918" y="469405"/>
                  </a:lnTo>
                  <a:lnTo>
                    <a:pt x="1370151" y="453842"/>
                  </a:lnTo>
                  <a:lnTo>
                    <a:pt x="1382385" y="438826"/>
                  </a:lnTo>
                  <a:lnTo>
                    <a:pt x="1394618" y="424422"/>
                  </a:lnTo>
                  <a:lnTo>
                    <a:pt x="1406852" y="410696"/>
                  </a:lnTo>
                  <a:lnTo>
                    <a:pt x="1419085" y="397712"/>
                  </a:lnTo>
                  <a:lnTo>
                    <a:pt x="1431319" y="385530"/>
                  </a:lnTo>
                  <a:lnTo>
                    <a:pt x="1443552" y="374207"/>
                  </a:lnTo>
                  <a:lnTo>
                    <a:pt x="1455786" y="363803"/>
                  </a:lnTo>
                  <a:lnTo>
                    <a:pt x="1468019" y="354368"/>
                  </a:lnTo>
                  <a:lnTo>
                    <a:pt x="1480253" y="345875"/>
                  </a:lnTo>
                  <a:lnTo>
                    <a:pt x="1492486" y="338245"/>
                  </a:lnTo>
                  <a:lnTo>
                    <a:pt x="1504720" y="331399"/>
                  </a:lnTo>
                  <a:lnTo>
                    <a:pt x="1516953" y="325258"/>
                  </a:lnTo>
                  <a:lnTo>
                    <a:pt x="1529187" y="319741"/>
                  </a:lnTo>
                  <a:lnTo>
                    <a:pt x="1541420" y="314769"/>
                  </a:lnTo>
                  <a:lnTo>
                    <a:pt x="1553654" y="310263"/>
                  </a:lnTo>
                  <a:lnTo>
                    <a:pt x="1565887" y="306143"/>
                  </a:lnTo>
                  <a:lnTo>
                    <a:pt x="1578121" y="302330"/>
                  </a:lnTo>
                  <a:lnTo>
                    <a:pt x="1590354" y="298744"/>
                  </a:lnTo>
                  <a:lnTo>
                    <a:pt x="1602588" y="295306"/>
                  </a:lnTo>
                  <a:lnTo>
                    <a:pt x="1614821" y="291936"/>
                  </a:lnTo>
                  <a:lnTo>
                    <a:pt x="1627055" y="288555"/>
                  </a:lnTo>
                  <a:lnTo>
                    <a:pt x="1639288" y="285083"/>
                  </a:lnTo>
                  <a:lnTo>
                    <a:pt x="1651522" y="281441"/>
                  </a:lnTo>
                  <a:lnTo>
                    <a:pt x="1663755" y="277554"/>
                  </a:lnTo>
                  <a:lnTo>
                    <a:pt x="1675989" y="273350"/>
                  </a:lnTo>
                  <a:lnTo>
                    <a:pt x="1688222" y="268757"/>
                  </a:lnTo>
                  <a:lnTo>
                    <a:pt x="1700456" y="263700"/>
                  </a:lnTo>
                  <a:lnTo>
                    <a:pt x="1712689" y="258119"/>
                  </a:lnTo>
                  <a:lnTo>
                    <a:pt x="1724923" y="252036"/>
                  </a:lnTo>
                  <a:lnTo>
                    <a:pt x="1737156" y="245515"/>
                  </a:lnTo>
                  <a:lnTo>
                    <a:pt x="1749390" y="238617"/>
                  </a:lnTo>
                  <a:lnTo>
                    <a:pt x="1761623" y="231408"/>
                  </a:lnTo>
                  <a:lnTo>
                    <a:pt x="1773857" y="223950"/>
                  </a:lnTo>
                  <a:lnTo>
                    <a:pt x="1786090" y="216306"/>
                  </a:lnTo>
                  <a:lnTo>
                    <a:pt x="1798324" y="208541"/>
                  </a:lnTo>
                  <a:lnTo>
                    <a:pt x="1810557" y="200716"/>
                  </a:lnTo>
                  <a:lnTo>
                    <a:pt x="1822791" y="192896"/>
                  </a:lnTo>
                  <a:lnTo>
                    <a:pt x="1835024" y="185143"/>
                  </a:lnTo>
                  <a:lnTo>
                    <a:pt x="1847258" y="177522"/>
                  </a:lnTo>
                  <a:lnTo>
                    <a:pt x="1859491" y="170096"/>
                  </a:lnTo>
                  <a:lnTo>
                    <a:pt x="1871725" y="162927"/>
                  </a:lnTo>
                  <a:lnTo>
                    <a:pt x="1883958" y="156079"/>
                  </a:lnTo>
                  <a:lnTo>
                    <a:pt x="1896192" y="149611"/>
                  </a:lnTo>
                  <a:lnTo>
                    <a:pt x="1908425" y="143579"/>
                  </a:lnTo>
                  <a:lnTo>
                    <a:pt x="1920659" y="138039"/>
                  </a:lnTo>
                  <a:lnTo>
                    <a:pt x="1932892" y="133047"/>
                  </a:lnTo>
                  <a:lnTo>
                    <a:pt x="1945126" y="128659"/>
                  </a:lnTo>
                  <a:lnTo>
                    <a:pt x="1957359" y="124909"/>
                  </a:lnTo>
                  <a:lnTo>
                    <a:pt x="1969593" y="121701"/>
                  </a:lnTo>
                  <a:lnTo>
                    <a:pt x="1981826" y="118897"/>
                  </a:lnTo>
                  <a:lnTo>
                    <a:pt x="1994060" y="116359"/>
                  </a:lnTo>
                  <a:lnTo>
                    <a:pt x="2006293" y="113948"/>
                  </a:lnTo>
                  <a:lnTo>
                    <a:pt x="2018527" y="111525"/>
                  </a:lnTo>
                  <a:lnTo>
                    <a:pt x="2030760" y="108953"/>
                  </a:lnTo>
                  <a:lnTo>
                    <a:pt x="2042994" y="106092"/>
                  </a:lnTo>
                  <a:lnTo>
                    <a:pt x="2055227" y="102803"/>
                  </a:lnTo>
                  <a:lnTo>
                    <a:pt x="2067461" y="98949"/>
                  </a:lnTo>
                  <a:lnTo>
                    <a:pt x="2079694" y="94390"/>
                  </a:lnTo>
                  <a:lnTo>
                    <a:pt x="2091928" y="88988"/>
                  </a:lnTo>
                  <a:lnTo>
                    <a:pt x="2104161" y="82604"/>
                  </a:lnTo>
                  <a:lnTo>
                    <a:pt x="2116395" y="75104"/>
                  </a:lnTo>
                  <a:lnTo>
                    <a:pt x="2128628" y="66388"/>
                  </a:lnTo>
                  <a:lnTo>
                    <a:pt x="2140862" y="56330"/>
                  </a:lnTo>
                  <a:lnTo>
                    <a:pt x="2153095" y="44797"/>
                  </a:lnTo>
                  <a:lnTo>
                    <a:pt x="2165329" y="31654"/>
                  </a:lnTo>
                  <a:lnTo>
                    <a:pt x="2177562" y="16766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81585" y="1179674"/>
              <a:ext cx="2191014" cy="1919229"/>
            </a:xfrm>
            <a:custGeom>
              <a:avLst/>
              <a:pathLst>
                <a:path w="2191014" h="1919229">
                  <a:moveTo>
                    <a:pt x="0" y="827365"/>
                  </a:moveTo>
                  <a:lnTo>
                    <a:pt x="12240" y="836419"/>
                  </a:lnTo>
                  <a:lnTo>
                    <a:pt x="24480" y="839170"/>
                  </a:lnTo>
                  <a:lnTo>
                    <a:pt x="36720" y="830891"/>
                  </a:lnTo>
                  <a:lnTo>
                    <a:pt x="48961" y="811204"/>
                  </a:lnTo>
                  <a:lnTo>
                    <a:pt x="61201" y="797656"/>
                  </a:lnTo>
                  <a:lnTo>
                    <a:pt x="73441" y="788092"/>
                  </a:lnTo>
                  <a:lnTo>
                    <a:pt x="85682" y="784743"/>
                  </a:lnTo>
                  <a:lnTo>
                    <a:pt x="97922" y="772740"/>
                  </a:lnTo>
                  <a:lnTo>
                    <a:pt x="110162" y="761405"/>
                  </a:lnTo>
                  <a:lnTo>
                    <a:pt x="122403" y="751769"/>
                  </a:lnTo>
                  <a:lnTo>
                    <a:pt x="134643" y="743609"/>
                  </a:lnTo>
                  <a:lnTo>
                    <a:pt x="146883" y="736681"/>
                  </a:lnTo>
                  <a:lnTo>
                    <a:pt x="159123" y="730471"/>
                  </a:lnTo>
                  <a:lnTo>
                    <a:pt x="171364" y="724917"/>
                  </a:lnTo>
                  <a:lnTo>
                    <a:pt x="183604" y="719962"/>
                  </a:lnTo>
                  <a:lnTo>
                    <a:pt x="195844" y="715543"/>
                  </a:lnTo>
                  <a:lnTo>
                    <a:pt x="208085" y="712442"/>
                  </a:lnTo>
                  <a:lnTo>
                    <a:pt x="220325" y="708079"/>
                  </a:lnTo>
                  <a:lnTo>
                    <a:pt x="232565" y="703551"/>
                  </a:lnTo>
                  <a:lnTo>
                    <a:pt x="244806" y="700244"/>
                  </a:lnTo>
                  <a:lnTo>
                    <a:pt x="257046" y="695998"/>
                  </a:lnTo>
                  <a:lnTo>
                    <a:pt x="269286" y="686782"/>
                  </a:lnTo>
                  <a:lnTo>
                    <a:pt x="281527" y="677567"/>
                  </a:lnTo>
                  <a:lnTo>
                    <a:pt x="293767" y="669853"/>
                  </a:lnTo>
                  <a:lnTo>
                    <a:pt x="306007" y="661433"/>
                  </a:lnTo>
                  <a:lnTo>
                    <a:pt x="318247" y="654374"/>
                  </a:lnTo>
                  <a:lnTo>
                    <a:pt x="330488" y="647893"/>
                  </a:lnTo>
                  <a:lnTo>
                    <a:pt x="342728" y="638643"/>
                  </a:lnTo>
                  <a:lnTo>
                    <a:pt x="354968" y="629592"/>
                  </a:lnTo>
                  <a:lnTo>
                    <a:pt x="367209" y="623146"/>
                  </a:lnTo>
                  <a:lnTo>
                    <a:pt x="379449" y="617451"/>
                  </a:lnTo>
                  <a:lnTo>
                    <a:pt x="391689" y="609067"/>
                  </a:lnTo>
                  <a:lnTo>
                    <a:pt x="403930" y="600172"/>
                  </a:lnTo>
                  <a:lnTo>
                    <a:pt x="416170" y="591636"/>
                  </a:lnTo>
                  <a:lnTo>
                    <a:pt x="428410" y="581978"/>
                  </a:lnTo>
                  <a:lnTo>
                    <a:pt x="440650" y="570895"/>
                  </a:lnTo>
                  <a:lnTo>
                    <a:pt x="452891" y="562196"/>
                  </a:lnTo>
                  <a:lnTo>
                    <a:pt x="465131" y="555892"/>
                  </a:lnTo>
                  <a:lnTo>
                    <a:pt x="477371" y="549947"/>
                  </a:lnTo>
                  <a:lnTo>
                    <a:pt x="489612" y="544402"/>
                  </a:lnTo>
                  <a:lnTo>
                    <a:pt x="501852" y="539275"/>
                  </a:lnTo>
                  <a:lnTo>
                    <a:pt x="514092" y="534533"/>
                  </a:lnTo>
                  <a:lnTo>
                    <a:pt x="526333" y="528592"/>
                  </a:lnTo>
                  <a:lnTo>
                    <a:pt x="538573" y="521784"/>
                  </a:lnTo>
                  <a:lnTo>
                    <a:pt x="550813" y="518809"/>
                  </a:lnTo>
                  <a:lnTo>
                    <a:pt x="563054" y="516362"/>
                  </a:lnTo>
                  <a:lnTo>
                    <a:pt x="575294" y="515214"/>
                  </a:lnTo>
                  <a:lnTo>
                    <a:pt x="587534" y="511951"/>
                  </a:lnTo>
                  <a:lnTo>
                    <a:pt x="599774" y="509137"/>
                  </a:lnTo>
                  <a:lnTo>
                    <a:pt x="612015" y="506068"/>
                  </a:lnTo>
                  <a:lnTo>
                    <a:pt x="624255" y="502651"/>
                  </a:lnTo>
                  <a:lnTo>
                    <a:pt x="636495" y="499583"/>
                  </a:lnTo>
                  <a:lnTo>
                    <a:pt x="648736" y="493023"/>
                  </a:lnTo>
                  <a:lnTo>
                    <a:pt x="660976" y="487479"/>
                  </a:lnTo>
                  <a:lnTo>
                    <a:pt x="673216" y="482902"/>
                  </a:lnTo>
                  <a:lnTo>
                    <a:pt x="685457" y="477868"/>
                  </a:lnTo>
                  <a:lnTo>
                    <a:pt x="697697" y="474232"/>
                  </a:lnTo>
                  <a:lnTo>
                    <a:pt x="709937" y="470167"/>
                  </a:lnTo>
                  <a:lnTo>
                    <a:pt x="722177" y="465603"/>
                  </a:lnTo>
                  <a:lnTo>
                    <a:pt x="734418" y="459229"/>
                  </a:lnTo>
                  <a:lnTo>
                    <a:pt x="746658" y="451285"/>
                  </a:lnTo>
                  <a:lnTo>
                    <a:pt x="758898" y="446697"/>
                  </a:lnTo>
                  <a:lnTo>
                    <a:pt x="771139" y="441825"/>
                  </a:lnTo>
                  <a:lnTo>
                    <a:pt x="783379" y="434754"/>
                  </a:lnTo>
                  <a:lnTo>
                    <a:pt x="795619" y="427374"/>
                  </a:lnTo>
                  <a:lnTo>
                    <a:pt x="807860" y="419754"/>
                  </a:lnTo>
                  <a:lnTo>
                    <a:pt x="820100" y="411965"/>
                  </a:lnTo>
                  <a:lnTo>
                    <a:pt x="832340" y="404078"/>
                  </a:lnTo>
                  <a:lnTo>
                    <a:pt x="844581" y="396163"/>
                  </a:lnTo>
                  <a:lnTo>
                    <a:pt x="856821" y="390212"/>
                  </a:lnTo>
                  <a:lnTo>
                    <a:pt x="869061" y="385478"/>
                  </a:lnTo>
                  <a:lnTo>
                    <a:pt x="881301" y="377609"/>
                  </a:lnTo>
                  <a:lnTo>
                    <a:pt x="893542" y="370178"/>
                  </a:lnTo>
                  <a:lnTo>
                    <a:pt x="905782" y="363261"/>
                  </a:lnTo>
                  <a:lnTo>
                    <a:pt x="918022" y="355035"/>
                  </a:lnTo>
                  <a:lnTo>
                    <a:pt x="930263" y="349717"/>
                  </a:lnTo>
                  <a:lnTo>
                    <a:pt x="942503" y="345190"/>
                  </a:lnTo>
                  <a:lnTo>
                    <a:pt x="954743" y="339030"/>
                  </a:lnTo>
                  <a:lnTo>
                    <a:pt x="966984" y="333677"/>
                  </a:lnTo>
                  <a:lnTo>
                    <a:pt x="979224" y="327482"/>
                  </a:lnTo>
                  <a:lnTo>
                    <a:pt x="991464" y="324633"/>
                  </a:lnTo>
                  <a:lnTo>
                    <a:pt x="1003704" y="319318"/>
                  </a:lnTo>
                  <a:lnTo>
                    <a:pt x="1015945" y="312287"/>
                  </a:lnTo>
                  <a:lnTo>
                    <a:pt x="1028185" y="306258"/>
                  </a:lnTo>
                  <a:lnTo>
                    <a:pt x="1040425" y="300455"/>
                  </a:lnTo>
                  <a:lnTo>
                    <a:pt x="1052666" y="297443"/>
                  </a:lnTo>
                  <a:lnTo>
                    <a:pt x="1064906" y="295477"/>
                  </a:lnTo>
                  <a:lnTo>
                    <a:pt x="1077146" y="289643"/>
                  </a:lnTo>
                  <a:lnTo>
                    <a:pt x="1089387" y="283638"/>
                  </a:lnTo>
                  <a:lnTo>
                    <a:pt x="1101627" y="278077"/>
                  </a:lnTo>
                  <a:lnTo>
                    <a:pt x="1113867" y="274412"/>
                  </a:lnTo>
                  <a:lnTo>
                    <a:pt x="1126108" y="272929"/>
                  </a:lnTo>
                  <a:lnTo>
                    <a:pt x="1138348" y="268519"/>
                  </a:lnTo>
                  <a:lnTo>
                    <a:pt x="1150588" y="263294"/>
                  </a:lnTo>
                  <a:lnTo>
                    <a:pt x="1162828" y="261087"/>
                  </a:lnTo>
                  <a:lnTo>
                    <a:pt x="1175069" y="258553"/>
                  </a:lnTo>
                  <a:lnTo>
                    <a:pt x="1187309" y="257006"/>
                  </a:lnTo>
                  <a:lnTo>
                    <a:pt x="1199549" y="257109"/>
                  </a:lnTo>
                  <a:lnTo>
                    <a:pt x="1211790" y="258372"/>
                  </a:lnTo>
                  <a:lnTo>
                    <a:pt x="1224030" y="260703"/>
                  </a:lnTo>
                  <a:lnTo>
                    <a:pt x="1236270" y="264065"/>
                  </a:lnTo>
                  <a:lnTo>
                    <a:pt x="1248511" y="268338"/>
                  </a:lnTo>
                  <a:lnTo>
                    <a:pt x="1260751" y="270656"/>
                  </a:lnTo>
                  <a:lnTo>
                    <a:pt x="1272991" y="268124"/>
                  </a:lnTo>
                  <a:lnTo>
                    <a:pt x="1285231" y="266606"/>
                  </a:lnTo>
                  <a:lnTo>
                    <a:pt x="1297472" y="259274"/>
                  </a:lnTo>
                  <a:lnTo>
                    <a:pt x="1309712" y="251832"/>
                  </a:lnTo>
                  <a:lnTo>
                    <a:pt x="1321952" y="247109"/>
                  </a:lnTo>
                  <a:lnTo>
                    <a:pt x="1334193" y="242821"/>
                  </a:lnTo>
                  <a:lnTo>
                    <a:pt x="1346433" y="229587"/>
                  </a:lnTo>
                  <a:lnTo>
                    <a:pt x="1358673" y="220431"/>
                  </a:lnTo>
                  <a:lnTo>
                    <a:pt x="1370914" y="205182"/>
                  </a:lnTo>
                  <a:lnTo>
                    <a:pt x="1383154" y="201904"/>
                  </a:lnTo>
                  <a:lnTo>
                    <a:pt x="1395394" y="202879"/>
                  </a:lnTo>
                  <a:lnTo>
                    <a:pt x="1407635" y="197223"/>
                  </a:lnTo>
                  <a:lnTo>
                    <a:pt x="1419875" y="195851"/>
                  </a:lnTo>
                  <a:lnTo>
                    <a:pt x="1432115" y="201579"/>
                  </a:lnTo>
                  <a:lnTo>
                    <a:pt x="1444355" y="209187"/>
                  </a:lnTo>
                  <a:lnTo>
                    <a:pt x="1456596" y="218816"/>
                  </a:lnTo>
                  <a:lnTo>
                    <a:pt x="1468836" y="230587"/>
                  </a:lnTo>
                  <a:lnTo>
                    <a:pt x="1481076" y="230703"/>
                  </a:lnTo>
                  <a:lnTo>
                    <a:pt x="1493317" y="225689"/>
                  </a:lnTo>
                  <a:lnTo>
                    <a:pt x="1505557" y="227562"/>
                  </a:lnTo>
                  <a:lnTo>
                    <a:pt x="1517797" y="242878"/>
                  </a:lnTo>
                  <a:lnTo>
                    <a:pt x="1530038" y="232491"/>
                  </a:lnTo>
                  <a:lnTo>
                    <a:pt x="1542278" y="224855"/>
                  </a:lnTo>
                  <a:lnTo>
                    <a:pt x="1554518" y="223241"/>
                  </a:lnTo>
                  <a:lnTo>
                    <a:pt x="1566759" y="240109"/>
                  </a:lnTo>
                  <a:lnTo>
                    <a:pt x="1578999" y="249908"/>
                  </a:lnTo>
                  <a:lnTo>
                    <a:pt x="1591239" y="240776"/>
                  </a:lnTo>
                  <a:lnTo>
                    <a:pt x="1603479" y="237175"/>
                  </a:lnTo>
                  <a:lnTo>
                    <a:pt x="1615720" y="225890"/>
                  </a:lnTo>
                  <a:lnTo>
                    <a:pt x="1627960" y="217443"/>
                  </a:lnTo>
                  <a:lnTo>
                    <a:pt x="1640200" y="212294"/>
                  </a:lnTo>
                  <a:lnTo>
                    <a:pt x="1652441" y="210902"/>
                  </a:lnTo>
                  <a:lnTo>
                    <a:pt x="1664681" y="213730"/>
                  </a:lnTo>
                  <a:lnTo>
                    <a:pt x="1676921" y="221238"/>
                  </a:lnTo>
                  <a:lnTo>
                    <a:pt x="1689162" y="229862"/>
                  </a:lnTo>
                  <a:lnTo>
                    <a:pt x="1701402" y="235584"/>
                  </a:lnTo>
                  <a:lnTo>
                    <a:pt x="1713642" y="238759"/>
                  </a:lnTo>
                  <a:lnTo>
                    <a:pt x="1725882" y="249763"/>
                  </a:lnTo>
                  <a:lnTo>
                    <a:pt x="1738123" y="248908"/>
                  </a:lnTo>
                  <a:lnTo>
                    <a:pt x="1750363" y="244783"/>
                  </a:lnTo>
                  <a:lnTo>
                    <a:pt x="1762603" y="221888"/>
                  </a:lnTo>
                  <a:lnTo>
                    <a:pt x="1774844" y="238515"/>
                  </a:lnTo>
                  <a:lnTo>
                    <a:pt x="1787084" y="219831"/>
                  </a:lnTo>
                  <a:lnTo>
                    <a:pt x="1799324" y="220295"/>
                  </a:lnTo>
                  <a:lnTo>
                    <a:pt x="1811565" y="203799"/>
                  </a:lnTo>
                  <a:lnTo>
                    <a:pt x="1823805" y="201184"/>
                  </a:lnTo>
                  <a:lnTo>
                    <a:pt x="1836045" y="206861"/>
                  </a:lnTo>
                  <a:lnTo>
                    <a:pt x="1848286" y="203387"/>
                  </a:lnTo>
                  <a:lnTo>
                    <a:pt x="1860526" y="193575"/>
                  </a:lnTo>
                  <a:lnTo>
                    <a:pt x="1872766" y="185501"/>
                  </a:lnTo>
                  <a:lnTo>
                    <a:pt x="1885006" y="179409"/>
                  </a:lnTo>
                  <a:lnTo>
                    <a:pt x="1897247" y="171161"/>
                  </a:lnTo>
                  <a:lnTo>
                    <a:pt x="1909487" y="174150"/>
                  </a:lnTo>
                  <a:lnTo>
                    <a:pt x="1921727" y="175470"/>
                  </a:lnTo>
                  <a:lnTo>
                    <a:pt x="1933968" y="201260"/>
                  </a:lnTo>
                  <a:lnTo>
                    <a:pt x="1946208" y="205813"/>
                  </a:lnTo>
                  <a:lnTo>
                    <a:pt x="1958448" y="198078"/>
                  </a:lnTo>
                  <a:lnTo>
                    <a:pt x="1970689" y="209030"/>
                  </a:lnTo>
                  <a:lnTo>
                    <a:pt x="1982929" y="206498"/>
                  </a:lnTo>
                  <a:lnTo>
                    <a:pt x="1995169" y="194414"/>
                  </a:lnTo>
                  <a:lnTo>
                    <a:pt x="2007409" y="180936"/>
                  </a:lnTo>
                  <a:lnTo>
                    <a:pt x="2019650" y="182162"/>
                  </a:lnTo>
                  <a:lnTo>
                    <a:pt x="2031890" y="161597"/>
                  </a:lnTo>
                  <a:lnTo>
                    <a:pt x="2044130" y="142033"/>
                  </a:lnTo>
                  <a:lnTo>
                    <a:pt x="2056371" y="124384"/>
                  </a:lnTo>
                  <a:lnTo>
                    <a:pt x="2068611" y="132115"/>
                  </a:lnTo>
                  <a:lnTo>
                    <a:pt x="2080851" y="112590"/>
                  </a:lnTo>
                  <a:lnTo>
                    <a:pt x="2093092" y="116620"/>
                  </a:lnTo>
                  <a:lnTo>
                    <a:pt x="2105332" y="100517"/>
                  </a:lnTo>
                  <a:lnTo>
                    <a:pt x="2117572" y="125280"/>
                  </a:lnTo>
                  <a:lnTo>
                    <a:pt x="2129813" y="99053"/>
                  </a:lnTo>
                  <a:lnTo>
                    <a:pt x="2142053" y="99941"/>
                  </a:lnTo>
                  <a:lnTo>
                    <a:pt x="2154293" y="72051"/>
                  </a:lnTo>
                  <a:lnTo>
                    <a:pt x="2166533" y="39711"/>
                  </a:lnTo>
                  <a:lnTo>
                    <a:pt x="2178774" y="16992"/>
                  </a:lnTo>
                  <a:lnTo>
                    <a:pt x="2191014" y="0"/>
                  </a:lnTo>
                  <a:lnTo>
                    <a:pt x="2191014" y="1919229"/>
                  </a:lnTo>
                  <a:lnTo>
                    <a:pt x="2190188" y="1919229"/>
                  </a:lnTo>
                  <a:lnTo>
                    <a:pt x="2178774" y="1786321"/>
                  </a:lnTo>
                  <a:lnTo>
                    <a:pt x="2166533" y="1656612"/>
                  </a:lnTo>
                  <a:lnTo>
                    <a:pt x="2154293" y="1539034"/>
                  </a:lnTo>
                  <a:lnTo>
                    <a:pt x="2142053" y="1432899"/>
                  </a:lnTo>
                  <a:lnTo>
                    <a:pt x="2129813" y="1440586"/>
                  </a:lnTo>
                  <a:lnTo>
                    <a:pt x="2117572" y="1380507"/>
                  </a:lnTo>
                  <a:lnTo>
                    <a:pt x="2105332" y="1371630"/>
                  </a:lnTo>
                  <a:lnTo>
                    <a:pt x="2093092" y="1323366"/>
                  </a:lnTo>
                  <a:lnTo>
                    <a:pt x="2080851" y="1288760"/>
                  </a:lnTo>
                  <a:lnTo>
                    <a:pt x="2068611" y="1263322"/>
                  </a:lnTo>
                  <a:lnTo>
                    <a:pt x="2056371" y="1226291"/>
                  </a:lnTo>
                  <a:lnTo>
                    <a:pt x="2044130" y="1179600"/>
                  </a:lnTo>
                  <a:lnTo>
                    <a:pt x="2031890" y="1125182"/>
                  </a:lnTo>
                  <a:lnTo>
                    <a:pt x="2019650" y="1101664"/>
                  </a:lnTo>
                  <a:lnTo>
                    <a:pt x="2007409" y="1075992"/>
                  </a:lnTo>
                  <a:lnTo>
                    <a:pt x="1995169" y="1039556"/>
                  </a:lnTo>
                  <a:lnTo>
                    <a:pt x="1982929" y="1000079"/>
                  </a:lnTo>
                  <a:lnTo>
                    <a:pt x="1970689" y="942133"/>
                  </a:lnTo>
                  <a:lnTo>
                    <a:pt x="1958448" y="934731"/>
                  </a:lnTo>
                  <a:lnTo>
                    <a:pt x="1946208" y="933429"/>
                  </a:lnTo>
                  <a:lnTo>
                    <a:pt x="1933968" y="928962"/>
                  </a:lnTo>
                  <a:lnTo>
                    <a:pt x="1921727" y="921476"/>
                  </a:lnTo>
                  <a:lnTo>
                    <a:pt x="1909487" y="911184"/>
                  </a:lnTo>
                  <a:lnTo>
                    <a:pt x="1897247" y="898298"/>
                  </a:lnTo>
                  <a:lnTo>
                    <a:pt x="1885006" y="883031"/>
                  </a:lnTo>
                  <a:lnTo>
                    <a:pt x="1872766" y="865595"/>
                  </a:lnTo>
                  <a:lnTo>
                    <a:pt x="1860526" y="846203"/>
                  </a:lnTo>
                  <a:lnTo>
                    <a:pt x="1848286" y="827820"/>
                  </a:lnTo>
                  <a:lnTo>
                    <a:pt x="1836045" y="811032"/>
                  </a:lnTo>
                  <a:lnTo>
                    <a:pt x="1823805" y="793393"/>
                  </a:lnTo>
                  <a:lnTo>
                    <a:pt x="1811565" y="776124"/>
                  </a:lnTo>
                  <a:lnTo>
                    <a:pt x="1799324" y="758516"/>
                  </a:lnTo>
                  <a:lnTo>
                    <a:pt x="1787084" y="724439"/>
                  </a:lnTo>
                  <a:lnTo>
                    <a:pt x="1774844" y="710446"/>
                  </a:lnTo>
                  <a:lnTo>
                    <a:pt x="1762603" y="695247"/>
                  </a:lnTo>
                  <a:lnTo>
                    <a:pt x="1750363" y="678934"/>
                  </a:lnTo>
                  <a:lnTo>
                    <a:pt x="1738123" y="657215"/>
                  </a:lnTo>
                  <a:lnTo>
                    <a:pt x="1725882" y="643342"/>
                  </a:lnTo>
                  <a:lnTo>
                    <a:pt x="1713642" y="630118"/>
                  </a:lnTo>
                  <a:lnTo>
                    <a:pt x="1701402" y="631309"/>
                  </a:lnTo>
                  <a:lnTo>
                    <a:pt x="1689162" y="625886"/>
                  </a:lnTo>
                  <a:lnTo>
                    <a:pt x="1676921" y="635050"/>
                  </a:lnTo>
                  <a:lnTo>
                    <a:pt x="1664681" y="621681"/>
                  </a:lnTo>
                  <a:lnTo>
                    <a:pt x="1652441" y="609970"/>
                  </a:lnTo>
                  <a:lnTo>
                    <a:pt x="1640200" y="604286"/>
                  </a:lnTo>
                  <a:lnTo>
                    <a:pt x="1627960" y="594833"/>
                  </a:lnTo>
                  <a:lnTo>
                    <a:pt x="1615720" y="578189"/>
                  </a:lnTo>
                  <a:lnTo>
                    <a:pt x="1603479" y="559875"/>
                  </a:lnTo>
                  <a:lnTo>
                    <a:pt x="1591239" y="547213"/>
                  </a:lnTo>
                  <a:lnTo>
                    <a:pt x="1578999" y="540376"/>
                  </a:lnTo>
                  <a:lnTo>
                    <a:pt x="1566759" y="545530"/>
                  </a:lnTo>
                  <a:lnTo>
                    <a:pt x="1554518" y="547113"/>
                  </a:lnTo>
                  <a:lnTo>
                    <a:pt x="1542278" y="550857"/>
                  </a:lnTo>
                  <a:lnTo>
                    <a:pt x="1530038" y="552357"/>
                  </a:lnTo>
                  <a:lnTo>
                    <a:pt x="1517797" y="545317"/>
                  </a:lnTo>
                  <a:lnTo>
                    <a:pt x="1505557" y="546002"/>
                  </a:lnTo>
                  <a:lnTo>
                    <a:pt x="1493317" y="544965"/>
                  </a:lnTo>
                  <a:lnTo>
                    <a:pt x="1481076" y="548567"/>
                  </a:lnTo>
                  <a:lnTo>
                    <a:pt x="1468836" y="553395"/>
                  </a:lnTo>
                  <a:lnTo>
                    <a:pt x="1456596" y="546584"/>
                  </a:lnTo>
                  <a:lnTo>
                    <a:pt x="1444355" y="537931"/>
                  </a:lnTo>
                  <a:lnTo>
                    <a:pt x="1432115" y="537053"/>
                  </a:lnTo>
                  <a:lnTo>
                    <a:pt x="1419875" y="528056"/>
                  </a:lnTo>
                  <a:lnTo>
                    <a:pt x="1407635" y="525171"/>
                  </a:lnTo>
                  <a:lnTo>
                    <a:pt x="1395394" y="515950"/>
                  </a:lnTo>
                  <a:lnTo>
                    <a:pt x="1383154" y="513265"/>
                  </a:lnTo>
                  <a:lnTo>
                    <a:pt x="1370914" y="510844"/>
                  </a:lnTo>
                  <a:lnTo>
                    <a:pt x="1358673" y="505075"/>
                  </a:lnTo>
                  <a:lnTo>
                    <a:pt x="1346433" y="500688"/>
                  </a:lnTo>
                  <a:lnTo>
                    <a:pt x="1334193" y="487839"/>
                  </a:lnTo>
                  <a:lnTo>
                    <a:pt x="1321952" y="485486"/>
                  </a:lnTo>
                  <a:lnTo>
                    <a:pt x="1309712" y="483879"/>
                  </a:lnTo>
                  <a:lnTo>
                    <a:pt x="1297472" y="482092"/>
                  </a:lnTo>
                  <a:lnTo>
                    <a:pt x="1285231" y="480113"/>
                  </a:lnTo>
                  <a:lnTo>
                    <a:pt x="1272991" y="477705"/>
                  </a:lnTo>
                  <a:lnTo>
                    <a:pt x="1260751" y="474087"/>
                  </a:lnTo>
                  <a:lnTo>
                    <a:pt x="1248511" y="471200"/>
                  </a:lnTo>
                  <a:lnTo>
                    <a:pt x="1236270" y="467700"/>
                  </a:lnTo>
                  <a:lnTo>
                    <a:pt x="1224030" y="464929"/>
                  </a:lnTo>
                  <a:lnTo>
                    <a:pt x="1211790" y="462440"/>
                  </a:lnTo>
                  <a:lnTo>
                    <a:pt x="1199549" y="459788"/>
                  </a:lnTo>
                  <a:lnTo>
                    <a:pt x="1187309" y="455940"/>
                  </a:lnTo>
                  <a:lnTo>
                    <a:pt x="1175069" y="453634"/>
                  </a:lnTo>
                  <a:lnTo>
                    <a:pt x="1162828" y="452969"/>
                  </a:lnTo>
                  <a:lnTo>
                    <a:pt x="1150588" y="453261"/>
                  </a:lnTo>
                  <a:lnTo>
                    <a:pt x="1138348" y="453387"/>
                  </a:lnTo>
                  <a:lnTo>
                    <a:pt x="1126108" y="453185"/>
                  </a:lnTo>
                  <a:lnTo>
                    <a:pt x="1113867" y="453083"/>
                  </a:lnTo>
                  <a:lnTo>
                    <a:pt x="1101627" y="453129"/>
                  </a:lnTo>
                  <a:lnTo>
                    <a:pt x="1089387" y="453840"/>
                  </a:lnTo>
                  <a:lnTo>
                    <a:pt x="1077146" y="455199"/>
                  </a:lnTo>
                  <a:lnTo>
                    <a:pt x="1064906" y="459006"/>
                  </a:lnTo>
                  <a:lnTo>
                    <a:pt x="1052666" y="465414"/>
                  </a:lnTo>
                  <a:lnTo>
                    <a:pt x="1040425" y="464108"/>
                  </a:lnTo>
                  <a:lnTo>
                    <a:pt x="1028185" y="462402"/>
                  </a:lnTo>
                  <a:lnTo>
                    <a:pt x="1015945" y="464115"/>
                  </a:lnTo>
                  <a:lnTo>
                    <a:pt x="1003704" y="464992"/>
                  </a:lnTo>
                  <a:lnTo>
                    <a:pt x="991464" y="467253"/>
                  </a:lnTo>
                  <a:lnTo>
                    <a:pt x="979224" y="472023"/>
                  </a:lnTo>
                  <a:lnTo>
                    <a:pt x="966984" y="475036"/>
                  </a:lnTo>
                  <a:lnTo>
                    <a:pt x="954743" y="478684"/>
                  </a:lnTo>
                  <a:lnTo>
                    <a:pt x="942503" y="482912"/>
                  </a:lnTo>
                  <a:lnTo>
                    <a:pt x="930263" y="488104"/>
                  </a:lnTo>
                  <a:lnTo>
                    <a:pt x="918022" y="494785"/>
                  </a:lnTo>
                  <a:lnTo>
                    <a:pt x="905782" y="502057"/>
                  </a:lnTo>
                  <a:lnTo>
                    <a:pt x="893542" y="507123"/>
                  </a:lnTo>
                  <a:lnTo>
                    <a:pt x="881301" y="512137"/>
                  </a:lnTo>
                  <a:lnTo>
                    <a:pt x="869061" y="518887"/>
                  </a:lnTo>
                  <a:lnTo>
                    <a:pt x="856821" y="524004"/>
                  </a:lnTo>
                  <a:lnTo>
                    <a:pt x="844581" y="530837"/>
                  </a:lnTo>
                  <a:lnTo>
                    <a:pt x="832340" y="537741"/>
                  </a:lnTo>
                  <a:lnTo>
                    <a:pt x="820100" y="545189"/>
                  </a:lnTo>
                  <a:lnTo>
                    <a:pt x="807860" y="551620"/>
                  </a:lnTo>
                  <a:lnTo>
                    <a:pt x="795619" y="560119"/>
                  </a:lnTo>
                  <a:lnTo>
                    <a:pt x="783379" y="568003"/>
                  </a:lnTo>
                  <a:lnTo>
                    <a:pt x="771139" y="575260"/>
                  </a:lnTo>
                  <a:lnTo>
                    <a:pt x="758898" y="581402"/>
                  </a:lnTo>
                  <a:lnTo>
                    <a:pt x="746658" y="586749"/>
                  </a:lnTo>
                  <a:lnTo>
                    <a:pt x="734418" y="594160"/>
                  </a:lnTo>
                  <a:lnTo>
                    <a:pt x="722177" y="601150"/>
                  </a:lnTo>
                  <a:lnTo>
                    <a:pt x="709937" y="607343"/>
                  </a:lnTo>
                  <a:lnTo>
                    <a:pt x="697697" y="612800"/>
                  </a:lnTo>
                  <a:lnTo>
                    <a:pt x="685457" y="617979"/>
                  </a:lnTo>
                  <a:lnTo>
                    <a:pt x="673216" y="622910"/>
                  </a:lnTo>
                  <a:lnTo>
                    <a:pt x="660976" y="626011"/>
                  </a:lnTo>
                  <a:lnTo>
                    <a:pt x="648736" y="627820"/>
                  </a:lnTo>
                  <a:lnTo>
                    <a:pt x="636495" y="630373"/>
                  </a:lnTo>
                  <a:lnTo>
                    <a:pt x="624255" y="634535"/>
                  </a:lnTo>
                  <a:lnTo>
                    <a:pt x="612015" y="637774"/>
                  </a:lnTo>
                  <a:lnTo>
                    <a:pt x="599774" y="642752"/>
                  </a:lnTo>
                  <a:lnTo>
                    <a:pt x="587534" y="647197"/>
                  </a:lnTo>
                  <a:lnTo>
                    <a:pt x="575294" y="653116"/>
                  </a:lnTo>
                  <a:lnTo>
                    <a:pt x="563054" y="656223"/>
                  </a:lnTo>
                  <a:lnTo>
                    <a:pt x="550813" y="663645"/>
                  </a:lnTo>
                  <a:lnTo>
                    <a:pt x="538573" y="669154"/>
                  </a:lnTo>
                  <a:lnTo>
                    <a:pt x="526333" y="676367"/>
                  </a:lnTo>
                  <a:lnTo>
                    <a:pt x="514092" y="681710"/>
                  </a:lnTo>
                  <a:lnTo>
                    <a:pt x="501852" y="686588"/>
                  </a:lnTo>
                  <a:lnTo>
                    <a:pt x="489612" y="692283"/>
                  </a:lnTo>
                  <a:lnTo>
                    <a:pt x="477371" y="700306"/>
                  </a:lnTo>
                  <a:lnTo>
                    <a:pt x="465131" y="707728"/>
                  </a:lnTo>
                  <a:lnTo>
                    <a:pt x="452891" y="714990"/>
                  </a:lnTo>
                  <a:lnTo>
                    <a:pt x="440650" y="719979"/>
                  </a:lnTo>
                  <a:lnTo>
                    <a:pt x="428410" y="728269"/>
                  </a:lnTo>
                  <a:lnTo>
                    <a:pt x="416170" y="736173"/>
                  </a:lnTo>
                  <a:lnTo>
                    <a:pt x="403930" y="743216"/>
                  </a:lnTo>
                  <a:lnTo>
                    <a:pt x="391689" y="752830"/>
                  </a:lnTo>
                  <a:lnTo>
                    <a:pt x="379449" y="761804"/>
                  </a:lnTo>
                  <a:lnTo>
                    <a:pt x="367209" y="770772"/>
                  </a:lnTo>
                  <a:lnTo>
                    <a:pt x="354968" y="783417"/>
                  </a:lnTo>
                  <a:lnTo>
                    <a:pt x="342728" y="796498"/>
                  </a:lnTo>
                  <a:lnTo>
                    <a:pt x="330488" y="806912"/>
                  </a:lnTo>
                  <a:lnTo>
                    <a:pt x="318247" y="815631"/>
                  </a:lnTo>
                  <a:lnTo>
                    <a:pt x="306007" y="822802"/>
                  </a:lnTo>
                  <a:lnTo>
                    <a:pt x="293767" y="831193"/>
                  </a:lnTo>
                  <a:lnTo>
                    <a:pt x="281527" y="839356"/>
                  </a:lnTo>
                  <a:lnTo>
                    <a:pt x="269286" y="847437"/>
                  </a:lnTo>
                  <a:lnTo>
                    <a:pt x="257046" y="856750"/>
                  </a:lnTo>
                  <a:lnTo>
                    <a:pt x="244806" y="865440"/>
                  </a:lnTo>
                  <a:lnTo>
                    <a:pt x="232565" y="872561"/>
                  </a:lnTo>
                  <a:lnTo>
                    <a:pt x="220325" y="878097"/>
                  </a:lnTo>
                  <a:lnTo>
                    <a:pt x="208085" y="883373"/>
                  </a:lnTo>
                  <a:lnTo>
                    <a:pt x="195844" y="888547"/>
                  </a:lnTo>
                  <a:lnTo>
                    <a:pt x="183604" y="894822"/>
                  </a:lnTo>
                  <a:lnTo>
                    <a:pt x="171364" y="902135"/>
                  </a:lnTo>
                  <a:lnTo>
                    <a:pt x="159123" y="911096"/>
                  </a:lnTo>
                  <a:lnTo>
                    <a:pt x="146883" y="921451"/>
                  </a:lnTo>
                  <a:lnTo>
                    <a:pt x="134643" y="930043"/>
                  </a:lnTo>
                  <a:lnTo>
                    <a:pt x="122403" y="937674"/>
                  </a:lnTo>
                  <a:lnTo>
                    <a:pt x="110162" y="944745"/>
                  </a:lnTo>
                  <a:lnTo>
                    <a:pt x="97922" y="955006"/>
                  </a:lnTo>
                  <a:lnTo>
                    <a:pt x="85682" y="968724"/>
                  </a:lnTo>
                  <a:lnTo>
                    <a:pt x="73441" y="987148"/>
                  </a:lnTo>
                  <a:lnTo>
                    <a:pt x="61201" y="1006576"/>
                  </a:lnTo>
                  <a:lnTo>
                    <a:pt x="48961" y="1027061"/>
                  </a:lnTo>
                  <a:lnTo>
                    <a:pt x="36720" y="1042466"/>
                  </a:lnTo>
                  <a:lnTo>
                    <a:pt x="24480" y="1067910"/>
                  </a:lnTo>
                  <a:lnTo>
                    <a:pt x="12240" y="1094228"/>
                  </a:lnTo>
                  <a:lnTo>
                    <a:pt x="0" y="112806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81585" y="1179674"/>
              <a:ext cx="2191014" cy="839170"/>
            </a:xfrm>
            <a:custGeom>
              <a:avLst/>
              <a:pathLst>
                <a:path w="2191014" h="839170">
                  <a:moveTo>
                    <a:pt x="0" y="827365"/>
                  </a:moveTo>
                  <a:lnTo>
                    <a:pt x="12240" y="836419"/>
                  </a:lnTo>
                  <a:lnTo>
                    <a:pt x="24480" y="839170"/>
                  </a:lnTo>
                  <a:lnTo>
                    <a:pt x="36720" y="830891"/>
                  </a:lnTo>
                  <a:lnTo>
                    <a:pt x="48961" y="811204"/>
                  </a:lnTo>
                  <a:lnTo>
                    <a:pt x="61201" y="797656"/>
                  </a:lnTo>
                  <a:lnTo>
                    <a:pt x="73441" y="788092"/>
                  </a:lnTo>
                  <a:lnTo>
                    <a:pt x="85682" y="784743"/>
                  </a:lnTo>
                  <a:lnTo>
                    <a:pt x="97922" y="772740"/>
                  </a:lnTo>
                  <a:lnTo>
                    <a:pt x="110162" y="761405"/>
                  </a:lnTo>
                  <a:lnTo>
                    <a:pt x="122403" y="751769"/>
                  </a:lnTo>
                  <a:lnTo>
                    <a:pt x="134643" y="743609"/>
                  </a:lnTo>
                  <a:lnTo>
                    <a:pt x="146883" y="736681"/>
                  </a:lnTo>
                  <a:lnTo>
                    <a:pt x="159123" y="730471"/>
                  </a:lnTo>
                  <a:lnTo>
                    <a:pt x="171364" y="724917"/>
                  </a:lnTo>
                  <a:lnTo>
                    <a:pt x="183604" y="719962"/>
                  </a:lnTo>
                  <a:lnTo>
                    <a:pt x="195844" y="715543"/>
                  </a:lnTo>
                  <a:lnTo>
                    <a:pt x="208085" y="712442"/>
                  </a:lnTo>
                  <a:lnTo>
                    <a:pt x="220325" y="708079"/>
                  </a:lnTo>
                  <a:lnTo>
                    <a:pt x="232565" y="703551"/>
                  </a:lnTo>
                  <a:lnTo>
                    <a:pt x="244806" y="700244"/>
                  </a:lnTo>
                  <a:lnTo>
                    <a:pt x="257046" y="695998"/>
                  </a:lnTo>
                  <a:lnTo>
                    <a:pt x="269286" y="686782"/>
                  </a:lnTo>
                  <a:lnTo>
                    <a:pt x="281527" y="677567"/>
                  </a:lnTo>
                  <a:lnTo>
                    <a:pt x="293767" y="669853"/>
                  </a:lnTo>
                  <a:lnTo>
                    <a:pt x="306007" y="661433"/>
                  </a:lnTo>
                  <a:lnTo>
                    <a:pt x="318247" y="654374"/>
                  </a:lnTo>
                  <a:lnTo>
                    <a:pt x="330488" y="647893"/>
                  </a:lnTo>
                  <a:lnTo>
                    <a:pt x="342728" y="638643"/>
                  </a:lnTo>
                  <a:lnTo>
                    <a:pt x="354968" y="629592"/>
                  </a:lnTo>
                  <a:lnTo>
                    <a:pt x="367209" y="623146"/>
                  </a:lnTo>
                  <a:lnTo>
                    <a:pt x="379449" y="617451"/>
                  </a:lnTo>
                  <a:lnTo>
                    <a:pt x="391689" y="609067"/>
                  </a:lnTo>
                  <a:lnTo>
                    <a:pt x="403930" y="600172"/>
                  </a:lnTo>
                  <a:lnTo>
                    <a:pt x="416170" y="591636"/>
                  </a:lnTo>
                  <a:lnTo>
                    <a:pt x="428410" y="581978"/>
                  </a:lnTo>
                  <a:lnTo>
                    <a:pt x="440650" y="570895"/>
                  </a:lnTo>
                  <a:lnTo>
                    <a:pt x="452891" y="562196"/>
                  </a:lnTo>
                  <a:lnTo>
                    <a:pt x="465131" y="555892"/>
                  </a:lnTo>
                  <a:lnTo>
                    <a:pt x="477371" y="549947"/>
                  </a:lnTo>
                  <a:lnTo>
                    <a:pt x="489612" y="544402"/>
                  </a:lnTo>
                  <a:lnTo>
                    <a:pt x="501852" y="539275"/>
                  </a:lnTo>
                  <a:lnTo>
                    <a:pt x="514092" y="534533"/>
                  </a:lnTo>
                  <a:lnTo>
                    <a:pt x="526333" y="528592"/>
                  </a:lnTo>
                  <a:lnTo>
                    <a:pt x="538573" y="521784"/>
                  </a:lnTo>
                  <a:lnTo>
                    <a:pt x="550813" y="518809"/>
                  </a:lnTo>
                  <a:lnTo>
                    <a:pt x="563054" y="516362"/>
                  </a:lnTo>
                  <a:lnTo>
                    <a:pt x="575294" y="515214"/>
                  </a:lnTo>
                  <a:lnTo>
                    <a:pt x="587534" y="511951"/>
                  </a:lnTo>
                  <a:lnTo>
                    <a:pt x="599774" y="509137"/>
                  </a:lnTo>
                  <a:lnTo>
                    <a:pt x="612015" y="506068"/>
                  </a:lnTo>
                  <a:lnTo>
                    <a:pt x="624255" y="502651"/>
                  </a:lnTo>
                  <a:lnTo>
                    <a:pt x="636495" y="499583"/>
                  </a:lnTo>
                  <a:lnTo>
                    <a:pt x="648736" y="493023"/>
                  </a:lnTo>
                  <a:lnTo>
                    <a:pt x="660976" y="487479"/>
                  </a:lnTo>
                  <a:lnTo>
                    <a:pt x="673216" y="482902"/>
                  </a:lnTo>
                  <a:lnTo>
                    <a:pt x="685457" y="477868"/>
                  </a:lnTo>
                  <a:lnTo>
                    <a:pt x="697697" y="474232"/>
                  </a:lnTo>
                  <a:lnTo>
                    <a:pt x="709937" y="470167"/>
                  </a:lnTo>
                  <a:lnTo>
                    <a:pt x="722177" y="465603"/>
                  </a:lnTo>
                  <a:lnTo>
                    <a:pt x="734418" y="459229"/>
                  </a:lnTo>
                  <a:lnTo>
                    <a:pt x="746658" y="451285"/>
                  </a:lnTo>
                  <a:lnTo>
                    <a:pt x="758898" y="446697"/>
                  </a:lnTo>
                  <a:lnTo>
                    <a:pt x="771139" y="441825"/>
                  </a:lnTo>
                  <a:lnTo>
                    <a:pt x="783379" y="434754"/>
                  </a:lnTo>
                  <a:lnTo>
                    <a:pt x="795619" y="427374"/>
                  </a:lnTo>
                  <a:lnTo>
                    <a:pt x="807860" y="419754"/>
                  </a:lnTo>
                  <a:lnTo>
                    <a:pt x="820100" y="411965"/>
                  </a:lnTo>
                  <a:lnTo>
                    <a:pt x="832340" y="404078"/>
                  </a:lnTo>
                  <a:lnTo>
                    <a:pt x="844581" y="396163"/>
                  </a:lnTo>
                  <a:lnTo>
                    <a:pt x="856821" y="390212"/>
                  </a:lnTo>
                  <a:lnTo>
                    <a:pt x="869061" y="385478"/>
                  </a:lnTo>
                  <a:lnTo>
                    <a:pt x="881301" y="377609"/>
                  </a:lnTo>
                  <a:lnTo>
                    <a:pt x="893542" y="370178"/>
                  </a:lnTo>
                  <a:lnTo>
                    <a:pt x="905782" y="363261"/>
                  </a:lnTo>
                  <a:lnTo>
                    <a:pt x="918022" y="355035"/>
                  </a:lnTo>
                  <a:lnTo>
                    <a:pt x="930263" y="349717"/>
                  </a:lnTo>
                  <a:lnTo>
                    <a:pt x="942503" y="345190"/>
                  </a:lnTo>
                  <a:lnTo>
                    <a:pt x="954743" y="339030"/>
                  </a:lnTo>
                  <a:lnTo>
                    <a:pt x="966984" y="333677"/>
                  </a:lnTo>
                  <a:lnTo>
                    <a:pt x="979224" y="327482"/>
                  </a:lnTo>
                  <a:lnTo>
                    <a:pt x="991464" y="324633"/>
                  </a:lnTo>
                  <a:lnTo>
                    <a:pt x="1003704" y="319318"/>
                  </a:lnTo>
                  <a:lnTo>
                    <a:pt x="1015945" y="312287"/>
                  </a:lnTo>
                  <a:lnTo>
                    <a:pt x="1028185" y="306258"/>
                  </a:lnTo>
                  <a:lnTo>
                    <a:pt x="1040425" y="300455"/>
                  </a:lnTo>
                  <a:lnTo>
                    <a:pt x="1052666" y="297443"/>
                  </a:lnTo>
                  <a:lnTo>
                    <a:pt x="1064906" y="295477"/>
                  </a:lnTo>
                  <a:lnTo>
                    <a:pt x="1077146" y="289643"/>
                  </a:lnTo>
                  <a:lnTo>
                    <a:pt x="1089387" y="283638"/>
                  </a:lnTo>
                  <a:lnTo>
                    <a:pt x="1101627" y="278077"/>
                  </a:lnTo>
                  <a:lnTo>
                    <a:pt x="1113867" y="274412"/>
                  </a:lnTo>
                  <a:lnTo>
                    <a:pt x="1126108" y="272929"/>
                  </a:lnTo>
                  <a:lnTo>
                    <a:pt x="1138348" y="268519"/>
                  </a:lnTo>
                  <a:lnTo>
                    <a:pt x="1150588" y="263294"/>
                  </a:lnTo>
                  <a:lnTo>
                    <a:pt x="1162828" y="261087"/>
                  </a:lnTo>
                  <a:lnTo>
                    <a:pt x="1175069" y="258553"/>
                  </a:lnTo>
                  <a:lnTo>
                    <a:pt x="1187309" y="257006"/>
                  </a:lnTo>
                  <a:lnTo>
                    <a:pt x="1199549" y="257109"/>
                  </a:lnTo>
                  <a:lnTo>
                    <a:pt x="1211790" y="258372"/>
                  </a:lnTo>
                  <a:lnTo>
                    <a:pt x="1224030" y="260703"/>
                  </a:lnTo>
                  <a:lnTo>
                    <a:pt x="1236270" y="264065"/>
                  </a:lnTo>
                  <a:lnTo>
                    <a:pt x="1248511" y="268338"/>
                  </a:lnTo>
                  <a:lnTo>
                    <a:pt x="1260751" y="270656"/>
                  </a:lnTo>
                  <a:lnTo>
                    <a:pt x="1272991" y="268124"/>
                  </a:lnTo>
                  <a:lnTo>
                    <a:pt x="1285231" y="266606"/>
                  </a:lnTo>
                  <a:lnTo>
                    <a:pt x="1297472" y="259274"/>
                  </a:lnTo>
                  <a:lnTo>
                    <a:pt x="1309712" y="251832"/>
                  </a:lnTo>
                  <a:lnTo>
                    <a:pt x="1321952" y="247109"/>
                  </a:lnTo>
                  <a:lnTo>
                    <a:pt x="1334193" y="242821"/>
                  </a:lnTo>
                  <a:lnTo>
                    <a:pt x="1346433" y="229587"/>
                  </a:lnTo>
                  <a:lnTo>
                    <a:pt x="1358673" y="220431"/>
                  </a:lnTo>
                  <a:lnTo>
                    <a:pt x="1370914" y="205182"/>
                  </a:lnTo>
                  <a:lnTo>
                    <a:pt x="1383154" y="201904"/>
                  </a:lnTo>
                  <a:lnTo>
                    <a:pt x="1395394" y="202879"/>
                  </a:lnTo>
                  <a:lnTo>
                    <a:pt x="1407635" y="197223"/>
                  </a:lnTo>
                  <a:lnTo>
                    <a:pt x="1419875" y="195851"/>
                  </a:lnTo>
                  <a:lnTo>
                    <a:pt x="1432115" y="201579"/>
                  </a:lnTo>
                  <a:lnTo>
                    <a:pt x="1444355" y="209187"/>
                  </a:lnTo>
                  <a:lnTo>
                    <a:pt x="1456596" y="218816"/>
                  </a:lnTo>
                  <a:lnTo>
                    <a:pt x="1468836" y="230587"/>
                  </a:lnTo>
                  <a:lnTo>
                    <a:pt x="1481076" y="230703"/>
                  </a:lnTo>
                  <a:lnTo>
                    <a:pt x="1493317" y="225689"/>
                  </a:lnTo>
                  <a:lnTo>
                    <a:pt x="1505557" y="227562"/>
                  </a:lnTo>
                  <a:lnTo>
                    <a:pt x="1517797" y="242878"/>
                  </a:lnTo>
                  <a:lnTo>
                    <a:pt x="1530038" y="232491"/>
                  </a:lnTo>
                  <a:lnTo>
                    <a:pt x="1542278" y="224855"/>
                  </a:lnTo>
                  <a:lnTo>
                    <a:pt x="1554518" y="223241"/>
                  </a:lnTo>
                  <a:lnTo>
                    <a:pt x="1566759" y="240109"/>
                  </a:lnTo>
                  <a:lnTo>
                    <a:pt x="1578999" y="249908"/>
                  </a:lnTo>
                  <a:lnTo>
                    <a:pt x="1591239" y="240776"/>
                  </a:lnTo>
                  <a:lnTo>
                    <a:pt x="1603479" y="237175"/>
                  </a:lnTo>
                  <a:lnTo>
                    <a:pt x="1615720" y="225890"/>
                  </a:lnTo>
                  <a:lnTo>
                    <a:pt x="1627960" y="217443"/>
                  </a:lnTo>
                  <a:lnTo>
                    <a:pt x="1640200" y="212294"/>
                  </a:lnTo>
                  <a:lnTo>
                    <a:pt x="1652441" y="210902"/>
                  </a:lnTo>
                  <a:lnTo>
                    <a:pt x="1664681" y="213730"/>
                  </a:lnTo>
                  <a:lnTo>
                    <a:pt x="1676921" y="221238"/>
                  </a:lnTo>
                  <a:lnTo>
                    <a:pt x="1689162" y="229862"/>
                  </a:lnTo>
                  <a:lnTo>
                    <a:pt x="1701402" y="235584"/>
                  </a:lnTo>
                  <a:lnTo>
                    <a:pt x="1713642" y="238759"/>
                  </a:lnTo>
                  <a:lnTo>
                    <a:pt x="1725882" y="249763"/>
                  </a:lnTo>
                  <a:lnTo>
                    <a:pt x="1738123" y="248908"/>
                  </a:lnTo>
                  <a:lnTo>
                    <a:pt x="1750363" y="244783"/>
                  </a:lnTo>
                  <a:lnTo>
                    <a:pt x="1762603" y="221888"/>
                  </a:lnTo>
                  <a:lnTo>
                    <a:pt x="1774844" y="238515"/>
                  </a:lnTo>
                  <a:lnTo>
                    <a:pt x="1787084" y="219831"/>
                  </a:lnTo>
                  <a:lnTo>
                    <a:pt x="1799324" y="220295"/>
                  </a:lnTo>
                  <a:lnTo>
                    <a:pt x="1811565" y="203799"/>
                  </a:lnTo>
                  <a:lnTo>
                    <a:pt x="1823805" y="201184"/>
                  </a:lnTo>
                  <a:lnTo>
                    <a:pt x="1836045" y="206861"/>
                  </a:lnTo>
                  <a:lnTo>
                    <a:pt x="1848286" y="203387"/>
                  </a:lnTo>
                  <a:lnTo>
                    <a:pt x="1860526" y="193575"/>
                  </a:lnTo>
                  <a:lnTo>
                    <a:pt x="1872766" y="185501"/>
                  </a:lnTo>
                  <a:lnTo>
                    <a:pt x="1885006" y="179409"/>
                  </a:lnTo>
                  <a:lnTo>
                    <a:pt x="1897247" y="171161"/>
                  </a:lnTo>
                  <a:lnTo>
                    <a:pt x="1909487" y="174150"/>
                  </a:lnTo>
                  <a:lnTo>
                    <a:pt x="1921727" y="175470"/>
                  </a:lnTo>
                  <a:lnTo>
                    <a:pt x="1933968" y="201260"/>
                  </a:lnTo>
                  <a:lnTo>
                    <a:pt x="1946208" y="205813"/>
                  </a:lnTo>
                  <a:lnTo>
                    <a:pt x="1958448" y="198078"/>
                  </a:lnTo>
                  <a:lnTo>
                    <a:pt x="1970689" y="209030"/>
                  </a:lnTo>
                  <a:lnTo>
                    <a:pt x="1982929" y="206498"/>
                  </a:lnTo>
                  <a:lnTo>
                    <a:pt x="1995169" y="194414"/>
                  </a:lnTo>
                  <a:lnTo>
                    <a:pt x="2007409" y="180936"/>
                  </a:lnTo>
                  <a:lnTo>
                    <a:pt x="2019650" y="182162"/>
                  </a:lnTo>
                  <a:lnTo>
                    <a:pt x="2031890" y="161597"/>
                  </a:lnTo>
                  <a:lnTo>
                    <a:pt x="2044130" y="142033"/>
                  </a:lnTo>
                  <a:lnTo>
                    <a:pt x="2056371" y="124384"/>
                  </a:lnTo>
                  <a:lnTo>
                    <a:pt x="2068611" y="132115"/>
                  </a:lnTo>
                  <a:lnTo>
                    <a:pt x="2080851" y="112590"/>
                  </a:lnTo>
                  <a:lnTo>
                    <a:pt x="2093092" y="116620"/>
                  </a:lnTo>
                  <a:lnTo>
                    <a:pt x="2105332" y="100517"/>
                  </a:lnTo>
                  <a:lnTo>
                    <a:pt x="2117572" y="125280"/>
                  </a:lnTo>
                  <a:lnTo>
                    <a:pt x="2129813" y="99053"/>
                  </a:lnTo>
                  <a:lnTo>
                    <a:pt x="2142053" y="99941"/>
                  </a:lnTo>
                  <a:lnTo>
                    <a:pt x="2154293" y="72051"/>
                  </a:lnTo>
                  <a:lnTo>
                    <a:pt x="2166533" y="39711"/>
                  </a:lnTo>
                  <a:lnTo>
                    <a:pt x="2178774" y="16992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81585" y="1632644"/>
              <a:ext cx="2190188" cy="1466259"/>
            </a:xfrm>
            <a:custGeom>
              <a:avLst/>
              <a:pathLst>
                <a:path w="2190188" h="1466259">
                  <a:moveTo>
                    <a:pt x="2190188" y="1466259"/>
                  </a:moveTo>
                  <a:lnTo>
                    <a:pt x="2178774" y="1333352"/>
                  </a:lnTo>
                  <a:lnTo>
                    <a:pt x="2166533" y="1203642"/>
                  </a:lnTo>
                  <a:lnTo>
                    <a:pt x="2154293" y="1086065"/>
                  </a:lnTo>
                  <a:lnTo>
                    <a:pt x="2142053" y="979929"/>
                  </a:lnTo>
                  <a:lnTo>
                    <a:pt x="2129813" y="987617"/>
                  </a:lnTo>
                  <a:lnTo>
                    <a:pt x="2117572" y="927538"/>
                  </a:lnTo>
                  <a:lnTo>
                    <a:pt x="2105332" y="918661"/>
                  </a:lnTo>
                  <a:lnTo>
                    <a:pt x="2093092" y="870397"/>
                  </a:lnTo>
                  <a:lnTo>
                    <a:pt x="2080851" y="835791"/>
                  </a:lnTo>
                  <a:lnTo>
                    <a:pt x="2068611" y="810353"/>
                  </a:lnTo>
                  <a:lnTo>
                    <a:pt x="2056371" y="773321"/>
                  </a:lnTo>
                  <a:lnTo>
                    <a:pt x="2044130" y="726630"/>
                  </a:lnTo>
                  <a:lnTo>
                    <a:pt x="2031890" y="672213"/>
                  </a:lnTo>
                  <a:lnTo>
                    <a:pt x="2019650" y="648695"/>
                  </a:lnTo>
                  <a:lnTo>
                    <a:pt x="2007409" y="623023"/>
                  </a:lnTo>
                  <a:lnTo>
                    <a:pt x="1995169" y="586587"/>
                  </a:lnTo>
                  <a:lnTo>
                    <a:pt x="1982929" y="547109"/>
                  </a:lnTo>
                  <a:lnTo>
                    <a:pt x="1970689" y="489163"/>
                  </a:lnTo>
                  <a:lnTo>
                    <a:pt x="1958448" y="481761"/>
                  </a:lnTo>
                  <a:lnTo>
                    <a:pt x="1946208" y="480460"/>
                  </a:lnTo>
                  <a:lnTo>
                    <a:pt x="1933968" y="475993"/>
                  </a:lnTo>
                  <a:lnTo>
                    <a:pt x="1921727" y="468507"/>
                  </a:lnTo>
                  <a:lnTo>
                    <a:pt x="1909487" y="458215"/>
                  </a:lnTo>
                  <a:lnTo>
                    <a:pt x="1897247" y="445329"/>
                  </a:lnTo>
                  <a:lnTo>
                    <a:pt x="1885006" y="430062"/>
                  </a:lnTo>
                  <a:lnTo>
                    <a:pt x="1872766" y="412626"/>
                  </a:lnTo>
                  <a:lnTo>
                    <a:pt x="1860526" y="393234"/>
                  </a:lnTo>
                  <a:lnTo>
                    <a:pt x="1848286" y="374851"/>
                  </a:lnTo>
                  <a:lnTo>
                    <a:pt x="1836045" y="358063"/>
                  </a:lnTo>
                  <a:lnTo>
                    <a:pt x="1823805" y="340423"/>
                  </a:lnTo>
                  <a:lnTo>
                    <a:pt x="1811565" y="323155"/>
                  </a:lnTo>
                  <a:lnTo>
                    <a:pt x="1799324" y="305547"/>
                  </a:lnTo>
                  <a:lnTo>
                    <a:pt x="1787084" y="271469"/>
                  </a:lnTo>
                  <a:lnTo>
                    <a:pt x="1774844" y="257477"/>
                  </a:lnTo>
                  <a:lnTo>
                    <a:pt x="1762603" y="242277"/>
                  </a:lnTo>
                  <a:lnTo>
                    <a:pt x="1750363" y="225964"/>
                  </a:lnTo>
                  <a:lnTo>
                    <a:pt x="1738123" y="204246"/>
                  </a:lnTo>
                  <a:lnTo>
                    <a:pt x="1725882" y="190372"/>
                  </a:lnTo>
                  <a:lnTo>
                    <a:pt x="1713642" y="177148"/>
                  </a:lnTo>
                  <a:lnTo>
                    <a:pt x="1701402" y="178340"/>
                  </a:lnTo>
                  <a:lnTo>
                    <a:pt x="1689162" y="172917"/>
                  </a:lnTo>
                  <a:lnTo>
                    <a:pt x="1676921" y="182081"/>
                  </a:lnTo>
                  <a:lnTo>
                    <a:pt x="1664681" y="168711"/>
                  </a:lnTo>
                  <a:lnTo>
                    <a:pt x="1652441" y="157001"/>
                  </a:lnTo>
                  <a:lnTo>
                    <a:pt x="1640200" y="151317"/>
                  </a:lnTo>
                  <a:lnTo>
                    <a:pt x="1627960" y="141864"/>
                  </a:lnTo>
                  <a:lnTo>
                    <a:pt x="1615720" y="125220"/>
                  </a:lnTo>
                  <a:lnTo>
                    <a:pt x="1603479" y="106906"/>
                  </a:lnTo>
                  <a:lnTo>
                    <a:pt x="1591239" y="94244"/>
                  </a:lnTo>
                  <a:lnTo>
                    <a:pt x="1578999" y="87407"/>
                  </a:lnTo>
                  <a:lnTo>
                    <a:pt x="1566759" y="92561"/>
                  </a:lnTo>
                  <a:lnTo>
                    <a:pt x="1554518" y="94143"/>
                  </a:lnTo>
                  <a:lnTo>
                    <a:pt x="1542278" y="97888"/>
                  </a:lnTo>
                  <a:lnTo>
                    <a:pt x="1530038" y="99388"/>
                  </a:lnTo>
                  <a:lnTo>
                    <a:pt x="1517797" y="92348"/>
                  </a:lnTo>
                  <a:lnTo>
                    <a:pt x="1505557" y="93032"/>
                  </a:lnTo>
                  <a:lnTo>
                    <a:pt x="1493317" y="91996"/>
                  </a:lnTo>
                  <a:lnTo>
                    <a:pt x="1481076" y="95598"/>
                  </a:lnTo>
                  <a:lnTo>
                    <a:pt x="1468836" y="100426"/>
                  </a:lnTo>
                  <a:lnTo>
                    <a:pt x="1456596" y="93614"/>
                  </a:lnTo>
                  <a:lnTo>
                    <a:pt x="1444355" y="84962"/>
                  </a:lnTo>
                  <a:lnTo>
                    <a:pt x="1432115" y="84084"/>
                  </a:lnTo>
                  <a:lnTo>
                    <a:pt x="1419875" y="75087"/>
                  </a:lnTo>
                  <a:lnTo>
                    <a:pt x="1407635" y="72202"/>
                  </a:lnTo>
                  <a:lnTo>
                    <a:pt x="1395394" y="62981"/>
                  </a:lnTo>
                  <a:lnTo>
                    <a:pt x="1383154" y="60296"/>
                  </a:lnTo>
                  <a:lnTo>
                    <a:pt x="1370914" y="57874"/>
                  </a:lnTo>
                  <a:lnTo>
                    <a:pt x="1358673" y="52106"/>
                  </a:lnTo>
                  <a:lnTo>
                    <a:pt x="1346433" y="47719"/>
                  </a:lnTo>
                  <a:lnTo>
                    <a:pt x="1334193" y="34870"/>
                  </a:lnTo>
                  <a:lnTo>
                    <a:pt x="1321952" y="32517"/>
                  </a:lnTo>
                  <a:lnTo>
                    <a:pt x="1309712" y="30910"/>
                  </a:lnTo>
                  <a:lnTo>
                    <a:pt x="1297472" y="29123"/>
                  </a:lnTo>
                  <a:lnTo>
                    <a:pt x="1285231" y="27144"/>
                  </a:lnTo>
                  <a:lnTo>
                    <a:pt x="1272991" y="24736"/>
                  </a:lnTo>
                  <a:lnTo>
                    <a:pt x="1260751" y="21118"/>
                  </a:lnTo>
                  <a:lnTo>
                    <a:pt x="1248511" y="18231"/>
                  </a:lnTo>
                  <a:lnTo>
                    <a:pt x="1236270" y="14730"/>
                  </a:lnTo>
                  <a:lnTo>
                    <a:pt x="1224030" y="11960"/>
                  </a:lnTo>
                  <a:lnTo>
                    <a:pt x="1211790" y="9471"/>
                  </a:lnTo>
                  <a:lnTo>
                    <a:pt x="1199549" y="6818"/>
                  </a:lnTo>
                  <a:lnTo>
                    <a:pt x="1187309" y="2971"/>
                  </a:lnTo>
                  <a:lnTo>
                    <a:pt x="1175069" y="665"/>
                  </a:lnTo>
                  <a:lnTo>
                    <a:pt x="1162828" y="0"/>
                  </a:lnTo>
                  <a:lnTo>
                    <a:pt x="1150588" y="292"/>
                  </a:lnTo>
                  <a:lnTo>
                    <a:pt x="1138348" y="418"/>
                  </a:lnTo>
                  <a:lnTo>
                    <a:pt x="1126108" y="216"/>
                  </a:lnTo>
                  <a:lnTo>
                    <a:pt x="1113867" y="114"/>
                  </a:lnTo>
                  <a:lnTo>
                    <a:pt x="1101627" y="160"/>
                  </a:lnTo>
                  <a:lnTo>
                    <a:pt x="1089387" y="871"/>
                  </a:lnTo>
                  <a:lnTo>
                    <a:pt x="1077146" y="2230"/>
                  </a:lnTo>
                  <a:lnTo>
                    <a:pt x="1064906" y="6037"/>
                  </a:lnTo>
                  <a:lnTo>
                    <a:pt x="1052666" y="12444"/>
                  </a:lnTo>
                  <a:lnTo>
                    <a:pt x="1040425" y="11139"/>
                  </a:lnTo>
                  <a:lnTo>
                    <a:pt x="1028185" y="9433"/>
                  </a:lnTo>
                  <a:lnTo>
                    <a:pt x="1015945" y="11146"/>
                  </a:lnTo>
                  <a:lnTo>
                    <a:pt x="1003704" y="12023"/>
                  </a:lnTo>
                  <a:lnTo>
                    <a:pt x="991464" y="14284"/>
                  </a:lnTo>
                  <a:lnTo>
                    <a:pt x="979224" y="19054"/>
                  </a:lnTo>
                  <a:lnTo>
                    <a:pt x="966984" y="22066"/>
                  </a:lnTo>
                  <a:lnTo>
                    <a:pt x="954743" y="25714"/>
                  </a:lnTo>
                  <a:lnTo>
                    <a:pt x="942503" y="29943"/>
                  </a:lnTo>
                  <a:lnTo>
                    <a:pt x="930263" y="35135"/>
                  </a:lnTo>
                  <a:lnTo>
                    <a:pt x="918022" y="41816"/>
                  </a:lnTo>
                  <a:lnTo>
                    <a:pt x="905782" y="49088"/>
                  </a:lnTo>
                  <a:lnTo>
                    <a:pt x="893542" y="54154"/>
                  </a:lnTo>
                  <a:lnTo>
                    <a:pt x="881301" y="59168"/>
                  </a:lnTo>
                  <a:lnTo>
                    <a:pt x="869061" y="65917"/>
                  </a:lnTo>
                  <a:lnTo>
                    <a:pt x="856821" y="71035"/>
                  </a:lnTo>
                  <a:lnTo>
                    <a:pt x="844581" y="77868"/>
                  </a:lnTo>
                  <a:lnTo>
                    <a:pt x="832340" y="84772"/>
                  </a:lnTo>
                  <a:lnTo>
                    <a:pt x="820100" y="92220"/>
                  </a:lnTo>
                  <a:lnTo>
                    <a:pt x="807860" y="98651"/>
                  </a:lnTo>
                  <a:lnTo>
                    <a:pt x="795619" y="107150"/>
                  </a:lnTo>
                  <a:lnTo>
                    <a:pt x="783379" y="115034"/>
                  </a:lnTo>
                  <a:lnTo>
                    <a:pt x="771139" y="122291"/>
                  </a:lnTo>
                  <a:lnTo>
                    <a:pt x="758898" y="128433"/>
                  </a:lnTo>
                  <a:lnTo>
                    <a:pt x="746658" y="133780"/>
                  </a:lnTo>
                  <a:lnTo>
                    <a:pt x="734418" y="141190"/>
                  </a:lnTo>
                  <a:lnTo>
                    <a:pt x="722177" y="148181"/>
                  </a:lnTo>
                  <a:lnTo>
                    <a:pt x="709937" y="154373"/>
                  </a:lnTo>
                  <a:lnTo>
                    <a:pt x="697697" y="159831"/>
                  </a:lnTo>
                  <a:lnTo>
                    <a:pt x="685457" y="165010"/>
                  </a:lnTo>
                  <a:lnTo>
                    <a:pt x="673216" y="169940"/>
                  </a:lnTo>
                  <a:lnTo>
                    <a:pt x="660976" y="173042"/>
                  </a:lnTo>
                  <a:lnTo>
                    <a:pt x="648736" y="174851"/>
                  </a:lnTo>
                  <a:lnTo>
                    <a:pt x="636495" y="177404"/>
                  </a:lnTo>
                  <a:lnTo>
                    <a:pt x="624255" y="181565"/>
                  </a:lnTo>
                  <a:lnTo>
                    <a:pt x="612015" y="184805"/>
                  </a:lnTo>
                  <a:lnTo>
                    <a:pt x="599774" y="189783"/>
                  </a:lnTo>
                  <a:lnTo>
                    <a:pt x="587534" y="194228"/>
                  </a:lnTo>
                  <a:lnTo>
                    <a:pt x="575294" y="200146"/>
                  </a:lnTo>
                  <a:lnTo>
                    <a:pt x="563054" y="203254"/>
                  </a:lnTo>
                  <a:lnTo>
                    <a:pt x="550813" y="210676"/>
                  </a:lnTo>
                  <a:lnTo>
                    <a:pt x="538573" y="216185"/>
                  </a:lnTo>
                  <a:lnTo>
                    <a:pt x="526333" y="223398"/>
                  </a:lnTo>
                  <a:lnTo>
                    <a:pt x="514092" y="228741"/>
                  </a:lnTo>
                  <a:lnTo>
                    <a:pt x="501852" y="233619"/>
                  </a:lnTo>
                  <a:lnTo>
                    <a:pt x="489612" y="239314"/>
                  </a:lnTo>
                  <a:lnTo>
                    <a:pt x="477371" y="247336"/>
                  </a:lnTo>
                  <a:lnTo>
                    <a:pt x="465131" y="254758"/>
                  </a:lnTo>
                  <a:lnTo>
                    <a:pt x="452891" y="262021"/>
                  </a:lnTo>
                  <a:lnTo>
                    <a:pt x="440650" y="267010"/>
                  </a:lnTo>
                  <a:lnTo>
                    <a:pt x="428410" y="275299"/>
                  </a:lnTo>
                  <a:lnTo>
                    <a:pt x="416170" y="283203"/>
                  </a:lnTo>
                  <a:lnTo>
                    <a:pt x="403930" y="290247"/>
                  </a:lnTo>
                  <a:lnTo>
                    <a:pt x="391689" y="299861"/>
                  </a:lnTo>
                  <a:lnTo>
                    <a:pt x="379449" y="308835"/>
                  </a:lnTo>
                  <a:lnTo>
                    <a:pt x="367209" y="317803"/>
                  </a:lnTo>
                  <a:lnTo>
                    <a:pt x="354968" y="330448"/>
                  </a:lnTo>
                  <a:lnTo>
                    <a:pt x="342728" y="343529"/>
                  </a:lnTo>
                  <a:lnTo>
                    <a:pt x="330488" y="353943"/>
                  </a:lnTo>
                  <a:lnTo>
                    <a:pt x="318247" y="362662"/>
                  </a:lnTo>
                  <a:lnTo>
                    <a:pt x="306007" y="369833"/>
                  </a:lnTo>
                  <a:lnTo>
                    <a:pt x="293767" y="378224"/>
                  </a:lnTo>
                  <a:lnTo>
                    <a:pt x="281527" y="386387"/>
                  </a:lnTo>
                  <a:lnTo>
                    <a:pt x="269286" y="394468"/>
                  </a:lnTo>
                  <a:lnTo>
                    <a:pt x="257046" y="403781"/>
                  </a:lnTo>
                  <a:lnTo>
                    <a:pt x="244806" y="412471"/>
                  </a:lnTo>
                  <a:lnTo>
                    <a:pt x="232565" y="419592"/>
                  </a:lnTo>
                  <a:lnTo>
                    <a:pt x="220325" y="425128"/>
                  </a:lnTo>
                  <a:lnTo>
                    <a:pt x="208085" y="430404"/>
                  </a:lnTo>
                  <a:lnTo>
                    <a:pt x="195844" y="435578"/>
                  </a:lnTo>
                  <a:lnTo>
                    <a:pt x="183604" y="441853"/>
                  </a:lnTo>
                  <a:lnTo>
                    <a:pt x="171364" y="449166"/>
                  </a:lnTo>
                  <a:lnTo>
                    <a:pt x="159123" y="458127"/>
                  </a:lnTo>
                  <a:lnTo>
                    <a:pt x="146883" y="468482"/>
                  </a:lnTo>
                  <a:lnTo>
                    <a:pt x="134643" y="477074"/>
                  </a:lnTo>
                  <a:lnTo>
                    <a:pt x="122403" y="484705"/>
                  </a:lnTo>
                  <a:lnTo>
                    <a:pt x="110162" y="491775"/>
                  </a:lnTo>
                  <a:lnTo>
                    <a:pt x="97922" y="502037"/>
                  </a:lnTo>
                  <a:lnTo>
                    <a:pt x="85682" y="515755"/>
                  </a:lnTo>
                  <a:lnTo>
                    <a:pt x="73441" y="534179"/>
                  </a:lnTo>
                  <a:lnTo>
                    <a:pt x="61201" y="553607"/>
                  </a:lnTo>
                  <a:lnTo>
                    <a:pt x="48961" y="574092"/>
                  </a:lnTo>
                  <a:lnTo>
                    <a:pt x="36720" y="589497"/>
                  </a:lnTo>
                  <a:lnTo>
                    <a:pt x="24480" y="614941"/>
                  </a:lnTo>
                  <a:lnTo>
                    <a:pt x="12240" y="641259"/>
                  </a:lnTo>
                  <a:lnTo>
                    <a:pt x="0" y="6750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81585" y="1540604"/>
              <a:ext cx="2191014" cy="626636"/>
            </a:xfrm>
            <a:custGeom>
              <a:avLst/>
              <a:pathLst>
                <a:path w="2191014" h="626636">
                  <a:moveTo>
                    <a:pt x="0" y="626636"/>
                  </a:moveTo>
                  <a:lnTo>
                    <a:pt x="12240" y="608541"/>
                  </a:lnTo>
                  <a:lnTo>
                    <a:pt x="24480" y="591675"/>
                  </a:lnTo>
                  <a:lnTo>
                    <a:pt x="36720" y="575964"/>
                  </a:lnTo>
                  <a:lnTo>
                    <a:pt x="48961" y="561335"/>
                  </a:lnTo>
                  <a:lnTo>
                    <a:pt x="61201" y="547712"/>
                  </a:lnTo>
                  <a:lnTo>
                    <a:pt x="73441" y="535023"/>
                  </a:lnTo>
                  <a:lnTo>
                    <a:pt x="85682" y="523194"/>
                  </a:lnTo>
                  <a:lnTo>
                    <a:pt x="97922" y="512150"/>
                  </a:lnTo>
                  <a:lnTo>
                    <a:pt x="110162" y="501818"/>
                  </a:lnTo>
                  <a:lnTo>
                    <a:pt x="122403" y="492124"/>
                  </a:lnTo>
                  <a:lnTo>
                    <a:pt x="134643" y="482993"/>
                  </a:lnTo>
                  <a:lnTo>
                    <a:pt x="146883" y="474353"/>
                  </a:lnTo>
                  <a:lnTo>
                    <a:pt x="159123" y="466129"/>
                  </a:lnTo>
                  <a:lnTo>
                    <a:pt x="171364" y="458246"/>
                  </a:lnTo>
                  <a:lnTo>
                    <a:pt x="183604" y="450632"/>
                  </a:lnTo>
                  <a:lnTo>
                    <a:pt x="195844" y="443213"/>
                  </a:lnTo>
                  <a:lnTo>
                    <a:pt x="208085" y="435913"/>
                  </a:lnTo>
                  <a:lnTo>
                    <a:pt x="220325" y="428661"/>
                  </a:lnTo>
                  <a:lnTo>
                    <a:pt x="232565" y="421381"/>
                  </a:lnTo>
                  <a:lnTo>
                    <a:pt x="244806" y="414000"/>
                  </a:lnTo>
                  <a:lnTo>
                    <a:pt x="257046" y="406467"/>
                  </a:lnTo>
                  <a:lnTo>
                    <a:pt x="269286" y="398795"/>
                  </a:lnTo>
                  <a:lnTo>
                    <a:pt x="281527" y="391005"/>
                  </a:lnTo>
                  <a:lnTo>
                    <a:pt x="293767" y="383121"/>
                  </a:lnTo>
                  <a:lnTo>
                    <a:pt x="306007" y="375166"/>
                  </a:lnTo>
                  <a:lnTo>
                    <a:pt x="318247" y="367161"/>
                  </a:lnTo>
                  <a:lnTo>
                    <a:pt x="330488" y="359129"/>
                  </a:lnTo>
                  <a:lnTo>
                    <a:pt x="342728" y="351094"/>
                  </a:lnTo>
                  <a:lnTo>
                    <a:pt x="354968" y="343077"/>
                  </a:lnTo>
                  <a:lnTo>
                    <a:pt x="367209" y="335102"/>
                  </a:lnTo>
                  <a:lnTo>
                    <a:pt x="379449" y="327191"/>
                  </a:lnTo>
                  <a:lnTo>
                    <a:pt x="391689" y="319366"/>
                  </a:lnTo>
                  <a:lnTo>
                    <a:pt x="403930" y="311651"/>
                  </a:lnTo>
                  <a:lnTo>
                    <a:pt x="416170" y="304068"/>
                  </a:lnTo>
                  <a:lnTo>
                    <a:pt x="428410" y="296640"/>
                  </a:lnTo>
                  <a:lnTo>
                    <a:pt x="440650" y="289389"/>
                  </a:lnTo>
                  <a:lnTo>
                    <a:pt x="452891" y="282338"/>
                  </a:lnTo>
                  <a:lnTo>
                    <a:pt x="465131" y="275510"/>
                  </a:lnTo>
                  <a:lnTo>
                    <a:pt x="477371" y="268927"/>
                  </a:lnTo>
                  <a:lnTo>
                    <a:pt x="489612" y="262611"/>
                  </a:lnTo>
                  <a:lnTo>
                    <a:pt x="501852" y="256572"/>
                  </a:lnTo>
                  <a:lnTo>
                    <a:pt x="514092" y="250785"/>
                  </a:lnTo>
                  <a:lnTo>
                    <a:pt x="526333" y="245225"/>
                  </a:lnTo>
                  <a:lnTo>
                    <a:pt x="538573" y="239866"/>
                  </a:lnTo>
                  <a:lnTo>
                    <a:pt x="550813" y="234682"/>
                  </a:lnTo>
                  <a:lnTo>
                    <a:pt x="563054" y="229645"/>
                  </a:lnTo>
                  <a:lnTo>
                    <a:pt x="575294" y="224729"/>
                  </a:lnTo>
                  <a:lnTo>
                    <a:pt x="587534" y="219909"/>
                  </a:lnTo>
                  <a:lnTo>
                    <a:pt x="599774" y="215158"/>
                  </a:lnTo>
                  <a:lnTo>
                    <a:pt x="612015" y="210449"/>
                  </a:lnTo>
                  <a:lnTo>
                    <a:pt x="624255" y="205757"/>
                  </a:lnTo>
                  <a:lnTo>
                    <a:pt x="636495" y="201054"/>
                  </a:lnTo>
                  <a:lnTo>
                    <a:pt x="648736" y="196315"/>
                  </a:lnTo>
                  <a:lnTo>
                    <a:pt x="660976" y="191514"/>
                  </a:lnTo>
                  <a:lnTo>
                    <a:pt x="673216" y="186623"/>
                  </a:lnTo>
                  <a:lnTo>
                    <a:pt x="685457" y="181617"/>
                  </a:lnTo>
                  <a:lnTo>
                    <a:pt x="697697" y="176469"/>
                  </a:lnTo>
                  <a:lnTo>
                    <a:pt x="709937" y="171153"/>
                  </a:lnTo>
                  <a:lnTo>
                    <a:pt x="722177" y="165642"/>
                  </a:lnTo>
                  <a:lnTo>
                    <a:pt x="734418" y="159910"/>
                  </a:lnTo>
                  <a:lnTo>
                    <a:pt x="746658" y="153952"/>
                  </a:lnTo>
                  <a:lnTo>
                    <a:pt x="758898" y="147792"/>
                  </a:lnTo>
                  <a:lnTo>
                    <a:pt x="771139" y="141462"/>
                  </a:lnTo>
                  <a:lnTo>
                    <a:pt x="783379" y="134991"/>
                  </a:lnTo>
                  <a:lnTo>
                    <a:pt x="795619" y="128407"/>
                  </a:lnTo>
                  <a:lnTo>
                    <a:pt x="807860" y="121740"/>
                  </a:lnTo>
                  <a:lnTo>
                    <a:pt x="820100" y="115020"/>
                  </a:lnTo>
                  <a:lnTo>
                    <a:pt x="832340" y="108276"/>
                  </a:lnTo>
                  <a:lnTo>
                    <a:pt x="844581" y="101538"/>
                  </a:lnTo>
                  <a:lnTo>
                    <a:pt x="856821" y="94834"/>
                  </a:lnTo>
                  <a:lnTo>
                    <a:pt x="869061" y="88194"/>
                  </a:lnTo>
                  <a:lnTo>
                    <a:pt x="881301" y="81648"/>
                  </a:lnTo>
                  <a:lnTo>
                    <a:pt x="893542" y="75225"/>
                  </a:lnTo>
                  <a:lnTo>
                    <a:pt x="905782" y="68954"/>
                  </a:lnTo>
                  <a:lnTo>
                    <a:pt x="918022" y="62865"/>
                  </a:lnTo>
                  <a:lnTo>
                    <a:pt x="930263" y="56987"/>
                  </a:lnTo>
                  <a:lnTo>
                    <a:pt x="942503" y="51349"/>
                  </a:lnTo>
                  <a:lnTo>
                    <a:pt x="954743" y="45982"/>
                  </a:lnTo>
                  <a:lnTo>
                    <a:pt x="966984" y="40916"/>
                  </a:lnTo>
                  <a:lnTo>
                    <a:pt x="979224" y="36180"/>
                  </a:lnTo>
                  <a:lnTo>
                    <a:pt x="991464" y="31789"/>
                  </a:lnTo>
                  <a:lnTo>
                    <a:pt x="1003704" y="27731"/>
                  </a:lnTo>
                  <a:lnTo>
                    <a:pt x="1015945" y="23998"/>
                  </a:lnTo>
                  <a:lnTo>
                    <a:pt x="1028185" y="20578"/>
                  </a:lnTo>
                  <a:lnTo>
                    <a:pt x="1040425" y="17463"/>
                  </a:lnTo>
                  <a:lnTo>
                    <a:pt x="1052666" y="14641"/>
                  </a:lnTo>
                  <a:lnTo>
                    <a:pt x="1064906" y="12102"/>
                  </a:lnTo>
                  <a:lnTo>
                    <a:pt x="1077146" y="9838"/>
                  </a:lnTo>
                  <a:lnTo>
                    <a:pt x="1089387" y="7836"/>
                  </a:lnTo>
                  <a:lnTo>
                    <a:pt x="1101627" y="6088"/>
                  </a:lnTo>
                  <a:lnTo>
                    <a:pt x="1113867" y="4583"/>
                  </a:lnTo>
                  <a:lnTo>
                    <a:pt x="1126108" y="3311"/>
                  </a:lnTo>
                  <a:lnTo>
                    <a:pt x="1138348" y="2261"/>
                  </a:lnTo>
                  <a:lnTo>
                    <a:pt x="1150588" y="1425"/>
                  </a:lnTo>
                  <a:lnTo>
                    <a:pt x="1162828" y="791"/>
                  </a:lnTo>
                  <a:lnTo>
                    <a:pt x="1175069" y="349"/>
                  </a:lnTo>
                  <a:lnTo>
                    <a:pt x="1187309" y="89"/>
                  </a:lnTo>
                  <a:lnTo>
                    <a:pt x="1199549" y="0"/>
                  </a:lnTo>
                  <a:lnTo>
                    <a:pt x="1211790" y="68"/>
                  </a:lnTo>
                  <a:lnTo>
                    <a:pt x="1224030" y="283"/>
                  </a:lnTo>
                  <a:lnTo>
                    <a:pt x="1236270" y="636"/>
                  </a:lnTo>
                  <a:lnTo>
                    <a:pt x="1248511" y="1119"/>
                  </a:lnTo>
                  <a:lnTo>
                    <a:pt x="1260751" y="1728"/>
                  </a:lnTo>
                  <a:lnTo>
                    <a:pt x="1272991" y="2455"/>
                  </a:lnTo>
                  <a:lnTo>
                    <a:pt x="1285231" y="3293"/>
                  </a:lnTo>
                  <a:lnTo>
                    <a:pt x="1297472" y="4238"/>
                  </a:lnTo>
                  <a:lnTo>
                    <a:pt x="1309712" y="5282"/>
                  </a:lnTo>
                  <a:lnTo>
                    <a:pt x="1321952" y="6418"/>
                  </a:lnTo>
                  <a:lnTo>
                    <a:pt x="1334193" y="7642"/>
                  </a:lnTo>
                  <a:lnTo>
                    <a:pt x="1346433" y="8945"/>
                  </a:lnTo>
                  <a:lnTo>
                    <a:pt x="1358673" y="10323"/>
                  </a:lnTo>
                  <a:lnTo>
                    <a:pt x="1370914" y="11768"/>
                  </a:lnTo>
                  <a:lnTo>
                    <a:pt x="1383154" y="13274"/>
                  </a:lnTo>
                  <a:lnTo>
                    <a:pt x="1395394" y="14835"/>
                  </a:lnTo>
                  <a:lnTo>
                    <a:pt x="1407635" y="16445"/>
                  </a:lnTo>
                  <a:lnTo>
                    <a:pt x="1419875" y="18097"/>
                  </a:lnTo>
                  <a:lnTo>
                    <a:pt x="1432115" y="19786"/>
                  </a:lnTo>
                  <a:lnTo>
                    <a:pt x="1444355" y="21507"/>
                  </a:lnTo>
                  <a:lnTo>
                    <a:pt x="1456596" y="23256"/>
                  </a:lnTo>
                  <a:lnTo>
                    <a:pt x="1468836" y="25027"/>
                  </a:lnTo>
                  <a:lnTo>
                    <a:pt x="1481076" y="26825"/>
                  </a:lnTo>
                  <a:lnTo>
                    <a:pt x="1493317" y="28660"/>
                  </a:lnTo>
                  <a:lnTo>
                    <a:pt x="1505557" y="30540"/>
                  </a:lnTo>
                  <a:lnTo>
                    <a:pt x="1517797" y="32475"/>
                  </a:lnTo>
                  <a:lnTo>
                    <a:pt x="1530038" y="34476"/>
                  </a:lnTo>
                  <a:lnTo>
                    <a:pt x="1542278" y="36550"/>
                  </a:lnTo>
                  <a:lnTo>
                    <a:pt x="1554518" y="38709"/>
                  </a:lnTo>
                  <a:lnTo>
                    <a:pt x="1566759" y="40960"/>
                  </a:lnTo>
                  <a:lnTo>
                    <a:pt x="1578999" y="43314"/>
                  </a:lnTo>
                  <a:lnTo>
                    <a:pt x="1591239" y="45780"/>
                  </a:lnTo>
                  <a:lnTo>
                    <a:pt x="1603479" y="48368"/>
                  </a:lnTo>
                  <a:lnTo>
                    <a:pt x="1615720" y="51087"/>
                  </a:lnTo>
                  <a:lnTo>
                    <a:pt x="1627960" y="53947"/>
                  </a:lnTo>
                  <a:lnTo>
                    <a:pt x="1640200" y="56957"/>
                  </a:lnTo>
                  <a:lnTo>
                    <a:pt x="1652441" y="60126"/>
                  </a:lnTo>
                  <a:lnTo>
                    <a:pt x="1664681" y="63463"/>
                  </a:lnTo>
                  <a:lnTo>
                    <a:pt x="1676921" y="66975"/>
                  </a:lnTo>
                  <a:lnTo>
                    <a:pt x="1689162" y="70671"/>
                  </a:lnTo>
                  <a:lnTo>
                    <a:pt x="1701402" y="74558"/>
                  </a:lnTo>
                  <a:lnTo>
                    <a:pt x="1713642" y="78644"/>
                  </a:lnTo>
                  <a:lnTo>
                    <a:pt x="1725882" y="82931"/>
                  </a:lnTo>
                  <a:lnTo>
                    <a:pt x="1738123" y="87420"/>
                  </a:lnTo>
                  <a:lnTo>
                    <a:pt x="1750363" y="92113"/>
                  </a:lnTo>
                  <a:lnTo>
                    <a:pt x="1762603" y="97009"/>
                  </a:lnTo>
                  <a:lnTo>
                    <a:pt x="1774844" y="102109"/>
                  </a:lnTo>
                  <a:lnTo>
                    <a:pt x="1787084" y="107415"/>
                  </a:lnTo>
                  <a:lnTo>
                    <a:pt x="1799324" y="112927"/>
                  </a:lnTo>
                  <a:lnTo>
                    <a:pt x="1811565" y="118646"/>
                  </a:lnTo>
                  <a:lnTo>
                    <a:pt x="1823805" y="124572"/>
                  </a:lnTo>
                  <a:lnTo>
                    <a:pt x="1836045" y="130707"/>
                  </a:lnTo>
                  <a:lnTo>
                    <a:pt x="1848286" y="137050"/>
                  </a:lnTo>
                  <a:lnTo>
                    <a:pt x="1860526" y="143604"/>
                  </a:lnTo>
                  <a:lnTo>
                    <a:pt x="1872766" y="150368"/>
                  </a:lnTo>
                  <a:lnTo>
                    <a:pt x="1885006" y="157344"/>
                  </a:lnTo>
                  <a:lnTo>
                    <a:pt x="1897247" y="164534"/>
                  </a:lnTo>
                  <a:lnTo>
                    <a:pt x="1909487" y="171943"/>
                  </a:lnTo>
                  <a:lnTo>
                    <a:pt x="1921727" y="179576"/>
                  </a:lnTo>
                  <a:lnTo>
                    <a:pt x="1933968" y="187437"/>
                  </a:lnTo>
                  <a:lnTo>
                    <a:pt x="1946208" y="195531"/>
                  </a:lnTo>
                  <a:lnTo>
                    <a:pt x="1958448" y="203863"/>
                  </a:lnTo>
                  <a:lnTo>
                    <a:pt x="1970689" y="212435"/>
                  </a:lnTo>
                  <a:lnTo>
                    <a:pt x="1982929" y="221248"/>
                  </a:lnTo>
                  <a:lnTo>
                    <a:pt x="1995169" y="230305"/>
                  </a:lnTo>
                  <a:lnTo>
                    <a:pt x="2007409" y="239608"/>
                  </a:lnTo>
                  <a:lnTo>
                    <a:pt x="2019650" y="249158"/>
                  </a:lnTo>
                  <a:lnTo>
                    <a:pt x="2031890" y="258958"/>
                  </a:lnTo>
                  <a:lnTo>
                    <a:pt x="2044130" y="269008"/>
                  </a:lnTo>
                  <a:lnTo>
                    <a:pt x="2056371" y="279312"/>
                  </a:lnTo>
                  <a:lnTo>
                    <a:pt x="2068611" y="289870"/>
                  </a:lnTo>
                  <a:lnTo>
                    <a:pt x="2080851" y="300685"/>
                  </a:lnTo>
                  <a:lnTo>
                    <a:pt x="2093092" y="311759"/>
                  </a:lnTo>
                  <a:lnTo>
                    <a:pt x="2105332" y="323093"/>
                  </a:lnTo>
                  <a:lnTo>
                    <a:pt x="2117572" y="334686"/>
                  </a:lnTo>
                  <a:lnTo>
                    <a:pt x="2129813" y="346514"/>
                  </a:lnTo>
                  <a:lnTo>
                    <a:pt x="2142053" y="358568"/>
                  </a:lnTo>
                  <a:lnTo>
                    <a:pt x="2154293" y="370847"/>
                  </a:lnTo>
                  <a:lnTo>
                    <a:pt x="2166533" y="383352"/>
                  </a:lnTo>
                  <a:lnTo>
                    <a:pt x="2178774" y="396080"/>
                  </a:lnTo>
                  <a:lnTo>
                    <a:pt x="2191014" y="40903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1679301"/>
              <a:ext cx="2340808" cy="1417971"/>
            </a:xfrm>
            <a:custGeom>
              <a:avLst/>
              <a:pathLst>
                <a:path w="2340808" h="1417971">
                  <a:moveTo>
                    <a:pt x="0" y="697688"/>
                  </a:moveTo>
                  <a:lnTo>
                    <a:pt x="13077" y="723307"/>
                  </a:lnTo>
                  <a:lnTo>
                    <a:pt x="26154" y="747418"/>
                  </a:lnTo>
                  <a:lnTo>
                    <a:pt x="39231" y="765837"/>
                  </a:lnTo>
                  <a:lnTo>
                    <a:pt x="52308" y="776397"/>
                  </a:lnTo>
                  <a:lnTo>
                    <a:pt x="65385" y="785383"/>
                  </a:lnTo>
                  <a:lnTo>
                    <a:pt x="78462" y="792411"/>
                  </a:lnTo>
                  <a:lnTo>
                    <a:pt x="91539" y="797878"/>
                  </a:lnTo>
                  <a:lnTo>
                    <a:pt x="104617" y="802853"/>
                  </a:lnTo>
                  <a:lnTo>
                    <a:pt x="117694" y="809433"/>
                  </a:lnTo>
                  <a:lnTo>
                    <a:pt x="130771" y="816759"/>
                  </a:lnTo>
                  <a:lnTo>
                    <a:pt x="143848" y="818573"/>
                  </a:lnTo>
                  <a:lnTo>
                    <a:pt x="156925" y="825871"/>
                  </a:lnTo>
                  <a:lnTo>
                    <a:pt x="170002" y="830005"/>
                  </a:lnTo>
                  <a:lnTo>
                    <a:pt x="183079" y="835356"/>
                  </a:lnTo>
                  <a:lnTo>
                    <a:pt x="196157" y="841437"/>
                  </a:lnTo>
                  <a:lnTo>
                    <a:pt x="209234" y="847082"/>
                  </a:lnTo>
                  <a:lnTo>
                    <a:pt x="222311" y="852281"/>
                  </a:lnTo>
                  <a:lnTo>
                    <a:pt x="235388" y="857809"/>
                  </a:lnTo>
                  <a:lnTo>
                    <a:pt x="248465" y="861311"/>
                  </a:lnTo>
                  <a:lnTo>
                    <a:pt x="261542" y="864113"/>
                  </a:lnTo>
                  <a:lnTo>
                    <a:pt x="274619" y="865488"/>
                  </a:lnTo>
                  <a:lnTo>
                    <a:pt x="287697" y="863493"/>
                  </a:lnTo>
                  <a:lnTo>
                    <a:pt x="300774" y="862239"/>
                  </a:lnTo>
                  <a:lnTo>
                    <a:pt x="313851" y="860128"/>
                  </a:lnTo>
                  <a:lnTo>
                    <a:pt x="326928" y="858928"/>
                  </a:lnTo>
                  <a:lnTo>
                    <a:pt x="340005" y="854997"/>
                  </a:lnTo>
                  <a:lnTo>
                    <a:pt x="353082" y="851413"/>
                  </a:lnTo>
                  <a:lnTo>
                    <a:pt x="366159" y="846768"/>
                  </a:lnTo>
                  <a:lnTo>
                    <a:pt x="379237" y="843535"/>
                  </a:lnTo>
                  <a:lnTo>
                    <a:pt x="392314" y="839199"/>
                  </a:lnTo>
                  <a:lnTo>
                    <a:pt x="405391" y="835409"/>
                  </a:lnTo>
                  <a:lnTo>
                    <a:pt x="418468" y="832131"/>
                  </a:lnTo>
                  <a:lnTo>
                    <a:pt x="431545" y="830381"/>
                  </a:lnTo>
                  <a:lnTo>
                    <a:pt x="444622" y="828104"/>
                  </a:lnTo>
                  <a:lnTo>
                    <a:pt x="457699" y="826803"/>
                  </a:lnTo>
                  <a:lnTo>
                    <a:pt x="470777" y="825472"/>
                  </a:lnTo>
                  <a:lnTo>
                    <a:pt x="483854" y="824115"/>
                  </a:lnTo>
                  <a:lnTo>
                    <a:pt x="496931" y="821451"/>
                  </a:lnTo>
                  <a:lnTo>
                    <a:pt x="510008" y="820871"/>
                  </a:lnTo>
                  <a:lnTo>
                    <a:pt x="523085" y="819927"/>
                  </a:lnTo>
                  <a:lnTo>
                    <a:pt x="536162" y="817740"/>
                  </a:lnTo>
                  <a:lnTo>
                    <a:pt x="549239" y="815338"/>
                  </a:lnTo>
                  <a:lnTo>
                    <a:pt x="562317" y="813134"/>
                  </a:lnTo>
                  <a:lnTo>
                    <a:pt x="575394" y="809921"/>
                  </a:lnTo>
                  <a:lnTo>
                    <a:pt x="588471" y="806886"/>
                  </a:lnTo>
                  <a:lnTo>
                    <a:pt x="601548" y="804041"/>
                  </a:lnTo>
                  <a:lnTo>
                    <a:pt x="614625" y="801397"/>
                  </a:lnTo>
                  <a:lnTo>
                    <a:pt x="627702" y="799973"/>
                  </a:lnTo>
                  <a:lnTo>
                    <a:pt x="640779" y="797727"/>
                  </a:lnTo>
                  <a:lnTo>
                    <a:pt x="653857" y="794840"/>
                  </a:lnTo>
                  <a:lnTo>
                    <a:pt x="666934" y="796157"/>
                  </a:lnTo>
                  <a:lnTo>
                    <a:pt x="680011" y="797512"/>
                  </a:lnTo>
                  <a:lnTo>
                    <a:pt x="693088" y="796027"/>
                  </a:lnTo>
                  <a:lnTo>
                    <a:pt x="706165" y="792783"/>
                  </a:lnTo>
                  <a:lnTo>
                    <a:pt x="719242" y="789696"/>
                  </a:lnTo>
                  <a:lnTo>
                    <a:pt x="732319" y="788064"/>
                  </a:lnTo>
                  <a:lnTo>
                    <a:pt x="745397" y="787642"/>
                  </a:lnTo>
                  <a:lnTo>
                    <a:pt x="758474" y="787366"/>
                  </a:lnTo>
                  <a:lnTo>
                    <a:pt x="771551" y="787088"/>
                  </a:lnTo>
                  <a:lnTo>
                    <a:pt x="784628" y="786038"/>
                  </a:lnTo>
                  <a:lnTo>
                    <a:pt x="797705" y="785064"/>
                  </a:lnTo>
                  <a:lnTo>
                    <a:pt x="810782" y="784143"/>
                  </a:lnTo>
                  <a:lnTo>
                    <a:pt x="823859" y="783256"/>
                  </a:lnTo>
                  <a:lnTo>
                    <a:pt x="836937" y="782962"/>
                  </a:lnTo>
                  <a:lnTo>
                    <a:pt x="850014" y="784177"/>
                  </a:lnTo>
                  <a:lnTo>
                    <a:pt x="863091" y="785375"/>
                  </a:lnTo>
                  <a:lnTo>
                    <a:pt x="876168" y="783931"/>
                  </a:lnTo>
                  <a:lnTo>
                    <a:pt x="889245" y="780746"/>
                  </a:lnTo>
                  <a:lnTo>
                    <a:pt x="902322" y="781653"/>
                  </a:lnTo>
                  <a:lnTo>
                    <a:pt x="915399" y="781443"/>
                  </a:lnTo>
                  <a:lnTo>
                    <a:pt x="928477" y="778374"/>
                  </a:lnTo>
                  <a:lnTo>
                    <a:pt x="941554" y="775249"/>
                  </a:lnTo>
                  <a:lnTo>
                    <a:pt x="954631" y="772066"/>
                  </a:lnTo>
                  <a:lnTo>
                    <a:pt x="967708" y="769752"/>
                  </a:lnTo>
                  <a:lnTo>
                    <a:pt x="980785" y="765513"/>
                  </a:lnTo>
                  <a:lnTo>
                    <a:pt x="993862" y="762138"/>
                  </a:lnTo>
                  <a:lnTo>
                    <a:pt x="1006939" y="758694"/>
                  </a:lnTo>
                  <a:lnTo>
                    <a:pt x="1020017" y="756238"/>
                  </a:lnTo>
                  <a:lnTo>
                    <a:pt x="1033094" y="754338"/>
                  </a:lnTo>
                  <a:lnTo>
                    <a:pt x="1046171" y="752553"/>
                  </a:lnTo>
                  <a:lnTo>
                    <a:pt x="1059248" y="749908"/>
                  </a:lnTo>
                  <a:lnTo>
                    <a:pt x="1072325" y="746244"/>
                  </a:lnTo>
                  <a:lnTo>
                    <a:pt x="1085402" y="742445"/>
                  </a:lnTo>
                  <a:lnTo>
                    <a:pt x="1098479" y="740570"/>
                  </a:lnTo>
                  <a:lnTo>
                    <a:pt x="1111557" y="736781"/>
                  </a:lnTo>
                  <a:lnTo>
                    <a:pt x="1124634" y="732867"/>
                  </a:lnTo>
                  <a:lnTo>
                    <a:pt x="1137711" y="726422"/>
                  </a:lnTo>
                  <a:lnTo>
                    <a:pt x="1150788" y="721491"/>
                  </a:lnTo>
                  <a:lnTo>
                    <a:pt x="1163865" y="717974"/>
                  </a:lnTo>
                  <a:lnTo>
                    <a:pt x="1176942" y="714266"/>
                  </a:lnTo>
                  <a:lnTo>
                    <a:pt x="1190019" y="710229"/>
                  </a:lnTo>
                  <a:lnTo>
                    <a:pt x="1203097" y="705323"/>
                  </a:lnTo>
                  <a:lnTo>
                    <a:pt x="1216174" y="700307"/>
                  </a:lnTo>
                  <a:lnTo>
                    <a:pt x="1229251" y="695562"/>
                  </a:lnTo>
                  <a:lnTo>
                    <a:pt x="1242328" y="691128"/>
                  </a:lnTo>
                  <a:lnTo>
                    <a:pt x="1255405" y="687049"/>
                  </a:lnTo>
                  <a:lnTo>
                    <a:pt x="1268482" y="682717"/>
                  </a:lnTo>
                  <a:lnTo>
                    <a:pt x="1281559" y="677292"/>
                  </a:lnTo>
                  <a:lnTo>
                    <a:pt x="1294637" y="674379"/>
                  </a:lnTo>
                  <a:lnTo>
                    <a:pt x="1307714" y="673793"/>
                  </a:lnTo>
                  <a:lnTo>
                    <a:pt x="1320791" y="673316"/>
                  </a:lnTo>
                  <a:lnTo>
                    <a:pt x="1333868" y="671783"/>
                  </a:lnTo>
                  <a:lnTo>
                    <a:pt x="1346945" y="670780"/>
                  </a:lnTo>
                  <a:lnTo>
                    <a:pt x="1360022" y="670407"/>
                  </a:lnTo>
                  <a:lnTo>
                    <a:pt x="1373099" y="670616"/>
                  </a:lnTo>
                  <a:lnTo>
                    <a:pt x="1386177" y="671358"/>
                  </a:lnTo>
                  <a:lnTo>
                    <a:pt x="1399254" y="672584"/>
                  </a:lnTo>
                  <a:lnTo>
                    <a:pt x="1412331" y="676859"/>
                  </a:lnTo>
                  <a:lnTo>
                    <a:pt x="1425408" y="679155"/>
                  </a:lnTo>
                  <a:lnTo>
                    <a:pt x="1438485" y="679986"/>
                  </a:lnTo>
                  <a:lnTo>
                    <a:pt x="1451562" y="678300"/>
                  </a:lnTo>
                  <a:lnTo>
                    <a:pt x="1464639" y="675289"/>
                  </a:lnTo>
                  <a:lnTo>
                    <a:pt x="1477717" y="677451"/>
                  </a:lnTo>
                  <a:lnTo>
                    <a:pt x="1490794" y="679558"/>
                  </a:lnTo>
                  <a:lnTo>
                    <a:pt x="1503871" y="681742"/>
                  </a:lnTo>
                  <a:lnTo>
                    <a:pt x="1516948" y="683748"/>
                  </a:lnTo>
                  <a:lnTo>
                    <a:pt x="1530025" y="683903"/>
                  </a:lnTo>
                  <a:lnTo>
                    <a:pt x="1543102" y="684185"/>
                  </a:lnTo>
                  <a:lnTo>
                    <a:pt x="1556179" y="684589"/>
                  </a:lnTo>
                  <a:lnTo>
                    <a:pt x="1569257" y="685108"/>
                  </a:lnTo>
                  <a:lnTo>
                    <a:pt x="1582334" y="685737"/>
                  </a:lnTo>
                  <a:lnTo>
                    <a:pt x="1595411" y="686471"/>
                  </a:lnTo>
                  <a:lnTo>
                    <a:pt x="1608488" y="686301"/>
                  </a:lnTo>
                  <a:lnTo>
                    <a:pt x="1621565" y="685303"/>
                  </a:lnTo>
                  <a:lnTo>
                    <a:pt x="1634642" y="686758"/>
                  </a:lnTo>
                  <a:lnTo>
                    <a:pt x="1647719" y="685771"/>
                  </a:lnTo>
                  <a:lnTo>
                    <a:pt x="1660797" y="682920"/>
                  </a:lnTo>
                  <a:lnTo>
                    <a:pt x="1673874" y="681077"/>
                  </a:lnTo>
                  <a:lnTo>
                    <a:pt x="1686951" y="680330"/>
                  </a:lnTo>
                  <a:lnTo>
                    <a:pt x="1700028" y="681373"/>
                  </a:lnTo>
                  <a:lnTo>
                    <a:pt x="1713105" y="683898"/>
                  </a:lnTo>
                  <a:lnTo>
                    <a:pt x="1726182" y="679976"/>
                  </a:lnTo>
                  <a:lnTo>
                    <a:pt x="1739259" y="678564"/>
                  </a:lnTo>
                  <a:lnTo>
                    <a:pt x="1752337" y="676466"/>
                  </a:lnTo>
                  <a:lnTo>
                    <a:pt x="1765414" y="668336"/>
                  </a:lnTo>
                  <a:lnTo>
                    <a:pt x="1778491" y="664654"/>
                  </a:lnTo>
                  <a:lnTo>
                    <a:pt x="1791568" y="661147"/>
                  </a:lnTo>
                  <a:lnTo>
                    <a:pt x="1804645" y="654911"/>
                  </a:lnTo>
                  <a:lnTo>
                    <a:pt x="1817722" y="642445"/>
                  </a:lnTo>
                  <a:lnTo>
                    <a:pt x="1830799" y="629871"/>
                  </a:lnTo>
                  <a:lnTo>
                    <a:pt x="1843877" y="621185"/>
                  </a:lnTo>
                  <a:lnTo>
                    <a:pt x="1856954" y="610994"/>
                  </a:lnTo>
                  <a:lnTo>
                    <a:pt x="1870031" y="604886"/>
                  </a:lnTo>
                  <a:lnTo>
                    <a:pt x="1883108" y="599579"/>
                  </a:lnTo>
                  <a:lnTo>
                    <a:pt x="1896185" y="595185"/>
                  </a:lnTo>
                  <a:lnTo>
                    <a:pt x="1909262" y="591815"/>
                  </a:lnTo>
                  <a:lnTo>
                    <a:pt x="1922339" y="589581"/>
                  </a:lnTo>
                  <a:lnTo>
                    <a:pt x="1935417" y="588594"/>
                  </a:lnTo>
                  <a:lnTo>
                    <a:pt x="1948494" y="588816"/>
                  </a:lnTo>
                  <a:lnTo>
                    <a:pt x="1961571" y="578447"/>
                  </a:lnTo>
                  <a:lnTo>
                    <a:pt x="1974648" y="570123"/>
                  </a:lnTo>
                  <a:lnTo>
                    <a:pt x="1987725" y="561782"/>
                  </a:lnTo>
                  <a:lnTo>
                    <a:pt x="2000802" y="552937"/>
                  </a:lnTo>
                  <a:lnTo>
                    <a:pt x="2013879" y="538179"/>
                  </a:lnTo>
                  <a:lnTo>
                    <a:pt x="2026956" y="527958"/>
                  </a:lnTo>
                  <a:lnTo>
                    <a:pt x="2040034" y="508520"/>
                  </a:lnTo>
                  <a:lnTo>
                    <a:pt x="2053111" y="492011"/>
                  </a:lnTo>
                  <a:lnTo>
                    <a:pt x="2066188" y="480493"/>
                  </a:lnTo>
                  <a:lnTo>
                    <a:pt x="2079265" y="462377"/>
                  </a:lnTo>
                  <a:lnTo>
                    <a:pt x="2092342" y="448743"/>
                  </a:lnTo>
                  <a:lnTo>
                    <a:pt x="2105419" y="436271"/>
                  </a:lnTo>
                  <a:lnTo>
                    <a:pt x="2118496" y="425242"/>
                  </a:lnTo>
                  <a:lnTo>
                    <a:pt x="2131574" y="415935"/>
                  </a:lnTo>
                  <a:lnTo>
                    <a:pt x="2144651" y="408630"/>
                  </a:lnTo>
                  <a:lnTo>
                    <a:pt x="2157728" y="403607"/>
                  </a:lnTo>
                  <a:lnTo>
                    <a:pt x="2170805" y="401146"/>
                  </a:lnTo>
                  <a:lnTo>
                    <a:pt x="2183882" y="397081"/>
                  </a:lnTo>
                  <a:lnTo>
                    <a:pt x="2196959" y="385211"/>
                  </a:lnTo>
                  <a:lnTo>
                    <a:pt x="2210036" y="381308"/>
                  </a:lnTo>
                  <a:lnTo>
                    <a:pt x="2223114" y="354887"/>
                  </a:lnTo>
                  <a:lnTo>
                    <a:pt x="2236191" y="348993"/>
                  </a:lnTo>
                  <a:lnTo>
                    <a:pt x="2249268" y="334735"/>
                  </a:lnTo>
                  <a:lnTo>
                    <a:pt x="2262345" y="303987"/>
                  </a:lnTo>
                  <a:lnTo>
                    <a:pt x="2275422" y="272948"/>
                  </a:lnTo>
                  <a:lnTo>
                    <a:pt x="2288499" y="241690"/>
                  </a:lnTo>
                  <a:lnTo>
                    <a:pt x="2301576" y="202948"/>
                  </a:lnTo>
                  <a:lnTo>
                    <a:pt x="2314654" y="135299"/>
                  </a:lnTo>
                  <a:lnTo>
                    <a:pt x="2327731" y="67649"/>
                  </a:lnTo>
                  <a:lnTo>
                    <a:pt x="2340808" y="0"/>
                  </a:lnTo>
                  <a:lnTo>
                    <a:pt x="2340808" y="1417971"/>
                  </a:lnTo>
                  <a:lnTo>
                    <a:pt x="2339035" y="1417971"/>
                  </a:lnTo>
                  <a:lnTo>
                    <a:pt x="2327731" y="1310888"/>
                  </a:lnTo>
                  <a:lnTo>
                    <a:pt x="2314654" y="1227342"/>
                  </a:lnTo>
                  <a:lnTo>
                    <a:pt x="2301576" y="1151505"/>
                  </a:lnTo>
                  <a:lnTo>
                    <a:pt x="2288499" y="1083027"/>
                  </a:lnTo>
                  <a:lnTo>
                    <a:pt x="2275422" y="1054020"/>
                  </a:lnTo>
                  <a:lnTo>
                    <a:pt x="2262345" y="1028487"/>
                  </a:lnTo>
                  <a:lnTo>
                    <a:pt x="2249268" y="983832"/>
                  </a:lnTo>
                  <a:lnTo>
                    <a:pt x="2236191" y="962103"/>
                  </a:lnTo>
                  <a:lnTo>
                    <a:pt x="2223114" y="941297"/>
                  </a:lnTo>
                  <a:lnTo>
                    <a:pt x="2210036" y="938389"/>
                  </a:lnTo>
                  <a:lnTo>
                    <a:pt x="2196959" y="939468"/>
                  </a:lnTo>
                  <a:lnTo>
                    <a:pt x="2183882" y="919770"/>
                  </a:lnTo>
                  <a:lnTo>
                    <a:pt x="2170805" y="899711"/>
                  </a:lnTo>
                  <a:lnTo>
                    <a:pt x="2157728" y="879801"/>
                  </a:lnTo>
                  <a:lnTo>
                    <a:pt x="2144651" y="869408"/>
                  </a:lnTo>
                  <a:lnTo>
                    <a:pt x="2131574" y="862038"/>
                  </a:lnTo>
                  <a:lnTo>
                    <a:pt x="2118496" y="859448"/>
                  </a:lnTo>
                  <a:lnTo>
                    <a:pt x="2105419" y="857557"/>
                  </a:lnTo>
                  <a:lnTo>
                    <a:pt x="2092342" y="844273"/>
                  </a:lnTo>
                  <a:lnTo>
                    <a:pt x="2079265" y="840386"/>
                  </a:lnTo>
                  <a:lnTo>
                    <a:pt x="2066188" y="822957"/>
                  </a:lnTo>
                  <a:lnTo>
                    <a:pt x="2053111" y="824186"/>
                  </a:lnTo>
                  <a:lnTo>
                    <a:pt x="2040034" y="819565"/>
                  </a:lnTo>
                  <a:lnTo>
                    <a:pt x="2026956" y="814639"/>
                  </a:lnTo>
                  <a:lnTo>
                    <a:pt x="2013879" y="824723"/>
                  </a:lnTo>
                  <a:lnTo>
                    <a:pt x="2000802" y="826801"/>
                  </a:lnTo>
                  <a:lnTo>
                    <a:pt x="1987725" y="828747"/>
                  </a:lnTo>
                  <a:lnTo>
                    <a:pt x="1974648" y="830553"/>
                  </a:lnTo>
                  <a:lnTo>
                    <a:pt x="1961571" y="832216"/>
                  </a:lnTo>
                  <a:lnTo>
                    <a:pt x="1948494" y="833732"/>
                  </a:lnTo>
                  <a:lnTo>
                    <a:pt x="1935417" y="840688"/>
                  </a:lnTo>
                  <a:lnTo>
                    <a:pt x="1922339" y="846912"/>
                  </a:lnTo>
                  <a:lnTo>
                    <a:pt x="1909262" y="852319"/>
                  </a:lnTo>
                  <a:lnTo>
                    <a:pt x="1896185" y="856945"/>
                  </a:lnTo>
                  <a:lnTo>
                    <a:pt x="1883108" y="856263"/>
                  </a:lnTo>
                  <a:lnTo>
                    <a:pt x="1870031" y="855009"/>
                  </a:lnTo>
                  <a:lnTo>
                    <a:pt x="1856954" y="856766"/>
                  </a:lnTo>
                  <a:lnTo>
                    <a:pt x="1843877" y="854592"/>
                  </a:lnTo>
                  <a:lnTo>
                    <a:pt x="1830799" y="850726"/>
                  </a:lnTo>
                  <a:lnTo>
                    <a:pt x="1817722" y="845513"/>
                  </a:lnTo>
                  <a:lnTo>
                    <a:pt x="1804645" y="842410"/>
                  </a:lnTo>
                  <a:lnTo>
                    <a:pt x="1791568" y="839031"/>
                  </a:lnTo>
                  <a:lnTo>
                    <a:pt x="1778491" y="838278"/>
                  </a:lnTo>
                  <a:lnTo>
                    <a:pt x="1765414" y="837323"/>
                  </a:lnTo>
                  <a:lnTo>
                    <a:pt x="1752337" y="836162"/>
                  </a:lnTo>
                  <a:lnTo>
                    <a:pt x="1739259" y="835342"/>
                  </a:lnTo>
                  <a:lnTo>
                    <a:pt x="1726182" y="836329"/>
                  </a:lnTo>
                  <a:lnTo>
                    <a:pt x="1713105" y="836280"/>
                  </a:lnTo>
                  <a:lnTo>
                    <a:pt x="1700028" y="838248"/>
                  </a:lnTo>
                  <a:lnTo>
                    <a:pt x="1686951" y="838431"/>
                  </a:lnTo>
                  <a:lnTo>
                    <a:pt x="1673874" y="837723"/>
                  </a:lnTo>
                  <a:lnTo>
                    <a:pt x="1660797" y="837720"/>
                  </a:lnTo>
                  <a:lnTo>
                    <a:pt x="1647719" y="836951"/>
                  </a:lnTo>
                  <a:lnTo>
                    <a:pt x="1634642" y="835475"/>
                  </a:lnTo>
                  <a:lnTo>
                    <a:pt x="1621565" y="833354"/>
                  </a:lnTo>
                  <a:lnTo>
                    <a:pt x="1608488" y="830647"/>
                  </a:lnTo>
                  <a:lnTo>
                    <a:pt x="1595411" y="827416"/>
                  </a:lnTo>
                  <a:lnTo>
                    <a:pt x="1582334" y="824915"/>
                  </a:lnTo>
                  <a:lnTo>
                    <a:pt x="1569257" y="823461"/>
                  </a:lnTo>
                  <a:lnTo>
                    <a:pt x="1556179" y="819051"/>
                  </a:lnTo>
                  <a:lnTo>
                    <a:pt x="1543102" y="814294"/>
                  </a:lnTo>
                  <a:lnTo>
                    <a:pt x="1530025" y="809616"/>
                  </a:lnTo>
                  <a:lnTo>
                    <a:pt x="1516948" y="805048"/>
                  </a:lnTo>
                  <a:lnTo>
                    <a:pt x="1503871" y="801579"/>
                  </a:lnTo>
                  <a:lnTo>
                    <a:pt x="1490794" y="799392"/>
                  </a:lnTo>
                  <a:lnTo>
                    <a:pt x="1477717" y="797400"/>
                  </a:lnTo>
                  <a:lnTo>
                    <a:pt x="1464639" y="795630"/>
                  </a:lnTo>
                  <a:lnTo>
                    <a:pt x="1451562" y="794108"/>
                  </a:lnTo>
                  <a:lnTo>
                    <a:pt x="1438485" y="793202"/>
                  </a:lnTo>
                  <a:lnTo>
                    <a:pt x="1425408" y="792187"/>
                  </a:lnTo>
                  <a:lnTo>
                    <a:pt x="1412331" y="791927"/>
                  </a:lnTo>
                  <a:lnTo>
                    <a:pt x="1399254" y="792499"/>
                  </a:lnTo>
                  <a:lnTo>
                    <a:pt x="1386177" y="792896"/>
                  </a:lnTo>
                  <a:lnTo>
                    <a:pt x="1373099" y="793667"/>
                  </a:lnTo>
                  <a:lnTo>
                    <a:pt x="1360022" y="794848"/>
                  </a:lnTo>
                  <a:lnTo>
                    <a:pt x="1346945" y="796475"/>
                  </a:lnTo>
                  <a:lnTo>
                    <a:pt x="1333868" y="798579"/>
                  </a:lnTo>
                  <a:lnTo>
                    <a:pt x="1320791" y="799570"/>
                  </a:lnTo>
                  <a:lnTo>
                    <a:pt x="1307714" y="801497"/>
                  </a:lnTo>
                  <a:lnTo>
                    <a:pt x="1294637" y="805689"/>
                  </a:lnTo>
                  <a:lnTo>
                    <a:pt x="1281559" y="809753"/>
                  </a:lnTo>
                  <a:lnTo>
                    <a:pt x="1268482" y="812854"/>
                  </a:lnTo>
                  <a:lnTo>
                    <a:pt x="1255405" y="815542"/>
                  </a:lnTo>
                  <a:lnTo>
                    <a:pt x="1242328" y="819935"/>
                  </a:lnTo>
                  <a:lnTo>
                    <a:pt x="1229251" y="824548"/>
                  </a:lnTo>
                  <a:lnTo>
                    <a:pt x="1216174" y="828009"/>
                  </a:lnTo>
                  <a:lnTo>
                    <a:pt x="1203097" y="831218"/>
                  </a:lnTo>
                  <a:lnTo>
                    <a:pt x="1190019" y="834269"/>
                  </a:lnTo>
                  <a:lnTo>
                    <a:pt x="1176942" y="838876"/>
                  </a:lnTo>
                  <a:lnTo>
                    <a:pt x="1163865" y="842870"/>
                  </a:lnTo>
                  <a:lnTo>
                    <a:pt x="1150788" y="845023"/>
                  </a:lnTo>
                  <a:lnTo>
                    <a:pt x="1137711" y="847227"/>
                  </a:lnTo>
                  <a:lnTo>
                    <a:pt x="1124634" y="849479"/>
                  </a:lnTo>
                  <a:lnTo>
                    <a:pt x="1111557" y="851778"/>
                  </a:lnTo>
                  <a:lnTo>
                    <a:pt x="1098479" y="854120"/>
                  </a:lnTo>
                  <a:lnTo>
                    <a:pt x="1085402" y="856502"/>
                  </a:lnTo>
                  <a:lnTo>
                    <a:pt x="1072325" y="858923"/>
                  </a:lnTo>
                  <a:lnTo>
                    <a:pt x="1059248" y="862960"/>
                  </a:lnTo>
                  <a:lnTo>
                    <a:pt x="1046171" y="866854"/>
                  </a:lnTo>
                  <a:lnTo>
                    <a:pt x="1033094" y="870629"/>
                  </a:lnTo>
                  <a:lnTo>
                    <a:pt x="1020017" y="874357"/>
                  </a:lnTo>
                  <a:lnTo>
                    <a:pt x="1006939" y="879253"/>
                  </a:lnTo>
                  <a:lnTo>
                    <a:pt x="993862" y="883814"/>
                  </a:lnTo>
                  <a:lnTo>
                    <a:pt x="980785" y="887992"/>
                  </a:lnTo>
                  <a:lnTo>
                    <a:pt x="967708" y="891742"/>
                  </a:lnTo>
                  <a:lnTo>
                    <a:pt x="954631" y="895019"/>
                  </a:lnTo>
                  <a:lnTo>
                    <a:pt x="941554" y="897804"/>
                  </a:lnTo>
                  <a:lnTo>
                    <a:pt x="928477" y="897329"/>
                  </a:lnTo>
                  <a:lnTo>
                    <a:pt x="915399" y="895990"/>
                  </a:lnTo>
                  <a:lnTo>
                    <a:pt x="902322" y="894416"/>
                  </a:lnTo>
                  <a:lnTo>
                    <a:pt x="889245" y="896173"/>
                  </a:lnTo>
                  <a:lnTo>
                    <a:pt x="876168" y="898041"/>
                  </a:lnTo>
                  <a:lnTo>
                    <a:pt x="863091" y="899288"/>
                  </a:lnTo>
                  <a:lnTo>
                    <a:pt x="850014" y="900618"/>
                  </a:lnTo>
                  <a:lnTo>
                    <a:pt x="836937" y="901828"/>
                  </a:lnTo>
                  <a:lnTo>
                    <a:pt x="823859" y="902939"/>
                  </a:lnTo>
                  <a:lnTo>
                    <a:pt x="810782" y="903978"/>
                  </a:lnTo>
                  <a:lnTo>
                    <a:pt x="797705" y="905704"/>
                  </a:lnTo>
                  <a:lnTo>
                    <a:pt x="784628" y="906085"/>
                  </a:lnTo>
                  <a:lnTo>
                    <a:pt x="771551" y="906882"/>
                  </a:lnTo>
                  <a:lnTo>
                    <a:pt x="758474" y="907858"/>
                  </a:lnTo>
                  <a:lnTo>
                    <a:pt x="745397" y="908878"/>
                  </a:lnTo>
                  <a:lnTo>
                    <a:pt x="732319" y="909963"/>
                  </a:lnTo>
                  <a:lnTo>
                    <a:pt x="719242" y="911139"/>
                  </a:lnTo>
                  <a:lnTo>
                    <a:pt x="706165" y="912427"/>
                  </a:lnTo>
                  <a:lnTo>
                    <a:pt x="693088" y="913853"/>
                  </a:lnTo>
                  <a:lnTo>
                    <a:pt x="680011" y="915438"/>
                  </a:lnTo>
                  <a:lnTo>
                    <a:pt x="666934" y="917206"/>
                  </a:lnTo>
                  <a:lnTo>
                    <a:pt x="653857" y="919175"/>
                  </a:lnTo>
                  <a:lnTo>
                    <a:pt x="640779" y="921343"/>
                  </a:lnTo>
                  <a:lnTo>
                    <a:pt x="627702" y="923707"/>
                  </a:lnTo>
                  <a:lnTo>
                    <a:pt x="614625" y="926265"/>
                  </a:lnTo>
                  <a:lnTo>
                    <a:pt x="601548" y="929012"/>
                  </a:lnTo>
                  <a:lnTo>
                    <a:pt x="588471" y="931945"/>
                  </a:lnTo>
                  <a:lnTo>
                    <a:pt x="575394" y="935062"/>
                  </a:lnTo>
                  <a:lnTo>
                    <a:pt x="562317" y="938359"/>
                  </a:lnTo>
                  <a:lnTo>
                    <a:pt x="549239" y="941831"/>
                  </a:lnTo>
                  <a:lnTo>
                    <a:pt x="536162" y="945478"/>
                  </a:lnTo>
                  <a:lnTo>
                    <a:pt x="523085" y="949969"/>
                  </a:lnTo>
                  <a:lnTo>
                    <a:pt x="510008" y="954557"/>
                  </a:lnTo>
                  <a:lnTo>
                    <a:pt x="496931" y="960046"/>
                  </a:lnTo>
                  <a:lnTo>
                    <a:pt x="483854" y="963142"/>
                  </a:lnTo>
                  <a:lnTo>
                    <a:pt x="470777" y="968426"/>
                  </a:lnTo>
                  <a:lnTo>
                    <a:pt x="457699" y="973669"/>
                  </a:lnTo>
                  <a:lnTo>
                    <a:pt x="444622" y="978856"/>
                  </a:lnTo>
                  <a:lnTo>
                    <a:pt x="431545" y="983380"/>
                  </a:lnTo>
                  <a:lnTo>
                    <a:pt x="418468" y="987511"/>
                  </a:lnTo>
                  <a:lnTo>
                    <a:pt x="405391" y="993916"/>
                  </a:lnTo>
                  <a:lnTo>
                    <a:pt x="392314" y="997953"/>
                  </a:lnTo>
                  <a:lnTo>
                    <a:pt x="379237" y="1001538"/>
                  </a:lnTo>
                  <a:lnTo>
                    <a:pt x="366159" y="1007135"/>
                  </a:lnTo>
                  <a:lnTo>
                    <a:pt x="353082" y="1012860"/>
                  </a:lnTo>
                  <a:lnTo>
                    <a:pt x="340005" y="1018707"/>
                  </a:lnTo>
                  <a:lnTo>
                    <a:pt x="326928" y="1024672"/>
                  </a:lnTo>
                  <a:lnTo>
                    <a:pt x="313851" y="1029631"/>
                  </a:lnTo>
                  <a:lnTo>
                    <a:pt x="300774" y="1033309"/>
                  </a:lnTo>
                  <a:lnTo>
                    <a:pt x="287697" y="1036075"/>
                  </a:lnTo>
                  <a:lnTo>
                    <a:pt x="274619" y="1038196"/>
                  </a:lnTo>
                  <a:lnTo>
                    <a:pt x="261542" y="1039618"/>
                  </a:lnTo>
                  <a:lnTo>
                    <a:pt x="248465" y="1040291"/>
                  </a:lnTo>
                  <a:lnTo>
                    <a:pt x="235388" y="1040163"/>
                  </a:lnTo>
                  <a:lnTo>
                    <a:pt x="222311" y="1040112"/>
                  </a:lnTo>
                  <a:lnTo>
                    <a:pt x="209234" y="1041327"/>
                  </a:lnTo>
                  <a:lnTo>
                    <a:pt x="196157" y="1045640"/>
                  </a:lnTo>
                  <a:lnTo>
                    <a:pt x="183079" y="1048517"/>
                  </a:lnTo>
                  <a:lnTo>
                    <a:pt x="170002" y="1045673"/>
                  </a:lnTo>
                  <a:lnTo>
                    <a:pt x="156925" y="1042266"/>
                  </a:lnTo>
                  <a:lnTo>
                    <a:pt x="143848" y="1037473"/>
                  </a:lnTo>
                  <a:lnTo>
                    <a:pt x="130771" y="1032397"/>
                  </a:lnTo>
                  <a:lnTo>
                    <a:pt x="117694" y="1025296"/>
                  </a:lnTo>
                  <a:lnTo>
                    <a:pt x="104617" y="1017586"/>
                  </a:lnTo>
                  <a:lnTo>
                    <a:pt x="91539" y="1014295"/>
                  </a:lnTo>
                  <a:lnTo>
                    <a:pt x="78462" y="1010705"/>
                  </a:lnTo>
                  <a:lnTo>
                    <a:pt x="65385" y="1003177"/>
                  </a:lnTo>
                  <a:lnTo>
                    <a:pt x="52308" y="986263"/>
                  </a:lnTo>
                  <a:lnTo>
                    <a:pt x="39231" y="967002"/>
                  </a:lnTo>
                  <a:lnTo>
                    <a:pt x="26154" y="948273"/>
                  </a:lnTo>
                  <a:lnTo>
                    <a:pt x="13077" y="940186"/>
                  </a:lnTo>
                  <a:lnTo>
                    <a:pt x="0" y="93787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1679301"/>
              <a:ext cx="2340808" cy="865488"/>
            </a:xfrm>
            <a:custGeom>
              <a:avLst/>
              <a:pathLst>
                <a:path w="2340808" h="865488">
                  <a:moveTo>
                    <a:pt x="0" y="697688"/>
                  </a:moveTo>
                  <a:lnTo>
                    <a:pt x="13077" y="723307"/>
                  </a:lnTo>
                  <a:lnTo>
                    <a:pt x="26154" y="747418"/>
                  </a:lnTo>
                  <a:lnTo>
                    <a:pt x="39231" y="765837"/>
                  </a:lnTo>
                  <a:lnTo>
                    <a:pt x="52308" y="776397"/>
                  </a:lnTo>
                  <a:lnTo>
                    <a:pt x="65385" y="785383"/>
                  </a:lnTo>
                  <a:lnTo>
                    <a:pt x="78462" y="792411"/>
                  </a:lnTo>
                  <a:lnTo>
                    <a:pt x="91539" y="797878"/>
                  </a:lnTo>
                  <a:lnTo>
                    <a:pt x="104617" y="802853"/>
                  </a:lnTo>
                  <a:lnTo>
                    <a:pt x="117694" y="809433"/>
                  </a:lnTo>
                  <a:lnTo>
                    <a:pt x="130771" y="816759"/>
                  </a:lnTo>
                  <a:lnTo>
                    <a:pt x="143848" y="818573"/>
                  </a:lnTo>
                  <a:lnTo>
                    <a:pt x="156925" y="825871"/>
                  </a:lnTo>
                  <a:lnTo>
                    <a:pt x="170002" y="830005"/>
                  </a:lnTo>
                  <a:lnTo>
                    <a:pt x="183079" y="835356"/>
                  </a:lnTo>
                  <a:lnTo>
                    <a:pt x="196157" y="841437"/>
                  </a:lnTo>
                  <a:lnTo>
                    <a:pt x="209234" y="847082"/>
                  </a:lnTo>
                  <a:lnTo>
                    <a:pt x="222311" y="852281"/>
                  </a:lnTo>
                  <a:lnTo>
                    <a:pt x="235388" y="857809"/>
                  </a:lnTo>
                  <a:lnTo>
                    <a:pt x="248465" y="861311"/>
                  </a:lnTo>
                  <a:lnTo>
                    <a:pt x="261542" y="864113"/>
                  </a:lnTo>
                  <a:lnTo>
                    <a:pt x="274619" y="865488"/>
                  </a:lnTo>
                  <a:lnTo>
                    <a:pt x="287697" y="863493"/>
                  </a:lnTo>
                  <a:lnTo>
                    <a:pt x="300774" y="862239"/>
                  </a:lnTo>
                  <a:lnTo>
                    <a:pt x="313851" y="860128"/>
                  </a:lnTo>
                  <a:lnTo>
                    <a:pt x="326928" y="858928"/>
                  </a:lnTo>
                  <a:lnTo>
                    <a:pt x="340005" y="854997"/>
                  </a:lnTo>
                  <a:lnTo>
                    <a:pt x="353082" y="851413"/>
                  </a:lnTo>
                  <a:lnTo>
                    <a:pt x="366159" y="846768"/>
                  </a:lnTo>
                  <a:lnTo>
                    <a:pt x="379237" y="843535"/>
                  </a:lnTo>
                  <a:lnTo>
                    <a:pt x="392314" y="839199"/>
                  </a:lnTo>
                  <a:lnTo>
                    <a:pt x="405391" y="835409"/>
                  </a:lnTo>
                  <a:lnTo>
                    <a:pt x="418468" y="832131"/>
                  </a:lnTo>
                  <a:lnTo>
                    <a:pt x="431545" y="830381"/>
                  </a:lnTo>
                  <a:lnTo>
                    <a:pt x="444622" y="828104"/>
                  </a:lnTo>
                  <a:lnTo>
                    <a:pt x="457699" y="826803"/>
                  </a:lnTo>
                  <a:lnTo>
                    <a:pt x="470777" y="825472"/>
                  </a:lnTo>
                  <a:lnTo>
                    <a:pt x="483854" y="824115"/>
                  </a:lnTo>
                  <a:lnTo>
                    <a:pt x="496931" y="821451"/>
                  </a:lnTo>
                  <a:lnTo>
                    <a:pt x="510008" y="820871"/>
                  </a:lnTo>
                  <a:lnTo>
                    <a:pt x="523085" y="819927"/>
                  </a:lnTo>
                  <a:lnTo>
                    <a:pt x="536162" y="817740"/>
                  </a:lnTo>
                  <a:lnTo>
                    <a:pt x="549239" y="815338"/>
                  </a:lnTo>
                  <a:lnTo>
                    <a:pt x="562317" y="813134"/>
                  </a:lnTo>
                  <a:lnTo>
                    <a:pt x="575394" y="809921"/>
                  </a:lnTo>
                  <a:lnTo>
                    <a:pt x="588471" y="806886"/>
                  </a:lnTo>
                  <a:lnTo>
                    <a:pt x="601548" y="804041"/>
                  </a:lnTo>
                  <a:lnTo>
                    <a:pt x="614625" y="801397"/>
                  </a:lnTo>
                  <a:lnTo>
                    <a:pt x="627702" y="799973"/>
                  </a:lnTo>
                  <a:lnTo>
                    <a:pt x="640779" y="797727"/>
                  </a:lnTo>
                  <a:lnTo>
                    <a:pt x="653857" y="794840"/>
                  </a:lnTo>
                  <a:lnTo>
                    <a:pt x="666934" y="796157"/>
                  </a:lnTo>
                  <a:lnTo>
                    <a:pt x="680011" y="797512"/>
                  </a:lnTo>
                  <a:lnTo>
                    <a:pt x="693088" y="796027"/>
                  </a:lnTo>
                  <a:lnTo>
                    <a:pt x="706165" y="792783"/>
                  </a:lnTo>
                  <a:lnTo>
                    <a:pt x="719242" y="789696"/>
                  </a:lnTo>
                  <a:lnTo>
                    <a:pt x="732319" y="788064"/>
                  </a:lnTo>
                  <a:lnTo>
                    <a:pt x="745397" y="787642"/>
                  </a:lnTo>
                  <a:lnTo>
                    <a:pt x="758474" y="787366"/>
                  </a:lnTo>
                  <a:lnTo>
                    <a:pt x="771551" y="787088"/>
                  </a:lnTo>
                  <a:lnTo>
                    <a:pt x="784628" y="786038"/>
                  </a:lnTo>
                  <a:lnTo>
                    <a:pt x="797705" y="785064"/>
                  </a:lnTo>
                  <a:lnTo>
                    <a:pt x="810782" y="784143"/>
                  </a:lnTo>
                  <a:lnTo>
                    <a:pt x="823859" y="783256"/>
                  </a:lnTo>
                  <a:lnTo>
                    <a:pt x="836937" y="782962"/>
                  </a:lnTo>
                  <a:lnTo>
                    <a:pt x="850014" y="784177"/>
                  </a:lnTo>
                  <a:lnTo>
                    <a:pt x="863091" y="785375"/>
                  </a:lnTo>
                  <a:lnTo>
                    <a:pt x="876168" y="783931"/>
                  </a:lnTo>
                  <a:lnTo>
                    <a:pt x="889245" y="780746"/>
                  </a:lnTo>
                  <a:lnTo>
                    <a:pt x="902322" y="781653"/>
                  </a:lnTo>
                  <a:lnTo>
                    <a:pt x="915399" y="781443"/>
                  </a:lnTo>
                  <a:lnTo>
                    <a:pt x="928477" y="778374"/>
                  </a:lnTo>
                  <a:lnTo>
                    <a:pt x="941554" y="775249"/>
                  </a:lnTo>
                  <a:lnTo>
                    <a:pt x="954631" y="772066"/>
                  </a:lnTo>
                  <a:lnTo>
                    <a:pt x="967708" y="769752"/>
                  </a:lnTo>
                  <a:lnTo>
                    <a:pt x="980785" y="765513"/>
                  </a:lnTo>
                  <a:lnTo>
                    <a:pt x="993862" y="762138"/>
                  </a:lnTo>
                  <a:lnTo>
                    <a:pt x="1006939" y="758694"/>
                  </a:lnTo>
                  <a:lnTo>
                    <a:pt x="1020017" y="756238"/>
                  </a:lnTo>
                  <a:lnTo>
                    <a:pt x="1033094" y="754338"/>
                  </a:lnTo>
                  <a:lnTo>
                    <a:pt x="1046171" y="752553"/>
                  </a:lnTo>
                  <a:lnTo>
                    <a:pt x="1059248" y="749908"/>
                  </a:lnTo>
                  <a:lnTo>
                    <a:pt x="1072325" y="746244"/>
                  </a:lnTo>
                  <a:lnTo>
                    <a:pt x="1085402" y="742445"/>
                  </a:lnTo>
                  <a:lnTo>
                    <a:pt x="1098479" y="740570"/>
                  </a:lnTo>
                  <a:lnTo>
                    <a:pt x="1111557" y="736781"/>
                  </a:lnTo>
                  <a:lnTo>
                    <a:pt x="1124634" y="732867"/>
                  </a:lnTo>
                  <a:lnTo>
                    <a:pt x="1137711" y="726422"/>
                  </a:lnTo>
                  <a:lnTo>
                    <a:pt x="1150788" y="721491"/>
                  </a:lnTo>
                  <a:lnTo>
                    <a:pt x="1163865" y="717974"/>
                  </a:lnTo>
                  <a:lnTo>
                    <a:pt x="1176942" y="714266"/>
                  </a:lnTo>
                  <a:lnTo>
                    <a:pt x="1190019" y="710229"/>
                  </a:lnTo>
                  <a:lnTo>
                    <a:pt x="1203097" y="705323"/>
                  </a:lnTo>
                  <a:lnTo>
                    <a:pt x="1216174" y="700307"/>
                  </a:lnTo>
                  <a:lnTo>
                    <a:pt x="1229251" y="695562"/>
                  </a:lnTo>
                  <a:lnTo>
                    <a:pt x="1242328" y="691128"/>
                  </a:lnTo>
                  <a:lnTo>
                    <a:pt x="1255405" y="687049"/>
                  </a:lnTo>
                  <a:lnTo>
                    <a:pt x="1268482" y="682717"/>
                  </a:lnTo>
                  <a:lnTo>
                    <a:pt x="1281559" y="677292"/>
                  </a:lnTo>
                  <a:lnTo>
                    <a:pt x="1294637" y="674379"/>
                  </a:lnTo>
                  <a:lnTo>
                    <a:pt x="1307714" y="673793"/>
                  </a:lnTo>
                  <a:lnTo>
                    <a:pt x="1320791" y="673316"/>
                  </a:lnTo>
                  <a:lnTo>
                    <a:pt x="1333868" y="671783"/>
                  </a:lnTo>
                  <a:lnTo>
                    <a:pt x="1346945" y="670780"/>
                  </a:lnTo>
                  <a:lnTo>
                    <a:pt x="1360022" y="670407"/>
                  </a:lnTo>
                  <a:lnTo>
                    <a:pt x="1373099" y="670616"/>
                  </a:lnTo>
                  <a:lnTo>
                    <a:pt x="1386177" y="671358"/>
                  </a:lnTo>
                  <a:lnTo>
                    <a:pt x="1399254" y="672584"/>
                  </a:lnTo>
                  <a:lnTo>
                    <a:pt x="1412331" y="676859"/>
                  </a:lnTo>
                  <a:lnTo>
                    <a:pt x="1425408" y="679155"/>
                  </a:lnTo>
                  <a:lnTo>
                    <a:pt x="1438485" y="679986"/>
                  </a:lnTo>
                  <a:lnTo>
                    <a:pt x="1451562" y="678300"/>
                  </a:lnTo>
                  <a:lnTo>
                    <a:pt x="1464639" y="675289"/>
                  </a:lnTo>
                  <a:lnTo>
                    <a:pt x="1477717" y="677451"/>
                  </a:lnTo>
                  <a:lnTo>
                    <a:pt x="1490794" y="679558"/>
                  </a:lnTo>
                  <a:lnTo>
                    <a:pt x="1503871" y="681742"/>
                  </a:lnTo>
                  <a:lnTo>
                    <a:pt x="1516948" y="683748"/>
                  </a:lnTo>
                  <a:lnTo>
                    <a:pt x="1530025" y="683903"/>
                  </a:lnTo>
                  <a:lnTo>
                    <a:pt x="1543102" y="684185"/>
                  </a:lnTo>
                  <a:lnTo>
                    <a:pt x="1556179" y="684589"/>
                  </a:lnTo>
                  <a:lnTo>
                    <a:pt x="1569257" y="685108"/>
                  </a:lnTo>
                  <a:lnTo>
                    <a:pt x="1582334" y="685737"/>
                  </a:lnTo>
                  <a:lnTo>
                    <a:pt x="1595411" y="686471"/>
                  </a:lnTo>
                  <a:lnTo>
                    <a:pt x="1608488" y="686301"/>
                  </a:lnTo>
                  <a:lnTo>
                    <a:pt x="1621565" y="685303"/>
                  </a:lnTo>
                  <a:lnTo>
                    <a:pt x="1634642" y="686758"/>
                  </a:lnTo>
                  <a:lnTo>
                    <a:pt x="1647719" y="685771"/>
                  </a:lnTo>
                  <a:lnTo>
                    <a:pt x="1660797" y="682920"/>
                  </a:lnTo>
                  <a:lnTo>
                    <a:pt x="1673874" y="681077"/>
                  </a:lnTo>
                  <a:lnTo>
                    <a:pt x="1686951" y="680330"/>
                  </a:lnTo>
                  <a:lnTo>
                    <a:pt x="1700028" y="681373"/>
                  </a:lnTo>
                  <a:lnTo>
                    <a:pt x="1713105" y="683898"/>
                  </a:lnTo>
                  <a:lnTo>
                    <a:pt x="1726182" y="679976"/>
                  </a:lnTo>
                  <a:lnTo>
                    <a:pt x="1739259" y="678564"/>
                  </a:lnTo>
                  <a:lnTo>
                    <a:pt x="1752337" y="676466"/>
                  </a:lnTo>
                  <a:lnTo>
                    <a:pt x="1765414" y="668336"/>
                  </a:lnTo>
                  <a:lnTo>
                    <a:pt x="1778491" y="664654"/>
                  </a:lnTo>
                  <a:lnTo>
                    <a:pt x="1791568" y="661147"/>
                  </a:lnTo>
                  <a:lnTo>
                    <a:pt x="1804645" y="654911"/>
                  </a:lnTo>
                  <a:lnTo>
                    <a:pt x="1817722" y="642445"/>
                  </a:lnTo>
                  <a:lnTo>
                    <a:pt x="1830799" y="629871"/>
                  </a:lnTo>
                  <a:lnTo>
                    <a:pt x="1843877" y="621185"/>
                  </a:lnTo>
                  <a:lnTo>
                    <a:pt x="1856954" y="610994"/>
                  </a:lnTo>
                  <a:lnTo>
                    <a:pt x="1870031" y="604886"/>
                  </a:lnTo>
                  <a:lnTo>
                    <a:pt x="1883108" y="599579"/>
                  </a:lnTo>
                  <a:lnTo>
                    <a:pt x="1896185" y="595185"/>
                  </a:lnTo>
                  <a:lnTo>
                    <a:pt x="1909262" y="591815"/>
                  </a:lnTo>
                  <a:lnTo>
                    <a:pt x="1922339" y="589581"/>
                  </a:lnTo>
                  <a:lnTo>
                    <a:pt x="1935417" y="588594"/>
                  </a:lnTo>
                  <a:lnTo>
                    <a:pt x="1948494" y="588816"/>
                  </a:lnTo>
                  <a:lnTo>
                    <a:pt x="1961571" y="578447"/>
                  </a:lnTo>
                  <a:lnTo>
                    <a:pt x="1974648" y="570123"/>
                  </a:lnTo>
                  <a:lnTo>
                    <a:pt x="1987725" y="561782"/>
                  </a:lnTo>
                  <a:lnTo>
                    <a:pt x="2000802" y="552937"/>
                  </a:lnTo>
                  <a:lnTo>
                    <a:pt x="2013879" y="538179"/>
                  </a:lnTo>
                  <a:lnTo>
                    <a:pt x="2026956" y="527958"/>
                  </a:lnTo>
                  <a:lnTo>
                    <a:pt x="2040034" y="508520"/>
                  </a:lnTo>
                  <a:lnTo>
                    <a:pt x="2053111" y="492011"/>
                  </a:lnTo>
                  <a:lnTo>
                    <a:pt x="2066188" y="480493"/>
                  </a:lnTo>
                  <a:lnTo>
                    <a:pt x="2079265" y="462377"/>
                  </a:lnTo>
                  <a:lnTo>
                    <a:pt x="2092342" y="448743"/>
                  </a:lnTo>
                  <a:lnTo>
                    <a:pt x="2105419" y="436271"/>
                  </a:lnTo>
                  <a:lnTo>
                    <a:pt x="2118496" y="425242"/>
                  </a:lnTo>
                  <a:lnTo>
                    <a:pt x="2131574" y="415935"/>
                  </a:lnTo>
                  <a:lnTo>
                    <a:pt x="2144651" y="408630"/>
                  </a:lnTo>
                  <a:lnTo>
                    <a:pt x="2157728" y="403607"/>
                  </a:lnTo>
                  <a:lnTo>
                    <a:pt x="2170805" y="401146"/>
                  </a:lnTo>
                  <a:lnTo>
                    <a:pt x="2183882" y="397081"/>
                  </a:lnTo>
                  <a:lnTo>
                    <a:pt x="2196959" y="385211"/>
                  </a:lnTo>
                  <a:lnTo>
                    <a:pt x="2210036" y="381308"/>
                  </a:lnTo>
                  <a:lnTo>
                    <a:pt x="2223114" y="354887"/>
                  </a:lnTo>
                  <a:lnTo>
                    <a:pt x="2236191" y="348993"/>
                  </a:lnTo>
                  <a:lnTo>
                    <a:pt x="2249268" y="334735"/>
                  </a:lnTo>
                  <a:lnTo>
                    <a:pt x="2262345" y="303987"/>
                  </a:lnTo>
                  <a:lnTo>
                    <a:pt x="2275422" y="272948"/>
                  </a:lnTo>
                  <a:lnTo>
                    <a:pt x="2288499" y="241690"/>
                  </a:lnTo>
                  <a:lnTo>
                    <a:pt x="2301576" y="202948"/>
                  </a:lnTo>
                  <a:lnTo>
                    <a:pt x="2314654" y="135299"/>
                  </a:lnTo>
                  <a:lnTo>
                    <a:pt x="2327731" y="67649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471228"/>
              <a:ext cx="2339035" cy="626043"/>
            </a:xfrm>
            <a:custGeom>
              <a:avLst/>
              <a:pathLst>
                <a:path w="2339035" h="626043">
                  <a:moveTo>
                    <a:pt x="2339035" y="626043"/>
                  </a:moveTo>
                  <a:lnTo>
                    <a:pt x="2327731" y="518961"/>
                  </a:lnTo>
                  <a:lnTo>
                    <a:pt x="2314654" y="435415"/>
                  </a:lnTo>
                  <a:lnTo>
                    <a:pt x="2301576" y="359578"/>
                  </a:lnTo>
                  <a:lnTo>
                    <a:pt x="2288499" y="291100"/>
                  </a:lnTo>
                  <a:lnTo>
                    <a:pt x="2275422" y="262093"/>
                  </a:lnTo>
                  <a:lnTo>
                    <a:pt x="2262345" y="236559"/>
                  </a:lnTo>
                  <a:lnTo>
                    <a:pt x="2249268" y="191904"/>
                  </a:lnTo>
                  <a:lnTo>
                    <a:pt x="2236191" y="170175"/>
                  </a:lnTo>
                  <a:lnTo>
                    <a:pt x="2223114" y="149369"/>
                  </a:lnTo>
                  <a:lnTo>
                    <a:pt x="2210036" y="146461"/>
                  </a:lnTo>
                  <a:lnTo>
                    <a:pt x="2196959" y="147540"/>
                  </a:lnTo>
                  <a:lnTo>
                    <a:pt x="2183882" y="127842"/>
                  </a:lnTo>
                  <a:lnTo>
                    <a:pt x="2170805" y="107783"/>
                  </a:lnTo>
                  <a:lnTo>
                    <a:pt x="2157728" y="87874"/>
                  </a:lnTo>
                  <a:lnTo>
                    <a:pt x="2144651" y="77480"/>
                  </a:lnTo>
                  <a:lnTo>
                    <a:pt x="2131574" y="70111"/>
                  </a:lnTo>
                  <a:lnTo>
                    <a:pt x="2118496" y="67520"/>
                  </a:lnTo>
                  <a:lnTo>
                    <a:pt x="2105419" y="65629"/>
                  </a:lnTo>
                  <a:lnTo>
                    <a:pt x="2092342" y="52346"/>
                  </a:lnTo>
                  <a:lnTo>
                    <a:pt x="2079265" y="48459"/>
                  </a:lnTo>
                  <a:lnTo>
                    <a:pt x="2066188" y="31029"/>
                  </a:lnTo>
                  <a:lnTo>
                    <a:pt x="2053111" y="32259"/>
                  </a:lnTo>
                  <a:lnTo>
                    <a:pt x="2040034" y="27638"/>
                  </a:lnTo>
                  <a:lnTo>
                    <a:pt x="2026956" y="22711"/>
                  </a:lnTo>
                  <a:lnTo>
                    <a:pt x="2013879" y="32795"/>
                  </a:lnTo>
                  <a:lnTo>
                    <a:pt x="2000802" y="34874"/>
                  </a:lnTo>
                  <a:lnTo>
                    <a:pt x="1987725" y="36819"/>
                  </a:lnTo>
                  <a:lnTo>
                    <a:pt x="1974648" y="38625"/>
                  </a:lnTo>
                  <a:lnTo>
                    <a:pt x="1961571" y="40289"/>
                  </a:lnTo>
                  <a:lnTo>
                    <a:pt x="1948494" y="41805"/>
                  </a:lnTo>
                  <a:lnTo>
                    <a:pt x="1935417" y="48760"/>
                  </a:lnTo>
                  <a:lnTo>
                    <a:pt x="1922339" y="54984"/>
                  </a:lnTo>
                  <a:lnTo>
                    <a:pt x="1909262" y="60392"/>
                  </a:lnTo>
                  <a:lnTo>
                    <a:pt x="1896185" y="65017"/>
                  </a:lnTo>
                  <a:lnTo>
                    <a:pt x="1883108" y="64336"/>
                  </a:lnTo>
                  <a:lnTo>
                    <a:pt x="1870031" y="63082"/>
                  </a:lnTo>
                  <a:lnTo>
                    <a:pt x="1856954" y="64839"/>
                  </a:lnTo>
                  <a:lnTo>
                    <a:pt x="1843877" y="62665"/>
                  </a:lnTo>
                  <a:lnTo>
                    <a:pt x="1830799" y="58798"/>
                  </a:lnTo>
                  <a:lnTo>
                    <a:pt x="1817722" y="53585"/>
                  </a:lnTo>
                  <a:lnTo>
                    <a:pt x="1804645" y="50483"/>
                  </a:lnTo>
                  <a:lnTo>
                    <a:pt x="1791568" y="47104"/>
                  </a:lnTo>
                  <a:lnTo>
                    <a:pt x="1778491" y="46351"/>
                  </a:lnTo>
                  <a:lnTo>
                    <a:pt x="1765414" y="45396"/>
                  </a:lnTo>
                  <a:lnTo>
                    <a:pt x="1752337" y="44235"/>
                  </a:lnTo>
                  <a:lnTo>
                    <a:pt x="1739259" y="43415"/>
                  </a:lnTo>
                  <a:lnTo>
                    <a:pt x="1726182" y="44402"/>
                  </a:lnTo>
                  <a:lnTo>
                    <a:pt x="1713105" y="44353"/>
                  </a:lnTo>
                  <a:lnTo>
                    <a:pt x="1700028" y="46321"/>
                  </a:lnTo>
                  <a:lnTo>
                    <a:pt x="1686951" y="46503"/>
                  </a:lnTo>
                  <a:lnTo>
                    <a:pt x="1673874" y="45795"/>
                  </a:lnTo>
                  <a:lnTo>
                    <a:pt x="1660797" y="45793"/>
                  </a:lnTo>
                  <a:lnTo>
                    <a:pt x="1647719" y="45023"/>
                  </a:lnTo>
                  <a:lnTo>
                    <a:pt x="1634642" y="43548"/>
                  </a:lnTo>
                  <a:lnTo>
                    <a:pt x="1621565" y="41426"/>
                  </a:lnTo>
                  <a:lnTo>
                    <a:pt x="1608488" y="38720"/>
                  </a:lnTo>
                  <a:lnTo>
                    <a:pt x="1595411" y="35489"/>
                  </a:lnTo>
                  <a:lnTo>
                    <a:pt x="1582334" y="32987"/>
                  </a:lnTo>
                  <a:lnTo>
                    <a:pt x="1569257" y="31534"/>
                  </a:lnTo>
                  <a:lnTo>
                    <a:pt x="1556179" y="27124"/>
                  </a:lnTo>
                  <a:lnTo>
                    <a:pt x="1543102" y="22367"/>
                  </a:lnTo>
                  <a:lnTo>
                    <a:pt x="1530025" y="17689"/>
                  </a:lnTo>
                  <a:lnTo>
                    <a:pt x="1516948" y="13121"/>
                  </a:lnTo>
                  <a:lnTo>
                    <a:pt x="1503871" y="9652"/>
                  </a:lnTo>
                  <a:lnTo>
                    <a:pt x="1490794" y="7464"/>
                  </a:lnTo>
                  <a:lnTo>
                    <a:pt x="1477717" y="5472"/>
                  </a:lnTo>
                  <a:lnTo>
                    <a:pt x="1464639" y="3703"/>
                  </a:lnTo>
                  <a:lnTo>
                    <a:pt x="1451562" y="2181"/>
                  </a:lnTo>
                  <a:lnTo>
                    <a:pt x="1438485" y="1275"/>
                  </a:lnTo>
                  <a:lnTo>
                    <a:pt x="1425408" y="260"/>
                  </a:lnTo>
                  <a:lnTo>
                    <a:pt x="1412331" y="0"/>
                  </a:lnTo>
                  <a:lnTo>
                    <a:pt x="1399254" y="571"/>
                  </a:lnTo>
                  <a:lnTo>
                    <a:pt x="1386177" y="968"/>
                  </a:lnTo>
                  <a:lnTo>
                    <a:pt x="1373099" y="1740"/>
                  </a:lnTo>
                  <a:lnTo>
                    <a:pt x="1360022" y="2921"/>
                  </a:lnTo>
                  <a:lnTo>
                    <a:pt x="1346945" y="4547"/>
                  </a:lnTo>
                  <a:lnTo>
                    <a:pt x="1333868" y="6652"/>
                  </a:lnTo>
                  <a:lnTo>
                    <a:pt x="1320791" y="7643"/>
                  </a:lnTo>
                  <a:lnTo>
                    <a:pt x="1307714" y="9570"/>
                  </a:lnTo>
                  <a:lnTo>
                    <a:pt x="1294637" y="13762"/>
                  </a:lnTo>
                  <a:lnTo>
                    <a:pt x="1281559" y="17826"/>
                  </a:lnTo>
                  <a:lnTo>
                    <a:pt x="1268482" y="20927"/>
                  </a:lnTo>
                  <a:lnTo>
                    <a:pt x="1255405" y="23614"/>
                  </a:lnTo>
                  <a:lnTo>
                    <a:pt x="1242328" y="28008"/>
                  </a:lnTo>
                  <a:lnTo>
                    <a:pt x="1229251" y="32621"/>
                  </a:lnTo>
                  <a:lnTo>
                    <a:pt x="1216174" y="36082"/>
                  </a:lnTo>
                  <a:lnTo>
                    <a:pt x="1203097" y="39290"/>
                  </a:lnTo>
                  <a:lnTo>
                    <a:pt x="1190019" y="42341"/>
                  </a:lnTo>
                  <a:lnTo>
                    <a:pt x="1176942" y="46949"/>
                  </a:lnTo>
                  <a:lnTo>
                    <a:pt x="1163865" y="50943"/>
                  </a:lnTo>
                  <a:lnTo>
                    <a:pt x="1150788" y="53095"/>
                  </a:lnTo>
                  <a:lnTo>
                    <a:pt x="1137711" y="55299"/>
                  </a:lnTo>
                  <a:lnTo>
                    <a:pt x="1124634" y="57552"/>
                  </a:lnTo>
                  <a:lnTo>
                    <a:pt x="1111557" y="59850"/>
                  </a:lnTo>
                  <a:lnTo>
                    <a:pt x="1098479" y="62192"/>
                  </a:lnTo>
                  <a:lnTo>
                    <a:pt x="1085402" y="64575"/>
                  </a:lnTo>
                  <a:lnTo>
                    <a:pt x="1072325" y="66996"/>
                  </a:lnTo>
                  <a:lnTo>
                    <a:pt x="1059248" y="71032"/>
                  </a:lnTo>
                  <a:lnTo>
                    <a:pt x="1046171" y="74926"/>
                  </a:lnTo>
                  <a:lnTo>
                    <a:pt x="1033094" y="78702"/>
                  </a:lnTo>
                  <a:lnTo>
                    <a:pt x="1020017" y="82429"/>
                  </a:lnTo>
                  <a:lnTo>
                    <a:pt x="1006939" y="87325"/>
                  </a:lnTo>
                  <a:lnTo>
                    <a:pt x="993862" y="91886"/>
                  </a:lnTo>
                  <a:lnTo>
                    <a:pt x="980785" y="96064"/>
                  </a:lnTo>
                  <a:lnTo>
                    <a:pt x="967708" y="99814"/>
                  </a:lnTo>
                  <a:lnTo>
                    <a:pt x="954631" y="103092"/>
                  </a:lnTo>
                  <a:lnTo>
                    <a:pt x="941554" y="105876"/>
                  </a:lnTo>
                  <a:lnTo>
                    <a:pt x="928477" y="105401"/>
                  </a:lnTo>
                  <a:lnTo>
                    <a:pt x="915399" y="104063"/>
                  </a:lnTo>
                  <a:lnTo>
                    <a:pt x="902322" y="102489"/>
                  </a:lnTo>
                  <a:lnTo>
                    <a:pt x="889245" y="104245"/>
                  </a:lnTo>
                  <a:lnTo>
                    <a:pt x="876168" y="106113"/>
                  </a:lnTo>
                  <a:lnTo>
                    <a:pt x="863091" y="107361"/>
                  </a:lnTo>
                  <a:lnTo>
                    <a:pt x="850014" y="108691"/>
                  </a:lnTo>
                  <a:lnTo>
                    <a:pt x="836937" y="109900"/>
                  </a:lnTo>
                  <a:lnTo>
                    <a:pt x="823859" y="111012"/>
                  </a:lnTo>
                  <a:lnTo>
                    <a:pt x="810782" y="112050"/>
                  </a:lnTo>
                  <a:lnTo>
                    <a:pt x="797705" y="113776"/>
                  </a:lnTo>
                  <a:lnTo>
                    <a:pt x="784628" y="114157"/>
                  </a:lnTo>
                  <a:lnTo>
                    <a:pt x="771551" y="114955"/>
                  </a:lnTo>
                  <a:lnTo>
                    <a:pt x="758474" y="115931"/>
                  </a:lnTo>
                  <a:lnTo>
                    <a:pt x="745397" y="116950"/>
                  </a:lnTo>
                  <a:lnTo>
                    <a:pt x="732319" y="118036"/>
                  </a:lnTo>
                  <a:lnTo>
                    <a:pt x="719242" y="119211"/>
                  </a:lnTo>
                  <a:lnTo>
                    <a:pt x="706165" y="120500"/>
                  </a:lnTo>
                  <a:lnTo>
                    <a:pt x="693088" y="121925"/>
                  </a:lnTo>
                  <a:lnTo>
                    <a:pt x="680011" y="123510"/>
                  </a:lnTo>
                  <a:lnTo>
                    <a:pt x="666934" y="125279"/>
                  </a:lnTo>
                  <a:lnTo>
                    <a:pt x="653857" y="127247"/>
                  </a:lnTo>
                  <a:lnTo>
                    <a:pt x="640779" y="129415"/>
                  </a:lnTo>
                  <a:lnTo>
                    <a:pt x="627702" y="131780"/>
                  </a:lnTo>
                  <a:lnTo>
                    <a:pt x="614625" y="134337"/>
                  </a:lnTo>
                  <a:lnTo>
                    <a:pt x="601548" y="137084"/>
                  </a:lnTo>
                  <a:lnTo>
                    <a:pt x="588471" y="140018"/>
                  </a:lnTo>
                  <a:lnTo>
                    <a:pt x="575394" y="143135"/>
                  </a:lnTo>
                  <a:lnTo>
                    <a:pt x="562317" y="146431"/>
                  </a:lnTo>
                  <a:lnTo>
                    <a:pt x="549239" y="149904"/>
                  </a:lnTo>
                  <a:lnTo>
                    <a:pt x="536162" y="153550"/>
                  </a:lnTo>
                  <a:lnTo>
                    <a:pt x="523085" y="158041"/>
                  </a:lnTo>
                  <a:lnTo>
                    <a:pt x="510008" y="162629"/>
                  </a:lnTo>
                  <a:lnTo>
                    <a:pt x="496931" y="168119"/>
                  </a:lnTo>
                  <a:lnTo>
                    <a:pt x="483854" y="171214"/>
                  </a:lnTo>
                  <a:lnTo>
                    <a:pt x="470777" y="176498"/>
                  </a:lnTo>
                  <a:lnTo>
                    <a:pt x="457699" y="181742"/>
                  </a:lnTo>
                  <a:lnTo>
                    <a:pt x="444622" y="186929"/>
                  </a:lnTo>
                  <a:lnTo>
                    <a:pt x="431545" y="191453"/>
                  </a:lnTo>
                  <a:lnTo>
                    <a:pt x="418468" y="195583"/>
                  </a:lnTo>
                  <a:lnTo>
                    <a:pt x="405391" y="201989"/>
                  </a:lnTo>
                  <a:lnTo>
                    <a:pt x="392314" y="206025"/>
                  </a:lnTo>
                  <a:lnTo>
                    <a:pt x="379237" y="209611"/>
                  </a:lnTo>
                  <a:lnTo>
                    <a:pt x="366159" y="215208"/>
                  </a:lnTo>
                  <a:lnTo>
                    <a:pt x="353082" y="220932"/>
                  </a:lnTo>
                  <a:lnTo>
                    <a:pt x="340005" y="226780"/>
                  </a:lnTo>
                  <a:lnTo>
                    <a:pt x="326928" y="232745"/>
                  </a:lnTo>
                  <a:lnTo>
                    <a:pt x="313851" y="237704"/>
                  </a:lnTo>
                  <a:lnTo>
                    <a:pt x="300774" y="241381"/>
                  </a:lnTo>
                  <a:lnTo>
                    <a:pt x="287697" y="244148"/>
                  </a:lnTo>
                  <a:lnTo>
                    <a:pt x="274619" y="246268"/>
                  </a:lnTo>
                  <a:lnTo>
                    <a:pt x="261542" y="247691"/>
                  </a:lnTo>
                  <a:lnTo>
                    <a:pt x="248465" y="248364"/>
                  </a:lnTo>
                  <a:lnTo>
                    <a:pt x="235388" y="248235"/>
                  </a:lnTo>
                  <a:lnTo>
                    <a:pt x="222311" y="248185"/>
                  </a:lnTo>
                  <a:lnTo>
                    <a:pt x="209234" y="249399"/>
                  </a:lnTo>
                  <a:lnTo>
                    <a:pt x="196157" y="253713"/>
                  </a:lnTo>
                  <a:lnTo>
                    <a:pt x="183079" y="256589"/>
                  </a:lnTo>
                  <a:lnTo>
                    <a:pt x="170002" y="253745"/>
                  </a:lnTo>
                  <a:lnTo>
                    <a:pt x="156925" y="250338"/>
                  </a:lnTo>
                  <a:lnTo>
                    <a:pt x="143848" y="245545"/>
                  </a:lnTo>
                  <a:lnTo>
                    <a:pt x="130771" y="240469"/>
                  </a:lnTo>
                  <a:lnTo>
                    <a:pt x="117694" y="233368"/>
                  </a:lnTo>
                  <a:lnTo>
                    <a:pt x="104617" y="225659"/>
                  </a:lnTo>
                  <a:lnTo>
                    <a:pt x="91539" y="222367"/>
                  </a:lnTo>
                  <a:lnTo>
                    <a:pt x="78462" y="218778"/>
                  </a:lnTo>
                  <a:lnTo>
                    <a:pt x="65385" y="211250"/>
                  </a:lnTo>
                  <a:lnTo>
                    <a:pt x="52308" y="194336"/>
                  </a:lnTo>
                  <a:lnTo>
                    <a:pt x="39231" y="175074"/>
                  </a:lnTo>
                  <a:lnTo>
                    <a:pt x="26154" y="156345"/>
                  </a:lnTo>
                  <a:lnTo>
                    <a:pt x="13077" y="148259"/>
                  </a:lnTo>
                  <a:lnTo>
                    <a:pt x="0" y="1459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320830"/>
              <a:ext cx="2340808" cy="305880"/>
            </a:xfrm>
            <a:custGeom>
              <a:avLst/>
              <a:pathLst>
                <a:path w="2340808" h="305880">
                  <a:moveTo>
                    <a:pt x="0" y="177096"/>
                  </a:moveTo>
                  <a:lnTo>
                    <a:pt x="13077" y="193235"/>
                  </a:lnTo>
                  <a:lnTo>
                    <a:pt x="26154" y="208074"/>
                  </a:lnTo>
                  <a:lnTo>
                    <a:pt x="39231" y="221658"/>
                  </a:lnTo>
                  <a:lnTo>
                    <a:pt x="52308" y="234033"/>
                  </a:lnTo>
                  <a:lnTo>
                    <a:pt x="65385" y="245245"/>
                  </a:lnTo>
                  <a:lnTo>
                    <a:pt x="78462" y="255338"/>
                  </a:lnTo>
                  <a:lnTo>
                    <a:pt x="91539" y="264359"/>
                  </a:lnTo>
                  <a:lnTo>
                    <a:pt x="104617" y="272354"/>
                  </a:lnTo>
                  <a:lnTo>
                    <a:pt x="117694" y="279367"/>
                  </a:lnTo>
                  <a:lnTo>
                    <a:pt x="130771" y="285446"/>
                  </a:lnTo>
                  <a:lnTo>
                    <a:pt x="143848" y="290635"/>
                  </a:lnTo>
                  <a:lnTo>
                    <a:pt x="156925" y="294979"/>
                  </a:lnTo>
                  <a:lnTo>
                    <a:pt x="170002" y="298526"/>
                  </a:lnTo>
                  <a:lnTo>
                    <a:pt x="183079" y="301319"/>
                  </a:lnTo>
                  <a:lnTo>
                    <a:pt x="196157" y="303406"/>
                  </a:lnTo>
                  <a:lnTo>
                    <a:pt x="209234" y="304831"/>
                  </a:lnTo>
                  <a:lnTo>
                    <a:pt x="222311" y="305640"/>
                  </a:lnTo>
                  <a:lnTo>
                    <a:pt x="235388" y="305880"/>
                  </a:lnTo>
                  <a:lnTo>
                    <a:pt x="248465" y="305594"/>
                  </a:lnTo>
                  <a:lnTo>
                    <a:pt x="261542" y="304830"/>
                  </a:lnTo>
                  <a:lnTo>
                    <a:pt x="274619" y="303633"/>
                  </a:lnTo>
                  <a:lnTo>
                    <a:pt x="287697" y="302049"/>
                  </a:lnTo>
                  <a:lnTo>
                    <a:pt x="300774" y="300122"/>
                  </a:lnTo>
                  <a:lnTo>
                    <a:pt x="313851" y="297899"/>
                  </a:lnTo>
                  <a:lnTo>
                    <a:pt x="326928" y="295426"/>
                  </a:lnTo>
                  <a:lnTo>
                    <a:pt x="340005" y="292748"/>
                  </a:lnTo>
                  <a:lnTo>
                    <a:pt x="353082" y="289897"/>
                  </a:lnTo>
                  <a:lnTo>
                    <a:pt x="366159" y="286893"/>
                  </a:lnTo>
                  <a:lnTo>
                    <a:pt x="379237" y="283750"/>
                  </a:lnTo>
                  <a:lnTo>
                    <a:pt x="392314" y="280486"/>
                  </a:lnTo>
                  <a:lnTo>
                    <a:pt x="405391" y="277116"/>
                  </a:lnTo>
                  <a:lnTo>
                    <a:pt x="418468" y="273656"/>
                  </a:lnTo>
                  <a:lnTo>
                    <a:pt x="431545" y="270124"/>
                  </a:lnTo>
                  <a:lnTo>
                    <a:pt x="444622" y="266534"/>
                  </a:lnTo>
                  <a:lnTo>
                    <a:pt x="457699" y="262905"/>
                  </a:lnTo>
                  <a:lnTo>
                    <a:pt x="470777" y="259251"/>
                  </a:lnTo>
                  <a:lnTo>
                    <a:pt x="483854" y="255589"/>
                  </a:lnTo>
                  <a:lnTo>
                    <a:pt x="496931" y="251936"/>
                  </a:lnTo>
                  <a:lnTo>
                    <a:pt x="510008" y="248307"/>
                  </a:lnTo>
                  <a:lnTo>
                    <a:pt x="523085" y="244719"/>
                  </a:lnTo>
                  <a:lnTo>
                    <a:pt x="536162" y="241189"/>
                  </a:lnTo>
                  <a:lnTo>
                    <a:pt x="549239" y="237732"/>
                  </a:lnTo>
                  <a:lnTo>
                    <a:pt x="562317" y="234364"/>
                  </a:lnTo>
                  <a:lnTo>
                    <a:pt x="575394" y="231103"/>
                  </a:lnTo>
                  <a:lnTo>
                    <a:pt x="588471" y="227964"/>
                  </a:lnTo>
                  <a:lnTo>
                    <a:pt x="601548" y="224964"/>
                  </a:lnTo>
                  <a:lnTo>
                    <a:pt x="614625" y="222119"/>
                  </a:lnTo>
                  <a:lnTo>
                    <a:pt x="627702" y="219444"/>
                  </a:lnTo>
                  <a:lnTo>
                    <a:pt x="640779" y="216958"/>
                  </a:lnTo>
                  <a:lnTo>
                    <a:pt x="653857" y="214675"/>
                  </a:lnTo>
                  <a:lnTo>
                    <a:pt x="666934" y="212610"/>
                  </a:lnTo>
                  <a:lnTo>
                    <a:pt x="680011" y="210775"/>
                  </a:lnTo>
                  <a:lnTo>
                    <a:pt x="693088" y="209157"/>
                  </a:lnTo>
                  <a:lnTo>
                    <a:pt x="706165" y="207736"/>
                  </a:lnTo>
                  <a:lnTo>
                    <a:pt x="719242" y="206490"/>
                  </a:lnTo>
                  <a:lnTo>
                    <a:pt x="732319" y="205398"/>
                  </a:lnTo>
                  <a:lnTo>
                    <a:pt x="745397" y="204437"/>
                  </a:lnTo>
                  <a:lnTo>
                    <a:pt x="758474" y="203587"/>
                  </a:lnTo>
                  <a:lnTo>
                    <a:pt x="771551" y="202826"/>
                  </a:lnTo>
                  <a:lnTo>
                    <a:pt x="784628" y="202133"/>
                  </a:lnTo>
                  <a:lnTo>
                    <a:pt x="797705" y="201487"/>
                  </a:lnTo>
                  <a:lnTo>
                    <a:pt x="810782" y="200864"/>
                  </a:lnTo>
                  <a:lnTo>
                    <a:pt x="823859" y="200246"/>
                  </a:lnTo>
                  <a:lnTo>
                    <a:pt x="836937" y="199609"/>
                  </a:lnTo>
                  <a:lnTo>
                    <a:pt x="850014" y="198933"/>
                  </a:lnTo>
                  <a:lnTo>
                    <a:pt x="863091" y="198195"/>
                  </a:lnTo>
                  <a:lnTo>
                    <a:pt x="876168" y="197375"/>
                  </a:lnTo>
                  <a:lnTo>
                    <a:pt x="889245" y="196451"/>
                  </a:lnTo>
                  <a:lnTo>
                    <a:pt x="902322" y="195402"/>
                  </a:lnTo>
                  <a:lnTo>
                    <a:pt x="915399" y="194206"/>
                  </a:lnTo>
                  <a:lnTo>
                    <a:pt x="928477" y="192841"/>
                  </a:lnTo>
                  <a:lnTo>
                    <a:pt x="941554" y="191287"/>
                  </a:lnTo>
                  <a:lnTo>
                    <a:pt x="954631" y="189522"/>
                  </a:lnTo>
                  <a:lnTo>
                    <a:pt x="967708" y="187524"/>
                  </a:lnTo>
                  <a:lnTo>
                    <a:pt x="980785" y="185272"/>
                  </a:lnTo>
                  <a:lnTo>
                    <a:pt x="993862" y="182747"/>
                  </a:lnTo>
                  <a:lnTo>
                    <a:pt x="1006939" y="179931"/>
                  </a:lnTo>
                  <a:lnTo>
                    <a:pt x="1020017" y="176817"/>
                  </a:lnTo>
                  <a:lnTo>
                    <a:pt x="1033094" y="173432"/>
                  </a:lnTo>
                  <a:lnTo>
                    <a:pt x="1046171" y="169806"/>
                  </a:lnTo>
                  <a:lnTo>
                    <a:pt x="1059248" y="165967"/>
                  </a:lnTo>
                  <a:lnTo>
                    <a:pt x="1072325" y="161947"/>
                  </a:lnTo>
                  <a:lnTo>
                    <a:pt x="1085402" y="157773"/>
                  </a:lnTo>
                  <a:lnTo>
                    <a:pt x="1098479" y="153477"/>
                  </a:lnTo>
                  <a:lnTo>
                    <a:pt x="1111557" y="149087"/>
                  </a:lnTo>
                  <a:lnTo>
                    <a:pt x="1124634" y="144634"/>
                  </a:lnTo>
                  <a:lnTo>
                    <a:pt x="1137711" y="140147"/>
                  </a:lnTo>
                  <a:lnTo>
                    <a:pt x="1150788" y="135655"/>
                  </a:lnTo>
                  <a:lnTo>
                    <a:pt x="1163865" y="131189"/>
                  </a:lnTo>
                  <a:lnTo>
                    <a:pt x="1176942" y="126778"/>
                  </a:lnTo>
                  <a:lnTo>
                    <a:pt x="1190019" y="122451"/>
                  </a:lnTo>
                  <a:lnTo>
                    <a:pt x="1203097" y="118239"/>
                  </a:lnTo>
                  <a:lnTo>
                    <a:pt x="1216174" y="114171"/>
                  </a:lnTo>
                  <a:lnTo>
                    <a:pt x="1229251" y="110276"/>
                  </a:lnTo>
                  <a:lnTo>
                    <a:pt x="1242328" y="106585"/>
                  </a:lnTo>
                  <a:lnTo>
                    <a:pt x="1255405" y="103127"/>
                  </a:lnTo>
                  <a:lnTo>
                    <a:pt x="1268482" y="99932"/>
                  </a:lnTo>
                  <a:lnTo>
                    <a:pt x="1281559" y="97028"/>
                  </a:lnTo>
                  <a:lnTo>
                    <a:pt x="1294637" y="94447"/>
                  </a:lnTo>
                  <a:lnTo>
                    <a:pt x="1307714" y="92215"/>
                  </a:lnTo>
                  <a:lnTo>
                    <a:pt x="1320791" y="90361"/>
                  </a:lnTo>
                  <a:lnTo>
                    <a:pt x="1333868" y="88912"/>
                  </a:lnTo>
                  <a:lnTo>
                    <a:pt x="1346945" y="87891"/>
                  </a:lnTo>
                  <a:lnTo>
                    <a:pt x="1360022" y="87293"/>
                  </a:lnTo>
                  <a:lnTo>
                    <a:pt x="1373099" y="87087"/>
                  </a:lnTo>
                  <a:lnTo>
                    <a:pt x="1386177" y="87242"/>
                  </a:lnTo>
                  <a:lnTo>
                    <a:pt x="1399254" y="87729"/>
                  </a:lnTo>
                  <a:lnTo>
                    <a:pt x="1412331" y="88515"/>
                  </a:lnTo>
                  <a:lnTo>
                    <a:pt x="1425408" y="89571"/>
                  </a:lnTo>
                  <a:lnTo>
                    <a:pt x="1438485" y="90865"/>
                  </a:lnTo>
                  <a:lnTo>
                    <a:pt x="1451562" y="92368"/>
                  </a:lnTo>
                  <a:lnTo>
                    <a:pt x="1464639" y="94047"/>
                  </a:lnTo>
                  <a:lnTo>
                    <a:pt x="1477717" y="95872"/>
                  </a:lnTo>
                  <a:lnTo>
                    <a:pt x="1490794" y="97813"/>
                  </a:lnTo>
                  <a:lnTo>
                    <a:pt x="1503871" y="99839"/>
                  </a:lnTo>
                  <a:lnTo>
                    <a:pt x="1516948" y="101919"/>
                  </a:lnTo>
                  <a:lnTo>
                    <a:pt x="1530025" y="104022"/>
                  </a:lnTo>
                  <a:lnTo>
                    <a:pt x="1543102" y="106117"/>
                  </a:lnTo>
                  <a:lnTo>
                    <a:pt x="1556179" y="108174"/>
                  </a:lnTo>
                  <a:lnTo>
                    <a:pt x="1569257" y="110161"/>
                  </a:lnTo>
                  <a:lnTo>
                    <a:pt x="1582334" y="112049"/>
                  </a:lnTo>
                  <a:lnTo>
                    <a:pt x="1595411" y="113806"/>
                  </a:lnTo>
                  <a:lnTo>
                    <a:pt x="1608488" y="115402"/>
                  </a:lnTo>
                  <a:lnTo>
                    <a:pt x="1621565" y="116807"/>
                  </a:lnTo>
                  <a:lnTo>
                    <a:pt x="1634642" y="117991"/>
                  </a:lnTo>
                  <a:lnTo>
                    <a:pt x="1647719" y="118926"/>
                  </a:lnTo>
                  <a:lnTo>
                    <a:pt x="1660797" y="119583"/>
                  </a:lnTo>
                  <a:lnTo>
                    <a:pt x="1673874" y="119934"/>
                  </a:lnTo>
                  <a:lnTo>
                    <a:pt x="1686951" y="119957"/>
                  </a:lnTo>
                  <a:lnTo>
                    <a:pt x="1700028" y="119653"/>
                  </a:lnTo>
                  <a:lnTo>
                    <a:pt x="1713105" y="119032"/>
                  </a:lnTo>
                  <a:lnTo>
                    <a:pt x="1726182" y="118105"/>
                  </a:lnTo>
                  <a:lnTo>
                    <a:pt x="1739259" y="116880"/>
                  </a:lnTo>
                  <a:lnTo>
                    <a:pt x="1752337" y="115369"/>
                  </a:lnTo>
                  <a:lnTo>
                    <a:pt x="1765414" y="113579"/>
                  </a:lnTo>
                  <a:lnTo>
                    <a:pt x="1778491" y="111523"/>
                  </a:lnTo>
                  <a:lnTo>
                    <a:pt x="1791568" y="109208"/>
                  </a:lnTo>
                  <a:lnTo>
                    <a:pt x="1804645" y="106645"/>
                  </a:lnTo>
                  <a:lnTo>
                    <a:pt x="1817722" y="103844"/>
                  </a:lnTo>
                  <a:lnTo>
                    <a:pt x="1830799" y="100815"/>
                  </a:lnTo>
                  <a:lnTo>
                    <a:pt x="1843877" y="97567"/>
                  </a:lnTo>
                  <a:lnTo>
                    <a:pt x="1856954" y="94110"/>
                  </a:lnTo>
                  <a:lnTo>
                    <a:pt x="1870031" y="90455"/>
                  </a:lnTo>
                  <a:lnTo>
                    <a:pt x="1883108" y="86610"/>
                  </a:lnTo>
                  <a:lnTo>
                    <a:pt x="1896185" y="82586"/>
                  </a:lnTo>
                  <a:lnTo>
                    <a:pt x="1909262" y="78392"/>
                  </a:lnTo>
                  <a:lnTo>
                    <a:pt x="1922339" y="74039"/>
                  </a:lnTo>
                  <a:lnTo>
                    <a:pt x="1935417" y="69534"/>
                  </a:lnTo>
                  <a:lnTo>
                    <a:pt x="1948494" y="64886"/>
                  </a:lnTo>
                  <a:lnTo>
                    <a:pt x="1961571" y="60101"/>
                  </a:lnTo>
                  <a:lnTo>
                    <a:pt x="1974648" y="55186"/>
                  </a:lnTo>
                  <a:lnTo>
                    <a:pt x="1987725" y="50146"/>
                  </a:lnTo>
                  <a:lnTo>
                    <a:pt x="2000802" y="44987"/>
                  </a:lnTo>
                  <a:lnTo>
                    <a:pt x="2013879" y="39718"/>
                  </a:lnTo>
                  <a:lnTo>
                    <a:pt x="2026956" y="34401"/>
                  </a:lnTo>
                  <a:lnTo>
                    <a:pt x="2040034" y="29132"/>
                  </a:lnTo>
                  <a:lnTo>
                    <a:pt x="2053111" y="24009"/>
                  </a:lnTo>
                  <a:lnTo>
                    <a:pt x="2066188" y="19130"/>
                  </a:lnTo>
                  <a:lnTo>
                    <a:pt x="2079265" y="14592"/>
                  </a:lnTo>
                  <a:lnTo>
                    <a:pt x="2092342" y="10493"/>
                  </a:lnTo>
                  <a:lnTo>
                    <a:pt x="2105419" y="6931"/>
                  </a:lnTo>
                  <a:lnTo>
                    <a:pt x="2118496" y="4003"/>
                  </a:lnTo>
                  <a:lnTo>
                    <a:pt x="2131574" y="1807"/>
                  </a:lnTo>
                  <a:lnTo>
                    <a:pt x="2144651" y="440"/>
                  </a:lnTo>
                  <a:lnTo>
                    <a:pt x="2157728" y="0"/>
                  </a:lnTo>
                  <a:lnTo>
                    <a:pt x="2170805" y="584"/>
                  </a:lnTo>
                  <a:lnTo>
                    <a:pt x="2183882" y="2290"/>
                  </a:lnTo>
                  <a:lnTo>
                    <a:pt x="2196959" y="5216"/>
                  </a:lnTo>
                  <a:lnTo>
                    <a:pt x="2210036" y="9459"/>
                  </a:lnTo>
                  <a:lnTo>
                    <a:pt x="2223114" y="15116"/>
                  </a:lnTo>
                  <a:lnTo>
                    <a:pt x="2236191" y="22287"/>
                  </a:lnTo>
                  <a:lnTo>
                    <a:pt x="2249268" y="31090"/>
                  </a:lnTo>
                  <a:lnTo>
                    <a:pt x="2262345" y="41641"/>
                  </a:lnTo>
                  <a:lnTo>
                    <a:pt x="2275422" y="54043"/>
                  </a:lnTo>
                  <a:lnTo>
                    <a:pt x="2288499" y="68410"/>
                  </a:lnTo>
                  <a:lnTo>
                    <a:pt x="2301576" y="84853"/>
                  </a:lnTo>
                  <a:lnTo>
                    <a:pt x="2314654" y="103464"/>
                  </a:lnTo>
                  <a:lnTo>
                    <a:pt x="2327731" y="124344"/>
                  </a:lnTo>
                  <a:lnTo>
                    <a:pt x="2340808" y="14762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00048" y="1863151"/>
              <a:ext cx="2339506" cy="1234120"/>
            </a:xfrm>
            <a:custGeom>
              <a:avLst/>
              <a:pathLst>
                <a:path w="2339506" h="1234120">
                  <a:moveTo>
                    <a:pt x="0" y="503090"/>
                  </a:moveTo>
                  <a:lnTo>
                    <a:pt x="13069" y="549759"/>
                  </a:lnTo>
                  <a:lnTo>
                    <a:pt x="26139" y="585732"/>
                  </a:lnTo>
                  <a:lnTo>
                    <a:pt x="39209" y="608277"/>
                  </a:lnTo>
                  <a:lnTo>
                    <a:pt x="52279" y="619135"/>
                  </a:lnTo>
                  <a:lnTo>
                    <a:pt x="65349" y="628013"/>
                  </a:lnTo>
                  <a:lnTo>
                    <a:pt x="78419" y="633349"/>
                  </a:lnTo>
                  <a:lnTo>
                    <a:pt x="91489" y="627891"/>
                  </a:lnTo>
                  <a:lnTo>
                    <a:pt x="104558" y="620578"/>
                  </a:lnTo>
                  <a:lnTo>
                    <a:pt x="117628" y="611672"/>
                  </a:lnTo>
                  <a:lnTo>
                    <a:pt x="130698" y="601439"/>
                  </a:lnTo>
                  <a:lnTo>
                    <a:pt x="143768" y="590124"/>
                  </a:lnTo>
                  <a:lnTo>
                    <a:pt x="156838" y="578045"/>
                  </a:lnTo>
                  <a:lnTo>
                    <a:pt x="169908" y="559284"/>
                  </a:lnTo>
                  <a:lnTo>
                    <a:pt x="182978" y="539730"/>
                  </a:lnTo>
                  <a:lnTo>
                    <a:pt x="196048" y="512321"/>
                  </a:lnTo>
                  <a:lnTo>
                    <a:pt x="209117" y="493163"/>
                  </a:lnTo>
                  <a:lnTo>
                    <a:pt x="222187" y="472407"/>
                  </a:lnTo>
                  <a:lnTo>
                    <a:pt x="235257" y="453769"/>
                  </a:lnTo>
                  <a:lnTo>
                    <a:pt x="248327" y="434975"/>
                  </a:lnTo>
                  <a:lnTo>
                    <a:pt x="261397" y="417909"/>
                  </a:lnTo>
                  <a:lnTo>
                    <a:pt x="274467" y="399010"/>
                  </a:lnTo>
                  <a:lnTo>
                    <a:pt x="287537" y="383814"/>
                  </a:lnTo>
                  <a:lnTo>
                    <a:pt x="300606" y="372055"/>
                  </a:lnTo>
                  <a:lnTo>
                    <a:pt x="313676" y="363465"/>
                  </a:lnTo>
                  <a:lnTo>
                    <a:pt x="326746" y="357777"/>
                  </a:lnTo>
                  <a:lnTo>
                    <a:pt x="339816" y="355749"/>
                  </a:lnTo>
                  <a:lnTo>
                    <a:pt x="352886" y="355892"/>
                  </a:lnTo>
                  <a:lnTo>
                    <a:pt x="365956" y="358430"/>
                  </a:lnTo>
                  <a:lnTo>
                    <a:pt x="379026" y="363054"/>
                  </a:lnTo>
                  <a:lnTo>
                    <a:pt x="392096" y="369455"/>
                  </a:lnTo>
                  <a:lnTo>
                    <a:pt x="405165" y="373159"/>
                  </a:lnTo>
                  <a:lnTo>
                    <a:pt x="418235" y="379100"/>
                  </a:lnTo>
                  <a:lnTo>
                    <a:pt x="431305" y="393429"/>
                  </a:lnTo>
                  <a:lnTo>
                    <a:pt x="444375" y="396197"/>
                  </a:lnTo>
                  <a:lnTo>
                    <a:pt x="457445" y="401637"/>
                  </a:lnTo>
                  <a:lnTo>
                    <a:pt x="470515" y="410213"/>
                  </a:lnTo>
                  <a:lnTo>
                    <a:pt x="483585" y="416954"/>
                  </a:lnTo>
                  <a:lnTo>
                    <a:pt x="496655" y="420727"/>
                  </a:lnTo>
                  <a:lnTo>
                    <a:pt x="509724" y="425105"/>
                  </a:lnTo>
                  <a:lnTo>
                    <a:pt x="522794" y="427181"/>
                  </a:lnTo>
                  <a:lnTo>
                    <a:pt x="535864" y="427182"/>
                  </a:lnTo>
                  <a:lnTo>
                    <a:pt x="548934" y="427130"/>
                  </a:lnTo>
                  <a:lnTo>
                    <a:pt x="562004" y="427048"/>
                  </a:lnTo>
                  <a:lnTo>
                    <a:pt x="575074" y="427759"/>
                  </a:lnTo>
                  <a:lnTo>
                    <a:pt x="588144" y="429700"/>
                  </a:lnTo>
                  <a:lnTo>
                    <a:pt x="601213" y="432652"/>
                  </a:lnTo>
                  <a:lnTo>
                    <a:pt x="614283" y="434050"/>
                  </a:lnTo>
                  <a:lnTo>
                    <a:pt x="627353" y="433159"/>
                  </a:lnTo>
                  <a:lnTo>
                    <a:pt x="640423" y="430346"/>
                  </a:lnTo>
                  <a:lnTo>
                    <a:pt x="653493" y="427465"/>
                  </a:lnTo>
                  <a:lnTo>
                    <a:pt x="666563" y="427827"/>
                  </a:lnTo>
                  <a:lnTo>
                    <a:pt x="679633" y="425766"/>
                  </a:lnTo>
                  <a:lnTo>
                    <a:pt x="692703" y="422005"/>
                  </a:lnTo>
                  <a:lnTo>
                    <a:pt x="705772" y="418140"/>
                  </a:lnTo>
                  <a:lnTo>
                    <a:pt x="718842" y="414683"/>
                  </a:lnTo>
                  <a:lnTo>
                    <a:pt x="731912" y="411911"/>
                  </a:lnTo>
                  <a:lnTo>
                    <a:pt x="744982" y="409724"/>
                  </a:lnTo>
                  <a:lnTo>
                    <a:pt x="758052" y="407212"/>
                  </a:lnTo>
                  <a:lnTo>
                    <a:pt x="771122" y="408467"/>
                  </a:lnTo>
                  <a:lnTo>
                    <a:pt x="784192" y="408261"/>
                  </a:lnTo>
                  <a:lnTo>
                    <a:pt x="797262" y="409407"/>
                  </a:lnTo>
                  <a:lnTo>
                    <a:pt x="810331" y="412029"/>
                  </a:lnTo>
                  <a:lnTo>
                    <a:pt x="823401" y="414351"/>
                  </a:lnTo>
                  <a:lnTo>
                    <a:pt x="836471" y="417809"/>
                  </a:lnTo>
                  <a:lnTo>
                    <a:pt x="849541" y="421874"/>
                  </a:lnTo>
                  <a:lnTo>
                    <a:pt x="862611" y="427480"/>
                  </a:lnTo>
                  <a:lnTo>
                    <a:pt x="875681" y="433359"/>
                  </a:lnTo>
                  <a:lnTo>
                    <a:pt x="888751" y="439420"/>
                  </a:lnTo>
                  <a:lnTo>
                    <a:pt x="901820" y="445568"/>
                  </a:lnTo>
                  <a:lnTo>
                    <a:pt x="914890" y="451050"/>
                  </a:lnTo>
                  <a:lnTo>
                    <a:pt x="927960" y="454843"/>
                  </a:lnTo>
                  <a:lnTo>
                    <a:pt x="941030" y="458088"/>
                  </a:lnTo>
                  <a:lnTo>
                    <a:pt x="954100" y="463763"/>
                  </a:lnTo>
                  <a:lnTo>
                    <a:pt x="967170" y="467892"/>
                  </a:lnTo>
                  <a:lnTo>
                    <a:pt x="980240" y="471902"/>
                  </a:lnTo>
                  <a:lnTo>
                    <a:pt x="993310" y="475707"/>
                  </a:lnTo>
                  <a:lnTo>
                    <a:pt x="1006379" y="475567"/>
                  </a:lnTo>
                  <a:lnTo>
                    <a:pt x="1019449" y="475537"/>
                  </a:lnTo>
                  <a:lnTo>
                    <a:pt x="1032519" y="475639"/>
                  </a:lnTo>
                  <a:lnTo>
                    <a:pt x="1045589" y="478795"/>
                  </a:lnTo>
                  <a:lnTo>
                    <a:pt x="1058659" y="481711"/>
                  </a:lnTo>
                  <a:lnTo>
                    <a:pt x="1071729" y="484215"/>
                  </a:lnTo>
                  <a:lnTo>
                    <a:pt x="1084799" y="486025"/>
                  </a:lnTo>
                  <a:lnTo>
                    <a:pt x="1097869" y="484928"/>
                  </a:lnTo>
                  <a:lnTo>
                    <a:pt x="1110938" y="482817"/>
                  </a:lnTo>
                  <a:lnTo>
                    <a:pt x="1124008" y="480178"/>
                  </a:lnTo>
                  <a:lnTo>
                    <a:pt x="1137078" y="477747"/>
                  </a:lnTo>
                  <a:lnTo>
                    <a:pt x="1150148" y="474876"/>
                  </a:lnTo>
                  <a:lnTo>
                    <a:pt x="1163218" y="473639"/>
                  </a:lnTo>
                  <a:lnTo>
                    <a:pt x="1176288" y="470341"/>
                  </a:lnTo>
                  <a:lnTo>
                    <a:pt x="1189358" y="466470"/>
                  </a:lnTo>
                  <a:lnTo>
                    <a:pt x="1202427" y="462255"/>
                  </a:lnTo>
                  <a:lnTo>
                    <a:pt x="1215497" y="456129"/>
                  </a:lnTo>
                  <a:lnTo>
                    <a:pt x="1228567" y="449749"/>
                  </a:lnTo>
                  <a:lnTo>
                    <a:pt x="1241637" y="443523"/>
                  </a:lnTo>
                  <a:lnTo>
                    <a:pt x="1254707" y="439457"/>
                  </a:lnTo>
                  <a:lnTo>
                    <a:pt x="1267777" y="432825"/>
                  </a:lnTo>
                  <a:lnTo>
                    <a:pt x="1280847" y="426265"/>
                  </a:lnTo>
                  <a:lnTo>
                    <a:pt x="1293917" y="421234"/>
                  </a:lnTo>
                  <a:lnTo>
                    <a:pt x="1306986" y="415633"/>
                  </a:lnTo>
                  <a:lnTo>
                    <a:pt x="1320056" y="409183"/>
                  </a:lnTo>
                  <a:lnTo>
                    <a:pt x="1333126" y="404936"/>
                  </a:lnTo>
                  <a:lnTo>
                    <a:pt x="1346196" y="400081"/>
                  </a:lnTo>
                  <a:lnTo>
                    <a:pt x="1359266" y="393218"/>
                  </a:lnTo>
                  <a:lnTo>
                    <a:pt x="1372336" y="387903"/>
                  </a:lnTo>
                  <a:lnTo>
                    <a:pt x="1385406" y="383742"/>
                  </a:lnTo>
                  <a:lnTo>
                    <a:pt x="1398476" y="377558"/>
                  </a:lnTo>
                  <a:lnTo>
                    <a:pt x="1411545" y="368181"/>
                  </a:lnTo>
                  <a:lnTo>
                    <a:pt x="1424615" y="362989"/>
                  </a:lnTo>
                  <a:lnTo>
                    <a:pt x="1437685" y="358250"/>
                  </a:lnTo>
                  <a:lnTo>
                    <a:pt x="1450755" y="352614"/>
                  </a:lnTo>
                  <a:lnTo>
                    <a:pt x="1463825" y="345036"/>
                  </a:lnTo>
                  <a:lnTo>
                    <a:pt x="1476895" y="338241"/>
                  </a:lnTo>
                  <a:lnTo>
                    <a:pt x="1489965" y="334280"/>
                  </a:lnTo>
                  <a:lnTo>
                    <a:pt x="1503034" y="330500"/>
                  </a:lnTo>
                  <a:lnTo>
                    <a:pt x="1516104" y="326604"/>
                  </a:lnTo>
                  <a:lnTo>
                    <a:pt x="1529174" y="321890"/>
                  </a:lnTo>
                  <a:lnTo>
                    <a:pt x="1542244" y="319144"/>
                  </a:lnTo>
                  <a:lnTo>
                    <a:pt x="1555314" y="317043"/>
                  </a:lnTo>
                  <a:lnTo>
                    <a:pt x="1568384" y="314054"/>
                  </a:lnTo>
                  <a:lnTo>
                    <a:pt x="1581454" y="312537"/>
                  </a:lnTo>
                  <a:lnTo>
                    <a:pt x="1594524" y="313117"/>
                  </a:lnTo>
                  <a:lnTo>
                    <a:pt x="1607593" y="313698"/>
                  </a:lnTo>
                  <a:lnTo>
                    <a:pt x="1620663" y="308699"/>
                  </a:lnTo>
                  <a:lnTo>
                    <a:pt x="1633733" y="310660"/>
                  </a:lnTo>
                  <a:lnTo>
                    <a:pt x="1646803" y="312716"/>
                  </a:lnTo>
                  <a:lnTo>
                    <a:pt x="1659873" y="311587"/>
                  </a:lnTo>
                  <a:lnTo>
                    <a:pt x="1672943" y="310573"/>
                  </a:lnTo>
                  <a:lnTo>
                    <a:pt x="1686013" y="310975"/>
                  </a:lnTo>
                  <a:lnTo>
                    <a:pt x="1699083" y="310512"/>
                  </a:lnTo>
                  <a:lnTo>
                    <a:pt x="1712152" y="306270"/>
                  </a:lnTo>
                  <a:lnTo>
                    <a:pt x="1725222" y="302336"/>
                  </a:lnTo>
                  <a:lnTo>
                    <a:pt x="1738292" y="304180"/>
                  </a:lnTo>
                  <a:lnTo>
                    <a:pt x="1751362" y="304756"/>
                  </a:lnTo>
                  <a:lnTo>
                    <a:pt x="1764432" y="301173"/>
                  </a:lnTo>
                  <a:lnTo>
                    <a:pt x="1777502" y="295176"/>
                  </a:lnTo>
                  <a:lnTo>
                    <a:pt x="1790572" y="289770"/>
                  </a:lnTo>
                  <a:lnTo>
                    <a:pt x="1803641" y="290230"/>
                  </a:lnTo>
                  <a:lnTo>
                    <a:pt x="1816711" y="291700"/>
                  </a:lnTo>
                  <a:lnTo>
                    <a:pt x="1829781" y="291888"/>
                  </a:lnTo>
                  <a:lnTo>
                    <a:pt x="1842851" y="293173"/>
                  </a:lnTo>
                  <a:lnTo>
                    <a:pt x="1855921" y="288029"/>
                  </a:lnTo>
                  <a:lnTo>
                    <a:pt x="1868991" y="279426"/>
                  </a:lnTo>
                  <a:lnTo>
                    <a:pt x="1882061" y="271610"/>
                  </a:lnTo>
                  <a:lnTo>
                    <a:pt x="1895131" y="262617"/>
                  </a:lnTo>
                  <a:lnTo>
                    <a:pt x="1908200" y="250625"/>
                  </a:lnTo>
                  <a:lnTo>
                    <a:pt x="1921270" y="239859"/>
                  </a:lnTo>
                  <a:lnTo>
                    <a:pt x="1934340" y="229306"/>
                  </a:lnTo>
                  <a:lnTo>
                    <a:pt x="1947410" y="217555"/>
                  </a:lnTo>
                  <a:lnTo>
                    <a:pt x="1960480" y="205183"/>
                  </a:lnTo>
                  <a:lnTo>
                    <a:pt x="1973550" y="190686"/>
                  </a:lnTo>
                  <a:lnTo>
                    <a:pt x="1986620" y="178175"/>
                  </a:lnTo>
                  <a:lnTo>
                    <a:pt x="1999690" y="168034"/>
                  </a:lnTo>
                  <a:lnTo>
                    <a:pt x="2012759" y="154087"/>
                  </a:lnTo>
                  <a:lnTo>
                    <a:pt x="2025829" y="149842"/>
                  </a:lnTo>
                  <a:lnTo>
                    <a:pt x="2038899" y="148617"/>
                  </a:lnTo>
                  <a:lnTo>
                    <a:pt x="2051969" y="135821"/>
                  </a:lnTo>
                  <a:lnTo>
                    <a:pt x="2065039" y="128203"/>
                  </a:lnTo>
                  <a:lnTo>
                    <a:pt x="2078109" y="128851"/>
                  </a:lnTo>
                  <a:lnTo>
                    <a:pt x="2091179" y="116397"/>
                  </a:lnTo>
                  <a:lnTo>
                    <a:pt x="2104248" y="102768"/>
                  </a:lnTo>
                  <a:lnTo>
                    <a:pt x="2117318" y="84953"/>
                  </a:lnTo>
                  <a:lnTo>
                    <a:pt x="2130388" y="67576"/>
                  </a:lnTo>
                  <a:lnTo>
                    <a:pt x="2143458" y="55189"/>
                  </a:lnTo>
                  <a:lnTo>
                    <a:pt x="2156528" y="34772"/>
                  </a:lnTo>
                  <a:lnTo>
                    <a:pt x="2169598" y="29337"/>
                  </a:lnTo>
                  <a:lnTo>
                    <a:pt x="2182668" y="7496"/>
                  </a:lnTo>
                  <a:lnTo>
                    <a:pt x="2195738" y="10833"/>
                  </a:lnTo>
                  <a:lnTo>
                    <a:pt x="2208807" y="5533"/>
                  </a:lnTo>
                  <a:lnTo>
                    <a:pt x="2221877" y="16519"/>
                  </a:lnTo>
                  <a:lnTo>
                    <a:pt x="2234947" y="12617"/>
                  </a:lnTo>
                  <a:lnTo>
                    <a:pt x="2248017" y="229"/>
                  </a:lnTo>
                  <a:lnTo>
                    <a:pt x="2261087" y="24650"/>
                  </a:lnTo>
                  <a:lnTo>
                    <a:pt x="2274157" y="0"/>
                  </a:lnTo>
                  <a:lnTo>
                    <a:pt x="2287227" y="19736"/>
                  </a:lnTo>
                  <a:lnTo>
                    <a:pt x="2300297" y="21351"/>
                  </a:lnTo>
                  <a:lnTo>
                    <a:pt x="2313366" y="29328"/>
                  </a:lnTo>
                  <a:lnTo>
                    <a:pt x="2326436" y="16138"/>
                  </a:lnTo>
                  <a:lnTo>
                    <a:pt x="2339506" y="33995"/>
                  </a:lnTo>
                  <a:lnTo>
                    <a:pt x="2339506" y="1234120"/>
                  </a:lnTo>
                  <a:lnTo>
                    <a:pt x="2312263" y="1234120"/>
                  </a:lnTo>
                  <a:lnTo>
                    <a:pt x="2300297" y="1101575"/>
                  </a:lnTo>
                  <a:lnTo>
                    <a:pt x="2287227" y="969950"/>
                  </a:lnTo>
                  <a:lnTo>
                    <a:pt x="2274157" y="853054"/>
                  </a:lnTo>
                  <a:lnTo>
                    <a:pt x="2261087" y="766579"/>
                  </a:lnTo>
                  <a:lnTo>
                    <a:pt x="2248017" y="704099"/>
                  </a:lnTo>
                  <a:lnTo>
                    <a:pt x="2234947" y="658706"/>
                  </a:lnTo>
                  <a:lnTo>
                    <a:pt x="2221877" y="615507"/>
                  </a:lnTo>
                  <a:lnTo>
                    <a:pt x="2208807" y="573348"/>
                  </a:lnTo>
                  <a:lnTo>
                    <a:pt x="2195738" y="539405"/>
                  </a:lnTo>
                  <a:lnTo>
                    <a:pt x="2182668" y="501264"/>
                  </a:lnTo>
                  <a:lnTo>
                    <a:pt x="2169598" y="461792"/>
                  </a:lnTo>
                  <a:lnTo>
                    <a:pt x="2156528" y="433548"/>
                  </a:lnTo>
                  <a:lnTo>
                    <a:pt x="2143458" y="421777"/>
                  </a:lnTo>
                  <a:lnTo>
                    <a:pt x="2130388" y="436197"/>
                  </a:lnTo>
                  <a:lnTo>
                    <a:pt x="2117318" y="437356"/>
                  </a:lnTo>
                  <a:lnTo>
                    <a:pt x="2104248" y="427019"/>
                  </a:lnTo>
                  <a:lnTo>
                    <a:pt x="2091179" y="416368"/>
                  </a:lnTo>
                  <a:lnTo>
                    <a:pt x="2078109" y="406485"/>
                  </a:lnTo>
                  <a:lnTo>
                    <a:pt x="2065039" y="418444"/>
                  </a:lnTo>
                  <a:lnTo>
                    <a:pt x="2051969" y="434216"/>
                  </a:lnTo>
                  <a:lnTo>
                    <a:pt x="2038899" y="444256"/>
                  </a:lnTo>
                  <a:lnTo>
                    <a:pt x="2025829" y="455662"/>
                  </a:lnTo>
                  <a:lnTo>
                    <a:pt x="2012759" y="464486"/>
                  </a:lnTo>
                  <a:lnTo>
                    <a:pt x="1999690" y="470956"/>
                  </a:lnTo>
                  <a:lnTo>
                    <a:pt x="1986620" y="475297"/>
                  </a:lnTo>
                  <a:lnTo>
                    <a:pt x="1973550" y="477736"/>
                  </a:lnTo>
                  <a:lnTo>
                    <a:pt x="1960480" y="482738"/>
                  </a:lnTo>
                  <a:lnTo>
                    <a:pt x="1947410" y="485678"/>
                  </a:lnTo>
                  <a:lnTo>
                    <a:pt x="1934340" y="487897"/>
                  </a:lnTo>
                  <a:lnTo>
                    <a:pt x="1921270" y="487742"/>
                  </a:lnTo>
                  <a:lnTo>
                    <a:pt x="1908200" y="488203"/>
                  </a:lnTo>
                  <a:lnTo>
                    <a:pt x="1895131" y="493498"/>
                  </a:lnTo>
                  <a:lnTo>
                    <a:pt x="1882061" y="496765"/>
                  </a:lnTo>
                  <a:lnTo>
                    <a:pt x="1868991" y="498211"/>
                  </a:lnTo>
                  <a:lnTo>
                    <a:pt x="1855921" y="498042"/>
                  </a:lnTo>
                  <a:lnTo>
                    <a:pt x="1842851" y="497526"/>
                  </a:lnTo>
                  <a:lnTo>
                    <a:pt x="1829781" y="496364"/>
                  </a:lnTo>
                  <a:lnTo>
                    <a:pt x="1816711" y="494241"/>
                  </a:lnTo>
                  <a:lnTo>
                    <a:pt x="1803641" y="493250"/>
                  </a:lnTo>
                  <a:lnTo>
                    <a:pt x="1790572" y="500770"/>
                  </a:lnTo>
                  <a:lnTo>
                    <a:pt x="1777502" y="502397"/>
                  </a:lnTo>
                  <a:lnTo>
                    <a:pt x="1764432" y="494715"/>
                  </a:lnTo>
                  <a:lnTo>
                    <a:pt x="1751362" y="487651"/>
                  </a:lnTo>
                  <a:lnTo>
                    <a:pt x="1738292" y="488972"/>
                  </a:lnTo>
                  <a:lnTo>
                    <a:pt x="1725222" y="490193"/>
                  </a:lnTo>
                  <a:lnTo>
                    <a:pt x="1712152" y="490863"/>
                  </a:lnTo>
                  <a:lnTo>
                    <a:pt x="1699083" y="487770"/>
                  </a:lnTo>
                  <a:lnTo>
                    <a:pt x="1686013" y="488523"/>
                  </a:lnTo>
                  <a:lnTo>
                    <a:pt x="1672943" y="488727"/>
                  </a:lnTo>
                  <a:lnTo>
                    <a:pt x="1659873" y="488448"/>
                  </a:lnTo>
                  <a:lnTo>
                    <a:pt x="1646803" y="487733"/>
                  </a:lnTo>
                  <a:lnTo>
                    <a:pt x="1633733" y="484777"/>
                  </a:lnTo>
                  <a:lnTo>
                    <a:pt x="1620663" y="484400"/>
                  </a:lnTo>
                  <a:lnTo>
                    <a:pt x="1607593" y="482490"/>
                  </a:lnTo>
                  <a:lnTo>
                    <a:pt x="1594524" y="482063"/>
                  </a:lnTo>
                  <a:lnTo>
                    <a:pt x="1581454" y="480242"/>
                  </a:lnTo>
                  <a:lnTo>
                    <a:pt x="1568384" y="481296"/>
                  </a:lnTo>
                  <a:lnTo>
                    <a:pt x="1555314" y="484661"/>
                  </a:lnTo>
                  <a:lnTo>
                    <a:pt x="1542244" y="491248"/>
                  </a:lnTo>
                  <a:lnTo>
                    <a:pt x="1529174" y="494529"/>
                  </a:lnTo>
                  <a:lnTo>
                    <a:pt x="1516104" y="495481"/>
                  </a:lnTo>
                  <a:lnTo>
                    <a:pt x="1503034" y="497069"/>
                  </a:lnTo>
                  <a:lnTo>
                    <a:pt x="1489965" y="499250"/>
                  </a:lnTo>
                  <a:lnTo>
                    <a:pt x="1476895" y="501984"/>
                  </a:lnTo>
                  <a:lnTo>
                    <a:pt x="1463825" y="505230"/>
                  </a:lnTo>
                  <a:lnTo>
                    <a:pt x="1450755" y="508945"/>
                  </a:lnTo>
                  <a:lnTo>
                    <a:pt x="1437685" y="512846"/>
                  </a:lnTo>
                  <a:lnTo>
                    <a:pt x="1424615" y="509825"/>
                  </a:lnTo>
                  <a:lnTo>
                    <a:pt x="1411545" y="510142"/>
                  </a:lnTo>
                  <a:lnTo>
                    <a:pt x="1398476" y="513696"/>
                  </a:lnTo>
                  <a:lnTo>
                    <a:pt x="1385406" y="517158"/>
                  </a:lnTo>
                  <a:lnTo>
                    <a:pt x="1372336" y="522113"/>
                  </a:lnTo>
                  <a:lnTo>
                    <a:pt x="1359266" y="530623"/>
                  </a:lnTo>
                  <a:lnTo>
                    <a:pt x="1346196" y="537279"/>
                  </a:lnTo>
                  <a:lnTo>
                    <a:pt x="1333126" y="545187"/>
                  </a:lnTo>
                  <a:lnTo>
                    <a:pt x="1320056" y="551287"/>
                  </a:lnTo>
                  <a:lnTo>
                    <a:pt x="1306986" y="554048"/>
                  </a:lnTo>
                  <a:lnTo>
                    <a:pt x="1293917" y="558617"/>
                  </a:lnTo>
                  <a:lnTo>
                    <a:pt x="1280847" y="566072"/>
                  </a:lnTo>
                  <a:lnTo>
                    <a:pt x="1267777" y="572973"/>
                  </a:lnTo>
                  <a:lnTo>
                    <a:pt x="1254707" y="579231"/>
                  </a:lnTo>
                  <a:lnTo>
                    <a:pt x="1241637" y="584777"/>
                  </a:lnTo>
                  <a:lnTo>
                    <a:pt x="1228567" y="588645"/>
                  </a:lnTo>
                  <a:lnTo>
                    <a:pt x="1215497" y="589209"/>
                  </a:lnTo>
                  <a:lnTo>
                    <a:pt x="1202427" y="592384"/>
                  </a:lnTo>
                  <a:lnTo>
                    <a:pt x="1189358" y="595438"/>
                  </a:lnTo>
                  <a:lnTo>
                    <a:pt x="1176288" y="595963"/>
                  </a:lnTo>
                  <a:lnTo>
                    <a:pt x="1163218" y="595963"/>
                  </a:lnTo>
                  <a:lnTo>
                    <a:pt x="1150148" y="601545"/>
                  </a:lnTo>
                  <a:lnTo>
                    <a:pt x="1137078" y="603129"/>
                  </a:lnTo>
                  <a:lnTo>
                    <a:pt x="1124008" y="603020"/>
                  </a:lnTo>
                  <a:lnTo>
                    <a:pt x="1110938" y="603021"/>
                  </a:lnTo>
                  <a:lnTo>
                    <a:pt x="1097869" y="604406"/>
                  </a:lnTo>
                  <a:lnTo>
                    <a:pt x="1084799" y="605056"/>
                  </a:lnTo>
                  <a:lnTo>
                    <a:pt x="1071729" y="607774"/>
                  </a:lnTo>
                  <a:lnTo>
                    <a:pt x="1058659" y="609926"/>
                  </a:lnTo>
                  <a:lnTo>
                    <a:pt x="1045589" y="608595"/>
                  </a:lnTo>
                  <a:lnTo>
                    <a:pt x="1032519" y="605847"/>
                  </a:lnTo>
                  <a:lnTo>
                    <a:pt x="1019449" y="605628"/>
                  </a:lnTo>
                  <a:lnTo>
                    <a:pt x="1006379" y="605109"/>
                  </a:lnTo>
                  <a:lnTo>
                    <a:pt x="993310" y="603472"/>
                  </a:lnTo>
                  <a:lnTo>
                    <a:pt x="980240" y="601242"/>
                  </a:lnTo>
                  <a:lnTo>
                    <a:pt x="967170" y="598114"/>
                  </a:lnTo>
                  <a:lnTo>
                    <a:pt x="954100" y="594335"/>
                  </a:lnTo>
                  <a:lnTo>
                    <a:pt x="941030" y="590017"/>
                  </a:lnTo>
                  <a:lnTo>
                    <a:pt x="927960" y="586422"/>
                  </a:lnTo>
                  <a:lnTo>
                    <a:pt x="914890" y="582942"/>
                  </a:lnTo>
                  <a:lnTo>
                    <a:pt x="901820" y="577990"/>
                  </a:lnTo>
                  <a:lnTo>
                    <a:pt x="888751" y="572860"/>
                  </a:lnTo>
                  <a:lnTo>
                    <a:pt x="875681" y="567652"/>
                  </a:lnTo>
                  <a:lnTo>
                    <a:pt x="862611" y="562761"/>
                  </a:lnTo>
                  <a:lnTo>
                    <a:pt x="849541" y="559291"/>
                  </a:lnTo>
                  <a:lnTo>
                    <a:pt x="836471" y="556068"/>
                  </a:lnTo>
                  <a:lnTo>
                    <a:pt x="823401" y="553159"/>
                  </a:lnTo>
                  <a:lnTo>
                    <a:pt x="810331" y="549852"/>
                  </a:lnTo>
                  <a:lnTo>
                    <a:pt x="797262" y="545129"/>
                  </a:lnTo>
                  <a:lnTo>
                    <a:pt x="784192" y="542103"/>
                  </a:lnTo>
                  <a:lnTo>
                    <a:pt x="771122" y="540681"/>
                  </a:lnTo>
                  <a:lnTo>
                    <a:pt x="758052" y="539859"/>
                  </a:lnTo>
                  <a:lnTo>
                    <a:pt x="744982" y="538737"/>
                  </a:lnTo>
                  <a:lnTo>
                    <a:pt x="731912" y="538073"/>
                  </a:lnTo>
                  <a:lnTo>
                    <a:pt x="718842" y="538694"/>
                  </a:lnTo>
                  <a:lnTo>
                    <a:pt x="705772" y="540337"/>
                  </a:lnTo>
                  <a:lnTo>
                    <a:pt x="692703" y="542328"/>
                  </a:lnTo>
                  <a:lnTo>
                    <a:pt x="679633" y="544592"/>
                  </a:lnTo>
                  <a:lnTo>
                    <a:pt x="666563" y="547055"/>
                  </a:lnTo>
                  <a:lnTo>
                    <a:pt x="653493" y="549641"/>
                  </a:lnTo>
                  <a:lnTo>
                    <a:pt x="640423" y="552090"/>
                  </a:lnTo>
                  <a:lnTo>
                    <a:pt x="627353" y="554778"/>
                  </a:lnTo>
                  <a:lnTo>
                    <a:pt x="614283" y="557389"/>
                  </a:lnTo>
                  <a:lnTo>
                    <a:pt x="601213" y="559718"/>
                  </a:lnTo>
                  <a:lnTo>
                    <a:pt x="588144" y="564373"/>
                  </a:lnTo>
                  <a:lnTo>
                    <a:pt x="575074" y="568087"/>
                  </a:lnTo>
                  <a:lnTo>
                    <a:pt x="562004" y="571758"/>
                  </a:lnTo>
                  <a:lnTo>
                    <a:pt x="548934" y="572292"/>
                  </a:lnTo>
                  <a:lnTo>
                    <a:pt x="535864" y="574177"/>
                  </a:lnTo>
                  <a:lnTo>
                    <a:pt x="522794" y="574496"/>
                  </a:lnTo>
                  <a:lnTo>
                    <a:pt x="509724" y="571840"/>
                  </a:lnTo>
                  <a:lnTo>
                    <a:pt x="496655" y="567333"/>
                  </a:lnTo>
                  <a:lnTo>
                    <a:pt x="483585" y="562290"/>
                  </a:lnTo>
                  <a:lnTo>
                    <a:pt x="470515" y="558373"/>
                  </a:lnTo>
                  <a:lnTo>
                    <a:pt x="457445" y="552596"/>
                  </a:lnTo>
                  <a:lnTo>
                    <a:pt x="444375" y="545402"/>
                  </a:lnTo>
                  <a:lnTo>
                    <a:pt x="431305" y="538647"/>
                  </a:lnTo>
                  <a:lnTo>
                    <a:pt x="418235" y="534629"/>
                  </a:lnTo>
                  <a:lnTo>
                    <a:pt x="405165" y="528632"/>
                  </a:lnTo>
                  <a:lnTo>
                    <a:pt x="392096" y="526394"/>
                  </a:lnTo>
                  <a:lnTo>
                    <a:pt x="379026" y="526354"/>
                  </a:lnTo>
                  <a:lnTo>
                    <a:pt x="365956" y="526383"/>
                  </a:lnTo>
                  <a:lnTo>
                    <a:pt x="352886" y="526804"/>
                  </a:lnTo>
                  <a:lnTo>
                    <a:pt x="339816" y="530360"/>
                  </a:lnTo>
                  <a:lnTo>
                    <a:pt x="326746" y="535122"/>
                  </a:lnTo>
                  <a:lnTo>
                    <a:pt x="313676" y="541000"/>
                  </a:lnTo>
                  <a:lnTo>
                    <a:pt x="300606" y="548075"/>
                  </a:lnTo>
                  <a:lnTo>
                    <a:pt x="287537" y="556430"/>
                  </a:lnTo>
                  <a:lnTo>
                    <a:pt x="274467" y="566146"/>
                  </a:lnTo>
                  <a:lnTo>
                    <a:pt x="261397" y="583219"/>
                  </a:lnTo>
                  <a:lnTo>
                    <a:pt x="248327" y="600992"/>
                  </a:lnTo>
                  <a:lnTo>
                    <a:pt x="235257" y="621946"/>
                  </a:lnTo>
                  <a:lnTo>
                    <a:pt x="222187" y="643904"/>
                  </a:lnTo>
                  <a:lnTo>
                    <a:pt x="209117" y="666109"/>
                  </a:lnTo>
                  <a:lnTo>
                    <a:pt x="196048" y="693835"/>
                  </a:lnTo>
                  <a:lnTo>
                    <a:pt x="182978" y="718699"/>
                  </a:lnTo>
                  <a:lnTo>
                    <a:pt x="169908" y="742460"/>
                  </a:lnTo>
                  <a:lnTo>
                    <a:pt x="156838" y="770207"/>
                  </a:lnTo>
                  <a:lnTo>
                    <a:pt x="143768" y="795666"/>
                  </a:lnTo>
                  <a:lnTo>
                    <a:pt x="130698" y="816497"/>
                  </a:lnTo>
                  <a:lnTo>
                    <a:pt x="117628" y="834325"/>
                  </a:lnTo>
                  <a:lnTo>
                    <a:pt x="104558" y="847473"/>
                  </a:lnTo>
                  <a:lnTo>
                    <a:pt x="91489" y="853264"/>
                  </a:lnTo>
                  <a:lnTo>
                    <a:pt x="78419" y="853205"/>
                  </a:lnTo>
                  <a:lnTo>
                    <a:pt x="65349" y="846418"/>
                  </a:lnTo>
                  <a:lnTo>
                    <a:pt x="52279" y="827705"/>
                  </a:lnTo>
                  <a:lnTo>
                    <a:pt x="39209" y="805664"/>
                  </a:lnTo>
                  <a:lnTo>
                    <a:pt x="26139" y="775135"/>
                  </a:lnTo>
                  <a:lnTo>
                    <a:pt x="13069" y="737693"/>
                  </a:lnTo>
                  <a:lnTo>
                    <a:pt x="0" y="69377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1863151"/>
              <a:ext cx="2339506" cy="633349"/>
            </a:xfrm>
            <a:custGeom>
              <a:avLst/>
              <a:pathLst>
                <a:path w="2339506" h="633349">
                  <a:moveTo>
                    <a:pt x="0" y="503090"/>
                  </a:moveTo>
                  <a:lnTo>
                    <a:pt x="13069" y="549759"/>
                  </a:lnTo>
                  <a:lnTo>
                    <a:pt x="26139" y="585732"/>
                  </a:lnTo>
                  <a:lnTo>
                    <a:pt x="39209" y="608277"/>
                  </a:lnTo>
                  <a:lnTo>
                    <a:pt x="52279" y="619135"/>
                  </a:lnTo>
                  <a:lnTo>
                    <a:pt x="65349" y="628013"/>
                  </a:lnTo>
                  <a:lnTo>
                    <a:pt x="78419" y="633349"/>
                  </a:lnTo>
                  <a:lnTo>
                    <a:pt x="91489" y="627891"/>
                  </a:lnTo>
                  <a:lnTo>
                    <a:pt x="104558" y="620578"/>
                  </a:lnTo>
                  <a:lnTo>
                    <a:pt x="117628" y="611672"/>
                  </a:lnTo>
                  <a:lnTo>
                    <a:pt x="130698" y="601439"/>
                  </a:lnTo>
                  <a:lnTo>
                    <a:pt x="143768" y="590124"/>
                  </a:lnTo>
                  <a:lnTo>
                    <a:pt x="156838" y="578045"/>
                  </a:lnTo>
                  <a:lnTo>
                    <a:pt x="169908" y="559284"/>
                  </a:lnTo>
                  <a:lnTo>
                    <a:pt x="182978" y="539730"/>
                  </a:lnTo>
                  <a:lnTo>
                    <a:pt x="196048" y="512321"/>
                  </a:lnTo>
                  <a:lnTo>
                    <a:pt x="209117" y="493163"/>
                  </a:lnTo>
                  <a:lnTo>
                    <a:pt x="222187" y="472407"/>
                  </a:lnTo>
                  <a:lnTo>
                    <a:pt x="235257" y="453769"/>
                  </a:lnTo>
                  <a:lnTo>
                    <a:pt x="248327" y="434975"/>
                  </a:lnTo>
                  <a:lnTo>
                    <a:pt x="261397" y="417909"/>
                  </a:lnTo>
                  <a:lnTo>
                    <a:pt x="274467" y="399010"/>
                  </a:lnTo>
                  <a:lnTo>
                    <a:pt x="287537" y="383814"/>
                  </a:lnTo>
                  <a:lnTo>
                    <a:pt x="300606" y="372055"/>
                  </a:lnTo>
                  <a:lnTo>
                    <a:pt x="313676" y="363465"/>
                  </a:lnTo>
                  <a:lnTo>
                    <a:pt x="326746" y="357777"/>
                  </a:lnTo>
                  <a:lnTo>
                    <a:pt x="339816" y="355749"/>
                  </a:lnTo>
                  <a:lnTo>
                    <a:pt x="352886" y="355892"/>
                  </a:lnTo>
                  <a:lnTo>
                    <a:pt x="365956" y="358430"/>
                  </a:lnTo>
                  <a:lnTo>
                    <a:pt x="379026" y="363054"/>
                  </a:lnTo>
                  <a:lnTo>
                    <a:pt x="392096" y="369455"/>
                  </a:lnTo>
                  <a:lnTo>
                    <a:pt x="405165" y="373159"/>
                  </a:lnTo>
                  <a:lnTo>
                    <a:pt x="418235" y="379100"/>
                  </a:lnTo>
                  <a:lnTo>
                    <a:pt x="431305" y="393429"/>
                  </a:lnTo>
                  <a:lnTo>
                    <a:pt x="444375" y="396197"/>
                  </a:lnTo>
                  <a:lnTo>
                    <a:pt x="457445" y="401637"/>
                  </a:lnTo>
                  <a:lnTo>
                    <a:pt x="470515" y="410213"/>
                  </a:lnTo>
                  <a:lnTo>
                    <a:pt x="483585" y="416954"/>
                  </a:lnTo>
                  <a:lnTo>
                    <a:pt x="496655" y="420727"/>
                  </a:lnTo>
                  <a:lnTo>
                    <a:pt x="509724" y="425105"/>
                  </a:lnTo>
                  <a:lnTo>
                    <a:pt x="522794" y="427181"/>
                  </a:lnTo>
                  <a:lnTo>
                    <a:pt x="535864" y="427182"/>
                  </a:lnTo>
                  <a:lnTo>
                    <a:pt x="548934" y="427130"/>
                  </a:lnTo>
                  <a:lnTo>
                    <a:pt x="562004" y="427048"/>
                  </a:lnTo>
                  <a:lnTo>
                    <a:pt x="575074" y="427759"/>
                  </a:lnTo>
                  <a:lnTo>
                    <a:pt x="588144" y="429700"/>
                  </a:lnTo>
                  <a:lnTo>
                    <a:pt x="601213" y="432652"/>
                  </a:lnTo>
                  <a:lnTo>
                    <a:pt x="614283" y="434050"/>
                  </a:lnTo>
                  <a:lnTo>
                    <a:pt x="627353" y="433159"/>
                  </a:lnTo>
                  <a:lnTo>
                    <a:pt x="640423" y="430346"/>
                  </a:lnTo>
                  <a:lnTo>
                    <a:pt x="653493" y="427465"/>
                  </a:lnTo>
                  <a:lnTo>
                    <a:pt x="666563" y="427827"/>
                  </a:lnTo>
                  <a:lnTo>
                    <a:pt x="679633" y="425766"/>
                  </a:lnTo>
                  <a:lnTo>
                    <a:pt x="692703" y="422005"/>
                  </a:lnTo>
                  <a:lnTo>
                    <a:pt x="705772" y="418140"/>
                  </a:lnTo>
                  <a:lnTo>
                    <a:pt x="718842" y="414683"/>
                  </a:lnTo>
                  <a:lnTo>
                    <a:pt x="731912" y="411911"/>
                  </a:lnTo>
                  <a:lnTo>
                    <a:pt x="744982" y="409724"/>
                  </a:lnTo>
                  <a:lnTo>
                    <a:pt x="758052" y="407212"/>
                  </a:lnTo>
                  <a:lnTo>
                    <a:pt x="771122" y="408467"/>
                  </a:lnTo>
                  <a:lnTo>
                    <a:pt x="784192" y="408261"/>
                  </a:lnTo>
                  <a:lnTo>
                    <a:pt x="797262" y="409407"/>
                  </a:lnTo>
                  <a:lnTo>
                    <a:pt x="810331" y="412029"/>
                  </a:lnTo>
                  <a:lnTo>
                    <a:pt x="823401" y="414351"/>
                  </a:lnTo>
                  <a:lnTo>
                    <a:pt x="836471" y="417809"/>
                  </a:lnTo>
                  <a:lnTo>
                    <a:pt x="849541" y="421874"/>
                  </a:lnTo>
                  <a:lnTo>
                    <a:pt x="862611" y="427480"/>
                  </a:lnTo>
                  <a:lnTo>
                    <a:pt x="875681" y="433359"/>
                  </a:lnTo>
                  <a:lnTo>
                    <a:pt x="888751" y="439420"/>
                  </a:lnTo>
                  <a:lnTo>
                    <a:pt x="901820" y="445568"/>
                  </a:lnTo>
                  <a:lnTo>
                    <a:pt x="914890" y="451050"/>
                  </a:lnTo>
                  <a:lnTo>
                    <a:pt x="927960" y="454843"/>
                  </a:lnTo>
                  <a:lnTo>
                    <a:pt x="941030" y="458088"/>
                  </a:lnTo>
                  <a:lnTo>
                    <a:pt x="954100" y="463763"/>
                  </a:lnTo>
                  <a:lnTo>
                    <a:pt x="967170" y="467892"/>
                  </a:lnTo>
                  <a:lnTo>
                    <a:pt x="980240" y="471902"/>
                  </a:lnTo>
                  <a:lnTo>
                    <a:pt x="993310" y="475707"/>
                  </a:lnTo>
                  <a:lnTo>
                    <a:pt x="1006379" y="475567"/>
                  </a:lnTo>
                  <a:lnTo>
                    <a:pt x="1019449" y="475537"/>
                  </a:lnTo>
                  <a:lnTo>
                    <a:pt x="1032519" y="475639"/>
                  </a:lnTo>
                  <a:lnTo>
                    <a:pt x="1045589" y="478795"/>
                  </a:lnTo>
                  <a:lnTo>
                    <a:pt x="1058659" y="481711"/>
                  </a:lnTo>
                  <a:lnTo>
                    <a:pt x="1071729" y="484215"/>
                  </a:lnTo>
                  <a:lnTo>
                    <a:pt x="1084799" y="486025"/>
                  </a:lnTo>
                  <a:lnTo>
                    <a:pt x="1097869" y="484928"/>
                  </a:lnTo>
                  <a:lnTo>
                    <a:pt x="1110938" y="482817"/>
                  </a:lnTo>
                  <a:lnTo>
                    <a:pt x="1124008" y="480178"/>
                  </a:lnTo>
                  <a:lnTo>
                    <a:pt x="1137078" y="477747"/>
                  </a:lnTo>
                  <a:lnTo>
                    <a:pt x="1150148" y="474876"/>
                  </a:lnTo>
                  <a:lnTo>
                    <a:pt x="1163218" y="473639"/>
                  </a:lnTo>
                  <a:lnTo>
                    <a:pt x="1176288" y="470341"/>
                  </a:lnTo>
                  <a:lnTo>
                    <a:pt x="1189358" y="466470"/>
                  </a:lnTo>
                  <a:lnTo>
                    <a:pt x="1202427" y="462255"/>
                  </a:lnTo>
                  <a:lnTo>
                    <a:pt x="1215497" y="456129"/>
                  </a:lnTo>
                  <a:lnTo>
                    <a:pt x="1228567" y="449749"/>
                  </a:lnTo>
                  <a:lnTo>
                    <a:pt x="1241637" y="443523"/>
                  </a:lnTo>
                  <a:lnTo>
                    <a:pt x="1254707" y="439457"/>
                  </a:lnTo>
                  <a:lnTo>
                    <a:pt x="1267777" y="432825"/>
                  </a:lnTo>
                  <a:lnTo>
                    <a:pt x="1280847" y="426265"/>
                  </a:lnTo>
                  <a:lnTo>
                    <a:pt x="1293917" y="421234"/>
                  </a:lnTo>
                  <a:lnTo>
                    <a:pt x="1306986" y="415633"/>
                  </a:lnTo>
                  <a:lnTo>
                    <a:pt x="1320056" y="409183"/>
                  </a:lnTo>
                  <a:lnTo>
                    <a:pt x="1333126" y="404936"/>
                  </a:lnTo>
                  <a:lnTo>
                    <a:pt x="1346196" y="400081"/>
                  </a:lnTo>
                  <a:lnTo>
                    <a:pt x="1359266" y="393218"/>
                  </a:lnTo>
                  <a:lnTo>
                    <a:pt x="1372336" y="387903"/>
                  </a:lnTo>
                  <a:lnTo>
                    <a:pt x="1385406" y="383742"/>
                  </a:lnTo>
                  <a:lnTo>
                    <a:pt x="1398476" y="377558"/>
                  </a:lnTo>
                  <a:lnTo>
                    <a:pt x="1411545" y="368181"/>
                  </a:lnTo>
                  <a:lnTo>
                    <a:pt x="1424615" y="362989"/>
                  </a:lnTo>
                  <a:lnTo>
                    <a:pt x="1437685" y="358250"/>
                  </a:lnTo>
                  <a:lnTo>
                    <a:pt x="1450755" y="352614"/>
                  </a:lnTo>
                  <a:lnTo>
                    <a:pt x="1463825" y="345036"/>
                  </a:lnTo>
                  <a:lnTo>
                    <a:pt x="1476895" y="338241"/>
                  </a:lnTo>
                  <a:lnTo>
                    <a:pt x="1489965" y="334280"/>
                  </a:lnTo>
                  <a:lnTo>
                    <a:pt x="1503034" y="330500"/>
                  </a:lnTo>
                  <a:lnTo>
                    <a:pt x="1516104" y="326604"/>
                  </a:lnTo>
                  <a:lnTo>
                    <a:pt x="1529174" y="321890"/>
                  </a:lnTo>
                  <a:lnTo>
                    <a:pt x="1542244" y="319144"/>
                  </a:lnTo>
                  <a:lnTo>
                    <a:pt x="1555314" y="317043"/>
                  </a:lnTo>
                  <a:lnTo>
                    <a:pt x="1568384" y="314054"/>
                  </a:lnTo>
                  <a:lnTo>
                    <a:pt x="1581454" y="312537"/>
                  </a:lnTo>
                  <a:lnTo>
                    <a:pt x="1594524" y="313117"/>
                  </a:lnTo>
                  <a:lnTo>
                    <a:pt x="1607593" y="313698"/>
                  </a:lnTo>
                  <a:lnTo>
                    <a:pt x="1620663" y="308699"/>
                  </a:lnTo>
                  <a:lnTo>
                    <a:pt x="1633733" y="310660"/>
                  </a:lnTo>
                  <a:lnTo>
                    <a:pt x="1646803" y="312716"/>
                  </a:lnTo>
                  <a:lnTo>
                    <a:pt x="1659873" y="311587"/>
                  </a:lnTo>
                  <a:lnTo>
                    <a:pt x="1672943" y="310573"/>
                  </a:lnTo>
                  <a:lnTo>
                    <a:pt x="1686013" y="310975"/>
                  </a:lnTo>
                  <a:lnTo>
                    <a:pt x="1699083" y="310512"/>
                  </a:lnTo>
                  <a:lnTo>
                    <a:pt x="1712152" y="306270"/>
                  </a:lnTo>
                  <a:lnTo>
                    <a:pt x="1725222" y="302336"/>
                  </a:lnTo>
                  <a:lnTo>
                    <a:pt x="1738292" y="304180"/>
                  </a:lnTo>
                  <a:lnTo>
                    <a:pt x="1751362" y="304756"/>
                  </a:lnTo>
                  <a:lnTo>
                    <a:pt x="1764432" y="301173"/>
                  </a:lnTo>
                  <a:lnTo>
                    <a:pt x="1777502" y="295176"/>
                  </a:lnTo>
                  <a:lnTo>
                    <a:pt x="1790572" y="289770"/>
                  </a:lnTo>
                  <a:lnTo>
                    <a:pt x="1803641" y="290230"/>
                  </a:lnTo>
                  <a:lnTo>
                    <a:pt x="1816711" y="291700"/>
                  </a:lnTo>
                  <a:lnTo>
                    <a:pt x="1829781" y="291888"/>
                  </a:lnTo>
                  <a:lnTo>
                    <a:pt x="1842851" y="293173"/>
                  </a:lnTo>
                  <a:lnTo>
                    <a:pt x="1855921" y="288029"/>
                  </a:lnTo>
                  <a:lnTo>
                    <a:pt x="1868991" y="279426"/>
                  </a:lnTo>
                  <a:lnTo>
                    <a:pt x="1882061" y="271610"/>
                  </a:lnTo>
                  <a:lnTo>
                    <a:pt x="1895131" y="262617"/>
                  </a:lnTo>
                  <a:lnTo>
                    <a:pt x="1908200" y="250625"/>
                  </a:lnTo>
                  <a:lnTo>
                    <a:pt x="1921270" y="239859"/>
                  </a:lnTo>
                  <a:lnTo>
                    <a:pt x="1934340" y="229306"/>
                  </a:lnTo>
                  <a:lnTo>
                    <a:pt x="1947410" y="217555"/>
                  </a:lnTo>
                  <a:lnTo>
                    <a:pt x="1960480" y="205183"/>
                  </a:lnTo>
                  <a:lnTo>
                    <a:pt x="1973550" y="190686"/>
                  </a:lnTo>
                  <a:lnTo>
                    <a:pt x="1986620" y="178175"/>
                  </a:lnTo>
                  <a:lnTo>
                    <a:pt x="1999690" y="168034"/>
                  </a:lnTo>
                  <a:lnTo>
                    <a:pt x="2012759" y="154087"/>
                  </a:lnTo>
                  <a:lnTo>
                    <a:pt x="2025829" y="149842"/>
                  </a:lnTo>
                  <a:lnTo>
                    <a:pt x="2038899" y="148617"/>
                  </a:lnTo>
                  <a:lnTo>
                    <a:pt x="2051969" y="135821"/>
                  </a:lnTo>
                  <a:lnTo>
                    <a:pt x="2065039" y="128203"/>
                  </a:lnTo>
                  <a:lnTo>
                    <a:pt x="2078109" y="128851"/>
                  </a:lnTo>
                  <a:lnTo>
                    <a:pt x="2091179" y="116397"/>
                  </a:lnTo>
                  <a:lnTo>
                    <a:pt x="2104248" y="102768"/>
                  </a:lnTo>
                  <a:lnTo>
                    <a:pt x="2117318" y="84953"/>
                  </a:lnTo>
                  <a:lnTo>
                    <a:pt x="2130388" y="67576"/>
                  </a:lnTo>
                  <a:lnTo>
                    <a:pt x="2143458" y="55189"/>
                  </a:lnTo>
                  <a:lnTo>
                    <a:pt x="2156528" y="34772"/>
                  </a:lnTo>
                  <a:lnTo>
                    <a:pt x="2169598" y="29337"/>
                  </a:lnTo>
                  <a:lnTo>
                    <a:pt x="2182668" y="7496"/>
                  </a:lnTo>
                  <a:lnTo>
                    <a:pt x="2195738" y="10833"/>
                  </a:lnTo>
                  <a:lnTo>
                    <a:pt x="2208807" y="5533"/>
                  </a:lnTo>
                  <a:lnTo>
                    <a:pt x="2221877" y="16519"/>
                  </a:lnTo>
                  <a:lnTo>
                    <a:pt x="2234947" y="12617"/>
                  </a:lnTo>
                  <a:lnTo>
                    <a:pt x="2248017" y="229"/>
                  </a:lnTo>
                  <a:lnTo>
                    <a:pt x="2261087" y="24650"/>
                  </a:lnTo>
                  <a:lnTo>
                    <a:pt x="2274157" y="0"/>
                  </a:lnTo>
                  <a:lnTo>
                    <a:pt x="2287227" y="19736"/>
                  </a:lnTo>
                  <a:lnTo>
                    <a:pt x="2300297" y="21351"/>
                  </a:lnTo>
                  <a:lnTo>
                    <a:pt x="2313366" y="29328"/>
                  </a:lnTo>
                  <a:lnTo>
                    <a:pt x="2326436" y="16138"/>
                  </a:lnTo>
                  <a:lnTo>
                    <a:pt x="2339506" y="339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269636"/>
              <a:ext cx="2312263" cy="827635"/>
            </a:xfrm>
            <a:custGeom>
              <a:avLst/>
              <a:pathLst>
                <a:path w="2312263" h="827635">
                  <a:moveTo>
                    <a:pt x="2312263" y="827635"/>
                  </a:moveTo>
                  <a:lnTo>
                    <a:pt x="2300297" y="695090"/>
                  </a:lnTo>
                  <a:lnTo>
                    <a:pt x="2287227" y="563465"/>
                  </a:lnTo>
                  <a:lnTo>
                    <a:pt x="2274157" y="446569"/>
                  </a:lnTo>
                  <a:lnTo>
                    <a:pt x="2261087" y="360094"/>
                  </a:lnTo>
                  <a:lnTo>
                    <a:pt x="2248017" y="297614"/>
                  </a:lnTo>
                  <a:lnTo>
                    <a:pt x="2234947" y="252221"/>
                  </a:lnTo>
                  <a:lnTo>
                    <a:pt x="2221877" y="209022"/>
                  </a:lnTo>
                  <a:lnTo>
                    <a:pt x="2208807" y="166863"/>
                  </a:lnTo>
                  <a:lnTo>
                    <a:pt x="2195738" y="132920"/>
                  </a:lnTo>
                  <a:lnTo>
                    <a:pt x="2182668" y="94779"/>
                  </a:lnTo>
                  <a:lnTo>
                    <a:pt x="2169598" y="55307"/>
                  </a:lnTo>
                  <a:lnTo>
                    <a:pt x="2156528" y="27062"/>
                  </a:lnTo>
                  <a:lnTo>
                    <a:pt x="2143458" y="15292"/>
                  </a:lnTo>
                  <a:lnTo>
                    <a:pt x="2130388" y="29712"/>
                  </a:lnTo>
                  <a:lnTo>
                    <a:pt x="2117318" y="30871"/>
                  </a:lnTo>
                  <a:lnTo>
                    <a:pt x="2104248" y="20534"/>
                  </a:lnTo>
                  <a:lnTo>
                    <a:pt x="2091179" y="9883"/>
                  </a:lnTo>
                  <a:lnTo>
                    <a:pt x="2078109" y="0"/>
                  </a:lnTo>
                  <a:lnTo>
                    <a:pt x="2065039" y="11958"/>
                  </a:lnTo>
                  <a:lnTo>
                    <a:pt x="2051969" y="27731"/>
                  </a:lnTo>
                  <a:lnTo>
                    <a:pt x="2038899" y="37771"/>
                  </a:lnTo>
                  <a:lnTo>
                    <a:pt x="2025829" y="49177"/>
                  </a:lnTo>
                  <a:lnTo>
                    <a:pt x="2012759" y="58001"/>
                  </a:lnTo>
                  <a:lnTo>
                    <a:pt x="1999690" y="64470"/>
                  </a:lnTo>
                  <a:lnTo>
                    <a:pt x="1986620" y="68812"/>
                  </a:lnTo>
                  <a:lnTo>
                    <a:pt x="1973550" y="71251"/>
                  </a:lnTo>
                  <a:lnTo>
                    <a:pt x="1960480" y="76253"/>
                  </a:lnTo>
                  <a:lnTo>
                    <a:pt x="1947410" y="79192"/>
                  </a:lnTo>
                  <a:lnTo>
                    <a:pt x="1934340" y="81412"/>
                  </a:lnTo>
                  <a:lnTo>
                    <a:pt x="1921270" y="81257"/>
                  </a:lnTo>
                  <a:lnTo>
                    <a:pt x="1908200" y="81717"/>
                  </a:lnTo>
                  <a:lnTo>
                    <a:pt x="1895131" y="87013"/>
                  </a:lnTo>
                  <a:lnTo>
                    <a:pt x="1882061" y="90280"/>
                  </a:lnTo>
                  <a:lnTo>
                    <a:pt x="1868991" y="91726"/>
                  </a:lnTo>
                  <a:lnTo>
                    <a:pt x="1855921" y="91557"/>
                  </a:lnTo>
                  <a:lnTo>
                    <a:pt x="1842851" y="91041"/>
                  </a:lnTo>
                  <a:lnTo>
                    <a:pt x="1829781" y="89879"/>
                  </a:lnTo>
                  <a:lnTo>
                    <a:pt x="1816711" y="87756"/>
                  </a:lnTo>
                  <a:lnTo>
                    <a:pt x="1803641" y="86765"/>
                  </a:lnTo>
                  <a:lnTo>
                    <a:pt x="1790572" y="94285"/>
                  </a:lnTo>
                  <a:lnTo>
                    <a:pt x="1777502" y="95912"/>
                  </a:lnTo>
                  <a:lnTo>
                    <a:pt x="1764432" y="88230"/>
                  </a:lnTo>
                  <a:lnTo>
                    <a:pt x="1751362" y="81166"/>
                  </a:lnTo>
                  <a:lnTo>
                    <a:pt x="1738292" y="82487"/>
                  </a:lnTo>
                  <a:lnTo>
                    <a:pt x="1725222" y="83708"/>
                  </a:lnTo>
                  <a:lnTo>
                    <a:pt x="1712152" y="84378"/>
                  </a:lnTo>
                  <a:lnTo>
                    <a:pt x="1699083" y="81285"/>
                  </a:lnTo>
                  <a:lnTo>
                    <a:pt x="1686013" y="82038"/>
                  </a:lnTo>
                  <a:lnTo>
                    <a:pt x="1672943" y="82242"/>
                  </a:lnTo>
                  <a:lnTo>
                    <a:pt x="1659873" y="81963"/>
                  </a:lnTo>
                  <a:lnTo>
                    <a:pt x="1646803" y="81248"/>
                  </a:lnTo>
                  <a:lnTo>
                    <a:pt x="1633733" y="78292"/>
                  </a:lnTo>
                  <a:lnTo>
                    <a:pt x="1620663" y="77915"/>
                  </a:lnTo>
                  <a:lnTo>
                    <a:pt x="1607593" y="76005"/>
                  </a:lnTo>
                  <a:lnTo>
                    <a:pt x="1594524" y="75578"/>
                  </a:lnTo>
                  <a:lnTo>
                    <a:pt x="1581454" y="73757"/>
                  </a:lnTo>
                  <a:lnTo>
                    <a:pt x="1568384" y="74811"/>
                  </a:lnTo>
                  <a:lnTo>
                    <a:pt x="1555314" y="78175"/>
                  </a:lnTo>
                  <a:lnTo>
                    <a:pt x="1542244" y="84763"/>
                  </a:lnTo>
                  <a:lnTo>
                    <a:pt x="1529174" y="88044"/>
                  </a:lnTo>
                  <a:lnTo>
                    <a:pt x="1516104" y="88996"/>
                  </a:lnTo>
                  <a:lnTo>
                    <a:pt x="1503034" y="90584"/>
                  </a:lnTo>
                  <a:lnTo>
                    <a:pt x="1489965" y="92765"/>
                  </a:lnTo>
                  <a:lnTo>
                    <a:pt x="1476895" y="95499"/>
                  </a:lnTo>
                  <a:lnTo>
                    <a:pt x="1463825" y="98745"/>
                  </a:lnTo>
                  <a:lnTo>
                    <a:pt x="1450755" y="102460"/>
                  </a:lnTo>
                  <a:lnTo>
                    <a:pt x="1437685" y="106361"/>
                  </a:lnTo>
                  <a:lnTo>
                    <a:pt x="1424615" y="103340"/>
                  </a:lnTo>
                  <a:lnTo>
                    <a:pt x="1411545" y="103657"/>
                  </a:lnTo>
                  <a:lnTo>
                    <a:pt x="1398476" y="107210"/>
                  </a:lnTo>
                  <a:lnTo>
                    <a:pt x="1385406" y="110673"/>
                  </a:lnTo>
                  <a:lnTo>
                    <a:pt x="1372336" y="115628"/>
                  </a:lnTo>
                  <a:lnTo>
                    <a:pt x="1359266" y="124138"/>
                  </a:lnTo>
                  <a:lnTo>
                    <a:pt x="1346196" y="130794"/>
                  </a:lnTo>
                  <a:lnTo>
                    <a:pt x="1333126" y="138701"/>
                  </a:lnTo>
                  <a:lnTo>
                    <a:pt x="1320056" y="144802"/>
                  </a:lnTo>
                  <a:lnTo>
                    <a:pt x="1306986" y="147563"/>
                  </a:lnTo>
                  <a:lnTo>
                    <a:pt x="1293917" y="152131"/>
                  </a:lnTo>
                  <a:lnTo>
                    <a:pt x="1280847" y="159587"/>
                  </a:lnTo>
                  <a:lnTo>
                    <a:pt x="1267777" y="166487"/>
                  </a:lnTo>
                  <a:lnTo>
                    <a:pt x="1254707" y="172746"/>
                  </a:lnTo>
                  <a:lnTo>
                    <a:pt x="1241637" y="178292"/>
                  </a:lnTo>
                  <a:lnTo>
                    <a:pt x="1228567" y="182160"/>
                  </a:lnTo>
                  <a:lnTo>
                    <a:pt x="1215497" y="182724"/>
                  </a:lnTo>
                  <a:lnTo>
                    <a:pt x="1202427" y="185898"/>
                  </a:lnTo>
                  <a:lnTo>
                    <a:pt x="1189358" y="188953"/>
                  </a:lnTo>
                  <a:lnTo>
                    <a:pt x="1176288" y="189478"/>
                  </a:lnTo>
                  <a:lnTo>
                    <a:pt x="1163218" y="189478"/>
                  </a:lnTo>
                  <a:lnTo>
                    <a:pt x="1150148" y="195060"/>
                  </a:lnTo>
                  <a:lnTo>
                    <a:pt x="1137078" y="196644"/>
                  </a:lnTo>
                  <a:lnTo>
                    <a:pt x="1124008" y="196535"/>
                  </a:lnTo>
                  <a:lnTo>
                    <a:pt x="1110938" y="196535"/>
                  </a:lnTo>
                  <a:lnTo>
                    <a:pt x="1097869" y="197921"/>
                  </a:lnTo>
                  <a:lnTo>
                    <a:pt x="1084799" y="198571"/>
                  </a:lnTo>
                  <a:lnTo>
                    <a:pt x="1071729" y="201288"/>
                  </a:lnTo>
                  <a:lnTo>
                    <a:pt x="1058659" y="203441"/>
                  </a:lnTo>
                  <a:lnTo>
                    <a:pt x="1045589" y="202110"/>
                  </a:lnTo>
                  <a:lnTo>
                    <a:pt x="1032519" y="199362"/>
                  </a:lnTo>
                  <a:lnTo>
                    <a:pt x="1019449" y="199143"/>
                  </a:lnTo>
                  <a:lnTo>
                    <a:pt x="1006379" y="198624"/>
                  </a:lnTo>
                  <a:lnTo>
                    <a:pt x="993310" y="196987"/>
                  </a:lnTo>
                  <a:lnTo>
                    <a:pt x="980240" y="194757"/>
                  </a:lnTo>
                  <a:lnTo>
                    <a:pt x="967170" y="191629"/>
                  </a:lnTo>
                  <a:lnTo>
                    <a:pt x="954100" y="187850"/>
                  </a:lnTo>
                  <a:lnTo>
                    <a:pt x="941030" y="183532"/>
                  </a:lnTo>
                  <a:lnTo>
                    <a:pt x="927960" y="179937"/>
                  </a:lnTo>
                  <a:lnTo>
                    <a:pt x="914890" y="176457"/>
                  </a:lnTo>
                  <a:lnTo>
                    <a:pt x="901820" y="171505"/>
                  </a:lnTo>
                  <a:lnTo>
                    <a:pt x="888751" y="166375"/>
                  </a:lnTo>
                  <a:lnTo>
                    <a:pt x="875681" y="161167"/>
                  </a:lnTo>
                  <a:lnTo>
                    <a:pt x="862611" y="156276"/>
                  </a:lnTo>
                  <a:lnTo>
                    <a:pt x="849541" y="152805"/>
                  </a:lnTo>
                  <a:lnTo>
                    <a:pt x="836471" y="149583"/>
                  </a:lnTo>
                  <a:lnTo>
                    <a:pt x="823401" y="146674"/>
                  </a:lnTo>
                  <a:lnTo>
                    <a:pt x="810331" y="143366"/>
                  </a:lnTo>
                  <a:lnTo>
                    <a:pt x="797262" y="138644"/>
                  </a:lnTo>
                  <a:lnTo>
                    <a:pt x="784192" y="135618"/>
                  </a:lnTo>
                  <a:lnTo>
                    <a:pt x="771122" y="134196"/>
                  </a:lnTo>
                  <a:lnTo>
                    <a:pt x="758052" y="133374"/>
                  </a:lnTo>
                  <a:lnTo>
                    <a:pt x="744982" y="132252"/>
                  </a:lnTo>
                  <a:lnTo>
                    <a:pt x="731912" y="131588"/>
                  </a:lnTo>
                  <a:lnTo>
                    <a:pt x="718842" y="132209"/>
                  </a:lnTo>
                  <a:lnTo>
                    <a:pt x="705772" y="133852"/>
                  </a:lnTo>
                  <a:lnTo>
                    <a:pt x="692703" y="135843"/>
                  </a:lnTo>
                  <a:lnTo>
                    <a:pt x="679633" y="138107"/>
                  </a:lnTo>
                  <a:lnTo>
                    <a:pt x="666563" y="140570"/>
                  </a:lnTo>
                  <a:lnTo>
                    <a:pt x="653493" y="143156"/>
                  </a:lnTo>
                  <a:lnTo>
                    <a:pt x="640423" y="145604"/>
                  </a:lnTo>
                  <a:lnTo>
                    <a:pt x="627353" y="148292"/>
                  </a:lnTo>
                  <a:lnTo>
                    <a:pt x="614283" y="150904"/>
                  </a:lnTo>
                  <a:lnTo>
                    <a:pt x="601213" y="153233"/>
                  </a:lnTo>
                  <a:lnTo>
                    <a:pt x="588144" y="157888"/>
                  </a:lnTo>
                  <a:lnTo>
                    <a:pt x="575074" y="161602"/>
                  </a:lnTo>
                  <a:lnTo>
                    <a:pt x="562004" y="165273"/>
                  </a:lnTo>
                  <a:lnTo>
                    <a:pt x="548934" y="165807"/>
                  </a:lnTo>
                  <a:lnTo>
                    <a:pt x="535864" y="167692"/>
                  </a:lnTo>
                  <a:lnTo>
                    <a:pt x="522794" y="168011"/>
                  </a:lnTo>
                  <a:lnTo>
                    <a:pt x="509724" y="165355"/>
                  </a:lnTo>
                  <a:lnTo>
                    <a:pt x="496655" y="160848"/>
                  </a:lnTo>
                  <a:lnTo>
                    <a:pt x="483585" y="155804"/>
                  </a:lnTo>
                  <a:lnTo>
                    <a:pt x="470515" y="151888"/>
                  </a:lnTo>
                  <a:lnTo>
                    <a:pt x="457445" y="146110"/>
                  </a:lnTo>
                  <a:lnTo>
                    <a:pt x="444375" y="138917"/>
                  </a:lnTo>
                  <a:lnTo>
                    <a:pt x="431305" y="132162"/>
                  </a:lnTo>
                  <a:lnTo>
                    <a:pt x="418235" y="128144"/>
                  </a:lnTo>
                  <a:lnTo>
                    <a:pt x="405165" y="122147"/>
                  </a:lnTo>
                  <a:lnTo>
                    <a:pt x="392096" y="119908"/>
                  </a:lnTo>
                  <a:lnTo>
                    <a:pt x="379026" y="119869"/>
                  </a:lnTo>
                  <a:lnTo>
                    <a:pt x="365956" y="119898"/>
                  </a:lnTo>
                  <a:lnTo>
                    <a:pt x="352886" y="120318"/>
                  </a:lnTo>
                  <a:lnTo>
                    <a:pt x="339816" y="123875"/>
                  </a:lnTo>
                  <a:lnTo>
                    <a:pt x="326746" y="128637"/>
                  </a:lnTo>
                  <a:lnTo>
                    <a:pt x="313676" y="134514"/>
                  </a:lnTo>
                  <a:lnTo>
                    <a:pt x="300606" y="141590"/>
                  </a:lnTo>
                  <a:lnTo>
                    <a:pt x="287537" y="149945"/>
                  </a:lnTo>
                  <a:lnTo>
                    <a:pt x="274467" y="159661"/>
                  </a:lnTo>
                  <a:lnTo>
                    <a:pt x="261397" y="176733"/>
                  </a:lnTo>
                  <a:lnTo>
                    <a:pt x="248327" y="194507"/>
                  </a:lnTo>
                  <a:lnTo>
                    <a:pt x="235257" y="215461"/>
                  </a:lnTo>
                  <a:lnTo>
                    <a:pt x="222187" y="237419"/>
                  </a:lnTo>
                  <a:lnTo>
                    <a:pt x="209117" y="259623"/>
                  </a:lnTo>
                  <a:lnTo>
                    <a:pt x="196048" y="287350"/>
                  </a:lnTo>
                  <a:lnTo>
                    <a:pt x="182978" y="312214"/>
                  </a:lnTo>
                  <a:lnTo>
                    <a:pt x="169908" y="335975"/>
                  </a:lnTo>
                  <a:lnTo>
                    <a:pt x="156838" y="363721"/>
                  </a:lnTo>
                  <a:lnTo>
                    <a:pt x="143768" y="389181"/>
                  </a:lnTo>
                  <a:lnTo>
                    <a:pt x="130698" y="410012"/>
                  </a:lnTo>
                  <a:lnTo>
                    <a:pt x="117628" y="427840"/>
                  </a:lnTo>
                  <a:lnTo>
                    <a:pt x="104558" y="440988"/>
                  </a:lnTo>
                  <a:lnTo>
                    <a:pt x="91489" y="446779"/>
                  </a:lnTo>
                  <a:lnTo>
                    <a:pt x="78419" y="446719"/>
                  </a:lnTo>
                  <a:lnTo>
                    <a:pt x="65349" y="439933"/>
                  </a:lnTo>
                  <a:lnTo>
                    <a:pt x="52279" y="421220"/>
                  </a:lnTo>
                  <a:lnTo>
                    <a:pt x="39209" y="399179"/>
                  </a:lnTo>
                  <a:lnTo>
                    <a:pt x="26139" y="368650"/>
                  </a:lnTo>
                  <a:lnTo>
                    <a:pt x="13069" y="331207"/>
                  </a:lnTo>
                  <a:lnTo>
                    <a:pt x="0" y="2872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00048" y="2083055"/>
              <a:ext cx="2339506" cy="676778"/>
            </a:xfrm>
            <a:custGeom>
              <a:avLst/>
              <a:pathLst>
                <a:path w="2339506" h="676778">
                  <a:moveTo>
                    <a:pt x="0" y="380074"/>
                  </a:moveTo>
                  <a:lnTo>
                    <a:pt x="13069" y="424322"/>
                  </a:lnTo>
                  <a:lnTo>
                    <a:pt x="26139" y="459583"/>
                  </a:lnTo>
                  <a:lnTo>
                    <a:pt x="39209" y="486494"/>
                  </a:lnTo>
                  <a:lnTo>
                    <a:pt x="52279" y="505692"/>
                  </a:lnTo>
                  <a:lnTo>
                    <a:pt x="65349" y="517814"/>
                  </a:lnTo>
                  <a:lnTo>
                    <a:pt x="78419" y="523496"/>
                  </a:lnTo>
                  <a:lnTo>
                    <a:pt x="91489" y="523375"/>
                  </a:lnTo>
                  <a:lnTo>
                    <a:pt x="104558" y="518089"/>
                  </a:lnTo>
                  <a:lnTo>
                    <a:pt x="117628" y="508275"/>
                  </a:lnTo>
                  <a:lnTo>
                    <a:pt x="130698" y="494568"/>
                  </a:lnTo>
                  <a:lnTo>
                    <a:pt x="143768" y="477606"/>
                  </a:lnTo>
                  <a:lnTo>
                    <a:pt x="156838" y="458027"/>
                  </a:lnTo>
                  <a:lnTo>
                    <a:pt x="169908" y="436466"/>
                  </a:lnTo>
                  <a:lnTo>
                    <a:pt x="182978" y="413560"/>
                  </a:lnTo>
                  <a:lnTo>
                    <a:pt x="196048" y="389947"/>
                  </a:lnTo>
                  <a:lnTo>
                    <a:pt x="209117" y="366263"/>
                  </a:lnTo>
                  <a:lnTo>
                    <a:pt x="222187" y="343146"/>
                  </a:lnTo>
                  <a:lnTo>
                    <a:pt x="235257" y="321231"/>
                  </a:lnTo>
                  <a:lnTo>
                    <a:pt x="248327" y="301157"/>
                  </a:lnTo>
                  <a:lnTo>
                    <a:pt x="261397" y="283553"/>
                  </a:lnTo>
                  <a:lnTo>
                    <a:pt x="274467" y="268836"/>
                  </a:lnTo>
                  <a:lnTo>
                    <a:pt x="287537" y="256897"/>
                  </a:lnTo>
                  <a:lnTo>
                    <a:pt x="300606" y="247530"/>
                  </a:lnTo>
                  <a:lnTo>
                    <a:pt x="313676" y="240527"/>
                  </a:lnTo>
                  <a:lnTo>
                    <a:pt x="326746" y="235684"/>
                  </a:lnTo>
                  <a:lnTo>
                    <a:pt x="339816" y="232794"/>
                  </a:lnTo>
                  <a:lnTo>
                    <a:pt x="352886" y="231651"/>
                  </a:lnTo>
                  <a:lnTo>
                    <a:pt x="365956" y="232049"/>
                  </a:lnTo>
                  <a:lnTo>
                    <a:pt x="379026" y="233781"/>
                  </a:lnTo>
                  <a:lnTo>
                    <a:pt x="392096" y="236642"/>
                  </a:lnTo>
                  <a:lnTo>
                    <a:pt x="405165" y="240426"/>
                  </a:lnTo>
                  <a:lnTo>
                    <a:pt x="418235" y="244926"/>
                  </a:lnTo>
                  <a:lnTo>
                    <a:pt x="431305" y="249936"/>
                  </a:lnTo>
                  <a:lnTo>
                    <a:pt x="444375" y="255250"/>
                  </a:lnTo>
                  <a:lnTo>
                    <a:pt x="457445" y="260663"/>
                  </a:lnTo>
                  <a:lnTo>
                    <a:pt x="470515" y="265967"/>
                  </a:lnTo>
                  <a:lnTo>
                    <a:pt x="483585" y="270957"/>
                  </a:lnTo>
                  <a:lnTo>
                    <a:pt x="496655" y="275427"/>
                  </a:lnTo>
                  <a:lnTo>
                    <a:pt x="509724" y="279172"/>
                  </a:lnTo>
                  <a:lnTo>
                    <a:pt x="522794" y="282000"/>
                  </a:lnTo>
                  <a:lnTo>
                    <a:pt x="535864" y="283808"/>
                  </a:lnTo>
                  <a:lnTo>
                    <a:pt x="548934" y="284669"/>
                  </a:lnTo>
                  <a:lnTo>
                    <a:pt x="562004" y="284680"/>
                  </a:lnTo>
                  <a:lnTo>
                    <a:pt x="575074" y="283940"/>
                  </a:lnTo>
                  <a:lnTo>
                    <a:pt x="588144" y="282545"/>
                  </a:lnTo>
                  <a:lnTo>
                    <a:pt x="601213" y="280594"/>
                  </a:lnTo>
                  <a:lnTo>
                    <a:pt x="614283" y="278183"/>
                  </a:lnTo>
                  <a:lnTo>
                    <a:pt x="627353" y="275412"/>
                  </a:lnTo>
                  <a:lnTo>
                    <a:pt x="640423" y="272377"/>
                  </a:lnTo>
                  <a:lnTo>
                    <a:pt x="653493" y="269176"/>
                  </a:lnTo>
                  <a:lnTo>
                    <a:pt x="666563" y="265906"/>
                  </a:lnTo>
                  <a:lnTo>
                    <a:pt x="679633" y="262667"/>
                  </a:lnTo>
                  <a:lnTo>
                    <a:pt x="692703" y="259554"/>
                  </a:lnTo>
                  <a:lnTo>
                    <a:pt x="705772" y="256666"/>
                  </a:lnTo>
                  <a:lnTo>
                    <a:pt x="718842" y="254100"/>
                  </a:lnTo>
                  <a:lnTo>
                    <a:pt x="731912" y="251955"/>
                  </a:lnTo>
                  <a:lnTo>
                    <a:pt x="744982" y="250327"/>
                  </a:lnTo>
                  <a:lnTo>
                    <a:pt x="758052" y="249314"/>
                  </a:lnTo>
                  <a:lnTo>
                    <a:pt x="771122" y="249008"/>
                  </a:lnTo>
                  <a:lnTo>
                    <a:pt x="784192" y="249491"/>
                  </a:lnTo>
                  <a:lnTo>
                    <a:pt x="797262" y="250792"/>
                  </a:lnTo>
                  <a:lnTo>
                    <a:pt x="810331" y="252838"/>
                  </a:lnTo>
                  <a:lnTo>
                    <a:pt x="823401" y="255550"/>
                  </a:lnTo>
                  <a:lnTo>
                    <a:pt x="836471" y="258846"/>
                  </a:lnTo>
                  <a:lnTo>
                    <a:pt x="849541" y="262645"/>
                  </a:lnTo>
                  <a:lnTo>
                    <a:pt x="862611" y="266866"/>
                  </a:lnTo>
                  <a:lnTo>
                    <a:pt x="875681" y="271428"/>
                  </a:lnTo>
                  <a:lnTo>
                    <a:pt x="888751" y="276250"/>
                  </a:lnTo>
                  <a:lnTo>
                    <a:pt x="901820" y="281252"/>
                  </a:lnTo>
                  <a:lnTo>
                    <a:pt x="914890" y="286352"/>
                  </a:lnTo>
                  <a:lnTo>
                    <a:pt x="927960" y="291469"/>
                  </a:lnTo>
                  <a:lnTo>
                    <a:pt x="941030" y="296522"/>
                  </a:lnTo>
                  <a:lnTo>
                    <a:pt x="954100" y="301431"/>
                  </a:lnTo>
                  <a:lnTo>
                    <a:pt x="967170" y="306114"/>
                  </a:lnTo>
                  <a:lnTo>
                    <a:pt x="980240" y="310491"/>
                  </a:lnTo>
                  <a:lnTo>
                    <a:pt x="993310" y="314480"/>
                  </a:lnTo>
                  <a:lnTo>
                    <a:pt x="1006379" y="318000"/>
                  </a:lnTo>
                  <a:lnTo>
                    <a:pt x="1019449" y="320974"/>
                  </a:lnTo>
                  <a:lnTo>
                    <a:pt x="1032519" y="323326"/>
                  </a:lnTo>
                  <a:lnTo>
                    <a:pt x="1045589" y="324984"/>
                  </a:lnTo>
                  <a:lnTo>
                    <a:pt x="1058659" y="325924"/>
                  </a:lnTo>
                  <a:lnTo>
                    <a:pt x="1071729" y="326178"/>
                  </a:lnTo>
                  <a:lnTo>
                    <a:pt x="1084799" y="325787"/>
                  </a:lnTo>
                  <a:lnTo>
                    <a:pt x="1097869" y="324790"/>
                  </a:lnTo>
                  <a:lnTo>
                    <a:pt x="1110938" y="323225"/>
                  </a:lnTo>
                  <a:lnTo>
                    <a:pt x="1124008" y="321134"/>
                  </a:lnTo>
                  <a:lnTo>
                    <a:pt x="1137078" y="318554"/>
                  </a:lnTo>
                  <a:lnTo>
                    <a:pt x="1150148" y="315525"/>
                  </a:lnTo>
                  <a:lnTo>
                    <a:pt x="1163218" y="312087"/>
                  </a:lnTo>
                  <a:lnTo>
                    <a:pt x="1176288" y="308279"/>
                  </a:lnTo>
                  <a:lnTo>
                    <a:pt x="1189358" y="304140"/>
                  </a:lnTo>
                  <a:lnTo>
                    <a:pt x="1202427" y="299710"/>
                  </a:lnTo>
                  <a:lnTo>
                    <a:pt x="1215497" y="295029"/>
                  </a:lnTo>
                  <a:lnTo>
                    <a:pt x="1228567" y="290134"/>
                  </a:lnTo>
                  <a:lnTo>
                    <a:pt x="1241637" y="285067"/>
                  </a:lnTo>
                  <a:lnTo>
                    <a:pt x="1254707" y="279865"/>
                  </a:lnTo>
                  <a:lnTo>
                    <a:pt x="1267777" y="274571"/>
                  </a:lnTo>
                  <a:lnTo>
                    <a:pt x="1280847" y="269223"/>
                  </a:lnTo>
                  <a:lnTo>
                    <a:pt x="1293917" y="263862"/>
                  </a:lnTo>
                  <a:lnTo>
                    <a:pt x="1306986" y="258528"/>
                  </a:lnTo>
                  <a:lnTo>
                    <a:pt x="1320056" y="253248"/>
                  </a:lnTo>
                  <a:lnTo>
                    <a:pt x="1333126" y="248038"/>
                  </a:lnTo>
                  <a:lnTo>
                    <a:pt x="1346196" y="242911"/>
                  </a:lnTo>
                  <a:lnTo>
                    <a:pt x="1359266" y="237884"/>
                  </a:lnTo>
                  <a:lnTo>
                    <a:pt x="1372336" y="232971"/>
                  </a:lnTo>
                  <a:lnTo>
                    <a:pt x="1385406" y="228186"/>
                  </a:lnTo>
                  <a:lnTo>
                    <a:pt x="1398476" y="223545"/>
                  </a:lnTo>
                  <a:lnTo>
                    <a:pt x="1411545" y="219062"/>
                  </a:lnTo>
                  <a:lnTo>
                    <a:pt x="1424615" y="214752"/>
                  </a:lnTo>
                  <a:lnTo>
                    <a:pt x="1437685" y="210629"/>
                  </a:lnTo>
                  <a:lnTo>
                    <a:pt x="1450755" y="206710"/>
                  </a:lnTo>
                  <a:lnTo>
                    <a:pt x="1463825" y="203007"/>
                  </a:lnTo>
                  <a:lnTo>
                    <a:pt x="1476895" y="199537"/>
                  </a:lnTo>
                  <a:lnTo>
                    <a:pt x="1489965" y="196314"/>
                  </a:lnTo>
                  <a:lnTo>
                    <a:pt x="1503034" y="193352"/>
                  </a:lnTo>
                  <a:lnTo>
                    <a:pt x="1516104" y="190664"/>
                  </a:lnTo>
                  <a:lnTo>
                    <a:pt x="1529174" y="188262"/>
                  </a:lnTo>
                  <a:lnTo>
                    <a:pt x="1542244" y="186155"/>
                  </a:lnTo>
                  <a:lnTo>
                    <a:pt x="1555314" y="184352"/>
                  </a:lnTo>
                  <a:lnTo>
                    <a:pt x="1568384" y="182861"/>
                  </a:lnTo>
                  <a:lnTo>
                    <a:pt x="1581454" y="181667"/>
                  </a:lnTo>
                  <a:lnTo>
                    <a:pt x="1594524" y="180735"/>
                  </a:lnTo>
                  <a:lnTo>
                    <a:pt x="1607593" y="180032"/>
                  </a:lnTo>
                  <a:lnTo>
                    <a:pt x="1620663" y="179521"/>
                  </a:lnTo>
                  <a:lnTo>
                    <a:pt x="1633733" y="179168"/>
                  </a:lnTo>
                  <a:lnTo>
                    <a:pt x="1646803" y="178937"/>
                  </a:lnTo>
                  <a:lnTo>
                    <a:pt x="1659873" y="178794"/>
                  </a:lnTo>
                  <a:lnTo>
                    <a:pt x="1672943" y="178703"/>
                  </a:lnTo>
                  <a:lnTo>
                    <a:pt x="1686013" y="178629"/>
                  </a:lnTo>
                  <a:lnTo>
                    <a:pt x="1699083" y="178538"/>
                  </a:lnTo>
                  <a:lnTo>
                    <a:pt x="1712152" y="178394"/>
                  </a:lnTo>
                  <a:lnTo>
                    <a:pt x="1725222" y="178163"/>
                  </a:lnTo>
                  <a:lnTo>
                    <a:pt x="1738292" y="177808"/>
                  </a:lnTo>
                  <a:lnTo>
                    <a:pt x="1751362" y="177296"/>
                  </a:lnTo>
                  <a:lnTo>
                    <a:pt x="1764432" y="176591"/>
                  </a:lnTo>
                  <a:lnTo>
                    <a:pt x="1777502" y="175659"/>
                  </a:lnTo>
                  <a:lnTo>
                    <a:pt x="1790572" y="174464"/>
                  </a:lnTo>
                  <a:lnTo>
                    <a:pt x="1803641" y="172972"/>
                  </a:lnTo>
                  <a:lnTo>
                    <a:pt x="1816711" y="171146"/>
                  </a:lnTo>
                  <a:lnTo>
                    <a:pt x="1829781" y="168954"/>
                  </a:lnTo>
                  <a:lnTo>
                    <a:pt x="1842851" y="166377"/>
                  </a:lnTo>
                  <a:lnTo>
                    <a:pt x="1855921" y="163409"/>
                  </a:lnTo>
                  <a:lnTo>
                    <a:pt x="1868991" y="160041"/>
                  </a:lnTo>
                  <a:lnTo>
                    <a:pt x="1882061" y="156267"/>
                  </a:lnTo>
                  <a:lnTo>
                    <a:pt x="1895131" y="152077"/>
                  </a:lnTo>
                  <a:lnTo>
                    <a:pt x="1908200" y="147465"/>
                  </a:lnTo>
                  <a:lnTo>
                    <a:pt x="1921270" y="142424"/>
                  </a:lnTo>
                  <a:lnTo>
                    <a:pt x="1934340" y="136944"/>
                  </a:lnTo>
                  <a:lnTo>
                    <a:pt x="1947410" y="131020"/>
                  </a:lnTo>
                  <a:lnTo>
                    <a:pt x="1960480" y="124642"/>
                  </a:lnTo>
                  <a:lnTo>
                    <a:pt x="1973550" y="117804"/>
                  </a:lnTo>
                  <a:lnTo>
                    <a:pt x="1986620" y="110498"/>
                  </a:lnTo>
                  <a:lnTo>
                    <a:pt x="1999690" y="102715"/>
                  </a:lnTo>
                  <a:lnTo>
                    <a:pt x="2012759" y="94453"/>
                  </a:lnTo>
                  <a:lnTo>
                    <a:pt x="2025829" y="85715"/>
                  </a:lnTo>
                  <a:lnTo>
                    <a:pt x="2038899" y="76514"/>
                  </a:lnTo>
                  <a:lnTo>
                    <a:pt x="2051969" y="66868"/>
                  </a:lnTo>
                  <a:lnTo>
                    <a:pt x="2065039" y="56809"/>
                  </a:lnTo>
                  <a:lnTo>
                    <a:pt x="2078109" y="46381"/>
                  </a:lnTo>
                  <a:lnTo>
                    <a:pt x="2091179" y="35691"/>
                  </a:lnTo>
                  <a:lnTo>
                    <a:pt x="2104248" y="25242"/>
                  </a:lnTo>
                  <a:lnTo>
                    <a:pt x="2117318" y="15738"/>
                  </a:lnTo>
                  <a:lnTo>
                    <a:pt x="2130388" y="7889"/>
                  </a:lnTo>
                  <a:lnTo>
                    <a:pt x="2143458" y="2406"/>
                  </a:lnTo>
                  <a:lnTo>
                    <a:pt x="2156528" y="0"/>
                  </a:lnTo>
                  <a:lnTo>
                    <a:pt x="2169598" y="1380"/>
                  </a:lnTo>
                  <a:lnTo>
                    <a:pt x="2182668" y="7257"/>
                  </a:lnTo>
                  <a:lnTo>
                    <a:pt x="2195738" y="18341"/>
                  </a:lnTo>
                  <a:lnTo>
                    <a:pt x="2208807" y="35344"/>
                  </a:lnTo>
                  <a:lnTo>
                    <a:pt x="2221877" y="58975"/>
                  </a:lnTo>
                  <a:lnTo>
                    <a:pt x="2234947" y="89957"/>
                  </a:lnTo>
                  <a:lnTo>
                    <a:pt x="2248017" y="128988"/>
                  </a:lnTo>
                  <a:lnTo>
                    <a:pt x="2261087" y="176687"/>
                  </a:lnTo>
                  <a:lnTo>
                    <a:pt x="2274157" y="233638"/>
                  </a:lnTo>
                  <a:lnTo>
                    <a:pt x="2287227" y="300402"/>
                  </a:lnTo>
                  <a:lnTo>
                    <a:pt x="2300297" y="377634"/>
                  </a:lnTo>
                  <a:lnTo>
                    <a:pt x="2313366" y="465781"/>
                  </a:lnTo>
                  <a:lnTo>
                    <a:pt x="2326436" y="565325"/>
                  </a:lnTo>
                  <a:lnTo>
                    <a:pt x="2339506" y="67677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03334" y="755389"/>
              <a:ext cx="2340808" cy="1298357"/>
            </a:xfrm>
            <a:custGeom>
              <a:avLst/>
              <a:pathLst>
                <a:path w="2340808" h="1298357">
                  <a:moveTo>
                    <a:pt x="0" y="860871"/>
                  </a:moveTo>
                  <a:lnTo>
                    <a:pt x="13077" y="916963"/>
                  </a:lnTo>
                  <a:lnTo>
                    <a:pt x="26154" y="965395"/>
                  </a:lnTo>
                  <a:lnTo>
                    <a:pt x="39231" y="1003215"/>
                  </a:lnTo>
                  <a:lnTo>
                    <a:pt x="52308" y="1032102"/>
                  </a:lnTo>
                  <a:lnTo>
                    <a:pt x="65385" y="1054820"/>
                  </a:lnTo>
                  <a:lnTo>
                    <a:pt x="78462" y="1068087"/>
                  </a:lnTo>
                  <a:lnTo>
                    <a:pt x="91539" y="1072685"/>
                  </a:lnTo>
                  <a:lnTo>
                    <a:pt x="104617" y="1081716"/>
                  </a:lnTo>
                  <a:lnTo>
                    <a:pt x="117694" y="1089409"/>
                  </a:lnTo>
                  <a:lnTo>
                    <a:pt x="130771" y="1097796"/>
                  </a:lnTo>
                  <a:lnTo>
                    <a:pt x="143848" y="1104782"/>
                  </a:lnTo>
                  <a:lnTo>
                    <a:pt x="156925" y="1104007"/>
                  </a:lnTo>
                  <a:lnTo>
                    <a:pt x="170002" y="1099916"/>
                  </a:lnTo>
                  <a:lnTo>
                    <a:pt x="183079" y="1085862"/>
                  </a:lnTo>
                  <a:lnTo>
                    <a:pt x="196157" y="1069994"/>
                  </a:lnTo>
                  <a:lnTo>
                    <a:pt x="209234" y="1053893"/>
                  </a:lnTo>
                  <a:lnTo>
                    <a:pt x="222311" y="1046370"/>
                  </a:lnTo>
                  <a:lnTo>
                    <a:pt x="235388" y="1034210"/>
                  </a:lnTo>
                  <a:lnTo>
                    <a:pt x="248465" y="1022557"/>
                  </a:lnTo>
                  <a:lnTo>
                    <a:pt x="261542" y="1006882"/>
                  </a:lnTo>
                  <a:lnTo>
                    <a:pt x="274619" y="998128"/>
                  </a:lnTo>
                  <a:lnTo>
                    <a:pt x="287697" y="993075"/>
                  </a:lnTo>
                  <a:lnTo>
                    <a:pt x="300774" y="984397"/>
                  </a:lnTo>
                  <a:lnTo>
                    <a:pt x="313851" y="980928"/>
                  </a:lnTo>
                  <a:lnTo>
                    <a:pt x="326928" y="975485"/>
                  </a:lnTo>
                  <a:lnTo>
                    <a:pt x="340005" y="970311"/>
                  </a:lnTo>
                  <a:lnTo>
                    <a:pt x="353082" y="967011"/>
                  </a:lnTo>
                  <a:lnTo>
                    <a:pt x="366159" y="963253"/>
                  </a:lnTo>
                  <a:lnTo>
                    <a:pt x="379237" y="959401"/>
                  </a:lnTo>
                  <a:lnTo>
                    <a:pt x="392314" y="958067"/>
                  </a:lnTo>
                  <a:lnTo>
                    <a:pt x="405391" y="957634"/>
                  </a:lnTo>
                  <a:lnTo>
                    <a:pt x="418468" y="953260"/>
                  </a:lnTo>
                  <a:lnTo>
                    <a:pt x="431545" y="950368"/>
                  </a:lnTo>
                  <a:lnTo>
                    <a:pt x="444622" y="948162"/>
                  </a:lnTo>
                  <a:lnTo>
                    <a:pt x="457699" y="945817"/>
                  </a:lnTo>
                  <a:lnTo>
                    <a:pt x="470777" y="943762"/>
                  </a:lnTo>
                  <a:lnTo>
                    <a:pt x="483854" y="938680"/>
                  </a:lnTo>
                  <a:lnTo>
                    <a:pt x="496931" y="933181"/>
                  </a:lnTo>
                  <a:lnTo>
                    <a:pt x="510008" y="928480"/>
                  </a:lnTo>
                  <a:lnTo>
                    <a:pt x="523085" y="923043"/>
                  </a:lnTo>
                  <a:lnTo>
                    <a:pt x="536162" y="919086"/>
                  </a:lnTo>
                  <a:lnTo>
                    <a:pt x="549239" y="914655"/>
                  </a:lnTo>
                  <a:lnTo>
                    <a:pt x="562317" y="910136"/>
                  </a:lnTo>
                  <a:lnTo>
                    <a:pt x="575394" y="903892"/>
                  </a:lnTo>
                  <a:lnTo>
                    <a:pt x="588471" y="898566"/>
                  </a:lnTo>
                  <a:lnTo>
                    <a:pt x="601548" y="891742"/>
                  </a:lnTo>
                  <a:lnTo>
                    <a:pt x="614625" y="886905"/>
                  </a:lnTo>
                  <a:lnTo>
                    <a:pt x="627702" y="883283"/>
                  </a:lnTo>
                  <a:lnTo>
                    <a:pt x="640779" y="879944"/>
                  </a:lnTo>
                  <a:lnTo>
                    <a:pt x="653857" y="875235"/>
                  </a:lnTo>
                  <a:lnTo>
                    <a:pt x="666934" y="867227"/>
                  </a:lnTo>
                  <a:lnTo>
                    <a:pt x="680011" y="861026"/>
                  </a:lnTo>
                  <a:lnTo>
                    <a:pt x="693088" y="853260"/>
                  </a:lnTo>
                  <a:lnTo>
                    <a:pt x="706165" y="846162"/>
                  </a:lnTo>
                  <a:lnTo>
                    <a:pt x="719242" y="840701"/>
                  </a:lnTo>
                  <a:lnTo>
                    <a:pt x="732319" y="838549"/>
                  </a:lnTo>
                  <a:lnTo>
                    <a:pt x="745397" y="834694"/>
                  </a:lnTo>
                  <a:lnTo>
                    <a:pt x="758474" y="832148"/>
                  </a:lnTo>
                  <a:lnTo>
                    <a:pt x="771551" y="831269"/>
                  </a:lnTo>
                  <a:lnTo>
                    <a:pt x="784628" y="835811"/>
                  </a:lnTo>
                  <a:lnTo>
                    <a:pt x="797705" y="837369"/>
                  </a:lnTo>
                  <a:lnTo>
                    <a:pt x="810782" y="840406"/>
                  </a:lnTo>
                  <a:lnTo>
                    <a:pt x="823859" y="845760"/>
                  </a:lnTo>
                  <a:lnTo>
                    <a:pt x="836937" y="853295"/>
                  </a:lnTo>
                  <a:lnTo>
                    <a:pt x="850014" y="860397"/>
                  </a:lnTo>
                  <a:lnTo>
                    <a:pt x="863091" y="864503"/>
                  </a:lnTo>
                  <a:lnTo>
                    <a:pt x="876168" y="871045"/>
                  </a:lnTo>
                  <a:lnTo>
                    <a:pt x="889245" y="875763"/>
                  </a:lnTo>
                  <a:lnTo>
                    <a:pt x="902322" y="885171"/>
                  </a:lnTo>
                  <a:lnTo>
                    <a:pt x="915399" y="894761"/>
                  </a:lnTo>
                  <a:lnTo>
                    <a:pt x="928477" y="904391"/>
                  </a:lnTo>
                  <a:lnTo>
                    <a:pt x="941554" y="913922"/>
                  </a:lnTo>
                  <a:lnTo>
                    <a:pt x="954631" y="921747"/>
                  </a:lnTo>
                  <a:lnTo>
                    <a:pt x="967708" y="926544"/>
                  </a:lnTo>
                  <a:lnTo>
                    <a:pt x="980785" y="934639"/>
                  </a:lnTo>
                  <a:lnTo>
                    <a:pt x="993862" y="940095"/>
                  </a:lnTo>
                  <a:lnTo>
                    <a:pt x="1006939" y="945216"/>
                  </a:lnTo>
                  <a:lnTo>
                    <a:pt x="1020017" y="949711"/>
                  </a:lnTo>
                  <a:lnTo>
                    <a:pt x="1033094" y="951819"/>
                  </a:lnTo>
                  <a:lnTo>
                    <a:pt x="1046171" y="954905"/>
                  </a:lnTo>
                  <a:lnTo>
                    <a:pt x="1059248" y="958724"/>
                  </a:lnTo>
                  <a:lnTo>
                    <a:pt x="1072325" y="962430"/>
                  </a:lnTo>
                  <a:lnTo>
                    <a:pt x="1085402" y="965233"/>
                  </a:lnTo>
                  <a:lnTo>
                    <a:pt x="1098479" y="965229"/>
                  </a:lnTo>
                  <a:lnTo>
                    <a:pt x="1111557" y="964785"/>
                  </a:lnTo>
                  <a:lnTo>
                    <a:pt x="1124634" y="964147"/>
                  </a:lnTo>
                  <a:lnTo>
                    <a:pt x="1137711" y="960281"/>
                  </a:lnTo>
                  <a:lnTo>
                    <a:pt x="1150788" y="958863"/>
                  </a:lnTo>
                  <a:lnTo>
                    <a:pt x="1163865" y="954252"/>
                  </a:lnTo>
                  <a:lnTo>
                    <a:pt x="1176942" y="949726"/>
                  </a:lnTo>
                  <a:lnTo>
                    <a:pt x="1190019" y="946011"/>
                  </a:lnTo>
                  <a:lnTo>
                    <a:pt x="1203097" y="942235"/>
                  </a:lnTo>
                  <a:lnTo>
                    <a:pt x="1216174" y="939804"/>
                  </a:lnTo>
                  <a:lnTo>
                    <a:pt x="1229251" y="935932"/>
                  </a:lnTo>
                  <a:lnTo>
                    <a:pt x="1242328" y="931803"/>
                  </a:lnTo>
                  <a:lnTo>
                    <a:pt x="1255405" y="927781"/>
                  </a:lnTo>
                  <a:lnTo>
                    <a:pt x="1268482" y="921862"/>
                  </a:lnTo>
                  <a:lnTo>
                    <a:pt x="1281559" y="916798"/>
                  </a:lnTo>
                  <a:lnTo>
                    <a:pt x="1294637" y="912739"/>
                  </a:lnTo>
                  <a:lnTo>
                    <a:pt x="1307714" y="909827"/>
                  </a:lnTo>
                  <a:lnTo>
                    <a:pt x="1320791" y="908043"/>
                  </a:lnTo>
                  <a:lnTo>
                    <a:pt x="1333868" y="906307"/>
                  </a:lnTo>
                  <a:lnTo>
                    <a:pt x="1346945" y="899280"/>
                  </a:lnTo>
                  <a:lnTo>
                    <a:pt x="1360022" y="892249"/>
                  </a:lnTo>
                  <a:lnTo>
                    <a:pt x="1373099" y="888347"/>
                  </a:lnTo>
                  <a:lnTo>
                    <a:pt x="1386177" y="880186"/>
                  </a:lnTo>
                  <a:lnTo>
                    <a:pt x="1399254" y="872868"/>
                  </a:lnTo>
                  <a:lnTo>
                    <a:pt x="1412331" y="868642"/>
                  </a:lnTo>
                  <a:lnTo>
                    <a:pt x="1425408" y="864253"/>
                  </a:lnTo>
                  <a:lnTo>
                    <a:pt x="1438485" y="856118"/>
                  </a:lnTo>
                  <a:lnTo>
                    <a:pt x="1451562" y="850610"/>
                  </a:lnTo>
                  <a:lnTo>
                    <a:pt x="1464639" y="844998"/>
                  </a:lnTo>
                  <a:lnTo>
                    <a:pt x="1477717" y="839267"/>
                  </a:lnTo>
                  <a:lnTo>
                    <a:pt x="1490794" y="834527"/>
                  </a:lnTo>
                  <a:lnTo>
                    <a:pt x="1503871" y="830444"/>
                  </a:lnTo>
                  <a:lnTo>
                    <a:pt x="1516948" y="823979"/>
                  </a:lnTo>
                  <a:lnTo>
                    <a:pt x="1530025" y="816147"/>
                  </a:lnTo>
                  <a:lnTo>
                    <a:pt x="1543102" y="808336"/>
                  </a:lnTo>
                  <a:lnTo>
                    <a:pt x="1556179" y="801594"/>
                  </a:lnTo>
                  <a:lnTo>
                    <a:pt x="1569257" y="794633"/>
                  </a:lnTo>
                  <a:lnTo>
                    <a:pt x="1582334" y="787444"/>
                  </a:lnTo>
                  <a:lnTo>
                    <a:pt x="1595411" y="780023"/>
                  </a:lnTo>
                  <a:lnTo>
                    <a:pt x="1608488" y="772369"/>
                  </a:lnTo>
                  <a:lnTo>
                    <a:pt x="1621565" y="763967"/>
                  </a:lnTo>
                  <a:lnTo>
                    <a:pt x="1634642" y="750986"/>
                  </a:lnTo>
                  <a:lnTo>
                    <a:pt x="1647719" y="734118"/>
                  </a:lnTo>
                  <a:lnTo>
                    <a:pt x="1660797" y="717897"/>
                  </a:lnTo>
                  <a:lnTo>
                    <a:pt x="1673874" y="701189"/>
                  </a:lnTo>
                  <a:lnTo>
                    <a:pt x="1686951" y="683084"/>
                  </a:lnTo>
                  <a:lnTo>
                    <a:pt x="1700028" y="666191"/>
                  </a:lnTo>
                  <a:lnTo>
                    <a:pt x="1713105" y="654932"/>
                  </a:lnTo>
                  <a:lnTo>
                    <a:pt x="1726182" y="638142"/>
                  </a:lnTo>
                  <a:lnTo>
                    <a:pt x="1739259" y="624960"/>
                  </a:lnTo>
                  <a:lnTo>
                    <a:pt x="1752337" y="605964"/>
                  </a:lnTo>
                  <a:lnTo>
                    <a:pt x="1765414" y="593167"/>
                  </a:lnTo>
                  <a:lnTo>
                    <a:pt x="1778491" y="582988"/>
                  </a:lnTo>
                  <a:lnTo>
                    <a:pt x="1791568" y="574082"/>
                  </a:lnTo>
                  <a:lnTo>
                    <a:pt x="1804645" y="560358"/>
                  </a:lnTo>
                  <a:lnTo>
                    <a:pt x="1817722" y="546713"/>
                  </a:lnTo>
                  <a:lnTo>
                    <a:pt x="1830799" y="539512"/>
                  </a:lnTo>
                  <a:lnTo>
                    <a:pt x="1843877" y="538517"/>
                  </a:lnTo>
                  <a:lnTo>
                    <a:pt x="1856954" y="528397"/>
                  </a:lnTo>
                  <a:lnTo>
                    <a:pt x="1870031" y="515507"/>
                  </a:lnTo>
                  <a:lnTo>
                    <a:pt x="1883108" y="504788"/>
                  </a:lnTo>
                  <a:lnTo>
                    <a:pt x="1896185" y="492850"/>
                  </a:lnTo>
                  <a:lnTo>
                    <a:pt x="1909262" y="480835"/>
                  </a:lnTo>
                  <a:lnTo>
                    <a:pt x="1922339" y="470333"/>
                  </a:lnTo>
                  <a:lnTo>
                    <a:pt x="1935417" y="459074"/>
                  </a:lnTo>
                  <a:lnTo>
                    <a:pt x="1948494" y="439142"/>
                  </a:lnTo>
                  <a:lnTo>
                    <a:pt x="1961571" y="432954"/>
                  </a:lnTo>
                  <a:lnTo>
                    <a:pt x="1974648" y="422542"/>
                  </a:lnTo>
                  <a:lnTo>
                    <a:pt x="1987725" y="414641"/>
                  </a:lnTo>
                  <a:lnTo>
                    <a:pt x="2000802" y="407485"/>
                  </a:lnTo>
                  <a:lnTo>
                    <a:pt x="2013879" y="393062"/>
                  </a:lnTo>
                  <a:lnTo>
                    <a:pt x="2026956" y="386933"/>
                  </a:lnTo>
                  <a:lnTo>
                    <a:pt x="2040034" y="388858"/>
                  </a:lnTo>
                  <a:lnTo>
                    <a:pt x="2053111" y="378576"/>
                  </a:lnTo>
                  <a:lnTo>
                    <a:pt x="2066188" y="366844"/>
                  </a:lnTo>
                  <a:lnTo>
                    <a:pt x="2079265" y="352856"/>
                  </a:lnTo>
                  <a:lnTo>
                    <a:pt x="2092342" y="346474"/>
                  </a:lnTo>
                  <a:lnTo>
                    <a:pt x="2105419" y="345430"/>
                  </a:lnTo>
                  <a:lnTo>
                    <a:pt x="2118496" y="347626"/>
                  </a:lnTo>
                  <a:lnTo>
                    <a:pt x="2131574" y="336960"/>
                  </a:lnTo>
                  <a:lnTo>
                    <a:pt x="2144651" y="333342"/>
                  </a:lnTo>
                  <a:lnTo>
                    <a:pt x="2157728" y="318834"/>
                  </a:lnTo>
                  <a:lnTo>
                    <a:pt x="2170805" y="318252"/>
                  </a:lnTo>
                  <a:lnTo>
                    <a:pt x="2183882" y="305356"/>
                  </a:lnTo>
                  <a:lnTo>
                    <a:pt x="2196959" y="281870"/>
                  </a:lnTo>
                  <a:lnTo>
                    <a:pt x="2210036" y="257177"/>
                  </a:lnTo>
                  <a:lnTo>
                    <a:pt x="2223114" y="231780"/>
                  </a:lnTo>
                  <a:lnTo>
                    <a:pt x="2236191" y="233599"/>
                  </a:lnTo>
                  <a:lnTo>
                    <a:pt x="2249268" y="240892"/>
                  </a:lnTo>
                  <a:lnTo>
                    <a:pt x="2262345" y="253616"/>
                  </a:lnTo>
                  <a:lnTo>
                    <a:pt x="2275422" y="198451"/>
                  </a:lnTo>
                  <a:lnTo>
                    <a:pt x="2288499" y="141564"/>
                  </a:lnTo>
                  <a:lnTo>
                    <a:pt x="2301576" y="94077"/>
                  </a:lnTo>
                  <a:lnTo>
                    <a:pt x="2314654" y="25717"/>
                  </a:lnTo>
                  <a:lnTo>
                    <a:pt x="2318214" y="0"/>
                  </a:lnTo>
                  <a:lnTo>
                    <a:pt x="2340808" y="0"/>
                  </a:lnTo>
                  <a:lnTo>
                    <a:pt x="2340808" y="1093193"/>
                  </a:lnTo>
                  <a:lnTo>
                    <a:pt x="2327731" y="1115594"/>
                  </a:lnTo>
                  <a:lnTo>
                    <a:pt x="2314654" y="1077485"/>
                  </a:lnTo>
                  <a:lnTo>
                    <a:pt x="2301576" y="1152745"/>
                  </a:lnTo>
                  <a:lnTo>
                    <a:pt x="2288499" y="1234930"/>
                  </a:lnTo>
                  <a:lnTo>
                    <a:pt x="2275422" y="1230030"/>
                  </a:lnTo>
                  <a:lnTo>
                    <a:pt x="2262345" y="1261431"/>
                  </a:lnTo>
                  <a:lnTo>
                    <a:pt x="2249268" y="1282317"/>
                  </a:lnTo>
                  <a:lnTo>
                    <a:pt x="2236191" y="1254796"/>
                  </a:lnTo>
                  <a:lnTo>
                    <a:pt x="2223114" y="1249784"/>
                  </a:lnTo>
                  <a:lnTo>
                    <a:pt x="2210036" y="1258474"/>
                  </a:lnTo>
                  <a:lnTo>
                    <a:pt x="2196959" y="1254457"/>
                  </a:lnTo>
                  <a:lnTo>
                    <a:pt x="2183882" y="1237046"/>
                  </a:lnTo>
                  <a:lnTo>
                    <a:pt x="2170805" y="1215172"/>
                  </a:lnTo>
                  <a:lnTo>
                    <a:pt x="2157728" y="1183601"/>
                  </a:lnTo>
                  <a:lnTo>
                    <a:pt x="2144651" y="1135376"/>
                  </a:lnTo>
                  <a:lnTo>
                    <a:pt x="2131574" y="1083434"/>
                  </a:lnTo>
                  <a:lnTo>
                    <a:pt x="2118496" y="1030094"/>
                  </a:lnTo>
                  <a:lnTo>
                    <a:pt x="2105419" y="976871"/>
                  </a:lnTo>
                  <a:lnTo>
                    <a:pt x="2092342" y="935159"/>
                  </a:lnTo>
                  <a:lnTo>
                    <a:pt x="2079265" y="888094"/>
                  </a:lnTo>
                  <a:lnTo>
                    <a:pt x="2066188" y="853678"/>
                  </a:lnTo>
                  <a:lnTo>
                    <a:pt x="2053111" y="824017"/>
                  </a:lnTo>
                  <a:lnTo>
                    <a:pt x="2040034" y="811278"/>
                  </a:lnTo>
                  <a:lnTo>
                    <a:pt x="2026956" y="799233"/>
                  </a:lnTo>
                  <a:lnTo>
                    <a:pt x="2013879" y="788994"/>
                  </a:lnTo>
                  <a:lnTo>
                    <a:pt x="2000802" y="779438"/>
                  </a:lnTo>
                  <a:lnTo>
                    <a:pt x="1987725" y="770932"/>
                  </a:lnTo>
                  <a:lnTo>
                    <a:pt x="1974648" y="755033"/>
                  </a:lnTo>
                  <a:lnTo>
                    <a:pt x="1961571" y="752293"/>
                  </a:lnTo>
                  <a:lnTo>
                    <a:pt x="1948494" y="751656"/>
                  </a:lnTo>
                  <a:lnTo>
                    <a:pt x="1935417" y="743525"/>
                  </a:lnTo>
                  <a:lnTo>
                    <a:pt x="1922339" y="739652"/>
                  </a:lnTo>
                  <a:lnTo>
                    <a:pt x="1909262" y="741625"/>
                  </a:lnTo>
                  <a:lnTo>
                    <a:pt x="1896185" y="740310"/>
                  </a:lnTo>
                  <a:lnTo>
                    <a:pt x="1883108" y="740000"/>
                  </a:lnTo>
                  <a:lnTo>
                    <a:pt x="1870031" y="740688"/>
                  </a:lnTo>
                  <a:lnTo>
                    <a:pt x="1856954" y="750504"/>
                  </a:lnTo>
                  <a:lnTo>
                    <a:pt x="1843877" y="770518"/>
                  </a:lnTo>
                  <a:lnTo>
                    <a:pt x="1830799" y="774539"/>
                  </a:lnTo>
                  <a:lnTo>
                    <a:pt x="1817722" y="781911"/>
                  </a:lnTo>
                  <a:lnTo>
                    <a:pt x="1804645" y="788935"/>
                  </a:lnTo>
                  <a:lnTo>
                    <a:pt x="1791568" y="794484"/>
                  </a:lnTo>
                  <a:lnTo>
                    <a:pt x="1778491" y="802884"/>
                  </a:lnTo>
                  <a:lnTo>
                    <a:pt x="1765414" y="818588"/>
                  </a:lnTo>
                  <a:lnTo>
                    <a:pt x="1752337" y="829239"/>
                  </a:lnTo>
                  <a:lnTo>
                    <a:pt x="1739259" y="831000"/>
                  </a:lnTo>
                  <a:lnTo>
                    <a:pt x="1726182" y="835679"/>
                  </a:lnTo>
                  <a:lnTo>
                    <a:pt x="1713105" y="845477"/>
                  </a:lnTo>
                  <a:lnTo>
                    <a:pt x="1700028" y="854961"/>
                  </a:lnTo>
                  <a:lnTo>
                    <a:pt x="1686951" y="866568"/>
                  </a:lnTo>
                  <a:lnTo>
                    <a:pt x="1673874" y="878716"/>
                  </a:lnTo>
                  <a:lnTo>
                    <a:pt x="1660797" y="891685"/>
                  </a:lnTo>
                  <a:lnTo>
                    <a:pt x="1647719" y="908211"/>
                  </a:lnTo>
                  <a:lnTo>
                    <a:pt x="1634642" y="914565"/>
                  </a:lnTo>
                  <a:lnTo>
                    <a:pt x="1621565" y="918073"/>
                  </a:lnTo>
                  <a:lnTo>
                    <a:pt x="1608488" y="936054"/>
                  </a:lnTo>
                  <a:lnTo>
                    <a:pt x="1595411" y="949464"/>
                  </a:lnTo>
                  <a:lnTo>
                    <a:pt x="1582334" y="959813"/>
                  </a:lnTo>
                  <a:lnTo>
                    <a:pt x="1569257" y="969658"/>
                  </a:lnTo>
                  <a:lnTo>
                    <a:pt x="1556179" y="978956"/>
                  </a:lnTo>
                  <a:lnTo>
                    <a:pt x="1543102" y="988877"/>
                  </a:lnTo>
                  <a:lnTo>
                    <a:pt x="1530025" y="998063"/>
                  </a:lnTo>
                  <a:lnTo>
                    <a:pt x="1516948" y="1005504"/>
                  </a:lnTo>
                  <a:lnTo>
                    <a:pt x="1503871" y="1011492"/>
                  </a:lnTo>
                  <a:lnTo>
                    <a:pt x="1490794" y="1017487"/>
                  </a:lnTo>
                  <a:lnTo>
                    <a:pt x="1477717" y="1023784"/>
                  </a:lnTo>
                  <a:lnTo>
                    <a:pt x="1464639" y="1028319"/>
                  </a:lnTo>
                  <a:lnTo>
                    <a:pt x="1451562" y="1029265"/>
                  </a:lnTo>
                  <a:lnTo>
                    <a:pt x="1438485" y="1031406"/>
                  </a:lnTo>
                  <a:lnTo>
                    <a:pt x="1425408" y="1028425"/>
                  </a:lnTo>
                  <a:lnTo>
                    <a:pt x="1412331" y="1032002"/>
                  </a:lnTo>
                  <a:lnTo>
                    <a:pt x="1399254" y="1032542"/>
                  </a:lnTo>
                  <a:lnTo>
                    <a:pt x="1386177" y="1034315"/>
                  </a:lnTo>
                  <a:lnTo>
                    <a:pt x="1373099" y="1036715"/>
                  </a:lnTo>
                  <a:lnTo>
                    <a:pt x="1360022" y="1041385"/>
                  </a:lnTo>
                  <a:lnTo>
                    <a:pt x="1346945" y="1046269"/>
                  </a:lnTo>
                  <a:lnTo>
                    <a:pt x="1333868" y="1048137"/>
                  </a:lnTo>
                  <a:lnTo>
                    <a:pt x="1320791" y="1053043"/>
                  </a:lnTo>
                  <a:lnTo>
                    <a:pt x="1307714" y="1058017"/>
                  </a:lnTo>
                  <a:lnTo>
                    <a:pt x="1294637" y="1063082"/>
                  </a:lnTo>
                  <a:lnTo>
                    <a:pt x="1281559" y="1068208"/>
                  </a:lnTo>
                  <a:lnTo>
                    <a:pt x="1268482" y="1072601"/>
                  </a:lnTo>
                  <a:lnTo>
                    <a:pt x="1255405" y="1074010"/>
                  </a:lnTo>
                  <a:lnTo>
                    <a:pt x="1242328" y="1074712"/>
                  </a:lnTo>
                  <a:lnTo>
                    <a:pt x="1229251" y="1075364"/>
                  </a:lnTo>
                  <a:lnTo>
                    <a:pt x="1216174" y="1078778"/>
                  </a:lnTo>
                  <a:lnTo>
                    <a:pt x="1203097" y="1081802"/>
                  </a:lnTo>
                  <a:lnTo>
                    <a:pt x="1190019" y="1084403"/>
                  </a:lnTo>
                  <a:lnTo>
                    <a:pt x="1176942" y="1086544"/>
                  </a:lnTo>
                  <a:lnTo>
                    <a:pt x="1163865" y="1088193"/>
                  </a:lnTo>
                  <a:lnTo>
                    <a:pt x="1150788" y="1089314"/>
                  </a:lnTo>
                  <a:lnTo>
                    <a:pt x="1137711" y="1089872"/>
                  </a:lnTo>
                  <a:lnTo>
                    <a:pt x="1124634" y="1090700"/>
                  </a:lnTo>
                  <a:lnTo>
                    <a:pt x="1111557" y="1092653"/>
                  </a:lnTo>
                  <a:lnTo>
                    <a:pt x="1098479" y="1093719"/>
                  </a:lnTo>
                  <a:lnTo>
                    <a:pt x="1085402" y="1093401"/>
                  </a:lnTo>
                  <a:lnTo>
                    <a:pt x="1072325" y="1091239"/>
                  </a:lnTo>
                  <a:lnTo>
                    <a:pt x="1059248" y="1088164"/>
                  </a:lnTo>
                  <a:lnTo>
                    <a:pt x="1046171" y="1083592"/>
                  </a:lnTo>
                  <a:lnTo>
                    <a:pt x="1033094" y="1081484"/>
                  </a:lnTo>
                  <a:lnTo>
                    <a:pt x="1020017" y="1077771"/>
                  </a:lnTo>
                  <a:lnTo>
                    <a:pt x="1006939" y="1073958"/>
                  </a:lnTo>
                  <a:lnTo>
                    <a:pt x="993862" y="1069184"/>
                  </a:lnTo>
                  <a:lnTo>
                    <a:pt x="980785" y="1064010"/>
                  </a:lnTo>
                  <a:lnTo>
                    <a:pt x="967708" y="1058390"/>
                  </a:lnTo>
                  <a:lnTo>
                    <a:pt x="954631" y="1052340"/>
                  </a:lnTo>
                  <a:lnTo>
                    <a:pt x="941554" y="1046962"/>
                  </a:lnTo>
                  <a:lnTo>
                    <a:pt x="928477" y="1039284"/>
                  </a:lnTo>
                  <a:lnTo>
                    <a:pt x="915399" y="1032418"/>
                  </a:lnTo>
                  <a:lnTo>
                    <a:pt x="902322" y="1025421"/>
                  </a:lnTo>
                  <a:lnTo>
                    <a:pt x="889245" y="1018361"/>
                  </a:lnTo>
                  <a:lnTo>
                    <a:pt x="876168" y="1009348"/>
                  </a:lnTo>
                  <a:lnTo>
                    <a:pt x="863091" y="1000551"/>
                  </a:lnTo>
                  <a:lnTo>
                    <a:pt x="850014" y="996564"/>
                  </a:lnTo>
                  <a:lnTo>
                    <a:pt x="836937" y="990905"/>
                  </a:lnTo>
                  <a:lnTo>
                    <a:pt x="823859" y="985503"/>
                  </a:lnTo>
                  <a:lnTo>
                    <a:pt x="810782" y="982661"/>
                  </a:lnTo>
                  <a:lnTo>
                    <a:pt x="797705" y="980021"/>
                  </a:lnTo>
                  <a:lnTo>
                    <a:pt x="784628" y="978499"/>
                  </a:lnTo>
                  <a:lnTo>
                    <a:pt x="771551" y="978154"/>
                  </a:lnTo>
                  <a:lnTo>
                    <a:pt x="758474" y="977031"/>
                  </a:lnTo>
                  <a:lnTo>
                    <a:pt x="745397" y="978228"/>
                  </a:lnTo>
                  <a:lnTo>
                    <a:pt x="732319" y="979163"/>
                  </a:lnTo>
                  <a:lnTo>
                    <a:pt x="719242" y="981342"/>
                  </a:lnTo>
                  <a:lnTo>
                    <a:pt x="706165" y="986388"/>
                  </a:lnTo>
                  <a:lnTo>
                    <a:pt x="693088" y="994977"/>
                  </a:lnTo>
                  <a:lnTo>
                    <a:pt x="680011" y="1001000"/>
                  </a:lnTo>
                  <a:lnTo>
                    <a:pt x="666934" y="1007262"/>
                  </a:lnTo>
                  <a:lnTo>
                    <a:pt x="653857" y="1014120"/>
                  </a:lnTo>
                  <a:lnTo>
                    <a:pt x="640779" y="1021524"/>
                  </a:lnTo>
                  <a:lnTo>
                    <a:pt x="627702" y="1029423"/>
                  </a:lnTo>
                  <a:lnTo>
                    <a:pt x="614625" y="1035521"/>
                  </a:lnTo>
                  <a:lnTo>
                    <a:pt x="601548" y="1040808"/>
                  </a:lnTo>
                  <a:lnTo>
                    <a:pt x="588471" y="1046930"/>
                  </a:lnTo>
                  <a:lnTo>
                    <a:pt x="575394" y="1057396"/>
                  </a:lnTo>
                  <a:lnTo>
                    <a:pt x="562317" y="1067275"/>
                  </a:lnTo>
                  <a:lnTo>
                    <a:pt x="549239" y="1074569"/>
                  </a:lnTo>
                  <a:lnTo>
                    <a:pt x="536162" y="1078619"/>
                  </a:lnTo>
                  <a:lnTo>
                    <a:pt x="523085" y="1081744"/>
                  </a:lnTo>
                  <a:lnTo>
                    <a:pt x="510008" y="1083853"/>
                  </a:lnTo>
                  <a:lnTo>
                    <a:pt x="496931" y="1089980"/>
                  </a:lnTo>
                  <a:lnTo>
                    <a:pt x="483854" y="1100108"/>
                  </a:lnTo>
                  <a:lnTo>
                    <a:pt x="470777" y="1101773"/>
                  </a:lnTo>
                  <a:lnTo>
                    <a:pt x="457699" y="1107952"/>
                  </a:lnTo>
                  <a:lnTo>
                    <a:pt x="444622" y="1114176"/>
                  </a:lnTo>
                  <a:lnTo>
                    <a:pt x="431545" y="1119452"/>
                  </a:lnTo>
                  <a:lnTo>
                    <a:pt x="418468" y="1124733"/>
                  </a:lnTo>
                  <a:lnTo>
                    <a:pt x="405391" y="1129675"/>
                  </a:lnTo>
                  <a:lnTo>
                    <a:pt x="392314" y="1138434"/>
                  </a:lnTo>
                  <a:lnTo>
                    <a:pt x="379237" y="1150755"/>
                  </a:lnTo>
                  <a:lnTo>
                    <a:pt x="366159" y="1163504"/>
                  </a:lnTo>
                  <a:lnTo>
                    <a:pt x="353082" y="1175210"/>
                  </a:lnTo>
                  <a:lnTo>
                    <a:pt x="340005" y="1184598"/>
                  </a:lnTo>
                  <a:lnTo>
                    <a:pt x="326928" y="1191486"/>
                  </a:lnTo>
                  <a:lnTo>
                    <a:pt x="313851" y="1196889"/>
                  </a:lnTo>
                  <a:lnTo>
                    <a:pt x="300774" y="1202543"/>
                  </a:lnTo>
                  <a:lnTo>
                    <a:pt x="287697" y="1208826"/>
                  </a:lnTo>
                  <a:lnTo>
                    <a:pt x="274619" y="1216206"/>
                  </a:lnTo>
                  <a:lnTo>
                    <a:pt x="261542" y="1224821"/>
                  </a:lnTo>
                  <a:lnTo>
                    <a:pt x="248465" y="1233374"/>
                  </a:lnTo>
                  <a:lnTo>
                    <a:pt x="235388" y="1242963"/>
                  </a:lnTo>
                  <a:lnTo>
                    <a:pt x="222311" y="1250805"/>
                  </a:lnTo>
                  <a:lnTo>
                    <a:pt x="209234" y="1261565"/>
                  </a:lnTo>
                  <a:lnTo>
                    <a:pt x="196157" y="1270296"/>
                  </a:lnTo>
                  <a:lnTo>
                    <a:pt x="183079" y="1279711"/>
                  </a:lnTo>
                  <a:lnTo>
                    <a:pt x="170002" y="1286778"/>
                  </a:lnTo>
                  <a:lnTo>
                    <a:pt x="156925" y="1288781"/>
                  </a:lnTo>
                  <a:lnTo>
                    <a:pt x="143848" y="1294843"/>
                  </a:lnTo>
                  <a:lnTo>
                    <a:pt x="130771" y="1298357"/>
                  </a:lnTo>
                  <a:lnTo>
                    <a:pt x="117694" y="1292597"/>
                  </a:lnTo>
                  <a:lnTo>
                    <a:pt x="104617" y="1291570"/>
                  </a:lnTo>
                  <a:lnTo>
                    <a:pt x="91539" y="1282360"/>
                  </a:lnTo>
                  <a:lnTo>
                    <a:pt x="78462" y="1267891"/>
                  </a:lnTo>
                  <a:lnTo>
                    <a:pt x="65385" y="1246519"/>
                  </a:lnTo>
                  <a:lnTo>
                    <a:pt x="52308" y="1221850"/>
                  </a:lnTo>
                  <a:lnTo>
                    <a:pt x="39231" y="1191331"/>
                  </a:lnTo>
                  <a:lnTo>
                    <a:pt x="26154" y="1154138"/>
                  </a:lnTo>
                  <a:lnTo>
                    <a:pt x="13077" y="1118187"/>
                  </a:lnTo>
                  <a:lnTo>
                    <a:pt x="0" y="108424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755389"/>
              <a:ext cx="2318214" cy="1104782"/>
            </a:xfrm>
            <a:custGeom>
              <a:avLst/>
              <a:pathLst>
                <a:path w="2318214" h="1104782">
                  <a:moveTo>
                    <a:pt x="0" y="860871"/>
                  </a:moveTo>
                  <a:lnTo>
                    <a:pt x="13077" y="916963"/>
                  </a:lnTo>
                  <a:lnTo>
                    <a:pt x="26154" y="965395"/>
                  </a:lnTo>
                  <a:lnTo>
                    <a:pt x="39231" y="1003215"/>
                  </a:lnTo>
                  <a:lnTo>
                    <a:pt x="52308" y="1032102"/>
                  </a:lnTo>
                  <a:lnTo>
                    <a:pt x="65385" y="1054820"/>
                  </a:lnTo>
                  <a:lnTo>
                    <a:pt x="78462" y="1068087"/>
                  </a:lnTo>
                  <a:lnTo>
                    <a:pt x="91539" y="1072685"/>
                  </a:lnTo>
                  <a:lnTo>
                    <a:pt x="104617" y="1081716"/>
                  </a:lnTo>
                  <a:lnTo>
                    <a:pt x="117694" y="1089409"/>
                  </a:lnTo>
                  <a:lnTo>
                    <a:pt x="130771" y="1097796"/>
                  </a:lnTo>
                  <a:lnTo>
                    <a:pt x="143848" y="1104782"/>
                  </a:lnTo>
                  <a:lnTo>
                    <a:pt x="156925" y="1104007"/>
                  </a:lnTo>
                  <a:lnTo>
                    <a:pt x="170002" y="1099916"/>
                  </a:lnTo>
                  <a:lnTo>
                    <a:pt x="183079" y="1085862"/>
                  </a:lnTo>
                  <a:lnTo>
                    <a:pt x="196157" y="1069994"/>
                  </a:lnTo>
                  <a:lnTo>
                    <a:pt x="209234" y="1053893"/>
                  </a:lnTo>
                  <a:lnTo>
                    <a:pt x="222311" y="1046370"/>
                  </a:lnTo>
                  <a:lnTo>
                    <a:pt x="235388" y="1034210"/>
                  </a:lnTo>
                  <a:lnTo>
                    <a:pt x="248465" y="1022557"/>
                  </a:lnTo>
                  <a:lnTo>
                    <a:pt x="261542" y="1006882"/>
                  </a:lnTo>
                  <a:lnTo>
                    <a:pt x="274619" y="998128"/>
                  </a:lnTo>
                  <a:lnTo>
                    <a:pt x="287697" y="993075"/>
                  </a:lnTo>
                  <a:lnTo>
                    <a:pt x="300774" y="984397"/>
                  </a:lnTo>
                  <a:lnTo>
                    <a:pt x="313851" y="980928"/>
                  </a:lnTo>
                  <a:lnTo>
                    <a:pt x="326928" y="975485"/>
                  </a:lnTo>
                  <a:lnTo>
                    <a:pt x="340005" y="970311"/>
                  </a:lnTo>
                  <a:lnTo>
                    <a:pt x="353082" y="967011"/>
                  </a:lnTo>
                  <a:lnTo>
                    <a:pt x="366159" y="963253"/>
                  </a:lnTo>
                  <a:lnTo>
                    <a:pt x="379237" y="959401"/>
                  </a:lnTo>
                  <a:lnTo>
                    <a:pt x="392314" y="958067"/>
                  </a:lnTo>
                  <a:lnTo>
                    <a:pt x="405391" y="957634"/>
                  </a:lnTo>
                  <a:lnTo>
                    <a:pt x="418468" y="953260"/>
                  </a:lnTo>
                  <a:lnTo>
                    <a:pt x="431545" y="950368"/>
                  </a:lnTo>
                  <a:lnTo>
                    <a:pt x="444622" y="948162"/>
                  </a:lnTo>
                  <a:lnTo>
                    <a:pt x="457699" y="945817"/>
                  </a:lnTo>
                  <a:lnTo>
                    <a:pt x="470777" y="943762"/>
                  </a:lnTo>
                  <a:lnTo>
                    <a:pt x="483854" y="938680"/>
                  </a:lnTo>
                  <a:lnTo>
                    <a:pt x="496931" y="933181"/>
                  </a:lnTo>
                  <a:lnTo>
                    <a:pt x="510008" y="928480"/>
                  </a:lnTo>
                  <a:lnTo>
                    <a:pt x="523085" y="923043"/>
                  </a:lnTo>
                  <a:lnTo>
                    <a:pt x="536162" y="919086"/>
                  </a:lnTo>
                  <a:lnTo>
                    <a:pt x="549239" y="914655"/>
                  </a:lnTo>
                  <a:lnTo>
                    <a:pt x="562317" y="910136"/>
                  </a:lnTo>
                  <a:lnTo>
                    <a:pt x="575394" y="903892"/>
                  </a:lnTo>
                  <a:lnTo>
                    <a:pt x="588471" y="898566"/>
                  </a:lnTo>
                  <a:lnTo>
                    <a:pt x="601548" y="891742"/>
                  </a:lnTo>
                  <a:lnTo>
                    <a:pt x="614625" y="886905"/>
                  </a:lnTo>
                  <a:lnTo>
                    <a:pt x="627702" y="883283"/>
                  </a:lnTo>
                  <a:lnTo>
                    <a:pt x="640779" y="879944"/>
                  </a:lnTo>
                  <a:lnTo>
                    <a:pt x="653857" y="875235"/>
                  </a:lnTo>
                  <a:lnTo>
                    <a:pt x="666934" y="867227"/>
                  </a:lnTo>
                  <a:lnTo>
                    <a:pt x="680011" y="861026"/>
                  </a:lnTo>
                  <a:lnTo>
                    <a:pt x="693088" y="853260"/>
                  </a:lnTo>
                  <a:lnTo>
                    <a:pt x="706165" y="846162"/>
                  </a:lnTo>
                  <a:lnTo>
                    <a:pt x="719242" y="840701"/>
                  </a:lnTo>
                  <a:lnTo>
                    <a:pt x="732319" y="838549"/>
                  </a:lnTo>
                  <a:lnTo>
                    <a:pt x="745397" y="834694"/>
                  </a:lnTo>
                  <a:lnTo>
                    <a:pt x="758474" y="832148"/>
                  </a:lnTo>
                  <a:lnTo>
                    <a:pt x="771551" y="831269"/>
                  </a:lnTo>
                  <a:lnTo>
                    <a:pt x="784628" y="835811"/>
                  </a:lnTo>
                  <a:lnTo>
                    <a:pt x="797705" y="837369"/>
                  </a:lnTo>
                  <a:lnTo>
                    <a:pt x="810782" y="840406"/>
                  </a:lnTo>
                  <a:lnTo>
                    <a:pt x="823859" y="845760"/>
                  </a:lnTo>
                  <a:lnTo>
                    <a:pt x="836937" y="853295"/>
                  </a:lnTo>
                  <a:lnTo>
                    <a:pt x="850014" y="860397"/>
                  </a:lnTo>
                  <a:lnTo>
                    <a:pt x="863091" y="864503"/>
                  </a:lnTo>
                  <a:lnTo>
                    <a:pt x="876168" y="871045"/>
                  </a:lnTo>
                  <a:lnTo>
                    <a:pt x="889245" y="875763"/>
                  </a:lnTo>
                  <a:lnTo>
                    <a:pt x="902322" y="885171"/>
                  </a:lnTo>
                  <a:lnTo>
                    <a:pt x="915399" y="894761"/>
                  </a:lnTo>
                  <a:lnTo>
                    <a:pt x="928477" y="904391"/>
                  </a:lnTo>
                  <a:lnTo>
                    <a:pt x="941554" y="913922"/>
                  </a:lnTo>
                  <a:lnTo>
                    <a:pt x="954631" y="921747"/>
                  </a:lnTo>
                  <a:lnTo>
                    <a:pt x="967708" y="926544"/>
                  </a:lnTo>
                  <a:lnTo>
                    <a:pt x="980785" y="934639"/>
                  </a:lnTo>
                  <a:lnTo>
                    <a:pt x="993862" y="940095"/>
                  </a:lnTo>
                  <a:lnTo>
                    <a:pt x="1006939" y="945216"/>
                  </a:lnTo>
                  <a:lnTo>
                    <a:pt x="1020017" y="949711"/>
                  </a:lnTo>
                  <a:lnTo>
                    <a:pt x="1033094" y="951819"/>
                  </a:lnTo>
                  <a:lnTo>
                    <a:pt x="1046171" y="954905"/>
                  </a:lnTo>
                  <a:lnTo>
                    <a:pt x="1059248" y="958724"/>
                  </a:lnTo>
                  <a:lnTo>
                    <a:pt x="1072325" y="962430"/>
                  </a:lnTo>
                  <a:lnTo>
                    <a:pt x="1085402" y="965233"/>
                  </a:lnTo>
                  <a:lnTo>
                    <a:pt x="1098479" y="965229"/>
                  </a:lnTo>
                  <a:lnTo>
                    <a:pt x="1111557" y="964785"/>
                  </a:lnTo>
                  <a:lnTo>
                    <a:pt x="1124634" y="964147"/>
                  </a:lnTo>
                  <a:lnTo>
                    <a:pt x="1137711" y="960281"/>
                  </a:lnTo>
                  <a:lnTo>
                    <a:pt x="1150788" y="958863"/>
                  </a:lnTo>
                  <a:lnTo>
                    <a:pt x="1163865" y="954252"/>
                  </a:lnTo>
                  <a:lnTo>
                    <a:pt x="1176942" y="949726"/>
                  </a:lnTo>
                  <a:lnTo>
                    <a:pt x="1190019" y="946011"/>
                  </a:lnTo>
                  <a:lnTo>
                    <a:pt x="1203097" y="942235"/>
                  </a:lnTo>
                  <a:lnTo>
                    <a:pt x="1216174" y="939804"/>
                  </a:lnTo>
                  <a:lnTo>
                    <a:pt x="1229251" y="935932"/>
                  </a:lnTo>
                  <a:lnTo>
                    <a:pt x="1242328" y="931803"/>
                  </a:lnTo>
                  <a:lnTo>
                    <a:pt x="1255405" y="927781"/>
                  </a:lnTo>
                  <a:lnTo>
                    <a:pt x="1268482" y="921862"/>
                  </a:lnTo>
                  <a:lnTo>
                    <a:pt x="1281559" y="916798"/>
                  </a:lnTo>
                  <a:lnTo>
                    <a:pt x="1294637" y="912739"/>
                  </a:lnTo>
                  <a:lnTo>
                    <a:pt x="1307714" y="909827"/>
                  </a:lnTo>
                  <a:lnTo>
                    <a:pt x="1320791" y="908043"/>
                  </a:lnTo>
                  <a:lnTo>
                    <a:pt x="1333868" y="906307"/>
                  </a:lnTo>
                  <a:lnTo>
                    <a:pt x="1346945" y="899280"/>
                  </a:lnTo>
                  <a:lnTo>
                    <a:pt x="1360022" y="892249"/>
                  </a:lnTo>
                  <a:lnTo>
                    <a:pt x="1373099" y="888347"/>
                  </a:lnTo>
                  <a:lnTo>
                    <a:pt x="1386177" y="880186"/>
                  </a:lnTo>
                  <a:lnTo>
                    <a:pt x="1399254" y="872868"/>
                  </a:lnTo>
                  <a:lnTo>
                    <a:pt x="1412331" y="868642"/>
                  </a:lnTo>
                  <a:lnTo>
                    <a:pt x="1425408" y="864253"/>
                  </a:lnTo>
                  <a:lnTo>
                    <a:pt x="1438485" y="856118"/>
                  </a:lnTo>
                  <a:lnTo>
                    <a:pt x="1451562" y="850610"/>
                  </a:lnTo>
                  <a:lnTo>
                    <a:pt x="1464639" y="844998"/>
                  </a:lnTo>
                  <a:lnTo>
                    <a:pt x="1477717" y="839267"/>
                  </a:lnTo>
                  <a:lnTo>
                    <a:pt x="1490794" y="834527"/>
                  </a:lnTo>
                  <a:lnTo>
                    <a:pt x="1503871" y="830444"/>
                  </a:lnTo>
                  <a:lnTo>
                    <a:pt x="1516948" y="823979"/>
                  </a:lnTo>
                  <a:lnTo>
                    <a:pt x="1530025" y="816147"/>
                  </a:lnTo>
                  <a:lnTo>
                    <a:pt x="1543102" y="808336"/>
                  </a:lnTo>
                  <a:lnTo>
                    <a:pt x="1556179" y="801594"/>
                  </a:lnTo>
                  <a:lnTo>
                    <a:pt x="1569257" y="794633"/>
                  </a:lnTo>
                  <a:lnTo>
                    <a:pt x="1582334" y="787444"/>
                  </a:lnTo>
                  <a:lnTo>
                    <a:pt x="1595411" y="780023"/>
                  </a:lnTo>
                  <a:lnTo>
                    <a:pt x="1608488" y="772369"/>
                  </a:lnTo>
                  <a:lnTo>
                    <a:pt x="1621565" y="763967"/>
                  </a:lnTo>
                  <a:lnTo>
                    <a:pt x="1634642" y="750986"/>
                  </a:lnTo>
                  <a:lnTo>
                    <a:pt x="1647719" y="734118"/>
                  </a:lnTo>
                  <a:lnTo>
                    <a:pt x="1660797" y="717897"/>
                  </a:lnTo>
                  <a:lnTo>
                    <a:pt x="1673874" y="701189"/>
                  </a:lnTo>
                  <a:lnTo>
                    <a:pt x="1686951" y="683084"/>
                  </a:lnTo>
                  <a:lnTo>
                    <a:pt x="1700028" y="666191"/>
                  </a:lnTo>
                  <a:lnTo>
                    <a:pt x="1713105" y="654932"/>
                  </a:lnTo>
                  <a:lnTo>
                    <a:pt x="1726182" y="638142"/>
                  </a:lnTo>
                  <a:lnTo>
                    <a:pt x="1739259" y="624960"/>
                  </a:lnTo>
                  <a:lnTo>
                    <a:pt x="1752337" y="605964"/>
                  </a:lnTo>
                  <a:lnTo>
                    <a:pt x="1765414" y="593167"/>
                  </a:lnTo>
                  <a:lnTo>
                    <a:pt x="1778491" y="582988"/>
                  </a:lnTo>
                  <a:lnTo>
                    <a:pt x="1791568" y="574082"/>
                  </a:lnTo>
                  <a:lnTo>
                    <a:pt x="1804645" y="560358"/>
                  </a:lnTo>
                  <a:lnTo>
                    <a:pt x="1817722" y="546713"/>
                  </a:lnTo>
                  <a:lnTo>
                    <a:pt x="1830799" y="539512"/>
                  </a:lnTo>
                  <a:lnTo>
                    <a:pt x="1843877" y="538517"/>
                  </a:lnTo>
                  <a:lnTo>
                    <a:pt x="1856954" y="528397"/>
                  </a:lnTo>
                  <a:lnTo>
                    <a:pt x="1870031" y="515507"/>
                  </a:lnTo>
                  <a:lnTo>
                    <a:pt x="1883108" y="504788"/>
                  </a:lnTo>
                  <a:lnTo>
                    <a:pt x="1896185" y="492850"/>
                  </a:lnTo>
                  <a:lnTo>
                    <a:pt x="1909262" y="480835"/>
                  </a:lnTo>
                  <a:lnTo>
                    <a:pt x="1922339" y="470333"/>
                  </a:lnTo>
                  <a:lnTo>
                    <a:pt x="1935417" y="459074"/>
                  </a:lnTo>
                  <a:lnTo>
                    <a:pt x="1948494" y="439142"/>
                  </a:lnTo>
                  <a:lnTo>
                    <a:pt x="1961571" y="432954"/>
                  </a:lnTo>
                  <a:lnTo>
                    <a:pt x="1974648" y="422542"/>
                  </a:lnTo>
                  <a:lnTo>
                    <a:pt x="1987725" y="414641"/>
                  </a:lnTo>
                  <a:lnTo>
                    <a:pt x="2000802" y="407485"/>
                  </a:lnTo>
                  <a:lnTo>
                    <a:pt x="2013879" y="393062"/>
                  </a:lnTo>
                  <a:lnTo>
                    <a:pt x="2026956" y="386933"/>
                  </a:lnTo>
                  <a:lnTo>
                    <a:pt x="2040034" y="388858"/>
                  </a:lnTo>
                  <a:lnTo>
                    <a:pt x="2053111" y="378576"/>
                  </a:lnTo>
                  <a:lnTo>
                    <a:pt x="2066188" y="366844"/>
                  </a:lnTo>
                  <a:lnTo>
                    <a:pt x="2079265" y="352856"/>
                  </a:lnTo>
                  <a:lnTo>
                    <a:pt x="2092342" y="346474"/>
                  </a:lnTo>
                  <a:lnTo>
                    <a:pt x="2105419" y="345430"/>
                  </a:lnTo>
                  <a:lnTo>
                    <a:pt x="2118496" y="347626"/>
                  </a:lnTo>
                  <a:lnTo>
                    <a:pt x="2131574" y="336960"/>
                  </a:lnTo>
                  <a:lnTo>
                    <a:pt x="2144651" y="333342"/>
                  </a:lnTo>
                  <a:lnTo>
                    <a:pt x="2157728" y="318834"/>
                  </a:lnTo>
                  <a:lnTo>
                    <a:pt x="2170805" y="318252"/>
                  </a:lnTo>
                  <a:lnTo>
                    <a:pt x="2183882" y="305356"/>
                  </a:lnTo>
                  <a:lnTo>
                    <a:pt x="2196959" y="281870"/>
                  </a:lnTo>
                  <a:lnTo>
                    <a:pt x="2210036" y="257177"/>
                  </a:lnTo>
                  <a:lnTo>
                    <a:pt x="2223114" y="231780"/>
                  </a:lnTo>
                  <a:lnTo>
                    <a:pt x="2236191" y="233599"/>
                  </a:lnTo>
                  <a:lnTo>
                    <a:pt x="2249268" y="240892"/>
                  </a:lnTo>
                  <a:lnTo>
                    <a:pt x="2262345" y="253616"/>
                  </a:lnTo>
                  <a:lnTo>
                    <a:pt x="2275422" y="198451"/>
                  </a:lnTo>
                  <a:lnTo>
                    <a:pt x="2288499" y="141564"/>
                  </a:lnTo>
                  <a:lnTo>
                    <a:pt x="2301576" y="94077"/>
                  </a:lnTo>
                  <a:lnTo>
                    <a:pt x="2314654" y="25717"/>
                  </a:lnTo>
                  <a:lnTo>
                    <a:pt x="23182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495041"/>
              <a:ext cx="2340808" cy="558704"/>
            </a:xfrm>
            <a:custGeom>
              <a:avLst/>
              <a:pathLst>
                <a:path w="2340808" h="558704">
                  <a:moveTo>
                    <a:pt x="2340808" y="353541"/>
                  </a:moveTo>
                  <a:lnTo>
                    <a:pt x="2327731" y="375941"/>
                  </a:lnTo>
                  <a:lnTo>
                    <a:pt x="2314654" y="337832"/>
                  </a:lnTo>
                  <a:lnTo>
                    <a:pt x="2301576" y="413092"/>
                  </a:lnTo>
                  <a:lnTo>
                    <a:pt x="2288499" y="495277"/>
                  </a:lnTo>
                  <a:lnTo>
                    <a:pt x="2275422" y="490377"/>
                  </a:lnTo>
                  <a:lnTo>
                    <a:pt x="2262345" y="521778"/>
                  </a:lnTo>
                  <a:lnTo>
                    <a:pt x="2249268" y="542664"/>
                  </a:lnTo>
                  <a:lnTo>
                    <a:pt x="2236191" y="515143"/>
                  </a:lnTo>
                  <a:lnTo>
                    <a:pt x="2223114" y="510132"/>
                  </a:lnTo>
                  <a:lnTo>
                    <a:pt x="2210036" y="518821"/>
                  </a:lnTo>
                  <a:lnTo>
                    <a:pt x="2196959" y="514804"/>
                  </a:lnTo>
                  <a:lnTo>
                    <a:pt x="2183882" y="497393"/>
                  </a:lnTo>
                  <a:lnTo>
                    <a:pt x="2170805" y="475519"/>
                  </a:lnTo>
                  <a:lnTo>
                    <a:pt x="2157728" y="443948"/>
                  </a:lnTo>
                  <a:lnTo>
                    <a:pt x="2144651" y="395724"/>
                  </a:lnTo>
                  <a:lnTo>
                    <a:pt x="2131574" y="343781"/>
                  </a:lnTo>
                  <a:lnTo>
                    <a:pt x="2118496" y="290441"/>
                  </a:lnTo>
                  <a:lnTo>
                    <a:pt x="2105419" y="237218"/>
                  </a:lnTo>
                  <a:lnTo>
                    <a:pt x="2092342" y="195506"/>
                  </a:lnTo>
                  <a:lnTo>
                    <a:pt x="2079265" y="148441"/>
                  </a:lnTo>
                  <a:lnTo>
                    <a:pt x="2066188" y="114026"/>
                  </a:lnTo>
                  <a:lnTo>
                    <a:pt x="2053111" y="84365"/>
                  </a:lnTo>
                  <a:lnTo>
                    <a:pt x="2040034" y="71625"/>
                  </a:lnTo>
                  <a:lnTo>
                    <a:pt x="2026956" y="59580"/>
                  </a:lnTo>
                  <a:lnTo>
                    <a:pt x="2013879" y="49341"/>
                  </a:lnTo>
                  <a:lnTo>
                    <a:pt x="2000802" y="39785"/>
                  </a:lnTo>
                  <a:lnTo>
                    <a:pt x="1987725" y="31279"/>
                  </a:lnTo>
                  <a:lnTo>
                    <a:pt x="1974648" y="15380"/>
                  </a:lnTo>
                  <a:lnTo>
                    <a:pt x="1961571" y="12640"/>
                  </a:lnTo>
                  <a:lnTo>
                    <a:pt x="1948494" y="12003"/>
                  </a:lnTo>
                  <a:lnTo>
                    <a:pt x="1935417" y="3872"/>
                  </a:lnTo>
                  <a:lnTo>
                    <a:pt x="1922339" y="0"/>
                  </a:lnTo>
                  <a:lnTo>
                    <a:pt x="1909262" y="1973"/>
                  </a:lnTo>
                  <a:lnTo>
                    <a:pt x="1896185" y="657"/>
                  </a:lnTo>
                  <a:lnTo>
                    <a:pt x="1883108" y="347"/>
                  </a:lnTo>
                  <a:lnTo>
                    <a:pt x="1870031" y="1035"/>
                  </a:lnTo>
                  <a:lnTo>
                    <a:pt x="1856954" y="10852"/>
                  </a:lnTo>
                  <a:lnTo>
                    <a:pt x="1843877" y="30865"/>
                  </a:lnTo>
                  <a:lnTo>
                    <a:pt x="1830799" y="34886"/>
                  </a:lnTo>
                  <a:lnTo>
                    <a:pt x="1817722" y="42258"/>
                  </a:lnTo>
                  <a:lnTo>
                    <a:pt x="1804645" y="49282"/>
                  </a:lnTo>
                  <a:lnTo>
                    <a:pt x="1791568" y="54831"/>
                  </a:lnTo>
                  <a:lnTo>
                    <a:pt x="1778491" y="63231"/>
                  </a:lnTo>
                  <a:lnTo>
                    <a:pt x="1765414" y="78935"/>
                  </a:lnTo>
                  <a:lnTo>
                    <a:pt x="1752337" y="89586"/>
                  </a:lnTo>
                  <a:lnTo>
                    <a:pt x="1739259" y="91347"/>
                  </a:lnTo>
                  <a:lnTo>
                    <a:pt x="1726182" y="96026"/>
                  </a:lnTo>
                  <a:lnTo>
                    <a:pt x="1713105" y="105824"/>
                  </a:lnTo>
                  <a:lnTo>
                    <a:pt x="1700028" y="115309"/>
                  </a:lnTo>
                  <a:lnTo>
                    <a:pt x="1686951" y="126916"/>
                  </a:lnTo>
                  <a:lnTo>
                    <a:pt x="1673874" y="139063"/>
                  </a:lnTo>
                  <a:lnTo>
                    <a:pt x="1660797" y="152032"/>
                  </a:lnTo>
                  <a:lnTo>
                    <a:pt x="1647719" y="168558"/>
                  </a:lnTo>
                  <a:lnTo>
                    <a:pt x="1634642" y="174913"/>
                  </a:lnTo>
                  <a:lnTo>
                    <a:pt x="1621565" y="178420"/>
                  </a:lnTo>
                  <a:lnTo>
                    <a:pt x="1608488" y="196401"/>
                  </a:lnTo>
                  <a:lnTo>
                    <a:pt x="1595411" y="209811"/>
                  </a:lnTo>
                  <a:lnTo>
                    <a:pt x="1582334" y="220160"/>
                  </a:lnTo>
                  <a:lnTo>
                    <a:pt x="1569257" y="230005"/>
                  </a:lnTo>
                  <a:lnTo>
                    <a:pt x="1556179" y="239303"/>
                  </a:lnTo>
                  <a:lnTo>
                    <a:pt x="1543102" y="249224"/>
                  </a:lnTo>
                  <a:lnTo>
                    <a:pt x="1530025" y="258411"/>
                  </a:lnTo>
                  <a:lnTo>
                    <a:pt x="1516948" y="265851"/>
                  </a:lnTo>
                  <a:lnTo>
                    <a:pt x="1503871" y="271839"/>
                  </a:lnTo>
                  <a:lnTo>
                    <a:pt x="1490794" y="277834"/>
                  </a:lnTo>
                  <a:lnTo>
                    <a:pt x="1477717" y="284131"/>
                  </a:lnTo>
                  <a:lnTo>
                    <a:pt x="1464639" y="288666"/>
                  </a:lnTo>
                  <a:lnTo>
                    <a:pt x="1451562" y="289612"/>
                  </a:lnTo>
                  <a:lnTo>
                    <a:pt x="1438485" y="291754"/>
                  </a:lnTo>
                  <a:lnTo>
                    <a:pt x="1425408" y="288772"/>
                  </a:lnTo>
                  <a:lnTo>
                    <a:pt x="1412331" y="292349"/>
                  </a:lnTo>
                  <a:lnTo>
                    <a:pt x="1399254" y="292889"/>
                  </a:lnTo>
                  <a:lnTo>
                    <a:pt x="1386177" y="294662"/>
                  </a:lnTo>
                  <a:lnTo>
                    <a:pt x="1373099" y="297062"/>
                  </a:lnTo>
                  <a:lnTo>
                    <a:pt x="1360022" y="301733"/>
                  </a:lnTo>
                  <a:lnTo>
                    <a:pt x="1346945" y="306616"/>
                  </a:lnTo>
                  <a:lnTo>
                    <a:pt x="1333868" y="308484"/>
                  </a:lnTo>
                  <a:lnTo>
                    <a:pt x="1320791" y="313390"/>
                  </a:lnTo>
                  <a:lnTo>
                    <a:pt x="1307714" y="318364"/>
                  </a:lnTo>
                  <a:lnTo>
                    <a:pt x="1294637" y="323429"/>
                  </a:lnTo>
                  <a:lnTo>
                    <a:pt x="1281559" y="328556"/>
                  </a:lnTo>
                  <a:lnTo>
                    <a:pt x="1268482" y="332948"/>
                  </a:lnTo>
                  <a:lnTo>
                    <a:pt x="1255405" y="334357"/>
                  </a:lnTo>
                  <a:lnTo>
                    <a:pt x="1242328" y="335060"/>
                  </a:lnTo>
                  <a:lnTo>
                    <a:pt x="1229251" y="335711"/>
                  </a:lnTo>
                  <a:lnTo>
                    <a:pt x="1216174" y="339125"/>
                  </a:lnTo>
                  <a:lnTo>
                    <a:pt x="1203097" y="342149"/>
                  </a:lnTo>
                  <a:lnTo>
                    <a:pt x="1190019" y="344750"/>
                  </a:lnTo>
                  <a:lnTo>
                    <a:pt x="1176942" y="346892"/>
                  </a:lnTo>
                  <a:lnTo>
                    <a:pt x="1163865" y="348540"/>
                  </a:lnTo>
                  <a:lnTo>
                    <a:pt x="1150788" y="349661"/>
                  </a:lnTo>
                  <a:lnTo>
                    <a:pt x="1137711" y="350219"/>
                  </a:lnTo>
                  <a:lnTo>
                    <a:pt x="1124634" y="351047"/>
                  </a:lnTo>
                  <a:lnTo>
                    <a:pt x="1111557" y="353000"/>
                  </a:lnTo>
                  <a:lnTo>
                    <a:pt x="1098479" y="354066"/>
                  </a:lnTo>
                  <a:lnTo>
                    <a:pt x="1085402" y="353748"/>
                  </a:lnTo>
                  <a:lnTo>
                    <a:pt x="1072325" y="351586"/>
                  </a:lnTo>
                  <a:lnTo>
                    <a:pt x="1059248" y="348511"/>
                  </a:lnTo>
                  <a:lnTo>
                    <a:pt x="1046171" y="343939"/>
                  </a:lnTo>
                  <a:lnTo>
                    <a:pt x="1033094" y="341831"/>
                  </a:lnTo>
                  <a:lnTo>
                    <a:pt x="1020017" y="338118"/>
                  </a:lnTo>
                  <a:lnTo>
                    <a:pt x="1006939" y="334305"/>
                  </a:lnTo>
                  <a:lnTo>
                    <a:pt x="993862" y="329531"/>
                  </a:lnTo>
                  <a:lnTo>
                    <a:pt x="980785" y="324357"/>
                  </a:lnTo>
                  <a:lnTo>
                    <a:pt x="967708" y="318737"/>
                  </a:lnTo>
                  <a:lnTo>
                    <a:pt x="954631" y="312687"/>
                  </a:lnTo>
                  <a:lnTo>
                    <a:pt x="941554" y="307310"/>
                  </a:lnTo>
                  <a:lnTo>
                    <a:pt x="928477" y="299631"/>
                  </a:lnTo>
                  <a:lnTo>
                    <a:pt x="915399" y="292766"/>
                  </a:lnTo>
                  <a:lnTo>
                    <a:pt x="902322" y="285768"/>
                  </a:lnTo>
                  <a:lnTo>
                    <a:pt x="889245" y="278709"/>
                  </a:lnTo>
                  <a:lnTo>
                    <a:pt x="876168" y="269695"/>
                  </a:lnTo>
                  <a:lnTo>
                    <a:pt x="863091" y="260898"/>
                  </a:lnTo>
                  <a:lnTo>
                    <a:pt x="850014" y="256911"/>
                  </a:lnTo>
                  <a:lnTo>
                    <a:pt x="836937" y="251252"/>
                  </a:lnTo>
                  <a:lnTo>
                    <a:pt x="823859" y="245850"/>
                  </a:lnTo>
                  <a:lnTo>
                    <a:pt x="810782" y="243008"/>
                  </a:lnTo>
                  <a:lnTo>
                    <a:pt x="797705" y="240369"/>
                  </a:lnTo>
                  <a:lnTo>
                    <a:pt x="784628" y="238846"/>
                  </a:lnTo>
                  <a:lnTo>
                    <a:pt x="771551" y="238501"/>
                  </a:lnTo>
                  <a:lnTo>
                    <a:pt x="758474" y="237379"/>
                  </a:lnTo>
                  <a:lnTo>
                    <a:pt x="745397" y="238576"/>
                  </a:lnTo>
                  <a:lnTo>
                    <a:pt x="732319" y="239510"/>
                  </a:lnTo>
                  <a:lnTo>
                    <a:pt x="719242" y="241689"/>
                  </a:lnTo>
                  <a:lnTo>
                    <a:pt x="706165" y="246735"/>
                  </a:lnTo>
                  <a:lnTo>
                    <a:pt x="693088" y="255325"/>
                  </a:lnTo>
                  <a:lnTo>
                    <a:pt x="680011" y="261347"/>
                  </a:lnTo>
                  <a:lnTo>
                    <a:pt x="666934" y="267609"/>
                  </a:lnTo>
                  <a:lnTo>
                    <a:pt x="653857" y="274467"/>
                  </a:lnTo>
                  <a:lnTo>
                    <a:pt x="640779" y="281871"/>
                  </a:lnTo>
                  <a:lnTo>
                    <a:pt x="627702" y="289770"/>
                  </a:lnTo>
                  <a:lnTo>
                    <a:pt x="614625" y="295868"/>
                  </a:lnTo>
                  <a:lnTo>
                    <a:pt x="601548" y="301155"/>
                  </a:lnTo>
                  <a:lnTo>
                    <a:pt x="588471" y="307277"/>
                  </a:lnTo>
                  <a:lnTo>
                    <a:pt x="575394" y="317743"/>
                  </a:lnTo>
                  <a:lnTo>
                    <a:pt x="562317" y="327622"/>
                  </a:lnTo>
                  <a:lnTo>
                    <a:pt x="549239" y="334916"/>
                  </a:lnTo>
                  <a:lnTo>
                    <a:pt x="536162" y="338967"/>
                  </a:lnTo>
                  <a:lnTo>
                    <a:pt x="523085" y="342091"/>
                  </a:lnTo>
                  <a:lnTo>
                    <a:pt x="510008" y="344200"/>
                  </a:lnTo>
                  <a:lnTo>
                    <a:pt x="496931" y="350327"/>
                  </a:lnTo>
                  <a:lnTo>
                    <a:pt x="483854" y="360455"/>
                  </a:lnTo>
                  <a:lnTo>
                    <a:pt x="470777" y="362120"/>
                  </a:lnTo>
                  <a:lnTo>
                    <a:pt x="457699" y="368299"/>
                  </a:lnTo>
                  <a:lnTo>
                    <a:pt x="444622" y="374523"/>
                  </a:lnTo>
                  <a:lnTo>
                    <a:pt x="431545" y="379799"/>
                  </a:lnTo>
                  <a:lnTo>
                    <a:pt x="418468" y="385080"/>
                  </a:lnTo>
                  <a:lnTo>
                    <a:pt x="405391" y="390022"/>
                  </a:lnTo>
                  <a:lnTo>
                    <a:pt x="392314" y="398781"/>
                  </a:lnTo>
                  <a:lnTo>
                    <a:pt x="379237" y="411102"/>
                  </a:lnTo>
                  <a:lnTo>
                    <a:pt x="366159" y="423851"/>
                  </a:lnTo>
                  <a:lnTo>
                    <a:pt x="353082" y="435558"/>
                  </a:lnTo>
                  <a:lnTo>
                    <a:pt x="340005" y="444945"/>
                  </a:lnTo>
                  <a:lnTo>
                    <a:pt x="326928" y="451833"/>
                  </a:lnTo>
                  <a:lnTo>
                    <a:pt x="313851" y="457236"/>
                  </a:lnTo>
                  <a:lnTo>
                    <a:pt x="300774" y="462890"/>
                  </a:lnTo>
                  <a:lnTo>
                    <a:pt x="287697" y="469173"/>
                  </a:lnTo>
                  <a:lnTo>
                    <a:pt x="274619" y="476553"/>
                  </a:lnTo>
                  <a:lnTo>
                    <a:pt x="261542" y="485168"/>
                  </a:lnTo>
                  <a:lnTo>
                    <a:pt x="248465" y="493721"/>
                  </a:lnTo>
                  <a:lnTo>
                    <a:pt x="235388" y="503310"/>
                  </a:lnTo>
                  <a:lnTo>
                    <a:pt x="222311" y="511152"/>
                  </a:lnTo>
                  <a:lnTo>
                    <a:pt x="209234" y="521912"/>
                  </a:lnTo>
                  <a:lnTo>
                    <a:pt x="196157" y="530643"/>
                  </a:lnTo>
                  <a:lnTo>
                    <a:pt x="183079" y="540058"/>
                  </a:lnTo>
                  <a:lnTo>
                    <a:pt x="170002" y="547126"/>
                  </a:lnTo>
                  <a:lnTo>
                    <a:pt x="156925" y="549128"/>
                  </a:lnTo>
                  <a:lnTo>
                    <a:pt x="143848" y="555190"/>
                  </a:lnTo>
                  <a:lnTo>
                    <a:pt x="130771" y="558704"/>
                  </a:lnTo>
                  <a:lnTo>
                    <a:pt x="117694" y="552945"/>
                  </a:lnTo>
                  <a:lnTo>
                    <a:pt x="104617" y="551918"/>
                  </a:lnTo>
                  <a:lnTo>
                    <a:pt x="91539" y="542707"/>
                  </a:lnTo>
                  <a:lnTo>
                    <a:pt x="78462" y="528238"/>
                  </a:lnTo>
                  <a:lnTo>
                    <a:pt x="65385" y="506866"/>
                  </a:lnTo>
                  <a:lnTo>
                    <a:pt x="52308" y="482197"/>
                  </a:lnTo>
                  <a:lnTo>
                    <a:pt x="39231" y="451678"/>
                  </a:lnTo>
                  <a:lnTo>
                    <a:pt x="26154" y="414485"/>
                  </a:lnTo>
                  <a:lnTo>
                    <a:pt x="13077" y="378534"/>
                  </a:lnTo>
                  <a:lnTo>
                    <a:pt x="0" y="3445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03334" y="1241155"/>
              <a:ext cx="2340808" cy="711941"/>
            </a:xfrm>
            <a:custGeom>
              <a:avLst/>
              <a:pathLst>
                <a:path w="2340808" h="711941">
                  <a:moveTo>
                    <a:pt x="0" y="497513"/>
                  </a:moveTo>
                  <a:lnTo>
                    <a:pt x="13077" y="543386"/>
                  </a:lnTo>
                  <a:lnTo>
                    <a:pt x="26154" y="582793"/>
                  </a:lnTo>
                  <a:lnTo>
                    <a:pt x="39231" y="616125"/>
                  </a:lnTo>
                  <a:lnTo>
                    <a:pt x="52308" y="643769"/>
                  </a:lnTo>
                  <a:lnTo>
                    <a:pt x="65385" y="666113"/>
                  </a:lnTo>
                  <a:lnTo>
                    <a:pt x="78462" y="683546"/>
                  </a:lnTo>
                  <a:lnTo>
                    <a:pt x="91539" y="696458"/>
                  </a:lnTo>
                  <a:lnTo>
                    <a:pt x="104617" y="705235"/>
                  </a:lnTo>
                  <a:lnTo>
                    <a:pt x="117694" y="710266"/>
                  </a:lnTo>
                  <a:lnTo>
                    <a:pt x="130771" y="711941"/>
                  </a:lnTo>
                  <a:lnTo>
                    <a:pt x="143848" y="710647"/>
                  </a:lnTo>
                  <a:lnTo>
                    <a:pt x="156925" y="706773"/>
                  </a:lnTo>
                  <a:lnTo>
                    <a:pt x="170002" y="700708"/>
                  </a:lnTo>
                  <a:lnTo>
                    <a:pt x="183079" y="692840"/>
                  </a:lnTo>
                  <a:lnTo>
                    <a:pt x="196157" y="683556"/>
                  </a:lnTo>
                  <a:lnTo>
                    <a:pt x="209234" y="673247"/>
                  </a:lnTo>
                  <a:lnTo>
                    <a:pt x="222311" y="662300"/>
                  </a:lnTo>
                  <a:lnTo>
                    <a:pt x="235388" y="651104"/>
                  </a:lnTo>
                  <a:lnTo>
                    <a:pt x="248465" y="640047"/>
                  </a:lnTo>
                  <a:lnTo>
                    <a:pt x="261542" y="629513"/>
                  </a:lnTo>
                  <a:lnTo>
                    <a:pt x="274619" y="619776"/>
                  </a:lnTo>
                  <a:lnTo>
                    <a:pt x="287697" y="610825"/>
                  </a:lnTo>
                  <a:lnTo>
                    <a:pt x="300774" y="602599"/>
                  </a:lnTo>
                  <a:lnTo>
                    <a:pt x="313851" y="595037"/>
                  </a:lnTo>
                  <a:lnTo>
                    <a:pt x="326928" y="588078"/>
                  </a:lnTo>
                  <a:lnTo>
                    <a:pt x="340005" y="581660"/>
                  </a:lnTo>
                  <a:lnTo>
                    <a:pt x="353082" y="575721"/>
                  </a:lnTo>
                  <a:lnTo>
                    <a:pt x="366159" y="570201"/>
                  </a:lnTo>
                  <a:lnTo>
                    <a:pt x="379237" y="565036"/>
                  </a:lnTo>
                  <a:lnTo>
                    <a:pt x="392314" y="560168"/>
                  </a:lnTo>
                  <a:lnTo>
                    <a:pt x="405391" y="555533"/>
                  </a:lnTo>
                  <a:lnTo>
                    <a:pt x="418468" y="551070"/>
                  </a:lnTo>
                  <a:lnTo>
                    <a:pt x="431545" y="546718"/>
                  </a:lnTo>
                  <a:lnTo>
                    <a:pt x="444622" y="542415"/>
                  </a:lnTo>
                  <a:lnTo>
                    <a:pt x="457699" y="538100"/>
                  </a:lnTo>
                  <a:lnTo>
                    <a:pt x="470777" y="533712"/>
                  </a:lnTo>
                  <a:lnTo>
                    <a:pt x="483854" y="529189"/>
                  </a:lnTo>
                  <a:lnTo>
                    <a:pt x="496931" y="524469"/>
                  </a:lnTo>
                  <a:lnTo>
                    <a:pt x="510008" y="519493"/>
                  </a:lnTo>
                  <a:lnTo>
                    <a:pt x="523085" y="514208"/>
                  </a:lnTo>
                  <a:lnTo>
                    <a:pt x="536162" y="508594"/>
                  </a:lnTo>
                  <a:lnTo>
                    <a:pt x="549239" y="502711"/>
                  </a:lnTo>
                  <a:lnTo>
                    <a:pt x="562317" y="496628"/>
                  </a:lnTo>
                  <a:lnTo>
                    <a:pt x="575394" y="490412"/>
                  </a:lnTo>
                  <a:lnTo>
                    <a:pt x="588471" y="484134"/>
                  </a:lnTo>
                  <a:lnTo>
                    <a:pt x="601548" y="477862"/>
                  </a:lnTo>
                  <a:lnTo>
                    <a:pt x="614625" y="471665"/>
                  </a:lnTo>
                  <a:lnTo>
                    <a:pt x="627702" y="465612"/>
                  </a:lnTo>
                  <a:lnTo>
                    <a:pt x="640779" y="459773"/>
                  </a:lnTo>
                  <a:lnTo>
                    <a:pt x="653857" y="454215"/>
                  </a:lnTo>
                  <a:lnTo>
                    <a:pt x="666934" y="449007"/>
                  </a:lnTo>
                  <a:lnTo>
                    <a:pt x="680011" y="444220"/>
                  </a:lnTo>
                  <a:lnTo>
                    <a:pt x="693088" y="439921"/>
                  </a:lnTo>
                  <a:lnTo>
                    <a:pt x="706165" y="436180"/>
                  </a:lnTo>
                  <a:lnTo>
                    <a:pt x="719242" y="433065"/>
                  </a:lnTo>
                  <a:lnTo>
                    <a:pt x="732319" y="430646"/>
                  </a:lnTo>
                  <a:lnTo>
                    <a:pt x="745397" y="428992"/>
                  </a:lnTo>
                  <a:lnTo>
                    <a:pt x="758474" y="428169"/>
                  </a:lnTo>
                  <a:lnTo>
                    <a:pt x="771551" y="428241"/>
                  </a:lnTo>
                  <a:lnTo>
                    <a:pt x="784628" y="429266"/>
                  </a:lnTo>
                  <a:lnTo>
                    <a:pt x="797705" y="431253"/>
                  </a:lnTo>
                  <a:lnTo>
                    <a:pt x="810782" y="434121"/>
                  </a:lnTo>
                  <a:lnTo>
                    <a:pt x="823859" y="437781"/>
                  </a:lnTo>
                  <a:lnTo>
                    <a:pt x="836937" y="442144"/>
                  </a:lnTo>
                  <a:lnTo>
                    <a:pt x="850014" y="447121"/>
                  </a:lnTo>
                  <a:lnTo>
                    <a:pt x="863091" y="452621"/>
                  </a:lnTo>
                  <a:lnTo>
                    <a:pt x="876168" y="458556"/>
                  </a:lnTo>
                  <a:lnTo>
                    <a:pt x="889245" y="464836"/>
                  </a:lnTo>
                  <a:lnTo>
                    <a:pt x="902322" y="471372"/>
                  </a:lnTo>
                  <a:lnTo>
                    <a:pt x="915399" y="478074"/>
                  </a:lnTo>
                  <a:lnTo>
                    <a:pt x="928477" y="484853"/>
                  </a:lnTo>
                  <a:lnTo>
                    <a:pt x="941554" y="491619"/>
                  </a:lnTo>
                  <a:lnTo>
                    <a:pt x="954631" y="498284"/>
                  </a:lnTo>
                  <a:lnTo>
                    <a:pt x="967708" y="504758"/>
                  </a:lnTo>
                  <a:lnTo>
                    <a:pt x="980785" y="510950"/>
                  </a:lnTo>
                  <a:lnTo>
                    <a:pt x="993862" y="516773"/>
                  </a:lnTo>
                  <a:lnTo>
                    <a:pt x="1006939" y="522138"/>
                  </a:lnTo>
                  <a:lnTo>
                    <a:pt x="1020017" y="526959"/>
                  </a:lnTo>
                  <a:lnTo>
                    <a:pt x="1033094" y="531155"/>
                  </a:lnTo>
                  <a:lnTo>
                    <a:pt x="1046171" y="534645"/>
                  </a:lnTo>
                  <a:lnTo>
                    <a:pt x="1059248" y="537400"/>
                  </a:lnTo>
                  <a:lnTo>
                    <a:pt x="1072325" y="539455"/>
                  </a:lnTo>
                  <a:lnTo>
                    <a:pt x="1085402" y="540852"/>
                  </a:lnTo>
                  <a:lnTo>
                    <a:pt x="1098479" y="541631"/>
                  </a:lnTo>
                  <a:lnTo>
                    <a:pt x="1111557" y="541834"/>
                  </a:lnTo>
                  <a:lnTo>
                    <a:pt x="1124634" y="541503"/>
                  </a:lnTo>
                  <a:lnTo>
                    <a:pt x="1137711" y="540680"/>
                  </a:lnTo>
                  <a:lnTo>
                    <a:pt x="1150788" y="539404"/>
                  </a:lnTo>
                  <a:lnTo>
                    <a:pt x="1163865" y="537719"/>
                  </a:lnTo>
                  <a:lnTo>
                    <a:pt x="1176942" y="535664"/>
                  </a:lnTo>
                  <a:lnTo>
                    <a:pt x="1190019" y="533283"/>
                  </a:lnTo>
                  <a:lnTo>
                    <a:pt x="1203097" y="530615"/>
                  </a:lnTo>
                  <a:lnTo>
                    <a:pt x="1216174" y="527703"/>
                  </a:lnTo>
                  <a:lnTo>
                    <a:pt x="1229251" y="524588"/>
                  </a:lnTo>
                  <a:lnTo>
                    <a:pt x="1242328" y="521312"/>
                  </a:lnTo>
                  <a:lnTo>
                    <a:pt x="1255405" y="517913"/>
                  </a:lnTo>
                  <a:lnTo>
                    <a:pt x="1268482" y="514432"/>
                  </a:lnTo>
                  <a:lnTo>
                    <a:pt x="1281559" y="510903"/>
                  </a:lnTo>
                  <a:lnTo>
                    <a:pt x="1294637" y="507363"/>
                  </a:lnTo>
                  <a:lnTo>
                    <a:pt x="1307714" y="503842"/>
                  </a:lnTo>
                  <a:lnTo>
                    <a:pt x="1320791" y="500344"/>
                  </a:lnTo>
                  <a:lnTo>
                    <a:pt x="1333868" y="496838"/>
                  </a:lnTo>
                  <a:lnTo>
                    <a:pt x="1346945" y="493290"/>
                  </a:lnTo>
                  <a:lnTo>
                    <a:pt x="1360022" y="489668"/>
                  </a:lnTo>
                  <a:lnTo>
                    <a:pt x="1373099" y="485939"/>
                  </a:lnTo>
                  <a:lnTo>
                    <a:pt x="1386177" y="482069"/>
                  </a:lnTo>
                  <a:lnTo>
                    <a:pt x="1399254" y="478027"/>
                  </a:lnTo>
                  <a:lnTo>
                    <a:pt x="1412331" y="473777"/>
                  </a:lnTo>
                  <a:lnTo>
                    <a:pt x="1425408" y="469289"/>
                  </a:lnTo>
                  <a:lnTo>
                    <a:pt x="1438485" y="464528"/>
                  </a:lnTo>
                  <a:lnTo>
                    <a:pt x="1451562" y="459461"/>
                  </a:lnTo>
                  <a:lnTo>
                    <a:pt x="1464639" y="454056"/>
                  </a:lnTo>
                  <a:lnTo>
                    <a:pt x="1477717" y="448280"/>
                  </a:lnTo>
                  <a:lnTo>
                    <a:pt x="1490794" y="442099"/>
                  </a:lnTo>
                  <a:lnTo>
                    <a:pt x="1503871" y="435483"/>
                  </a:lnTo>
                  <a:lnTo>
                    <a:pt x="1516948" y="428403"/>
                  </a:lnTo>
                  <a:lnTo>
                    <a:pt x="1530025" y="420832"/>
                  </a:lnTo>
                  <a:lnTo>
                    <a:pt x="1543102" y="412743"/>
                  </a:lnTo>
                  <a:lnTo>
                    <a:pt x="1556179" y="404114"/>
                  </a:lnTo>
                  <a:lnTo>
                    <a:pt x="1569257" y="394922"/>
                  </a:lnTo>
                  <a:lnTo>
                    <a:pt x="1582334" y="385186"/>
                  </a:lnTo>
                  <a:lnTo>
                    <a:pt x="1595411" y="374957"/>
                  </a:lnTo>
                  <a:lnTo>
                    <a:pt x="1608488" y="364288"/>
                  </a:lnTo>
                  <a:lnTo>
                    <a:pt x="1621565" y="353233"/>
                  </a:lnTo>
                  <a:lnTo>
                    <a:pt x="1634642" y="341845"/>
                  </a:lnTo>
                  <a:lnTo>
                    <a:pt x="1647719" y="330178"/>
                  </a:lnTo>
                  <a:lnTo>
                    <a:pt x="1660797" y="318284"/>
                  </a:lnTo>
                  <a:lnTo>
                    <a:pt x="1673874" y="306217"/>
                  </a:lnTo>
                  <a:lnTo>
                    <a:pt x="1686951" y="294031"/>
                  </a:lnTo>
                  <a:lnTo>
                    <a:pt x="1700028" y="281778"/>
                  </a:lnTo>
                  <a:lnTo>
                    <a:pt x="1713105" y="269513"/>
                  </a:lnTo>
                  <a:lnTo>
                    <a:pt x="1726182" y="257288"/>
                  </a:lnTo>
                  <a:lnTo>
                    <a:pt x="1739259" y="245157"/>
                  </a:lnTo>
                  <a:lnTo>
                    <a:pt x="1752337" y="233169"/>
                  </a:lnTo>
                  <a:lnTo>
                    <a:pt x="1765414" y="221374"/>
                  </a:lnTo>
                  <a:lnTo>
                    <a:pt x="1778491" y="209819"/>
                  </a:lnTo>
                  <a:lnTo>
                    <a:pt x="1791568" y="198555"/>
                  </a:lnTo>
                  <a:lnTo>
                    <a:pt x="1804645" y="187630"/>
                  </a:lnTo>
                  <a:lnTo>
                    <a:pt x="1817722" y="177097"/>
                  </a:lnTo>
                  <a:lnTo>
                    <a:pt x="1830799" y="167005"/>
                  </a:lnTo>
                  <a:lnTo>
                    <a:pt x="1843877" y="157406"/>
                  </a:lnTo>
                  <a:lnTo>
                    <a:pt x="1856954" y="148354"/>
                  </a:lnTo>
                  <a:lnTo>
                    <a:pt x="1870031" y="139902"/>
                  </a:lnTo>
                  <a:lnTo>
                    <a:pt x="1883108" y="132105"/>
                  </a:lnTo>
                  <a:lnTo>
                    <a:pt x="1896185" y="125015"/>
                  </a:lnTo>
                  <a:lnTo>
                    <a:pt x="1909262" y="118685"/>
                  </a:lnTo>
                  <a:lnTo>
                    <a:pt x="1922339" y="113171"/>
                  </a:lnTo>
                  <a:lnTo>
                    <a:pt x="1935417" y="108524"/>
                  </a:lnTo>
                  <a:lnTo>
                    <a:pt x="1948494" y="104800"/>
                  </a:lnTo>
                  <a:lnTo>
                    <a:pt x="1961571" y="102050"/>
                  </a:lnTo>
                  <a:lnTo>
                    <a:pt x="1974648" y="100329"/>
                  </a:lnTo>
                  <a:lnTo>
                    <a:pt x="1987725" y="99694"/>
                  </a:lnTo>
                  <a:lnTo>
                    <a:pt x="2000802" y="100205"/>
                  </a:lnTo>
                  <a:lnTo>
                    <a:pt x="2013879" y="101925"/>
                  </a:lnTo>
                  <a:lnTo>
                    <a:pt x="2026956" y="104917"/>
                  </a:lnTo>
                  <a:lnTo>
                    <a:pt x="2040034" y="109232"/>
                  </a:lnTo>
                  <a:lnTo>
                    <a:pt x="2053111" y="114904"/>
                  </a:lnTo>
                  <a:lnTo>
                    <a:pt x="2066188" y="121964"/>
                  </a:lnTo>
                  <a:lnTo>
                    <a:pt x="2079265" y="130439"/>
                  </a:lnTo>
                  <a:lnTo>
                    <a:pt x="2092342" y="140311"/>
                  </a:lnTo>
                  <a:lnTo>
                    <a:pt x="2105419" y="151288"/>
                  </a:lnTo>
                  <a:lnTo>
                    <a:pt x="2118496" y="162904"/>
                  </a:lnTo>
                  <a:lnTo>
                    <a:pt x="2131574" y="174684"/>
                  </a:lnTo>
                  <a:lnTo>
                    <a:pt x="2144651" y="186157"/>
                  </a:lnTo>
                  <a:lnTo>
                    <a:pt x="2157728" y="196849"/>
                  </a:lnTo>
                  <a:lnTo>
                    <a:pt x="2170805" y="206286"/>
                  </a:lnTo>
                  <a:lnTo>
                    <a:pt x="2183882" y="213997"/>
                  </a:lnTo>
                  <a:lnTo>
                    <a:pt x="2196959" y="219509"/>
                  </a:lnTo>
                  <a:lnTo>
                    <a:pt x="2210036" y="222347"/>
                  </a:lnTo>
                  <a:lnTo>
                    <a:pt x="2223114" y="222020"/>
                  </a:lnTo>
                  <a:lnTo>
                    <a:pt x="2236191" y="217978"/>
                  </a:lnTo>
                  <a:lnTo>
                    <a:pt x="2249268" y="209727"/>
                  </a:lnTo>
                  <a:lnTo>
                    <a:pt x="2262345" y="196782"/>
                  </a:lnTo>
                  <a:lnTo>
                    <a:pt x="2275422" y="178678"/>
                  </a:lnTo>
                  <a:lnTo>
                    <a:pt x="2288499" y="155134"/>
                  </a:lnTo>
                  <a:lnTo>
                    <a:pt x="2301576" y="125881"/>
                  </a:lnTo>
                  <a:lnTo>
                    <a:pt x="2314654" y="90535"/>
                  </a:lnTo>
                  <a:lnTo>
                    <a:pt x="2327731" y="48677"/>
                  </a:lnTo>
                  <a:lnTo>
                    <a:pt x="2340808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2233965"/>
              <a:ext cx="2347515" cy="651218"/>
            </a:xfrm>
            <a:custGeom>
              <a:avLst/>
              <a:pathLst>
                <a:path w="2347515" h="651218">
                  <a:moveTo>
                    <a:pt x="0" y="184305"/>
                  </a:moveTo>
                  <a:lnTo>
                    <a:pt x="13114" y="184346"/>
                  </a:lnTo>
                  <a:lnTo>
                    <a:pt x="26229" y="184387"/>
                  </a:lnTo>
                  <a:lnTo>
                    <a:pt x="39343" y="184427"/>
                  </a:lnTo>
                  <a:lnTo>
                    <a:pt x="52458" y="184467"/>
                  </a:lnTo>
                  <a:lnTo>
                    <a:pt x="65573" y="184507"/>
                  </a:lnTo>
                  <a:lnTo>
                    <a:pt x="78687" y="184545"/>
                  </a:lnTo>
                  <a:lnTo>
                    <a:pt x="91802" y="184582"/>
                  </a:lnTo>
                  <a:lnTo>
                    <a:pt x="104916" y="184618"/>
                  </a:lnTo>
                  <a:lnTo>
                    <a:pt x="118031" y="184651"/>
                  </a:lnTo>
                  <a:lnTo>
                    <a:pt x="131146" y="184682"/>
                  </a:lnTo>
                  <a:lnTo>
                    <a:pt x="144260" y="184710"/>
                  </a:lnTo>
                  <a:lnTo>
                    <a:pt x="157375" y="184735"/>
                  </a:lnTo>
                  <a:lnTo>
                    <a:pt x="170489" y="184757"/>
                  </a:lnTo>
                  <a:lnTo>
                    <a:pt x="183604" y="184774"/>
                  </a:lnTo>
                  <a:lnTo>
                    <a:pt x="196719" y="184787"/>
                  </a:lnTo>
                  <a:lnTo>
                    <a:pt x="209833" y="184796"/>
                  </a:lnTo>
                  <a:lnTo>
                    <a:pt x="222948" y="184799"/>
                  </a:lnTo>
                  <a:lnTo>
                    <a:pt x="236063" y="184797"/>
                  </a:lnTo>
                  <a:lnTo>
                    <a:pt x="249177" y="184789"/>
                  </a:lnTo>
                  <a:lnTo>
                    <a:pt x="262292" y="184775"/>
                  </a:lnTo>
                  <a:lnTo>
                    <a:pt x="275406" y="184755"/>
                  </a:lnTo>
                  <a:lnTo>
                    <a:pt x="288521" y="184727"/>
                  </a:lnTo>
                  <a:lnTo>
                    <a:pt x="301636" y="184692"/>
                  </a:lnTo>
                  <a:lnTo>
                    <a:pt x="314750" y="184649"/>
                  </a:lnTo>
                  <a:lnTo>
                    <a:pt x="327865" y="184598"/>
                  </a:lnTo>
                  <a:lnTo>
                    <a:pt x="340979" y="184539"/>
                  </a:lnTo>
                  <a:lnTo>
                    <a:pt x="354094" y="184470"/>
                  </a:lnTo>
                  <a:lnTo>
                    <a:pt x="367209" y="184393"/>
                  </a:lnTo>
                  <a:lnTo>
                    <a:pt x="380323" y="184306"/>
                  </a:lnTo>
                  <a:lnTo>
                    <a:pt x="393438" y="184209"/>
                  </a:lnTo>
                  <a:lnTo>
                    <a:pt x="406552" y="184102"/>
                  </a:lnTo>
                  <a:lnTo>
                    <a:pt x="419667" y="183984"/>
                  </a:lnTo>
                  <a:lnTo>
                    <a:pt x="432782" y="183856"/>
                  </a:lnTo>
                  <a:lnTo>
                    <a:pt x="445896" y="183716"/>
                  </a:lnTo>
                  <a:lnTo>
                    <a:pt x="459011" y="183565"/>
                  </a:lnTo>
                  <a:lnTo>
                    <a:pt x="472126" y="183401"/>
                  </a:lnTo>
                  <a:lnTo>
                    <a:pt x="485240" y="183226"/>
                  </a:lnTo>
                  <a:lnTo>
                    <a:pt x="498355" y="183038"/>
                  </a:lnTo>
                  <a:lnTo>
                    <a:pt x="511469" y="182837"/>
                  </a:lnTo>
                  <a:lnTo>
                    <a:pt x="524584" y="182623"/>
                  </a:lnTo>
                  <a:lnTo>
                    <a:pt x="537699" y="182396"/>
                  </a:lnTo>
                  <a:lnTo>
                    <a:pt x="550813" y="182155"/>
                  </a:lnTo>
                  <a:lnTo>
                    <a:pt x="563928" y="181900"/>
                  </a:lnTo>
                  <a:lnTo>
                    <a:pt x="577042" y="181631"/>
                  </a:lnTo>
                  <a:lnTo>
                    <a:pt x="590157" y="181347"/>
                  </a:lnTo>
                  <a:lnTo>
                    <a:pt x="603272" y="181048"/>
                  </a:lnTo>
                  <a:lnTo>
                    <a:pt x="616386" y="180734"/>
                  </a:lnTo>
                  <a:lnTo>
                    <a:pt x="629501" y="180405"/>
                  </a:lnTo>
                  <a:lnTo>
                    <a:pt x="642615" y="180060"/>
                  </a:lnTo>
                  <a:lnTo>
                    <a:pt x="655730" y="179699"/>
                  </a:lnTo>
                  <a:lnTo>
                    <a:pt x="668845" y="179322"/>
                  </a:lnTo>
                  <a:lnTo>
                    <a:pt x="681959" y="178929"/>
                  </a:lnTo>
                  <a:lnTo>
                    <a:pt x="695074" y="178519"/>
                  </a:lnTo>
                  <a:lnTo>
                    <a:pt x="708189" y="178092"/>
                  </a:lnTo>
                  <a:lnTo>
                    <a:pt x="721303" y="177648"/>
                  </a:lnTo>
                  <a:lnTo>
                    <a:pt x="734418" y="177187"/>
                  </a:lnTo>
                  <a:lnTo>
                    <a:pt x="747532" y="176709"/>
                  </a:lnTo>
                  <a:lnTo>
                    <a:pt x="760647" y="176213"/>
                  </a:lnTo>
                  <a:lnTo>
                    <a:pt x="773762" y="175700"/>
                  </a:lnTo>
                  <a:lnTo>
                    <a:pt x="786876" y="175169"/>
                  </a:lnTo>
                  <a:lnTo>
                    <a:pt x="799991" y="174619"/>
                  </a:lnTo>
                  <a:lnTo>
                    <a:pt x="813105" y="174052"/>
                  </a:lnTo>
                  <a:lnTo>
                    <a:pt x="826220" y="173466"/>
                  </a:lnTo>
                  <a:lnTo>
                    <a:pt x="839335" y="172862"/>
                  </a:lnTo>
                  <a:lnTo>
                    <a:pt x="852449" y="172239"/>
                  </a:lnTo>
                  <a:lnTo>
                    <a:pt x="865564" y="171598"/>
                  </a:lnTo>
                  <a:lnTo>
                    <a:pt x="878679" y="170938"/>
                  </a:lnTo>
                  <a:lnTo>
                    <a:pt x="891793" y="170259"/>
                  </a:lnTo>
                  <a:lnTo>
                    <a:pt x="904908" y="169561"/>
                  </a:lnTo>
                  <a:lnTo>
                    <a:pt x="918022" y="168844"/>
                  </a:lnTo>
                  <a:lnTo>
                    <a:pt x="931137" y="168109"/>
                  </a:lnTo>
                  <a:lnTo>
                    <a:pt x="944252" y="167354"/>
                  </a:lnTo>
                  <a:lnTo>
                    <a:pt x="957366" y="166580"/>
                  </a:lnTo>
                  <a:lnTo>
                    <a:pt x="970481" y="165787"/>
                  </a:lnTo>
                  <a:lnTo>
                    <a:pt x="983595" y="164975"/>
                  </a:lnTo>
                  <a:lnTo>
                    <a:pt x="996710" y="164143"/>
                  </a:lnTo>
                  <a:lnTo>
                    <a:pt x="1009825" y="163292"/>
                  </a:lnTo>
                  <a:lnTo>
                    <a:pt x="1022939" y="162422"/>
                  </a:lnTo>
                  <a:lnTo>
                    <a:pt x="1036054" y="161532"/>
                  </a:lnTo>
                  <a:lnTo>
                    <a:pt x="1049168" y="160624"/>
                  </a:lnTo>
                  <a:lnTo>
                    <a:pt x="1062283" y="159695"/>
                  </a:lnTo>
                  <a:lnTo>
                    <a:pt x="1075398" y="158748"/>
                  </a:lnTo>
                  <a:lnTo>
                    <a:pt x="1088512" y="157780"/>
                  </a:lnTo>
                  <a:lnTo>
                    <a:pt x="1101627" y="156794"/>
                  </a:lnTo>
                  <a:lnTo>
                    <a:pt x="1114742" y="155788"/>
                  </a:lnTo>
                  <a:lnTo>
                    <a:pt x="1127856" y="154763"/>
                  </a:lnTo>
                  <a:lnTo>
                    <a:pt x="1140971" y="153718"/>
                  </a:lnTo>
                  <a:lnTo>
                    <a:pt x="1154085" y="152654"/>
                  </a:lnTo>
                  <a:lnTo>
                    <a:pt x="1167200" y="151571"/>
                  </a:lnTo>
                  <a:lnTo>
                    <a:pt x="1180315" y="150468"/>
                  </a:lnTo>
                  <a:lnTo>
                    <a:pt x="1193429" y="149346"/>
                  </a:lnTo>
                  <a:lnTo>
                    <a:pt x="1206544" y="148205"/>
                  </a:lnTo>
                  <a:lnTo>
                    <a:pt x="1219658" y="147045"/>
                  </a:lnTo>
                  <a:lnTo>
                    <a:pt x="1232773" y="145865"/>
                  </a:lnTo>
                  <a:lnTo>
                    <a:pt x="1245888" y="144667"/>
                  </a:lnTo>
                  <a:lnTo>
                    <a:pt x="1259002" y="143450"/>
                  </a:lnTo>
                  <a:lnTo>
                    <a:pt x="1272117" y="142213"/>
                  </a:lnTo>
                  <a:lnTo>
                    <a:pt x="1285231" y="140958"/>
                  </a:lnTo>
                  <a:lnTo>
                    <a:pt x="1298346" y="139685"/>
                  </a:lnTo>
                  <a:lnTo>
                    <a:pt x="1311461" y="138392"/>
                  </a:lnTo>
                  <a:lnTo>
                    <a:pt x="1324575" y="137082"/>
                  </a:lnTo>
                  <a:lnTo>
                    <a:pt x="1337690" y="135753"/>
                  </a:lnTo>
                  <a:lnTo>
                    <a:pt x="1350805" y="134405"/>
                  </a:lnTo>
                  <a:lnTo>
                    <a:pt x="1363919" y="133040"/>
                  </a:lnTo>
                  <a:lnTo>
                    <a:pt x="1377034" y="131657"/>
                  </a:lnTo>
                  <a:lnTo>
                    <a:pt x="1390148" y="130256"/>
                  </a:lnTo>
                  <a:lnTo>
                    <a:pt x="1403263" y="128838"/>
                  </a:lnTo>
                  <a:lnTo>
                    <a:pt x="1416378" y="127403"/>
                  </a:lnTo>
                  <a:lnTo>
                    <a:pt x="1429492" y="125950"/>
                  </a:lnTo>
                  <a:lnTo>
                    <a:pt x="1442607" y="124481"/>
                  </a:lnTo>
                  <a:lnTo>
                    <a:pt x="1455721" y="122994"/>
                  </a:lnTo>
                  <a:lnTo>
                    <a:pt x="1468836" y="121492"/>
                  </a:lnTo>
                  <a:lnTo>
                    <a:pt x="1481951" y="119973"/>
                  </a:lnTo>
                  <a:lnTo>
                    <a:pt x="1495065" y="118439"/>
                  </a:lnTo>
                  <a:lnTo>
                    <a:pt x="1508180" y="116888"/>
                  </a:lnTo>
                  <a:lnTo>
                    <a:pt x="1521295" y="115323"/>
                  </a:lnTo>
                  <a:lnTo>
                    <a:pt x="1534409" y="113742"/>
                  </a:lnTo>
                  <a:lnTo>
                    <a:pt x="1547524" y="112147"/>
                  </a:lnTo>
                  <a:lnTo>
                    <a:pt x="1560638" y="110537"/>
                  </a:lnTo>
                  <a:lnTo>
                    <a:pt x="1573753" y="108913"/>
                  </a:lnTo>
                  <a:lnTo>
                    <a:pt x="1586868" y="107276"/>
                  </a:lnTo>
                  <a:lnTo>
                    <a:pt x="1599982" y="105625"/>
                  </a:lnTo>
                  <a:lnTo>
                    <a:pt x="1613097" y="103961"/>
                  </a:lnTo>
                  <a:lnTo>
                    <a:pt x="1626211" y="102284"/>
                  </a:lnTo>
                  <a:lnTo>
                    <a:pt x="1639326" y="100594"/>
                  </a:lnTo>
                  <a:lnTo>
                    <a:pt x="1652441" y="98893"/>
                  </a:lnTo>
                  <a:lnTo>
                    <a:pt x="1665555" y="97180"/>
                  </a:lnTo>
                  <a:lnTo>
                    <a:pt x="1678670" y="95456"/>
                  </a:lnTo>
                  <a:lnTo>
                    <a:pt x="1691784" y="93721"/>
                  </a:lnTo>
                  <a:lnTo>
                    <a:pt x="1704899" y="91975"/>
                  </a:lnTo>
                  <a:lnTo>
                    <a:pt x="1718014" y="90219"/>
                  </a:lnTo>
                  <a:lnTo>
                    <a:pt x="1731128" y="88453"/>
                  </a:lnTo>
                  <a:lnTo>
                    <a:pt x="1744243" y="86678"/>
                  </a:lnTo>
                  <a:lnTo>
                    <a:pt x="1757358" y="84893"/>
                  </a:lnTo>
                  <a:lnTo>
                    <a:pt x="1770472" y="83100"/>
                  </a:lnTo>
                  <a:lnTo>
                    <a:pt x="1783587" y="81299"/>
                  </a:lnTo>
                  <a:lnTo>
                    <a:pt x="1796701" y="79489"/>
                  </a:lnTo>
                  <a:lnTo>
                    <a:pt x="1809816" y="77672"/>
                  </a:lnTo>
                  <a:lnTo>
                    <a:pt x="1822931" y="75848"/>
                  </a:lnTo>
                  <a:lnTo>
                    <a:pt x="1836045" y="74016"/>
                  </a:lnTo>
                  <a:lnTo>
                    <a:pt x="1849160" y="72179"/>
                  </a:lnTo>
                  <a:lnTo>
                    <a:pt x="1862274" y="70335"/>
                  </a:lnTo>
                  <a:lnTo>
                    <a:pt x="1875389" y="68485"/>
                  </a:lnTo>
                  <a:lnTo>
                    <a:pt x="1888504" y="66629"/>
                  </a:lnTo>
                  <a:lnTo>
                    <a:pt x="1901618" y="64769"/>
                  </a:lnTo>
                  <a:lnTo>
                    <a:pt x="1914733" y="62903"/>
                  </a:lnTo>
                  <a:lnTo>
                    <a:pt x="1927847" y="61033"/>
                  </a:lnTo>
                  <a:lnTo>
                    <a:pt x="1940962" y="59158"/>
                  </a:lnTo>
                  <a:lnTo>
                    <a:pt x="1954077" y="57280"/>
                  </a:lnTo>
                  <a:lnTo>
                    <a:pt x="1967191" y="55397"/>
                  </a:lnTo>
                  <a:lnTo>
                    <a:pt x="1980306" y="53511"/>
                  </a:lnTo>
                  <a:lnTo>
                    <a:pt x="1993421" y="51622"/>
                  </a:lnTo>
                  <a:lnTo>
                    <a:pt x="2006535" y="49730"/>
                  </a:lnTo>
                  <a:lnTo>
                    <a:pt x="2019650" y="47835"/>
                  </a:lnTo>
                  <a:lnTo>
                    <a:pt x="2032764" y="45937"/>
                  </a:lnTo>
                  <a:lnTo>
                    <a:pt x="2045879" y="44037"/>
                  </a:lnTo>
                  <a:lnTo>
                    <a:pt x="2058994" y="42135"/>
                  </a:lnTo>
                  <a:lnTo>
                    <a:pt x="2072108" y="40231"/>
                  </a:lnTo>
                  <a:lnTo>
                    <a:pt x="2085223" y="38325"/>
                  </a:lnTo>
                  <a:lnTo>
                    <a:pt x="2098337" y="36417"/>
                  </a:lnTo>
                  <a:lnTo>
                    <a:pt x="2111452" y="34508"/>
                  </a:lnTo>
                  <a:lnTo>
                    <a:pt x="2124567" y="32597"/>
                  </a:lnTo>
                  <a:lnTo>
                    <a:pt x="2137681" y="30685"/>
                  </a:lnTo>
                  <a:lnTo>
                    <a:pt x="2150796" y="28772"/>
                  </a:lnTo>
                  <a:lnTo>
                    <a:pt x="2163911" y="26857"/>
                  </a:lnTo>
                  <a:lnTo>
                    <a:pt x="2177025" y="24942"/>
                  </a:lnTo>
                  <a:lnTo>
                    <a:pt x="2190140" y="23026"/>
                  </a:lnTo>
                  <a:lnTo>
                    <a:pt x="2203254" y="21109"/>
                  </a:lnTo>
                  <a:lnTo>
                    <a:pt x="2216369" y="19192"/>
                  </a:lnTo>
                  <a:lnTo>
                    <a:pt x="2229484" y="17274"/>
                  </a:lnTo>
                  <a:lnTo>
                    <a:pt x="2242598" y="15356"/>
                  </a:lnTo>
                  <a:lnTo>
                    <a:pt x="2255713" y="13437"/>
                  </a:lnTo>
                  <a:lnTo>
                    <a:pt x="2268827" y="11518"/>
                  </a:lnTo>
                  <a:lnTo>
                    <a:pt x="2281942" y="9598"/>
                  </a:lnTo>
                  <a:lnTo>
                    <a:pt x="2295057" y="7679"/>
                  </a:lnTo>
                  <a:lnTo>
                    <a:pt x="2308171" y="5759"/>
                  </a:lnTo>
                  <a:lnTo>
                    <a:pt x="2321286" y="3839"/>
                  </a:lnTo>
                  <a:lnTo>
                    <a:pt x="2334400" y="1919"/>
                  </a:lnTo>
                  <a:lnTo>
                    <a:pt x="2347515" y="0"/>
                  </a:lnTo>
                  <a:lnTo>
                    <a:pt x="2347515" y="86620"/>
                  </a:lnTo>
                  <a:lnTo>
                    <a:pt x="2334400" y="89665"/>
                  </a:lnTo>
                  <a:lnTo>
                    <a:pt x="2321286" y="92711"/>
                  </a:lnTo>
                  <a:lnTo>
                    <a:pt x="2308171" y="95757"/>
                  </a:lnTo>
                  <a:lnTo>
                    <a:pt x="2295057" y="98803"/>
                  </a:lnTo>
                  <a:lnTo>
                    <a:pt x="2281942" y="101849"/>
                  </a:lnTo>
                  <a:lnTo>
                    <a:pt x="2268827" y="104895"/>
                  </a:lnTo>
                  <a:lnTo>
                    <a:pt x="2255713" y="107941"/>
                  </a:lnTo>
                  <a:lnTo>
                    <a:pt x="2242598" y="110987"/>
                  </a:lnTo>
                  <a:lnTo>
                    <a:pt x="2229484" y="114033"/>
                  </a:lnTo>
                  <a:lnTo>
                    <a:pt x="2216369" y="117080"/>
                  </a:lnTo>
                  <a:lnTo>
                    <a:pt x="2203254" y="120126"/>
                  </a:lnTo>
                  <a:lnTo>
                    <a:pt x="2190140" y="123173"/>
                  </a:lnTo>
                  <a:lnTo>
                    <a:pt x="2177025" y="126220"/>
                  </a:lnTo>
                  <a:lnTo>
                    <a:pt x="2163911" y="129267"/>
                  </a:lnTo>
                  <a:lnTo>
                    <a:pt x="2150796" y="132314"/>
                  </a:lnTo>
                  <a:lnTo>
                    <a:pt x="2137681" y="135361"/>
                  </a:lnTo>
                  <a:lnTo>
                    <a:pt x="2124567" y="138409"/>
                  </a:lnTo>
                  <a:lnTo>
                    <a:pt x="2111452" y="141457"/>
                  </a:lnTo>
                  <a:lnTo>
                    <a:pt x="2098337" y="144505"/>
                  </a:lnTo>
                  <a:lnTo>
                    <a:pt x="2085223" y="147553"/>
                  </a:lnTo>
                  <a:lnTo>
                    <a:pt x="2072108" y="150602"/>
                  </a:lnTo>
                  <a:lnTo>
                    <a:pt x="2058994" y="153650"/>
                  </a:lnTo>
                  <a:lnTo>
                    <a:pt x="2045879" y="156699"/>
                  </a:lnTo>
                  <a:lnTo>
                    <a:pt x="2032764" y="159749"/>
                  </a:lnTo>
                  <a:lnTo>
                    <a:pt x="2019650" y="162798"/>
                  </a:lnTo>
                  <a:lnTo>
                    <a:pt x="2006535" y="165848"/>
                  </a:lnTo>
                  <a:lnTo>
                    <a:pt x="1993421" y="168898"/>
                  </a:lnTo>
                  <a:lnTo>
                    <a:pt x="1980306" y="171948"/>
                  </a:lnTo>
                  <a:lnTo>
                    <a:pt x="1967191" y="174998"/>
                  </a:lnTo>
                  <a:lnTo>
                    <a:pt x="1954077" y="178048"/>
                  </a:lnTo>
                  <a:lnTo>
                    <a:pt x="1940962" y="181098"/>
                  </a:lnTo>
                  <a:lnTo>
                    <a:pt x="1927847" y="184149"/>
                  </a:lnTo>
                  <a:lnTo>
                    <a:pt x="1914733" y="187199"/>
                  </a:lnTo>
                  <a:lnTo>
                    <a:pt x="1901618" y="190249"/>
                  </a:lnTo>
                  <a:lnTo>
                    <a:pt x="1888504" y="193299"/>
                  </a:lnTo>
                  <a:lnTo>
                    <a:pt x="1875389" y="196349"/>
                  </a:lnTo>
                  <a:lnTo>
                    <a:pt x="1862274" y="199398"/>
                  </a:lnTo>
                  <a:lnTo>
                    <a:pt x="1849160" y="202448"/>
                  </a:lnTo>
                  <a:lnTo>
                    <a:pt x="1836045" y="205497"/>
                  </a:lnTo>
                  <a:lnTo>
                    <a:pt x="1822931" y="208545"/>
                  </a:lnTo>
                  <a:lnTo>
                    <a:pt x="1809816" y="211594"/>
                  </a:lnTo>
                  <a:lnTo>
                    <a:pt x="1796701" y="214641"/>
                  </a:lnTo>
                  <a:lnTo>
                    <a:pt x="1783587" y="217688"/>
                  </a:lnTo>
                  <a:lnTo>
                    <a:pt x="1770472" y="220735"/>
                  </a:lnTo>
                  <a:lnTo>
                    <a:pt x="1757358" y="223781"/>
                  </a:lnTo>
                  <a:lnTo>
                    <a:pt x="1744243" y="226826"/>
                  </a:lnTo>
                  <a:lnTo>
                    <a:pt x="1731128" y="229870"/>
                  </a:lnTo>
                  <a:lnTo>
                    <a:pt x="1718014" y="232914"/>
                  </a:lnTo>
                  <a:lnTo>
                    <a:pt x="1704899" y="235956"/>
                  </a:lnTo>
                  <a:lnTo>
                    <a:pt x="1691784" y="238998"/>
                  </a:lnTo>
                  <a:lnTo>
                    <a:pt x="1678670" y="242038"/>
                  </a:lnTo>
                  <a:lnTo>
                    <a:pt x="1665555" y="245078"/>
                  </a:lnTo>
                  <a:lnTo>
                    <a:pt x="1652441" y="248117"/>
                  </a:lnTo>
                  <a:lnTo>
                    <a:pt x="1639326" y="251154"/>
                  </a:lnTo>
                  <a:lnTo>
                    <a:pt x="1626211" y="254191"/>
                  </a:lnTo>
                  <a:lnTo>
                    <a:pt x="1613097" y="257226"/>
                  </a:lnTo>
                  <a:lnTo>
                    <a:pt x="1599982" y="260260"/>
                  </a:lnTo>
                  <a:lnTo>
                    <a:pt x="1586868" y="263294"/>
                  </a:lnTo>
                  <a:lnTo>
                    <a:pt x="1573753" y="266326"/>
                  </a:lnTo>
                  <a:lnTo>
                    <a:pt x="1560638" y="269357"/>
                  </a:lnTo>
                  <a:lnTo>
                    <a:pt x="1547524" y="272387"/>
                  </a:lnTo>
                  <a:lnTo>
                    <a:pt x="1534409" y="275416"/>
                  </a:lnTo>
                  <a:lnTo>
                    <a:pt x="1521295" y="278444"/>
                  </a:lnTo>
                  <a:lnTo>
                    <a:pt x="1508180" y="281471"/>
                  </a:lnTo>
                  <a:lnTo>
                    <a:pt x="1495065" y="284497"/>
                  </a:lnTo>
                  <a:lnTo>
                    <a:pt x="1481951" y="287523"/>
                  </a:lnTo>
                  <a:lnTo>
                    <a:pt x="1468836" y="290548"/>
                  </a:lnTo>
                  <a:lnTo>
                    <a:pt x="1455721" y="293572"/>
                  </a:lnTo>
                  <a:lnTo>
                    <a:pt x="1442607" y="296595"/>
                  </a:lnTo>
                  <a:lnTo>
                    <a:pt x="1429492" y="299618"/>
                  </a:lnTo>
                  <a:lnTo>
                    <a:pt x="1416378" y="302641"/>
                  </a:lnTo>
                  <a:lnTo>
                    <a:pt x="1403263" y="305663"/>
                  </a:lnTo>
                  <a:lnTo>
                    <a:pt x="1390148" y="308685"/>
                  </a:lnTo>
                  <a:lnTo>
                    <a:pt x="1377034" y="311707"/>
                  </a:lnTo>
                  <a:lnTo>
                    <a:pt x="1363919" y="314730"/>
                  </a:lnTo>
                  <a:lnTo>
                    <a:pt x="1350805" y="317752"/>
                  </a:lnTo>
                  <a:lnTo>
                    <a:pt x="1337690" y="320775"/>
                  </a:lnTo>
                  <a:lnTo>
                    <a:pt x="1324575" y="323798"/>
                  </a:lnTo>
                  <a:lnTo>
                    <a:pt x="1311461" y="326822"/>
                  </a:lnTo>
                  <a:lnTo>
                    <a:pt x="1298346" y="329847"/>
                  </a:lnTo>
                  <a:lnTo>
                    <a:pt x="1285231" y="332873"/>
                  </a:lnTo>
                  <a:lnTo>
                    <a:pt x="1272117" y="335900"/>
                  </a:lnTo>
                  <a:lnTo>
                    <a:pt x="1259002" y="338928"/>
                  </a:lnTo>
                  <a:lnTo>
                    <a:pt x="1245888" y="341958"/>
                  </a:lnTo>
                  <a:lnTo>
                    <a:pt x="1232773" y="344989"/>
                  </a:lnTo>
                  <a:lnTo>
                    <a:pt x="1219658" y="348023"/>
                  </a:lnTo>
                  <a:lnTo>
                    <a:pt x="1206544" y="351058"/>
                  </a:lnTo>
                  <a:lnTo>
                    <a:pt x="1193429" y="354096"/>
                  </a:lnTo>
                  <a:lnTo>
                    <a:pt x="1180315" y="357136"/>
                  </a:lnTo>
                  <a:lnTo>
                    <a:pt x="1167200" y="360178"/>
                  </a:lnTo>
                  <a:lnTo>
                    <a:pt x="1154085" y="363224"/>
                  </a:lnTo>
                  <a:lnTo>
                    <a:pt x="1140971" y="366272"/>
                  </a:lnTo>
                  <a:lnTo>
                    <a:pt x="1127856" y="369323"/>
                  </a:lnTo>
                  <a:lnTo>
                    <a:pt x="1114742" y="372378"/>
                  </a:lnTo>
                  <a:lnTo>
                    <a:pt x="1101627" y="375436"/>
                  </a:lnTo>
                  <a:lnTo>
                    <a:pt x="1088512" y="378498"/>
                  </a:lnTo>
                  <a:lnTo>
                    <a:pt x="1075398" y="381564"/>
                  </a:lnTo>
                  <a:lnTo>
                    <a:pt x="1062283" y="384633"/>
                  </a:lnTo>
                  <a:lnTo>
                    <a:pt x="1049168" y="387707"/>
                  </a:lnTo>
                  <a:lnTo>
                    <a:pt x="1036054" y="390785"/>
                  </a:lnTo>
                  <a:lnTo>
                    <a:pt x="1022939" y="393867"/>
                  </a:lnTo>
                  <a:lnTo>
                    <a:pt x="1009825" y="396954"/>
                  </a:lnTo>
                  <a:lnTo>
                    <a:pt x="996710" y="400046"/>
                  </a:lnTo>
                  <a:lnTo>
                    <a:pt x="983595" y="403142"/>
                  </a:lnTo>
                  <a:lnTo>
                    <a:pt x="970481" y="406243"/>
                  </a:lnTo>
                  <a:lnTo>
                    <a:pt x="957366" y="409350"/>
                  </a:lnTo>
                  <a:lnTo>
                    <a:pt x="944252" y="412462"/>
                  </a:lnTo>
                  <a:lnTo>
                    <a:pt x="931137" y="415579"/>
                  </a:lnTo>
                  <a:lnTo>
                    <a:pt x="918022" y="418701"/>
                  </a:lnTo>
                  <a:lnTo>
                    <a:pt x="904908" y="421829"/>
                  </a:lnTo>
                  <a:lnTo>
                    <a:pt x="891793" y="424963"/>
                  </a:lnTo>
                  <a:lnTo>
                    <a:pt x="878679" y="428102"/>
                  </a:lnTo>
                  <a:lnTo>
                    <a:pt x="865564" y="431247"/>
                  </a:lnTo>
                  <a:lnTo>
                    <a:pt x="852449" y="434398"/>
                  </a:lnTo>
                  <a:lnTo>
                    <a:pt x="839335" y="437555"/>
                  </a:lnTo>
                  <a:lnTo>
                    <a:pt x="826220" y="440718"/>
                  </a:lnTo>
                  <a:lnTo>
                    <a:pt x="813105" y="443887"/>
                  </a:lnTo>
                  <a:lnTo>
                    <a:pt x="799991" y="447063"/>
                  </a:lnTo>
                  <a:lnTo>
                    <a:pt x="786876" y="450244"/>
                  </a:lnTo>
                  <a:lnTo>
                    <a:pt x="773762" y="453432"/>
                  </a:lnTo>
                  <a:lnTo>
                    <a:pt x="760647" y="456626"/>
                  </a:lnTo>
                  <a:lnTo>
                    <a:pt x="747532" y="459826"/>
                  </a:lnTo>
                  <a:lnTo>
                    <a:pt x="734418" y="463033"/>
                  </a:lnTo>
                  <a:lnTo>
                    <a:pt x="721303" y="466246"/>
                  </a:lnTo>
                  <a:lnTo>
                    <a:pt x="708189" y="469465"/>
                  </a:lnTo>
                  <a:lnTo>
                    <a:pt x="695074" y="472691"/>
                  </a:lnTo>
                  <a:lnTo>
                    <a:pt x="681959" y="475924"/>
                  </a:lnTo>
                  <a:lnTo>
                    <a:pt x="668845" y="479163"/>
                  </a:lnTo>
                  <a:lnTo>
                    <a:pt x="655730" y="482408"/>
                  </a:lnTo>
                  <a:lnTo>
                    <a:pt x="642615" y="485660"/>
                  </a:lnTo>
                  <a:lnTo>
                    <a:pt x="629501" y="488919"/>
                  </a:lnTo>
                  <a:lnTo>
                    <a:pt x="616386" y="492184"/>
                  </a:lnTo>
                  <a:lnTo>
                    <a:pt x="603272" y="495456"/>
                  </a:lnTo>
                  <a:lnTo>
                    <a:pt x="590157" y="498734"/>
                  </a:lnTo>
                  <a:lnTo>
                    <a:pt x="577042" y="502018"/>
                  </a:lnTo>
                  <a:lnTo>
                    <a:pt x="563928" y="505309"/>
                  </a:lnTo>
                  <a:lnTo>
                    <a:pt x="550813" y="508607"/>
                  </a:lnTo>
                  <a:lnTo>
                    <a:pt x="537699" y="511911"/>
                  </a:lnTo>
                  <a:lnTo>
                    <a:pt x="524584" y="515221"/>
                  </a:lnTo>
                  <a:lnTo>
                    <a:pt x="511469" y="518538"/>
                  </a:lnTo>
                  <a:lnTo>
                    <a:pt x="498355" y="521860"/>
                  </a:lnTo>
                  <a:lnTo>
                    <a:pt x="485240" y="525189"/>
                  </a:lnTo>
                  <a:lnTo>
                    <a:pt x="472126" y="528524"/>
                  </a:lnTo>
                  <a:lnTo>
                    <a:pt x="459011" y="531865"/>
                  </a:lnTo>
                  <a:lnTo>
                    <a:pt x="445896" y="535211"/>
                  </a:lnTo>
                  <a:lnTo>
                    <a:pt x="432782" y="538564"/>
                  </a:lnTo>
                  <a:lnTo>
                    <a:pt x="419667" y="541921"/>
                  </a:lnTo>
                  <a:lnTo>
                    <a:pt x="406552" y="545285"/>
                  </a:lnTo>
                  <a:lnTo>
                    <a:pt x="393438" y="548653"/>
                  </a:lnTo>
                  <a:lnTo>
                    <a:pt x="380323" y="552027"/>
                  </a:lnTo>
                  <a:lnTo>
                    <a:pt x="367209" y="555406"/>
                  </a:lnTo>
                  <a:lnTo>
                    <a:pt x="354094" y="558789"/>
                  </a:lnTo>
                  <a:lnTo>
                    <a:pt x="340979" y="562177"/>
                  </a:lnTo>
                  <a:lnTo>
                    <a:pt x="327865" y="565569"/>
                  </a:lnTo>
                  <a:lnTo>
                    <a:pt x="314750" y="568966"/>
                  </a:lnTo>
                  <a:lnTo>
                    <a:pt x="301636" y="572367"/>
                  </a:lnTo>
                  <a:lnTo>
                    <a:pt x="288521" y="575771"/>
                  </a:lnTo>
                  <a:lnTo>
                    <a:pt x="275406" y="579179"/>
                  </a:lnTo>
                  <a:lnTo>
                    <a:pt x="262292" y="582590"/>
                  </a:lnTo>
                  <a:lnTo>
                    <a:pt x="249177" y="586004"/>
                  </a:lnTo>
                  <a:lnTo>
                    <a:pt x="236063" y="589422"/>
                  </a:lnTo>
                  <a:lnTo>
                    <a:pt x="222948" y="592842"/>
                  </a:lnTo>
                  <a:lnTo>
                    <a:pt x="209833" y="596264"/>
                  </a:lnTo>
                  <a:lnTo>
                    <a:pt x="196719" y="599689"/>
                  </a:lnTo>
                  <a:lnTo>
                    <a:pt x="183604" y="603116"/>
                  </a:lnTo>
                  <a:lnTo>
                    <a:pt x="170489" y="606545"/>
                  </a:lnTo>
                  <a:lnTo>
                    <a:pt x="157375" y="609975"/>
                  </a:lnTo>
                  <a:lnTo>
                    <a:pt x="144260" y="613408"/>
                  </a:lnTo>
                  <a:lnTo>
                    <a:pt x="131146" y="616841"/>
                  </a:lnTo>
                  <a:lnTo>
                    <a:pt x="118031" y="620276"/>
                  </a:lnTo>
                  <a:lnTo>
                    <a:pt x="104916" y="623712"/>
                  </a:lnTo>
                  <a:lnTo>
                    <a:pt x="91802" y="627148"/>
                  </a:lnTo>
                  <a:lnTo>
                    <a:pt x="78687" y="630586"/>
                  </a:lnTo>
                  <a:lnTo>
                    <a:pt x="65573" y="634024"/>
                  </a:lnTo>
                  <a:lnTo>
                    <a:pt x="52458" y="637462"/>
                  </a:lnTo>
                  <a:lnTo>
                    <a:pt x="39343" y="640901"/>
                  </a:lnTo>
                  <a:lnTo>
                    <a:pt x="26229" y="644340"/>
                  </a:lnTo>
                  <a:lnTo>
                    <a:pt x="13114" y="647779"/>
                  </a:lnTo>
                  <a:lnTo>
                    <a:pt x="0" y="6512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2233965"/>
              <a:ext cx="2347515" cy="184799"/>
            </a:xfrm>
            <a:custGeom>
              <a:avLst/>
              <a:pathLst>
                <a:path w="2347515" h="184799">
                  <a:moveTo>
                    <a:pt x="0" y="184305"/>
                  </a:moveTo>
                  <a:lnTo>
                    <a:pt x="13114" y="184346"/>
                  </a:lnTo>
                  <a:lnTo>
                    <a:pt x="26229" y="184387"/>
                  </a:lnTo>
                  <a:lnTo>
                    <a:pt x="39343" y="184427"/>
                  </a:lnTo>
                  <a:lnTo>
                    <a:pt x="52458" y="184467"/>
                  </a:lnTo>
                  <a:lnTo>
                    <a:pt x="65573" y="184507"/>
                  </a:lnTo>
                  <a:lnTo>
                    <a:pt x="78687" y="184545"/>
                  </a:lnTo>
                  <a:lnTo>
                    <a:pt x="91802" y="184582"/>
                  </a:lnTo>
                  <a:lnTo>
                    <a:pt x="104916" y="184618"/>
                  </a:lnTo>
                  <a:lnTo>
                    <a:pt x="118031" y="184651"/>
                  </a:lnTo>
                  <a:lnTo>
                    <a:pt x="131146" y="184682"/>
                  </a:lnTo>
                  <a:lnTo>
                    <a:pt x="144260" y="184710"/>
                  </a:lnTo>
                  <a:lnTo>
                    <a:pt x="157375" y="184735"/>
                  </a:lnTo>
                  <a:lnTo>
                    <a:pt x="170489" y="184757"/>
                  </a:lnTo>
                  <a:lnTo>
                    <a:pt x="183604" y="184774"/>
                  </a:lnTo>
                  <a:lnTo>
                    <a:pt x="196719" y="184787"/>
                  </a:lnTo>
                  <a:lnTo>
                    <a:pt x="209833" y="184796"/>
                  </a:lnTo>
                  <a:lnTo>
                    <a:pt x="222948" y="184799"/>
                  </a:lnTo>
                  <a:lnTo>
                    <a:pt x="236063" y="184797"/>
                  </a:lnTo>
                  <a:lnTo>
                    <a:pt x="249177" y="184789"/>
                  </a:lnTo>
                  <a:lnTo>
                    <a:pt x="262292" y="184775"/>
                  </a:lnTo>
                  <a:lnTo>
                    <a:pt x="275406" y="184755"/>
                  </a:lnTo>
                  <a:lnTo>
                    <a:pt x="288521" y="184727"/>
                  </a:lnTo>
                  <a:lnTo>
                    <a:pt x="301636" y="184692"/>
                  </a:lnTo>
                  <a:lnTo>
                    <a:pt x="314750" y="184649"/>
                  </a:lnTo>
                  <a:lnTo>
                    <a:pt x="327865" y="184598"/>
                  </a:lnTo>
                  <a:lnTo>
                    <a:pt x="340979" y="184539"/>
                  </a:lnTo>
                  <a:lnTo>
                    <a:pt x="354094" y="184470"/>
                  </a:lnTo>
                  <a:lnTo>
                    <a:pt x="367209" y="184393"/>
                  </a:lnTo>
                  <a:lnTo>
                    <a:pt x="380323" y="184306"/>
                  </a:lnTo>
                  <a:lnTo>
                    <a:pt x="393438" y="184209"/>
                  </a:lnTo>
                  <a:lnTo>
                    <a:pt x="406552" y="184102"/>
                  </a:lnTo>
                  <a:lnTo>
                    <a:pt x="419667" y="183984"/>
                  </a:lnTo>
                  <a:lnTo>
                    <a:pt x="432782" y="183856"/>
                  </a:lnTo>
                  <a:lnTo>
                    <a:pt x="445896" y="183716"/>
                  </a:lnTo>
                  <a:lnTo>
                    <a:pt x="459011" y="183565"/>
                  </a:lnTo>
                  <a:lnTo>
                    <a:pt x="472126" y="183401"/>
                  </a:lnTo>
                  <a:lnTo>
                    <a:pt x="485240" y="183226"/>
                  </a:lnTo>
                  <a:lnTo>
                    <a:pt x="498355" y="183038"/>
                  </a:lnTo>
                  <a:lnTo>
                    <a:pt x="511469" y="182837"/>
                  </a:lnTo>
                  <a:lnTo>
                    <a:pt x="524584" y="182623"/>
                  </a:lnTo>
                  <a:lnTo>
                    <a:pt x="537699" y="182396"/>
                  </a:lnTo>
                  <a:lnTo>
                    <a:pt x="550813" y="182155"/>
                  </a:lnTo>
                  <a:lnTo>
                    <a:pt x="563928" y="181900"/>
                  </a:lnTo>
                  <a:lnTo>
                    <a:pt x="577042" y="181631"/>
                  </a:lnTo>
                  <a:lnTo>
                    <a:pt x="590157" y="181347"/>
                  </a:lnTo>
                  <a:lnTo>
                    <a:pt x="603272" y="181048"/>
                  </a:lnTo>
                  <a:lnTo>
                    <a:pt x="616386" y="180734"/>
                  </a:lnTo>
                  <a:lnTo>
                    <a:pt x="629501" y="180405"/>
                  </a:lnTo>
                  <a:lnTo>
                    <a:pt x="642615" y="180060"/>
                  </a:lnTo>
                  <a:lnTo>
                    <a:pt x="655730" y="179699"/>
                  </a:lnTo>
                  <a:lnTo>
                    <a:pt x="668845" y="179322"/>
                  </a:lnTo>
                  <a:lnTo>
                    <a:pt x="681959" y="178929"/>
                  </a:lnTo>
                  <a:lnTo>
                    <a:pt x="695074" y="178519"/>
                  </a:lnTo>
                  <a:lnTo>
                    <a:pt x="708189" y="178092"/>
                  </a:lnTo>
                  <a:lnTo>
                    <a:pt x="721303" y="177648"/>
                  </a:lnTo>
                  <a:lnTo>
                    <a:pt x="734418" y="177187"/>
                  </a:lnTo>
                  <a:lnTo>
                    <a:pt x="747532" y="176709"/>
                  </a:lnTo>
                  <a:lnTo>
                    <a:pt x="760647" y="176213"/>
                  </a:lnTo>
                  <a:lnTo>
                    <a:pt x="773762" y="175700"/>
                  </a:lnTo>
                  <a:lnTo>
                    <a:pt x="786876" y="175169"/>
                  </a:lnTo>
                  <a:lnTo>
                    <a:pt x="799991" y="174619"/>
                  </a:lnTo>
                  <a:lnTo>
                    <a:pt x="813105" y="174052"/>
                  </a:lnTo>
                  <a:lnTo>
                    <a:pt x="826220" y="173466"/>
                  </a:lnTo>
                  <a:lnTo>
                    <a:pt x="839335" y="172862"/>
                  </a:lnTo>
                  <a:lnTo>
                    <a:pt x="852449" y="172239"/>
                  </a:lnTo>
                  <a:lnTo>
                    <a:pt x="865564" y="171598"/>
                  </a:lnTo>
                  <a:lnTo>
                    <a:pt x="878679" y="170938"/>
                  </a:lnTo>
                  <a:lnTo>
                    <a:pt x="891793" y="170259"/>
                  </a:lnTo>
                  <a:lnTo>
                    <a:pt x="904908" y="169561"/>
                  </a:lnTo>
                  <a:lnTo>
                    <a:pt x="918022" y="168844"/>
                  </a:lnTo>
                  <a:lnTo>
                    <a:pt x="931137" y="168109"/>
                  </a:lnTo>
                  <a:lnTo>
                    <a:pt x="944252" y="167354"/>
                  </a:lnTo>
                  <a:lnTo>
                    <a:pt x="957366" y="166580"/>
                  </a:lnTo>
                  <a:lnTo>
                    <a:pt x="970481" y="165787"/>
                  </a:lnTo>
                  <a:lnTo>
                    <a:pt x="983595" y="164975"/>
                  </a:lnTo>
                  <a:lnTo>
                    <a:pt x="996710" y="164143"/>
                  </a:lnTo>
                  <a:lnTo>
                    <a:pt x="1009825" y="163292"/>
                  </a:lnTo>
                  <a:lnTo>
                    <a:pt x="1022939" y="162422"/>
                  </a:lnTo>
                  <a:lnTo>
                    <a:pt x="1036054" y="161532"/>
                  </a:lnTo>
                  <a:lnTo>
                    <a:pt x="1049168" y="160624"/>
                  </a:lnTo>
                  <a:lnTo>
                    <a:pt x="1062283" y="159695"/>
                  </a:lnTo>
                  <a:lnTo>
                    <a:pt x="1075398" y="158748"/>
                  </a:lnTo>
                  <a:lnTo>
                    <a:pt x="1088512" y="157780"/>
                  </a:lnTo>
                  <a:lnTo>
                    <a:pt x="1101627" y="156794"/>
                  </a:lnTo>
                  <a:lnTo>
                    <a:pt x="1114742" y="155788"/>
                  </a:lnTo>
                  <a:lnTo>
                    <a:pt x="1127856" y="154763"/>
                  </a:lnTo>
                  <a:lnTo>
                    <a:pt x="1140971" y="153718"/>
                  </a:lnTo>
                  <a:lnTo>
                    <a:pt x="1154085" y="152654"/>
                  </a:lnTo>
                  <a:lnTo>
                    <a:pt x="1167200" y="151571"/>
                  </a:lnTo>
                  <a:lnTo>
                    <a:pt x="1180315" y="150468"/>
                  </a:lnTo>
                  <a:lnTo>
                    <a:pt x="1193429" y="149346"/>
                  </a:lnTo>
                  <a:lnTo>
                    <a:pt x="1206544" y="148205"/>
                  </a:lnTo>
                  <a:lnTo>
                    <a:pt x="1219658" y="147045"/>
                  </a:lnTo>
                  <a:lnTo>
                    <a:pt x="1232773" y="145865"/>
                  </a:lnTo>
                  <a:lnTo>
                    <a:pt x="1245888" y="144667"/>
                  </a:lnTo>
                  <a:lnTo>
                    <a:pt x="1259002" y="143450"/>
                  </a:lnTo>
                  <a:lnTo>
                    <a:pt x="1272117" y="142213"/>
                  </a:lnTo>
                  <a:lnTo>
                    <a:pt x="1285231" y="140958"/>
                  </a:lnTo>
                  <a:lnTo>
                    <a:pt x="1298346" y="139685"/>
                  </a:lnTo>
                  <a:lnTo>
                    <a:pt x="1311461" y="138392"/>
                  </a:lnTo>
                  <a:lnTo>
                    <a:pt x="1324575" y="137082"/>
                  </a:lnTo>
                  <a:lnTo>
                    <a:pt x="1337690" y="135753"/>
                  </a:lnTo>
                  <a:lnTo>
                    <a:pt x="1350805" y="134405"/>
                  </a:lnTo>
                  <a:lnTo>
                    <a:pt x="1363919" y="133040"/>
                  </a:lnTo>
                  <a:lnTo>
                    <a:pt x="1377034" y="131657"/>
                  </a:lnTo>
                  <a:lnTo>
                    <a:pt x="1390148" y="130256"/>
                  </a:lnTo>
                  <a:lnTo>
                    <a:pt x="1403263" y="128838"/>
                  </a:lnTo>
                  <a:lnTo>
                    <a:pt x="1416378" y="127403"/>
                  </a:lnTo>
                  <a:lnTo>
                    <a:pt x="1429492" y="125950"/>
                  </a:lnTo>
                  <a:lnTo>
                    <a:pt x="1442607" y="124481"/>
                  </a:lnTo>
                  <a:lnTo>
                    <a:pt x="1455721" y="122994"/>
                  </a:lnTo>
                  <a:lnTo>
                    <a:pt x="1468836" y="121492"/>
                  </a:lnTo>
                  <a:lnTo>
                    <a:pt x="1481951" y="119973"/>
                  </a:lnTo>
                  <a:lnTo>
                    <a:pt x="1495065" y="118439"/>
                  </a:lnTo>
                  <a:lnTo>
                    <a:pt x="1508180" y="116888"/>
                  </a:lnTo>
                  <a:lnTo>
                    <a:pt x="1521295" y="115323"/>
                  </a:lnTo>
                  <a:lnTo>
                    <a:pt x="1534409" y="113742"/>
                  </a:lnTo>
                  <a:lnTo>
                    <a:pt x="1547524" y="112147"/>
                  </a:lnTo>
                  <a:lnTo>
                    <a:pt x="1560638" y="110537"/>
                  </a:lnTo>
                  <a:lnTo>
                    <a:pt x="1573753" y="108913"/>
                  </a:lnTo>
                  <a:lnTo>
                    <a:pt x="1586868" y="107276"/>
                  </a:lnTo>
                  <a:lnTo>
                    <a:pt x="1599982" y="105625"/>
                  </a:lnTo>
                  <a:lnTo>
                    <a:pt x="1613097" y="103961"/>
                  </a:lnTo>
                  <a:lnTo>
                    <a:pt x="1626211" y="102284"/>
                  </a:lnTo>
                  <a:lnTo>
                    <a:pt x="1639326" y="100594"/>
                  </a:lnTo>
                  <a:lnTo>
                    <a:pt x="1652441" y="98893"/>
                  </a:lnTo>
                  <a:lnTo>
                    <a:pt x="1665555" y="97180"/>
                  </a:lnTo>
                  <a:lnTo>
                    <a:pt x="1678670" y="95456"/>
                  </a:lnTo>
                  <a:lnTo>
                    <a:pt x="1691784" y="93721"/>
                  </a:lnTo>
                  <a:lnTo>
                    <a:pt x="1704899" y="91975"/>
                  </a:lnTo>
                  <a:lnTo>
                    <a:pt x="1718014" y="90219"/>
                  </a:lnTo>
                  <a:lnTo>
                    <a:pt x="1731128" y="88453"/>
                  </a:lnTo>
                  <a:lnTo>
                    <a:pt x="1744243" y="86678"/>
                  </a:lnTo>
                  <a:lnTo>
                    <a:pt x="1757358" y="84893"/>
                  </a:lnTo>
                  <a:lnTo>
                    <a:pt x="1770472" y="83100"/>
                  </a:lnTo>
                  <a:lnTo>
                    <a:pt x="1783587" y="81299"/>
                  </a:lnTo>
                  <a:lnTo>
                    <a:pt x="1796701" y="79489"/>
                  </a:lnTo>
                  <a:lnTo>
                    <a:pt x="1809816" y="77672"/>
                  </a:lnTo>
                  <a:lnTo>
                    <a:pt x="1822931" y="75848"/>
                  </a:lnTo>
                  <a:lnTo>
                    <a:pt x="1836045" y="74016"/>
                  </a:lnTo>
                  <a:lnTo>
                    <a:pt x="1849160" y="72179"/>
                  </a:lnTo>
                  <a:lnTo>
                    <a:pt x="1862274" y="70335"/>
                  </a:lnTo>
                  <a:lnTo>
                    <a:pt x="1875389" y="68485"/>
                  </a:lnTo>
                  <a:lnTo>
                    <a:pt x="1888504" y="66629"/>
                  </a:lnTo>
                  <a:lnTo>
                    <a:pt x="1901618" y="64769"/>
                  </a:lnTo>
                  <a:lnTo>
                    <a:pt x="1914733" y="62903"/>
                  </a:lnTo>
                  <a:lnTo>
                    <a:pt x="1927847" y="61033"/>
                  </a:lnTo>
                  <a:lnTo>
                    <a:pt x="1940962" y="59158"/>
                  </a:lnTo>
                  <a:lnTo>
                    <a:pt x="1954077" y="57280"/>
                  </a:lnTo>
                  <a:lnTo>
                    <a:pt x="1967191" y="55397"/>
                  </a:lnTo>
                  <a:lnTo>
                    <a:pt x="1980306" y="53511"/>
                  </a:lnTo>
                  <a:lnTo>
                    <a:pt x="1993421" y="51622"/>
                  </a:lnTo>
                  <a:lnTo>
                    <a:pt x="2006535" y="49730"/>
                  </a:lnTo>
                  <a:lnTo>
                    <a:pt x="2019650" y="47835"/>
                  </a:lnTo>
                  <a:lnTo>
                    <a:pt x="2032764" y="45937"/>
                  </a:lnTo>
                  <a:lnTo>
                    <a:pt x="2045879" y="44037"/>
                  </a:lnTo>
                  <a:lnTo>
                    <a:pt x="2058994" y="42135"/>
                  </a:lnTo>
                  <a:lnTo>
                    <a:pt x="2072108" y="40231"/>
                  </a:lnTo>
                  <a:lnTo>
                    <a:pt x="2085223" y="38325"/>
                  </a:lnTo>
                  <a:lnTo>
                    <a:pt x="2098337" y="36417"/>
                  </a:lnTo>
                  <a:lnTo>
                    <a:pt x="2111452" y="34508"/>
                  </a:lnTo>
                  <a:lnTo>
                    <a:pt x="2124567" y="32597"/>
                  </a:lnTo>
                  <a:lnTo>
                    <a:pt x="2137681" y="30685"/>
                  </a:lnTo>
                  <a:lnTo>
                    <a:pt x="2150796" y="28772"/>
                  </a:lnTo>
                  <a:lnTo>
                    <a:pt x="2163911" y="26857"/>
                  </a:lnTo>
                  <a:lnTo>
                    <a:pt x="2177025" y="24942"/>
                  </a:lnTo>
                  <a:lnTo>
                    <a:pt x="2190140" y="23026"/>
                  </a:lnTo>
                  <a:lnTo>
                    <a:pt x="2203254" y="21109"/>
                  </a:lnTo>
                  <a:lnTo>
                    <a:pt x="2216369" y="19192"/>
                  </a:lnTo>
                  <a:lnTo>
                    <a:pt x="2229484" y="17274"/>
                  </a:lnTo>
                  <a:lnTo>
                    <a:pt x="2242598" y="15356"/>
                  </a:lnTo>
                  <a:lnTo>
                    <a:pt x="2255713" y="13437"/>
                  </a:lnTo>
                  <a:lnTo>
                    <a:pt x="2268827" y="11518"/>
                  </a:lnTo>
                  <a:lnTo>
                    <a:pt x="2281942" y="9598"/>
                  </a:lnTo>
                  <a:lnTo>
                    <a:pt x="2295057" y="7679"/>
                  </a:lnTo>
                  <a:lnTo>
                    <a:pt x="2308171" y="5759"/>
                  </a:lnTo>
                  <a:lnTo>
                    <a:pt x="2321286" y="3839"/>
                  </a:lnTo>
                  <a:lnTo>
                    <a:pt x="2334400" y="1919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320586"/>
              <a:ext cx="2347515" cy="564598"/>
            </a:xfrm>
            <a:custGeom>
              <a:avLst/>
              <a:pathLst>
                <a:path w="2347515" h="564598">
                  <a:moveTo>
                    <a:pt x="2347515" y="0"/>
                  </a:moveTo>
                  <a:lnTo>
                    <a:pt x="2334400" y="3045"/>
                  </a:lnTo>
                  <a:lnTo>
                    <a:pt x="2321286" y="6091"/>
                  </a:lnTo>
                  <a:lnTo>
                    <a:pt x="2308171" y="9137"/>
                  </a:lnTo>
                  <a:lnTo>
                    <a:pt x="2295057" y="12183"/>
                  </a:lnTo>
                  <a:lnTo>
                    <a:pt x="2281942" y="15229"/>
                  </a:lnTo>
                  <a:lnTo>
                    <a:pt x="2268827" y="18275"/>
                  </a:lnTo>
                  <a:lnTo>
                    <a:pt x="2255713" y="21321"/>
                  </a:lnTo>
                  <a:lnTo>
                    <a:pt x="2242598" y="24367"/>
                  </a:lnTo>
                  <a:lnTo>
                    <a:pt x="2229484" y="27413"/>
                  </a:lnTo>
                  <a:lnTo>
                    <a:pt x="2216369" y="30460"/>
                  </a:lnTo>
                  <a:lnTo>
                    <a:pt x="2203254" y="33506"/>
                  </a:lnTo>
                  <a:lnTo>
                    <a:pt x="2190140" y="36553"/>
                  </a:lnTo>
                  <a:lnTo>
                    <a:pt x="2177025" y="39599"/>
                  </a:lnTo>
                  <a:lnTo>
                    <a:pt x="2163911" y="42646"/>
                  </a:lnTo>
                  <a:lnTo>
                    <a:pt x="2150796" y="45694"/>
                  </a:lnTo>
                  <a:lnTo>
                    <a:pt x="2137681" y="48741"/>
                  </a:lnTo>
                  <a:lnTo>
                    <a:pt x="2124567" y="51789"/>
                  </a:lnTo>
                  <a:lnTo>
                    <a:pt x="2111452" y="54836"/>
                  </a:lnTo>
                  <a:lnTo>
                    <a:pt x="2098337" y="57885"/>
                  </a:lnTo>
                  <a:lnTo>
                    <a:pt x="2085223" y="60933"/>
                  </a:lnTo>
                  <a:lnTo>
                    <a:pt x="2072108" y="63981"/>
                  </a:lnTo>
                  <a:lnTo>
                    <a:pt x="2058994" y="67030"/>
                  </a:lnTo>
                  <a:lnTo>
                    <a:pt x="2045879" y="70079"/>
                  </a:lnTo>
                  <a:lnTo>
                    <a:pt x="2032764" y="73129"/>
                  </a:lnTo>
                  <a:lnTo>
                    <a:pt x="2019650" y="76178"/>
                  </a:lnTo>
                  <a:lnTo>
                    <a:pt x="2006535" y="79228"/>
                  </a:lnTo>
                  <a:lnTo>
                    <a:pt x="1993421" y="82278"/>
                  </a:lnTo>
                  <a:lnTo>
                    <a:pt x="1980306" y="85328"/>
                  </a:lnTo>
                  <a:lnTo>
                    <a:pt x="1967191" y="88378"/>
                  </a:lnTo>
                  <a:lnTo>
                    <a:pt x="1954077" y="91428"/>
                  </a:lnTo>
                  <a:lnTo>
                    <a:pt x="1940962" y="94478"/>
                  </a:lnTo>
                  <a:lnTo>
                    <a:pt x="1927847" y="97528"/>
                  </a:lnTo>
                  <a:lnTo>
                    <a:pt x="1914733" y="100579"/>
                  </a:lnTo>
                  <a:lnTo>
                    <a:pt x="1901618" y="103629"/>
                  </a:lnTo>
                  <a:lnTo>
                    <a:pt x="1888504" y="106679"/>
                  </a:lnTo>
                  <a:lnTo>
                    <a:pt x="1875389" y="109729"/>
                  </a:lnTo>
                  <a:lnTo>
                    <a:pt x="1862274" y="112778"/>
                  </a:lnTo>
                  <a:lnTo>
                    <a:pt x="1849160" y="115828"/>
                  </a:lnTo>
                  <a:lnTo>
                    <a:pt x="1836045" y="118877"/>
                  </a:lnTo>
                  <a:lnTo>
                    <a:pt x="1822931" y="121925"/>
                  </a:lnTo>
                  <a:lnTo>
                    <a:pt x="1809816" y="124973"/>
                  </a:lnTo>
                  <a:lnTo>
                    <a:pt x="1796701" y="128021"/>
                  </a:lnTo>
                  <a:lnTo>
                    <a:pt x="1783587" y="131068"/>
                  </a:lnTo>
                  <a:lnTo>
                    <a:pt x="1770472" y="134115"/>
                  </a:lnTo>
                  <a:lnTo>
                    <a:pt x="1757358" y="137161"/>
                  </a:lnTo>
                  <a:lnTo>
                    <a:pt x="1744243" y="140206"/>
                  </a:lnTo>
                  <a:lnTo>
                    <a:pt x="1731128" y="143250"/>
                  </a:lnTo>
                  <a:lnTo>
                    <a:pt x="1718014" y="146293"/>
                  </a:lnTo>
                  <a:lnTo>
                    <a:pt x="1704899" y="149336"/>
                  </a:lnTo>
                  <a:lnTo>
                    <a:pt x="1691784" y="152378"/>
                  </a:lnTo>
                  <a:lnTo>
                    <a:pt x="1678670" y="155418"/>
                  </a:lnTo>
                  <a:lnTo>
                    <a:pt x="1665555" y="158458"/>
                  </a:lnTo>
                  <a:lnTo>
                    <a:pt x="1652441" y="161497"/>
                  </a:lnTo>
                  <a:lnTo>
                    <a:pt x="1639326" y="164534"/>
                  </a:lnTo>
                  <a:lnTo>
                    <a:pt x="1626211" y="167571"/>
                  </a:lnTo>
                  <a:lnTo>
                    <a:pt x="1613097" y="170606"/>
                  </a:lnTo>
                  <a:lnTo>
                    <a:pt x="1599982" y="173640"/>
                  </a:lnTo>
                  <a:lnTo>
                    <a:pt x="1586868" y="176674"/>
                  </a:lnTo>
                  <a:lnTo>
                    <a:pt x="1573753" y="179706"/>
                  </a:lnTo>
                  <a:lnTo>
                    <a:pt x="1560638" y="182737"/>
                  </a:lnTo>
                  <a:lnTo>
                    <a:pt x="1547524" y="185767"/>
                  </a:lnTo>
                  <a:lnTo>
                    <a:pt x="1534409" y="188796"/>
                  </a:lnTo>
                  <a:lnTo>
                    <a:pt x="1521295" y="191824"/>
                  </a:lnTo>
                  <a:lnTo>
                    <a:pt x="1508180" y="194851"/>
                  </a:lnTo>
                  <a:lnTo>
                    <a:pt x="1495065" y="197877"/>
                  </a:lnTo>
                  <a:lnTo>
                    <a:pt x="1481951" y="200903"/>
                  </a:lnTo>
                  <a:lnTo>
                    <a:pt x="1468836" y="203927"/>
                  </a:lnTo>
                  <a:lnTo>
                    <a:pt x="1455721" y="206951"/>
                  </a:lnTo>
                  <a:lnTo>
                    <a:pt x="1442607" y="209975"/>
                  </a:lnTo>
                  <a:lnTo>
                    <a:pt x="1429492" y="212998"/>
                  </a:lnTo>
                  <a:lnTo>
                    <a:pt x="1416378" y="216021"/>
                  </a:lnTo>
                  <a:lnTo>
                    <a:pt x="1403263" y="219043"/>
                  </a:lnTo>
                  <a:lnTo>
                    <a:pt x="1390148" y="222065"/>
                  </a:lnTo>
                  <a:lnTo>
                    <a:pt x="1377034" y="225087"/>
                  </a:lnTo>
                  <a:lnTo>
                    <a:pt x="1363919" y="228109"/>
                  </a:lnTo>
                  <a:lnTo>
                    <a:pt x="1350805" y="231132"/>
                  </a:lnTo>
                  <a:lnTo>
                    <a:pt x="1337690" y="234155"/>
                  </a:lnTo>
                  <a:lnTo>
                    <a:pt x="1324575" y="237178"/>
                  </a:lnTo>
                  <a:lnTo>
                    <a:pt x="1311461" y="240202"/>
                  </a:lnTo>
                  <a:lnTo>
                    <a:pt x="1298346" y="243227"/>
                  </a:lnTo>
                  <a:lnTo>
                    <a:pt x="1285231" y="246253"/>
                  </a:lnTo>
                  <a:lnTo>
                    <a:pt x="1272117" y="249280"/>
                  </a:lnTo>
                  <a:lnTo>
                    <a:pt x="1259002" y="252308"/>
                  </a:lnTo>
                  <a:lnTo>
                    <a:pt x="1245888" y="255338"/>
                  </a:lnTo>
                  <a:lnTo>
                    <a:pt x="1232773" y="258369"/>
                  </a:lnTo>
                  <a:lnTo>
                    <a:pt x="1219658" y="261403"/>
                  </a:lnTo>
                  <a:lnTo>
                    <a:pt x="1206544" y="264438"/>
                  </a:lnTo>
                  <a:lnTo>
                    <a:pt x="1193429" y="267476"/>
                  </a:lnTo>
                  <a:lnTo>
                    <a:pt x="1180315" y="270516"/>
                  </a:lnTo>
                  <a:lnTo>
                    <a:pt x="1167200" y="273558"/>
                  </a:lnTo>
                  <a:lnTo>
                    <a:pt x="1154085" y="276604"/>
                  </a:lnTo>
                  <a:lnTo>
                    <a:pt x="1140971" y="279652"/>
                  </a:lnTo>
                  <a:lnTo>
                    <a:pt x="1127856" y="282703"/>
                  </a:lnTo>
                  <a:lnTo>
                    <a:pt x="1114742" y="285758"/>
                  </a:lnTo>
                  <a:lnTo>
                    <a:pt x="1101627" y="288816"/>
                  </a:lnTo>
                  <a:lnTo>
                    <a:pt x="1088512" y="291878"/>
                  </a:lnTo>
                  <a:lnTo>
                    <a:pt x="1075398" y="294943"/>
                  </a:lnTo>
                  <a:lnTo>
                    <a:pt x="1062283" y="298013"/>
                  </a:lnTo>
                  <a:lnTo>
                    <a:pt x="1049168" y="301087"/>
                  </a:lnTo>
                  <a:lnTo>
                    <a:pt x="1036054" y="304165"/>
                  </a:lnTo>
                  <a:lnTo>
                    <a:pt x="1022939" y="307247"/>
                  </a:lnTo>
                  <a:lnTo>
                    <a:pt x="1009825" y="310334"/>
                  </a:lnTo>
                  <a:lnTo>
                    <a:pt x="996710" y="313425"/>
                  </a:lnTo>
                  <a:lnTo>
                    <a:pt x="983595" y="316522"/>
                  </a:lnTo>
                  <a:lnTo>
                    <a:pt x="970481" y="319623"/>
                  </a:lnTo>
                  <a:lnTo>
                    <a:pt x="957366" y="322730"/>
                  </a:lnTo>
                  <a:lnTo>
                    <a:pt x="944252" y="325842"/>
                  </a:lnTo>
                  <a:lnTo>
                    <a:pt x="931137" y="328959"/>
                  </a:lnTo>
                  <a:lnTo>
                    <a:pt x="918022" y="332081"/>
                  </a:lnTo>
                  <a:lnTo>
                    <a:pt x="904908" y="335209"/>
                  </a:lnTo>
                  <a:lnTo>
                    <a:pt x="891793" y="338343"/>
                  </a:lnTo>
                  <a:lnTo>
                    <a:pt x="878679" y="341482"/>
                  </a:lnTo>
                  <a:lnTo>
                    <a:pt x="865564" y="344627"/>
                  </a:lnTo>
                  <a:lnTo>
                    <a:pt x="852449" y="347778"/>
                  </a:lnTo>
                  <a:lnTo>
                    <a:pt x="839335" y="350935"/>
                  </a:lnTo>
                  <a:lnTo>
                    <a:pt x="826220" y="354098"/>
                  </a:lnTo>
                  <a:lnTo>
                    <a:pt x="813105" y="357267"/>
                  </a:lnTo>
                  <a:lnTo>
                    <a:pt x="799991" y="360442"/>
                  </a:lnTo>
                  <a:lnTo>
                    <a:pt x="786876" y="363624"/>
                  </a:lnTo>
                  <a:lnTo>
                    <a:pt x="773762" y="366811"/>
                  </a:lnTo>
                  <a:lnTo>
                    <a:pt x="760647" y="370005"/>
                  </a:lnTo>
                  <a:lnTo>
                    <a:pt x="747532" y="373206"/>
                  </a:lnTo>
                  <a:lnTo>
                    <a:pt x="734418" y="376412"/>
                  </a:lnTo>
                  <a:lnTo>
                    <a:pt x="721303" y="379625"/>
                  </a:lnTo>
                  <a:lnTo>
                    <a:pt x="708189" y="382845"/>
                  </a:lnTo>
                  <a:lnTo>
                    <a:pt x="695074" y="386071"/>
                  </a:lnTo>
                  <a:lnTo>
                    <a:pt x="681959" y="389303"/>
                  </a:lnTo>
                  <a:lnTo>
                    <a:pt x="668845" y="392542"/>
                  </a:lnTo>
                  <a:lnTo>
                    <a:pt x="655730" y="395788"/>
                  </a:lnTo>
                  <a:lnTo>
                    <a:pt x="642615" y="399040"/>
                  </a:lnTo>
                  <a:lnTo>
                    <a:pt x="629501" y="402299"/>
                  </a:lnTo>
                  <a:lnTo>
                    <a:pt x="616386" y="405564"/>
                  </a:lnTo>
                  <a:lnTo>
                    <a:pt x="603272" y="408835"/>
                  </a:lnTo>
                  <a:lnTo>
                    <a:pt x="590157" y="412114"/>
                  </a:lnTo>
                  <a:lnTo>
                    <a:pt x="577042" y="415398"/>
                  </a:lnTo>
                  <a:lnTo>
                    <a:pt x="563928" y="418689"/>
                  </a:lnTo>
                  <a:lnTo>
                    <a:pt x="550813" y="421987"/>
                  </a:lnTo>
                  <a:lnTo>
                    <a:pt x="537699" y="425291"/>
                  </a:lnTo>
                  <a:lnTo>
                    <a:pt x="524584" y="428601"/>
                  </a:lnTo>
                  <a:lnTo>
                    <a:pt x="511469" y="431917"/>
                  </a:lnTo>
                  <a:lnTo>
                    <a:pt x="498355" y="435240"/>
                  </a:lnTo>
                  <a:lnTo>
                    <a:pt x="485240" y="438569"/>
                  </a:lnTo>
                  <a:lnTo>
                    <a:pt x="472126" y="441904"/>
                  </a:lnTo>
                  <a:lnTo>
                    <a:pt x="459011" y="445245"/>
                  </a:lnTo>
                  <a:lnTo>
                    <a:pt x="445896" y="448591"/>
                  </a:lnTo>
                  <a:lnTo>
                    <a:pt x="432782" y="451943"/>
                  </a:lnTo>
                  <a:lnTo>
                    <a:pt x="419667" y="455301"/>
                  </a:lnTo>
                  <a:lnTo>
                    <a:pt x="406552" y="458665"/>
                  </a:lnTo>
                  <a:lnTo>
                    <a:pt x="393438" y="462033"/>
                  </a:lnTo>
                  <a:lnTo>
                    <a:pt x="380323" y="465407"/>
                  </a:lnTo>
                  <a:lnTo>
                    <a:pt x="367209" y="468786"/>
                  </a:lnTo>
                  <a:lnTo>
                    <a:pt x="354094" y="472169"/>
                  </a:lnTo>
                  <a:lnTo>
                    <a:pt x="340979" y="475557"/>
                  </a:lnTo>
                  <a:lnTo>
                    <a:pt x="327865" y="478949"/>
                  </a:lnTo>
                  <a:lnTo>
                    <a:pt x="314750" y="482346"/>
                  </a:lnTo>
                  <a:lnTo>
                    <a:pt x="301636" y="485747"/>
                  </a:lnTo>
                  <a:lnTo>
                    <a:pt x="288521" y="489151"/>
                  </a:lnTo>
                  <a:lnTo>
                    <a:pt x="275406" y="492559"/>
                  </a:lnTo>
                  <a:lnTo>
                    <a:pt x="262292" y="495970"/>
                  </a:lnTo>
                  <a:lnTo>
                    <a:pt x="249177" y="499384"/>
                  </a:lnTo>
                  <a:lnTo>
                    <a:pt x="236063" y="502802"/>
                  </a:lnTo>
                  <a:lnTo>
                    <a:pt x="222948" y="506222"/>
                  </a:lnTo>
                  <a:lnTo>
                    <a:pt x="209833" y="509644"/>
                  </a:lnTo>
                  <a:lnTo>
                    <a:pt x="196719" y="513069"/>
                  </a:lnTo>
                  <a:lnTo>
                    <a:pt x="183604" y="516496"/>
                  </a:lnTo>
                  <a:lnTo>
                    <a:pt x="170489" y="519925"/>
                  </a:lnTo>
                  <a:lnTo>
                    <a:pt x="157375" y="523355"/>
                  </a:lnTo>
                  <a:lnTo>
                    <a:pt x="144260" y="526787"/>
                  </a:lnTo>
                  <a:lnTo>
                    <a:pt x="131146" y="530221"/>
                  </a:lnTo>
                  <a:lnTo>
                    <a:pt x="118031" y="533656"/>
                  </a:lnTo>
                  <a:lnTo>
                    <a:pt x="104916" y="537092"/>
                  </a:lnTo>
                  <a:lnTo>
                    <a:pt x="91802" y="540528"/>
                  </a:lnTo>
                  <a:lnTo>
                    <a:pt x="78687" y="543966"/>
                  </a:lnTo>
                  <a:lnTo>
                    <a:pt x="65573" y="547404"/>
                  </a:lnTo>
                  <a:lnTo>
                    <a:pt x="52458" y="550842"/>
                  </a:lnTo>
                  <a:lnTo>
                    <a:pt x="39343" y="554281"/>
                  </a:lnTo>
                  <a:lnTo>
                    <a:pt x="26229" y="557720"/>
                  </a:lnTo>
                  <a:lnTo>
                    <a:pt x="13114" y="561159"/>
                  </a:lnTo>
                  <a:lnTo>
                    <a:pt x="0" y="5645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282460"/>
              <a:ext cx="2347515" cy="358339"/>
            </a:xfrm>
            <a:custGeom>
              <a:avLst/>
              <a:pathLst>
                <a:path w="2347515" h="358339">
                  <a:moveTo>
                    <a:pt x="0" y="358339"/>
                  </a:moveTo>
                  <a:lnTo>
                    <a:pt x="13114" y="356757"/>
                  </a:lnTo>
                  <a:lnTo>
                    <a:pt x="26229" y="355176"/>
                  </a:lnTo>
                  <a:lnTo>
                    <a:pt x="39343" y="353594"/>
                  </a:lnTo>
                  <a:lnTo>
                    <a:pt x="52458" y="352011"/>
                  </a:lnTo>
                  <a:lnTo>
                    <a:pt x="65573" y="350429"/>
                  </a:lnTo>
                  <a:lnTo>
                    <a:pt x="78687" y="348846"/>
                  </a:lnTo>
                  <a:lnTo>
                    <a:pt x="91802" y="347263"/>
                  </a:lnTo>
                  <a:lnTo>
                    <a:pt x="104916" y="345679"/>
                  </a:lnTo>
                  <a:lnTo>
                    <a:pt x="118031" y="344094"/>
                  </a:lnTo>
                  <a:lnTo>
                    <a:pt x="131146" y="342509"/>
                  </a:lnTo>
                  <a:lnTo>
                    <a:pt x="144260" y="340922"/>
                  </a:lnTo>
                  <a:lnTo>
                    <a:pt x="157375" y="339334"/>
                  </a:lnTo>
                  <a:lnTo>
                    <a:pt x="170489" y="337745"/>
                  </a:lnTo>
                  <a:lnTo>
                    <a:pt x="183604" y="336155"/>
                  </a:lnTo>
                  <a:lnTo>
                    <a:pt x="196719" y="334563"/>
                  </a:lnTo>
                  <a:lnTo>
                    <a:pt x="209833" y="332969"/>
                  </a:lnTo>
                  <a:lnTo>
                    <a:pt x="222948" y="331373"/>
                  </a:lnTo>
                  <a:lnTo>
                    <a:pt x="236063" y="329776"/>
                  </a:lnTo>
                  <a:lnTo>
                    <a:pt x="249177" y="328177"/>
                  </a:lnTo>
                  <a:lnTo>
                    <a:pt x="262292" y="326575"/>
                  </a:lnTo>
                  <a:lnTo>
                    <a:pt x="275406" y="324971"/>
                  </a:lnTo>
                  <a:lnTo>
                    <a:pt x="288521" y="323365"/>
                  </a:lnTo>
                  <a:lnTo>
                    <a:pt x="301636" y="321757"/>
                  </a:lnTo>
                  <a:lnTo>
                    <a:pt x="314750" y="320146"/>
                  </a:lnTo>
                  <a:lnTo>
                    <a:pt x="327865" y="318533"/>
                  </a:lnTo>
                  <a:lnTo>
                    <a:pt x="340979" y="316916"/>
                  </a:lnTo>
                  <a:lnTo>
                    <a:pt x="354094" y="315298"/>
                  </a:lnTo>
                  <a:lnTo>
                    <a:pt x="367209" y="313676"/>
                  </a:lnTo>
                  <a:lnTo>
                    <a:pt x="380323" y="312051"/>
                  </a:lnTo>
                  <a:lnTo>
                    <a:pt x="393438" y="310424"/>
                  </a:lnTo>
                  <a:lnTo>
                    <a:pt x="406552" y="308793"/>
                  </a:lnTo>
                  <a:lnTo>
                    <a:pt x="419667" y="307159"/>
                  </a:lnTo>
                  <a:lnTo>
                    <a:pt x="432782" y="305522"/>
                  </a:lnTo>
                  <a:lnTo>
                    <a:pt x="445896" y="303882"/>
                  </a:lnTo>
                  <a:lnTo>
                    <a:pt x="459011" y="302238"/>
                  </a:lnTo>
                  <a:lnTo>
                    <a:pt x="472126" y="300590"/>
                  </a:lnTo>
                  <a:lnTo>
                    <a:pt x="485240" y="298939"/>
                  </a:lnTo>
                  <a:lnTo>
                    <a:pt x="498355" y="297284"/>
                  </a:lnTo>
                  <a:lnTo>
                    <a:pt x="511469" y="295625"/>
                  </a:lnTo>
                  <a:lnTo>
                    <a:pt x="524584" y="293962"/>
                  </a:lnTo>
                  <a:lnTo>
                    <a:pt x="537699" y="292295"/>
                  </a:lnTo>
                  <a:lnTo>
                    <a:pt x="550813" y="290623"/>
                  </a:lnTo>
                  <a:lnTo>
                    <a:pt x="563928" y="288947"/>
                  </a:lnTo>
                  <a:lnTo>
                    <a:pt x="577042" y="287267"/>
                  </a:lnTo>
                  <a:lnTo>
                    <a:pt x="590157" y="285582"/>
                  </a:lnTo>
                  <a:lnTo>
                    <a:pt x="603272" y="283893"/>
                  </a:lnTo>
                  <a:lnTo>
                    <a:pt x="616386" y="282198"/>
                  </a:lnTo>
                  <a:lnTo>
                    <a:pt x="629501" y="280499"/>
                  </a:lnTo>
                  <a:lnTo>
                    <a:pt x="642615" y="278794"/>
                  </a:lnTo>
                  <a:lnTo>
                    <a:pt x="655730" y="277085"/>
                  </a:lnTo>
                  <a:lnTo>
                    <a:pt x="668845" y="275370"/>
                  </a:lnTo>
                  <a:lnTo>
                    <a:pt x="681959" y="273649"/>
                  </a:lnTo>
                  <a:lnTo>
                    <a:pt x="695074" y="271923"/>
                  </a:lnTo>
                  <a:lnTo>
                    <a:pt x="708189" y="270192"/>
                  </a:lnTo>
                  <a:lnTo>
                    <a:pt x="721303" y="268454"/>
                  </a:lnTo>
                  <a:lnTo>
                    <a:pt x="734418" y="266711"/>
                  </a:lnTo>
                  <a:lnTo>
                    <a:pt x="747532" y="264962"/>
                  </a:lnTo>
                  <a:lnTo>
                    <a:pt x="760647" y="263207"/>
                  </a:lnTo>
                  <a:lnTo>
                    <a:pt x="773762" y="261445"/>
                  </a:lnTo>
                  <a:lnTo>
                    <a:pt x="786876" y="259678"/>
                  </a:lnTo>
                  <a:lnTo>
                    <a:pt x="799991" y="257904"/>
                  </a:lnTo>
                  <a:lnTo>
                    <a:pt x="813105" y="256124"/>
                  </a:lnTo>
                  <a:lnTo>
                    <a:pt x="826220" y="254337"/>
                  </a:lnTo>
                  <a:lnTo>
                    <a:pt x="839335" y="252543"/>
                  </a:lnTo>
                  <a:lnTo>
                    <a:pt x="852449" y="250743"/>
                  </a:lnTo>
                  <a:lnTo>
                    <a:pt x="865564" y="248936"/>
                  </a:lnTo>
                  <a:lnTo>
                    <a:pt x="878679" y="247122"/>
                  </a:lnTo>
                  <a:lnTo>
                    <a:pt x="891793" y="245302"/>
                  </a:lnTo>
                  <a:lnTo>
                    <a:pt x="904908" y="243474"/>
                  </a:lnTo>
                  <a:lnTo>
                    <a:pt x="918022" y="241640"/>
                  </a:lnTo>
                  <a:lnTo>
                    <a:pt x="931137" y="239798"/>
                  </a:lnTo>
                  <a:lnTo>
                    <a:pt x="944252" y="237949"/>
                  </a:lnTo>
                  <a:lnTo>
                    <a:pt x="957366" y="236093"/>
                  </a:lnTo>
                  <a:lnTo>
                    <a:pt x="970481" y="234229"/>
                  </a:lnTo>
                  <a:lnTo>
                    <a:pt x="983595" y="232358"/>
                  </a:lnTo>
                  <a:lnTo>
                    <a:pt x="996710" y="230480"/>
                  </a:lnTo>
                  <a:lnTo>
                    <a:pt x="1009825" y="228594"/>
                  </a:lnTo>
                  <a:lnTo>
                    <a:pt x="1022939" y="226700"/>
                  </a:lnTo>
                  <a:lnTo>
                    <a:pt x="1036054" y="224799"/>
                  </a:lnTo>
                  <a:lnTo>
                    <a:pt x="1049168" y="222890"/>
                  </a:lnTo>
                  <a:lnTo>
                    <a:pt x="1062283" y="220973"/>
                  </a:lnTo>
                  <a:lnTo>
                    <a:pt x="1075398" y="219048"/>
                  </a:lnTo>
                  <a:lnTo>
                    <a:pt x="1088512" y="217115"/>
                  </a:lnTo>
                  <a:lnTo>
                    <a:pt x="1101627" y="215174"/>
                  </a:lnTo>
                  <a:lnTo>
                    <a:pt x="1114742" y="213225"/>
                  </a:lnTo>
                  <a:lnTo>
                    <a:pt x="1127856" y="211267"/>
                  </a:lnTo>
                  <a:lnTo>
                    <a:pt x="1140971" y="209302"/>
                  </a:lnTo>
                  <a:lnTo>
                    <a:pt x="1154085" y="207328"/>
                  </a:lnTo>
                  <a:lnTo>
                    <a:pt x="1167200" y="205345"/>
                  </a:lnTo>
                  <a:lnTo>
                    <a:pt x="1180315" y="203354"/>
                  </a:lnTo>
                  <a:lnTo>
                    <a:pt x="1193429" y="201355"/>
                  </a:lnTo>
                  <a:lnTo>
                    <a:pt x="1206544" y="199347"/>
                  </a:lnTo>
                  <a:lnTo>
                    <a:pt x="1219658" y="197330"/>
                  </a:lnTo>
                  <a:lnTo>
                    <a:pt x="1232773" y="195305"/>
                  </a:lnTo>
                  <a:lnTo>
                    <a:pt x="1245888" y="193271"/>
                  </a:lnTo>
                  <a:lnTo>
                    <a:pt x="1259002" y="191228"/>
                  </a:lnTo>
                  <a:lnTo>
                    <a:pt x="1272117" y="189176"/>
                  </a:lnTo>
                  <a:lnTo>
                    <a:pt x="1285231" y="187116"/>
                  </a:lnTo>
                  <a:lnTo>
                    <a:pt x="1298346" y="185047"/>
                  </a:lnTo>
                  <a:lnTo>
                    <a:pt x="1311461" y="182968"/>
                  </a:lnTo>
                  <a:lnTo>
                    <a:pt x="1324575" y="180881"/>
                  </a:lnTo>
                  <a:lnTo>
                    <a:pt x="1337690" y="178785"/>
                  </a:lnTo>
                  <a:lnTo>
                    <a:pt x="1350805" y="176680"/>
                  </a:lnTo>
                  <a:lnTo>
                    <a:pt x="1363919" y="174566"/>
                  </a:lnTo>
                  <a:lnTo>
                    <a:pt x="1377034" y="172444"/>
                  </a:lnTo>
                  <a:lnTo>
                    <a:pt x="1390148" y="170312"/>
                  </a:lnTo>
                  <a:lnTo>
                    <a:pt x="1403263" y="168172"/>
                  </a:lnTo>
                  <a:lnTo>
                    <a:pt x="1416378" y="166023"/>
                  </a:lnTo>
                  <a:lnTo>
                    <a:pt x="1429492" y="163865"/>
                  </a:lnTo>
                  <a:lnTo>
                    <a:pt x="1442607" y="161698"/>
                  </a:lnTo>
                  <a:lnTo>
                    <a:pt x="1455721" y="159524"/>
                  </a:lnTo>
                  <a:lnTo>
                    <a:pt x="1468836" y="157340"/>
                  </a:lnTo>
                  <a:lnTo>
                    <a:pt x="1481951" y="155148"/>
                  </a:lnTo>
                  <a:lnTo>
                    <a:pt x="1495065" y="152948"/>
                  </a:lnTo>
                  <a:lnTo>
                    <a:pt x="1508180" y="150740"/>
                  </a:lnTo>
                  <a:lnTo>
                    <a:pt x="1521295" y="148523"/>
                  </a:lnTo>
                  <a:lnTo>
                    <a:pt x="1534409" y="146299"/>
                  </a:lnTo>
                  <a:lnTo>
                    <a:pt x="1547524" y="144067"/>
                  </a:lnTo>
                  <a:lnTo>
                    <a:pt x="1560638" y="141827"/>
                  </a:lnTo>
                  <a:lnTo>
                    <a:pt x="1573753" y="139579"/>
                  </a:lnTo>
                  <a:lnTo>
                    <a:pt x="1586868" y="137324"/>
                  </a:lnTo>
                  <a:lnTo>
                    <a:pt x="1599982" y="135062"/>
                  </a:lnTo>
                  <a:lnTo>
                    <a:pt x="1613097" y="132793"/>
                  </a:lnTo>
                  <a:lnTo>
                    <a:pt x="1626211" y="130517"/>
                  </a:lnTo>
                  <a:lnTo>
                    <a:pt x="1639326" y="128234"/>
                  </a:lnTo>
                  <a:lnTo>
                    <a:pt x="1652441" y="125945"/>
                  </a:lnTo>
                  <a:lnTo>
                    <a:pt x="1665555" y="123649"/>
                  </a:lnTo>
                  <a:lnTo>
                    <a:pt x="1678670" y="121348"/>
                  </a:lnTo>
                  <a:lnTo>
                    <a:pt x="1691784" y="119040"/>
                  </a:lnTo>
                  <a:lnTo>
                    <a:pt x="1704899" y="116726"/>
                  </a:lnTo>
                  <a:lnTo>
                    <a:pt x="1718014" y="114407"/>
                  </a:lnTo>
                  <a:lnTo>
                    <a:pt x="1731128" y="112083"/>
                  </a:lnTo>
                  <a:lnTo>
                    <a:pt x="1744243" y="109753"/>
                  </a:lnTo>
                  <a:lnTo>
                    <a:pt x="1757358" y="107419"/>
                  </a:lnTo>
                  <a:lnTo>
                    <a:pt x="1770472" y="105080"/>
                  </a:lnTo>
                  <a:lnTo>
                    <a:pt x="1783587" y="102736"/>
                  </a:lnTo>
                  <a:lnTo>
                    <a:pt x="1796701" y="100388"/>
                  </a:lnTo>
                  <a:lnTo>
                    <a:pt x="1809816" y="98036"/>
                  </a:lnTo>
                  <a:lnTo>
                    <a:pt x="1822931" y="95680"/>
                  </a:lnTo>
                  <a:lnTo>
                    <a:pt x="1836045" y="93320"/>
                  </a:lnTo>
                  <a:lnTo>
                    <a:pt x="1849160" y="90957"/>
                  </a:lnTo>
                  <a:lnTo>
                    <a:pt x="1862274" y="88590"/>
                  </a:lnTo>
                  <a:lnTo>
                    <a:pt x="1875389" y="86221"/>
                  </a:lnTo>
                  <a:lnTo>
                    <a:pt x="1888504" y="83848"/>
                  </a:lnTo>
                  <a:lnTo>
                    <a:pt x="1901618" y="81473"/>
                  </a:lnTo>
                  <a:lnTo>
                    <a:pt x="1914733" y="79095"/>
                  </a:lnTo>
                  <a:lnTo>
                    <a:pt x="1927847" y="76715"/>
                  </a:lnTo>
                  <a:lnTo>
                    <a:pt x="1940962" y="74333"/>
                  </a:lnTo>
                  <a:lnTo>
                    <a:pt x="1954077" y="71949"/>
                  </a:lnTo>
                  <a:lnTo>
                    <a:pt x="1967191" y="69563"/>
                  </a:lnTo>
                  <a:lnTo>
                    <a:pt x="1980306" y="67175"/>
                  </a:lnTo>
                  <a:lnTo>
                    <a:pt x="1993421" y="64785"/>
                  </a:lnTo>
                  <a:lnTo>
                    <a:pt x="2006535" y="62395"/>
                  </a:lnTo>
                  <a:lnTo>
                    <a:pt x="2019650" y="60002"/>
                  </a:lnTo>
                  <a:lnTo>
                    <a:pt x="2032764" y="57609"/>
                  </a:lnTo>
                  <a:lnTo>
                    <a:pt x="2045879" y="55214"/>
                  </a:lnTo>
                  <a:lnTo>
                    <a:pt x="2058994" y="52819"/>
                  </a:lnTo>
                  <a:lnTo>
                    <a:pt x="2072108" y="50422"/>
                  </a:lnTo>
                  <a:lnTo>
                    <a:pt x="2085223" y="48025"/>
                  </a:lnTo>
                  <a:lnTo>
                    <a:pt x="2098337" y="45627"/>
                  </a:lnTo>
                  <a:lnTo>
                    <a:pt x="2111452" y="43229"/>
                  </a:lnTo>
                  <a:lnTo>
                    <a:pt x="2124567" y="40829"/>
                  </a:lnTo>
                  <a:lnTo>
                    <a:pt x="2137681" y="38430"/>
                  </a:lnTo>
                  <a:lnTo>
                    <a:pt x="2150796" y="36029"/>
                  </a:lnTo>
                  <a:lnTo>
                    <a:pt x="2163911" y="33629"/>
                  </a:lnTo>
                  <a:lnTo>
                    <a:pt x="2177025" y="31228"/>
                  </a:lnTo>
                  <a:lnTo>
                    <a:pt x="2190140" y="28827"/>
                  </a:lnTo>
                  <a:lnTo>
                    <a:pt x="2203254" y="26425"/>
                  </a:lnTo>
                  <a:lnTo>
                    <a:pt x="2216369" y="24023"/>
                  </a:lnTo>
                  <a:lnTo>
                    <a:pt x="2229484" y="21621"/>
                  </a:lnTo>
                  <a:lnTo>
                    <a:pt x="2242598" y="19219"/>
                  </a:lnTo>
                  <a:lnTo>
                    <a:pt x="2255713" y="16817"/>
                  </a:lnTo>
                  <a:lnTo>
                    <a:pt x="2268827" y="14415"/>
                  </a:lnTo>
                  <a:lnTo>
                    <a:pt x="2281942" y="12012"/>
                  </a:lnTo>
                  <a:lnTo>
                    <a:pt x="2295057" y="9610"/>
                  </a:lnTo>
                  <a:lnTo>
                    <a:pt x="2308171" y="7207"/>
                  </a:lnTo>
                  <a:lnTo>
                    <a:pt x="2321286" y="4805"/>
                  </a:lnTo>
                  <a:lnTo>
                    <a:pt x="2334400" y="2402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8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g45"/>
            <p:cNvSpPr/>
            <p:nvPr/>
          </p:nvSpPr>
          <p:spPr>
            <a:xfrm>
              <a:off x="5300048" y="2048123"/>
              <a:ext cx="2346210" cy="630627"/>
            </a:xfrm>
            <a:custGeom>
              <a:avLst/>
              <a:pathLst>
                <a:path w="2346210" h="630627">
                  <a:moveTo>
                    <a:pt x="0" y="252832"/>
                  </a:moveTo>
                  <a:lnTo>
                    <a:pt x="13107" y="252345"/>
                  </a:lnTo>
                  <a:lnTo>
                    <a:pt x="26214" y="251857"/>
                  </a:lnTo>
                  <a:lnTo>
                    <a:pt x="39321" y="251370"/>
                  </a:lnTo>
                  <a:lnTo>
                    <a:pt x="52429" y="250883"/>
                  </a:lnTo>
                  <a:lnTo>
                    <a:pt x="65536" y="250395"/>
                  </a:lnTo>
                  <a:lnTo>
                    <a:pt x="78643" y="249906"/>
                  </a:lnTo>
                  <a:lnTo>
                    <a:pt x="91751" y="249418"/>
                  </a:lnTo>
                  <a:lnTo>
                    <a:pt x="104858" y="248928"/>
                  </a:lnTo>
                  <a:lnTo>
                    <a:pt x="117965" y="248437"/>
                  </a:lnTo>
                  <a:lnTo>
                    <a:pt x="131073" y="247945"/>
                  </a:lnTo>
                  <a:lnTo>
                    <a:pt x="144180" y="247452"/>
                  </a:lnTo>
                  <a:lnTo>
                    <a:pt x="157287" y="246957"/>
                  </a:lnTo>
                  <a:lnTo>
                    <a:pt x="170395" y="246460"/>
                  </a:lnTo>
                  <a:lnTo>
                    <a:pt x="183502" y="245961"/>
                  </a:lnTo>
                  <a:lnTo>
                    <a:pt x="196609" y="245459"/>
                  </a:lnTo>
                  <a:lnTo>
                    <a:pt x="209717" y="244954"/>
                  </a:lnTo>
                  <a:lnTo>
                    <a:pt x="222824" y="244446"/>
                  </a:lnTo>
                  <a:lnTo>
                    <a:pt x="235931" y="243935"/>
                  </a:lnTo>
                  <a:lnTo>
                    <a:pt x="249039" y="243420"/>
                  </a:lnTo>
                  <a:lnTo>
                    <a:pt x="262146" y="242900"/>
                  </a:lnTo>
                  <a:lnTo>
                    <a:pt x="275253" y="242376"/>
                  </a:lnTo>
                  <a:lnTo>
                    <a:pt x="288361" y="241848"/>
                  </a:lnTo>
                  <a:lnTo>
                    <a:pt x="301468" y="241313"/>
                  </a:lnTo>
                  <a:lnTo>
                    <a:pt x="314575" y="240773"/>
                  </a:lnTo>
                  <a:lnTo>
                    <a:pt x="327682" y="240227"/>
                  </a:lnTo>
                  <a:lnTo>
                    <a:pt x="340790" y="239675"/>
                  </a:lnTo>
                  <a:lnTo>
                    <a:pt x="353897" y="239115"/>
                  </a:lnTo>
                  <a:lnTo>
                    <a:pt x="367004" y="238549"/>
                  </a:lnTo>
                  <a:lnTo>
                    <a:pt x="380112" y="237975"/>
                  </a:lnTo>
                  <a:lnTo>
                    <a:pt x="393219" y="237394"/>
                  </a:lnTo>
                  <a:lnTo>
                    <a:pt x="406326" y="236804"/>
                  </a:lnTo>
                  <a:lnTo>
                    <a:pt x="419434" y="236206"/>
                  </a:lnTo>
                  <a:lnTo>
                    <a:pt x="432541" y="235599"/>
                  </a:lnTo>
                  <a:lnTo>
                    <a:pt x="445648" y="234983"/>
                  </a:lnTo>
                  <a:lnTo>
                    <a:pt x="458756" y="234357"/>
                  </a:lnTo>
                  <a:lnTo>
                    <a:pt x="471863" y="233722"/>
                  </a:lnTo>
                  <a:lnTo>
                    <a:pt x="484970" y="233077"/>
                  </a:lnTo>
                  <a:lnTo>
                    <a:pt x="498078" y="232422"/>
                  </a:lnTo>
                  <a:lnTo>
                    <a:pt x="511185" y="231756"/>
                  </a:lnTo>
                  <a:lnTo>
                    <a:pt x="524292" y="231079"/>
                  </a:lnTo>
                  <a:lnTo>
                    <a:pt x="537400" y="230392"/>
                  </a:lnTo>
                  <a:lnTo>
                    <a:pt x="550507" y="229692"/>
                  </a:lnTo>
                  <a:lnTo>
                    <a:pt x="563614" y="228982"/>
                  </a:lnTo>
                  <a:lnTo>
                    <a:pt x="576722" y="228259"/>
                  </a:lnTo>
                  <a:lnTo>
                    <a:pt x="589829" y="227525"/>
                  </a:lnTo>
                  <a:lnTo>
                    <a:pt x="602936" y="226778"/>
                  </a:lnTo>
                  <a:lnTo>
                    <a:pt x="616043" y="226018"/>
                  </a:lnTo>
                  <a:lnTo>
                    <a:pt x="629151" y="225246"/>
                  </a:lnTo>
                  <a:lnTo>
                    <a:pt x="642258" y="224461"/>
                  </a:lnTo>
                  <a:lnTo>
                    <a:pt x="655365" y="223662"/>
                  </a:lnTo>
                  <a:lnTo>
                    <a:pt x="668473" y="222850"/>
                  </a:lnTo>
                  <a:lnTo>
                    <a:pt x="681580" y="222024"/>
                  </a:lnTo>
                  <a:lnTo>
                    <a:pt x="694687" y="221184"/>
                  </a:lnTo>
                  <a:lnTo>
                    <a:pt x="707795" y="220330"/>
                  </a:lnTo>
                  <a:lnTo>
                    <a:pt x="720902" y="219462"/>
                  </a:lnTo>
                  <a:lnTo>
                    <a:pt x="734009" y="218579"/>
                  </a:lnTo>
                  <a:lnTo>
                    <a:pt x="747117" y="217681"/>
                  </a:lnTo>
                  <a:lnTo>
                    <a:pt x="760224" y="216768"/>
                  </a:lnTo>
                  <a:lnTo>
                    <a:pt x="773331" y="215840"/>
                  </a:lnTo>
                  <a:lnTo>
                    <a:pt x="786439" y="214897"/>
                  </a:lnTo>
                  <a:lnTo>
                    <a:pt x="799546" y="213937"/>
                  </a:lnTo>
                  <a:lnTo>
                    <a:pt x="812653" y="212963"/>
                  </a:lnTo>
                  <a:lnTo>
                    <a:pt x="825761" y="211972"/>
                  </a:lnTo>
                  <a:lnTo>
                    <a:pt x="838868" y="210965"/>
                  </a:lnTo>
                  <a:lnTo>
                    <a:pt x="851975" y="209942"/>
                  </a:lnTo>
                  <a:lnTo>
                    <a:pt x="865083" y="208902"/>
                  </a:lnTo>
                  <a:lnTo>
                    <a:pt x="878190" y="207846"/>
                  </a:lnTo>
                  <a:lnTo>
                    <a:pt x="891297" y="206773"/>
                  </a:lnTo>
                  <a:lnTo>
                    <a:pt x="904405" y="205684"/>
                  </a:lnTo>
                  <a:lnTo>
                    <a:pt x="917512" y="204577"/>
                  </a:lnTo>
                  <a:lnTo>
                    <a:pt x="930619" y="203454"/>
                  </a:lnTo>
                  <a:lnTo>
                    <a:pt x="943726" y="202313"/>
                  </a:lnTo>
                  <a:lnTo>
                    <a:pt x="956834" y="201155"/>
                  </a:lnTo>
                  <a:lnTo>
                    <a:pt x="969941" y="199980"/>
                  </a:lnTo>
                  <a:lnTo>
                    <a:pt x="983048" y="198787"/>
                  </a:lnTo>
                  <a:lnTo>
                    <a:pt x="996156" y="197577"/>
                  </a:lnTo>
                  <a:lnTo>
                    <a:pt x="1009263" y="196349"/>
                  </a:lnTo>
                  <a:lnTo>
                    <a:pt x="1022370" y="195104"/>
                  </a:lnTo>
                  <a:lnTo>
                    <a:pt x="1035478" y="193841"/>
                  </a:lnTo>
                  <a:lnTo>
                    <a:pt x="1048585" y="192561"/>
                  </a:lnTo>
                  <a:lnTo>
                    <a:pt x="1061692" y="191262"/>
                  </a:lnTo>
                  <a:lnTo>
                    <a:pt x="1074800" y="189946"/>
                  </a:lnTo>
                  <a:lnTo>
                    <a:pt x="1087907" y="188613"/>
                  </a:lnTo>
                  <a:lnTo>
                    <a:pt x="1101014" y="187261"/>
                  </a:lnTo>
                  <a:lnTo>
                    <a:pt x="1114122" y="185892"/>
                  </a:lnTo>
                  <a:lnTo>
                    <a:pt x="1127229" y="184506"/>
                  </a:lnTo>
                  <a:lnTo>
                    <a:pt x="1140336" y="183101"/>
                  </a:lnTo>
                  <a:lnTo>
                    <a:pt x="1153444" y="181679"/>
                  </a:lnTo>
                  <a:lnTo>
                    <a:pt x="1166551" y="180239"/>
                  </a:lnTo>
                  <a:lnTo>
                    <a:pt x="1179658" y="178782"/>
                  </a:lnTo>
                  <a:lnTo>
                    <a:pt x="1192766" y="177307"/>
                  </a:lnTo>
                  <a:lnTo>
                    <a:pt x="1205873" y="175815"/>
                  </a:lnTo>
                  <a:lnTo>
                    <a:pt x="1218980" y="174305"/>
                  </a:lnTo>
                  <a:lnTo>
                    <a:pt x="1232087" y="172778"/>
                  </a:lnTo>
                  <a:lnTo>
                    <a:pt x="1245195" y="171234"/>
                  </a:lnTo>
                  <a:lnTo>
                    <a:pt x="1258302" y="169673"/>
                  </a:lnTo>
                  <a:lnTo>
                    <a:pt x="1271409" y="168094"/>
                  </a:lnTo>
                  <a:lnTo>
                    <a:pt x="1284517" y="166499"/>
                  </a:lnTo>
                  <a:lnTo>
                    <a:pt x="1297624" y="164887"/>
                  </a:lnTo>
                  <a:lnTo>
                    <a:pt x="1310731" y="163258"/>
                  </a:lnTo>
                  <a:lnTo>
                    <a:pt x="1323839" y="161613"/>
                  </a:lnTo>
                  <a:lnTo>
                    <a:pt x="1336946" y="159951"/>
                  </a:lnTo>
                  <a:lnTo>
                    <a:pt x="1350053" y="158272"/>
                  </a:lnTo>
                  <a:lnTo>
                    <a:pt x="1363161" y="156578"/>
                  </a:lnTo>
                  <a:lnTo>
                    <a:pt x="1376268" y="154867"/>
                  </a:lnTo>
                  <a:lnTo>
                    <a:pt x="1389375" y="153140"/>
                  </a:lnTo>
                  <a:lnTo>
                    <a:pt x="1402483" y="151398"/>
                  </a:lnTo>
                  <a:lnTo>
                    <a:pt x="1415590" y="149640"/>
                  </a:lnTo>
                  <a:lnTo>
                    <a:pt x="1428697" y="147866"/>
                  </a:lnTo>
                  <a:lnTo>
                    <a:pt x="1441805" y="146077"/>
                  </a:lnTo>
                  <a:lnTo>
                    <a:pt x="1454912" y="144273"/>
                  </a:lnTo>
                  <a:lnTo>
                    <a:pt x="1468019" y="142454"/>
                  </a:lnTo>
                  <a:lnTo>
                    <a:pt x="1481127" y="140621"/>
                  </a:lnTo>
                  <a:lnTo>
                    <a:pt x="1494234" y="138773"/>
                  </a:lnTo>
                  <a:lnTo>
                    <a:pt x="1507341" y="136910"/>
                  </a:lnTo>
                  <a:lnTo>
                    <a:pt x="1520448" y="135034"/>
                  </a:lnTo>
                  <a:lnTo>
                    <a:pt x="1533556" y="133144"/>
                  </a:lnTo>
                  <a:lnTo>
                    <a:pt x="1546663" y="131240"/>
                  </a:lnTo>
                  <a:lnTo>
                    <a:pt x="1559770" y="129323"/>
                  </a:lnTo>
                  <a:lnTo>
                    <a:pt x="1572878" y="127392"/>
                  </a:lnTo>
                  <a:lnTo>
                    <a:pt x="1585985" y="125449"/>
                  </a:lnTo>
                  <a:lnTo>
                    <a:pt x="1599092" y="123493"/>
                  </a:lnTo>
                  <a:lnTo>
                    <a:pt x="1612200" y="121525"/>
                  </a:lnTo>
                  <a:lnTo>
                    <a:pt x="1625307" y="119544"/>
                  </a:lnTo>
                  <a:lnTo>
                    <a:pt x="1638414" y="117552"/>
                  </a:lnTo>
                  <a:lnTo>
                    <a:pt x="1651522" y="115549"/>
                  </a:lnTo>
                  <a:lnTo>
                    <a:pt x="1664629" y="113534"/>
                  </a:lnTo>
                  <a:lnTo>
                    <a:pt x="1677736" y="111508"/>
                  </a:lnTo>
                  <a:lnTo>
                    <a:pt x="1690844" y="109471"/>
                  </a:lnTo>
                  <a:lnTo>
                    <a:pt x="1703951" y="107425"/>
                  </a:lnTo>
                  <a:lnTo>
                    <a:pt x="1717058" y="105368"/>
                  </a:lnTo>
                  <a:lnTo>
                    <a:pt x="1730166" y="103301"/>
                  </a:lnTo>
                  <a:lnTo>
                    <a:pt x="1743273" y="101225"/>
                  </a:lnTo>
                  <a:lnTo>
                    <a:pt x="1756380" y="99140"/>
                  </a:lnTo>
                  <a:lnTo>
                    <a:pt x="1769488" y="97046"/>
                  </a:lnTo>
                  <a:lnTo>
                    <a:pt x="1782595" y="94943"/>
                  </a:lnTo>
                  <a:lnTo>
                    <a:pt x="1795702" y="92832"/>
                  </a:lnTo>
                  <a:lnTo>
                    <a:pt x="1808810" y="90714"/>
                  </a:lnTo>
                  <a:lnTo>
                    <a:pt x="1821917" y="88587"/>
                  </a:lnTo>
                  <a:lnTo>
                    <a:pt x="1835024" y="86454"/>
                  </a:lnTo>
                  <a:lnTo>
                    <a:pt x="1848131" y="84313"/>
                  </a:lnTo>
                  <a:lnTo>
                    <a:pt x="1861239" y="82165"/>
                  </a:lnTo>
                  <a:lnTo>
                    <a:pt x="1874346" y="80011"/>
                  </a:lnTo>
                  <a:lnTo>
                    <a:pt x="1887453" y="77850"/>
                  </a:lnTo>
                  <a:lnTo>
                    <a:pt x="1900561" y="75684"/>
                  </a:lnTo>
                  <a:lnTo>
                    <a:pt x="1913668" y="73511"/>
                  </a:lnTo>
                  <a:lnTo>
                    <a:pt x="1926775" y="71333"/>
                  </a:lnTo>
                  <a:lnTo>
                    <a:pt x="1939883" y="69150"/>
                  </a:lnTo>
                  <a:lnTo>
                    <a:pt x="1952990" y="66962"/>
                  </a:lnTo>
                  <a:lnTo>
                    <a:pt x="1966097" y="64769"/>
                  </a:lnTo>
                  <a:lnTo>
                    <a:pt x="1979205" y="62571"/>
                  </a:lnTo>
                  <a:lnTo>
                    <a:pt x="1992312" y="60369"/>
                  </a:lnTo>
                  <a:lnTo>
                    <a:pt x="2005419" y="58163"/>
                  </a:lnTo>
                  <a:lnTo>
                    <a:pt x="2018527" y="55953"/>
                  </a:lnTo>
                  <a:lnTo>
                    <a:pt x="2031634" y="53739"/>
                  </a:lnTo>
                  <a:lnTo>
                    <a:pt x="2044741" y="51522"/>
                  </a:lnTo>
                  <a:lnTo>
                    <a:pt x="2057849" y="49301"/>
                  </a:lnTo>
                  <a:lnTo>
                    <a:pt x="2070956" y="47077"/>
                  </a:lnTo>
                  <a:lnTo>
                    <a:pt x="2084063" y="44851"/>
                  </a:lnTo>
                  <a:lnTo>
                    <a:pt x="2097171" y="42622"/>
                  </a:lnTo>
                  <a:lnTo>
                    <a:pt x="2110278" y="40390"/>
                  </a:lnTo>
                  <a:lnTo>
                    <a:pt x="2123385" y="38156"/>
                  </a:lnTo>
                  <a:lnTo>
                    <a:pt x="2136492" y="35921"/>
                  </a:lnTo>
                  <a:lnTo>
                    <a:pt x="2149600" y="33683"/>
                  </a:lnTo>
                  <a:lnTo>
                    <a:pt x="2162707" y="31443"/>
                  </a:lnTo>
                  <a:lnTo>
                    <a:pt x="2175814" y="29202"/>
                  </a:lnTo>
                  <a:lnTo>
                    <a:pt x="2188922" y="26960"/>
                  </a:lnTo>
                  <a:lnTo>
                    <a:pt x="2202029" y="24717"/>
                  </a:lnTo>
                  <a:lnTo>
                    <a:pt x="2215136" y="22472"/>
                  </a:lnTo>
                  <a:lnTo>
                    <a:pt x="2228244" y="20227"/>
                  </a:lnTo>
                  <a:lnTo>
                    <a:pt x="2241351" y="17981"/>
                  </a:lnTo>
                  <a:lnTo>
                    <a:pt x="2254458" y="15734"/>
                  </a:lnTo>
                  <a:lnTo>
                    <a:pt x="2267566" y="13487"/>
                  </a:lnTo>
                  <a:lnTo>
                    <a:pt x="2280673" y="11240"/>
                  </a:lnTo>
                  <a:lnTo>
                    <a:pt x="2293780" y="8992"/>
                  </a:lnTo>
                  <a:lnTo>
                    <a:pt x="2306888" y="6744"/>
                  </a:lnTo>
                  <a:lnTo>
                    <a:pt x="2319995" y="4496"/>
                  </a:lnTo>
                  <a:lnTo>
                    <a:pt x="2333102" y="2248"/>
                  </a:lnTo>
                  <a:lnTo>
                    <a:pt x="2346210" y="0"/>
                  </a:lnTo>
                  <a:lnTo>
                    <a:pt x="2346210" y="120007"/>
                  </a:lnTo>
                  <a:lnTo>
                    <a:pt x="2333102" y="122964"/>
                  </a:lnTo>
                  <a:lnTo>
                    <a:pt x="2319995" y="125922"/>
                  </a:lnTo>
                  <a:lnTo>
                    <a:pt x="2306888" y="128879"/>
                  </a:lnTo>
                  <a:lnTo>
                    <a:pt x="2293780" y="131836"/>
                  </a:lnTo>
                  <a:lnTo>
                    <a:pt x="2280673" y="134793"/>
                  </a:lnTo>
                  <a:lnTo>
                    <a:pt x="2267566" y="137750"/>
                  </a:lnTo>
                  <a:lnTo>
                    <a:pt x="2254458" y="140707"/>
                  </a:lnTo>
                  <a:lnTo>
                    <a:pt x="2241351" y="143663"/>
                  </a:lnTo>
                  <a:lnTo>
                    <a:pt x="2228244" y="146620"/>
                  </a:lnTo>
                  <a:lnTo>
                    <a:pt x="2215136" y="149575"/>
                  </a:lnTo>
                  <a:lnTo>
                    <a:pt x="2202029" y="152531"/>
                  </a:lnTo>
                  <a:lnTo>
                    <a:pt x="2188922" y="155486"/>
                  </a:lnTo>
                  <a:lnTo>
                    <a:pt x="2175814" y="158440"/>
                  </a:lnTo>
                  <a:lnTo>
                    <a:pt x="2162707" y="161393"/>
                  </a:lnTo>
                  <a:lnTo>
                    <a:pt x="2149600" y="164346"/>
                  </a:lnTo>
                  <a:lnTo>
                    <a:pt x="2136492" y="167298"/>
                  </a:lnTo>
                  <a:lnTo>
                    <a:pt x="2123385" y="170248"/>
                  </a:lnTo>
                  <a:lnTo>
                    <a:pt x="2110278" y="173198"/>
                  </a:lnTo>
                  <a:lnTo>
                    <a:pt x="2097171" y="176146"/>
                  </a:lnTo>
                  <a:lnTo>
                    <a:pt x="2084063" y="179093"/>
                  </a:lnTo>
                  <a:lnTo>
                    <a:pt x="2070956" y="182039"/>
                  </a:lnTo>
                  <a:lnTo>
                    <a:pt x="2057849" y="184983"/>
                  </a:lnTo>
                  <a:lnTo>
                    <a:pt x="2044741" y="187925"/>
                  </a:lnTo>
                  <a:lnTo>
                    <a:pt x="2031634" y="190865"/>
                  </a:lnTo>
                  <a:lnTo>
                    <a:pt x="2018527" y="193804"/>
                  </a:lnTo>
                  <a:lnTo>
                    <a:pt x="2005419" y="196741"/>
                  </a:lnTo>
                  <a:lnTo>
                    <a:pt x="1992312" y="199675"/>
                  </a:lnTo>
                  <a:lnTo>
                    <a:pt x="1979205" y="202608"/>
                  </a:lnTo>
                  <a:lnTo>
                    <a:pt x="1966097" y="205538"/>
                  </a:lnTo>
                  <a:lnTo>
                    <a:pt x="1952990" y="208465"/>
                  </a:lnTo>
                  <a:lnTo>
                    <a:pt x="1939883" y="211391"/>
                  </a:lnTo>
                  <a:lnTo>
                    <a:pt x="1926775" y="214313"/>
                  </a:lnTo>
                  <a:lnTo>
                    <a:pt x="1913668" y="217233"/>
                  </a:lnTo>
                  <a:lnTo>
                    <a:pt x="1900561" y="220150"/>
                  </a:lnTo>
                  <a:lnTo>
                    <a:pt x="1887453" y="223064"/>
                  </a:lnTo>
                  <a:lnTo>
                    <a:pt x="1874346" y="225976"/>
                  </a:lnTo>
                  <a:lnTo>
                    <a:pt x="1861239" y="228884"/>
                  </a:lnTo>
                  <a:lnTo>
                    <a:pt x="1848131" y="231789"/>
                  </a:lnTo>
                  <a:lnTo>
                    <a:pt x="1835024" y="234690"/>
                  </a:lnTo>
                  <a:lnTo>
                    <a:pt x="1821917" y="237589"/>
                  </a:lnTo>
                  <a:lnTo>
                    <a:pt x="1808810" y="240484"/>
                  </a:lnTo>
                  <a:lnTo>
                    <a:pt x="1795702" y="243375"/>
                  </a:lnTo>
                  <a:lnTo>
                    <a:pt x="1782595" y="246263"/>
                  </a:lnTo>
                  <a:lnTo>
                    <a:pt x="1769488" y="249148"/>
                  </a:lnTo>
                  <a:lnTo>
                    <a:pt x="1756380" y="252028"/>
                  </a:lnTo>
                  <a:lnTo>
                    <a:pt x="1743273" y="254905"/>
                  </a:lnTo>
                  <a:lnTo>
                    <a:pt x="1730166" y="257778"/>
                  </a:lnTo>
                  <a:lnTo>
                    <a:pt x="1717058" y="260648"/>
                  </a:lnTo>
                  <a:lnTo>
                    <a:pt x="1703951" y="263513"/>
                  </a:lnTo>
                  <a:lnTo>
                    <a:pt x="1690844" y="266375"/>
                  </a:lnTo>
                  <a:lnTo>
                    <a:pt x="1677736" y="269232"/>
                  </a:lnTo>
                  <a:lnTo>
                    <a:pt x="1664629" y="272086"/>
                  </a:lnTo>
                  <a:lnTo>
                    <a:pt x="1651522" y="274936"/>
                  </a:lnTo>
                  <a:lnTo>
                    <a:pt x="1638414" y="277782"/>
                  </a:lnTo>
                  <a:lnTo>
                    <a:pt x="1625307" y="280623"/>
                  </a:lnTo>
                  <a:lnTo>
                    <a:pt x="1612200" y="283461"/>
                  </a:lnTo>
                  <a:lnTo>
                    <a:pt x="1599092" y="286295"/>
                  </a:lnTo>
                  <a:lnTo>
                    <a:pt x="1585985" y="289125"/>
                  </a:lnTo>
                  <a:lnTo>
                    <a:pt x="1572878" y="291950"/>
                  </a:lnTo>
                  <a:lnTo>
                    <a:pt x="1559770" y="294772"/>
                  </a:lnTo>
                  <a:lnTo>
                    <a:pt x="1546663" y="297590"/>
                  </a:lnTo>
                  <a:lnTo>
                    <a:pt x="1533556" y="300404"/>
                  </a:lnTo>
                  <a:lnTo>
                    <a:pt x="1520448" y="303214"/>
                  </a:lnTo>
                  <a:lnTo>
                    <a:pt x="1507341" y="306021"/>
                  </a:lnTo>
                  <a:lnTo>
                    <a:pt x="1494234" y="308824"/>
                  </a:lnTo>
                  <a:lnTo>
                    <a:pt x="1481127" y="311623"/>
                  </a:lnTo>
                  <a:lnTo>
                    <a:pt x="1468019" y="314418"/>
                  </a:lnTo>
                  <a:lnTo>
                    <a:pt x="1454912" y="317210"/>
                  </a:lnTo>
                  <a:lnTo>
                    <a:pt x="1441805" y="319999"/>
                  </a:lnTo>
                  <a:lnTo>
                    <a:pt x="1428697" y="322784"/>
                  </a:lnTo>
                  <a:lnTo>
                    <a:pt x="1415590" y="325566"/>
                  </a:lnTo>
                  <a:lnTo>
                    <a:pt x="1402483" y="328345"/>
                  </a:lnTo>
                  <a:lnTo>
                    <a:pt x="1389375" y="331120"/>
                  </a:lnTo>
                  <a:lnTo>
                    <a:pt x="1376268" y="333893"/>
                  </a:lnTo>
                  <a:lnTo>
                    <a:pt x="1363161" y="336663"/>
                  </a:lnTo>
                  <a:lnTo>
                    <a:pt x="1350053" y="339430"/>
                  </a:lnTo>
                  <a:lnTo>
                    <a:pt x="1336946" y="342195"/>
                  </a:lnTo>
                  <a:lnTo>
                    <a:pt x="1323839" y="344957"/>
                  </a:lnTo>
                  <a:lnTo>
                    <a:pt x="1310731" y="347717"/>
                  </a:lnTo>
                  <a:lnTo>
                    <a:pt x="1297624" y="350474"/>
                  </a:lnTo>
                  <a:lnTo>
                    <a:pt x="1284517" y="353229"/>
                  </a:lnTo>
                  <a:lnTo>
                    <a:pt x="1271409" y="355983"/>
                  </a:lnTo>
                  <a:lnTo>
                    <a:pt x="1258302" y="358734"/>
                  </a:lnTo>
                  <a:lnTo>
                    <a:pt x="1245195" y="361483"/>
                  </a:lnTo>
                  <a:lnTo>
                    <a:pt x="1232087" y="364231"/>
                  </a:lnTo>
                  <a:lnTo>
                    <a:pt x="1218980" y="366977"/>
                  </a:lnTo>
                  <a:lnTo>
                    <a:pt x="1205873" y="369722"/>
                  </a:lnTo>
                  <a:lnTo>
                    <a:pt x="1192766" y="372466"/>
                  </a:lnTo>
                  <a:lnTo>
                    <a:pt x="1179658" y="375208"/>
                  </a:lnTo>
                  <a:lnTo>
                    <a:pt x="1166551" y="377950"/>
                  </a:lnTo>
                  <a:lnTo>
                    <a:pt x="1153444" y="380690"/>
                  </a:lnTo>
                  <a:lnTo>
                    <a:pt x="1140336" y="383430"/>
                  </a:lnTo>
                  <a:lnTo>
                    <a:pt x="1127229" y="386168"/>
                  </a:lnTo>
                  <a:lnTo>
                    <a:pt x="1114122" y="388907"/>
                  </a:lnTo>
                  <a:lnTo>
                    <a:pt x="1101014" y="391645"/>
                  </a:lnTo>
                  <a:lnTo>
                    <a:pt x="1087907" y="394383"/>
                  </a:lnTo>
                  <a:lnTo>
                    <a:pt x="1074800" y="397120"/>
                  </a:lnTo>
                  <a:lnTo>
                    <a:pt x="1061692" y="399858"/>
                  </a:lnTo>
                  <a:lnTo>
                    <a:pt x="1048585" y="402596"/>
                  </a:lnTo>
                  <a:lnTo>
                    <a:pt x="1035478" y="405334"/>
                  </a:lnTo>
                  <a:lnTo>
                    <a:pt x="1022370" y="408072"/>
                  </a:lnTo>
                  <a:lnTo>
                    <a:pt x="1009263" y="410811"/>
                  </a:lnTo>
                  <a:lnTo>
                    <a:pt x="996156" y="413551"/>
                  </a:lnTo>
                  <a:lnTo>
                    <a:pt x="983048" y="416292"/>
                  </a:lnTo>
                  <a:lnTo>
                    <a:pt x="969941" y="419034"/>
                  </a:lnTo>
                  <a:lnTo>
                    <a:pt x="956834" y="421777"/>
                  </a:lnTo>
                  <a:lnTo>
                    <a:pt x="943726" y="424521"/>
                  </a:lnTo>
                  <a:lnTo>
                    <a:pt x="930619" y="427267"/>
                  </a:lnTo>
                  <a:lnTo>
                    <a:pt x="917512" y="430014"/>
                  </a:lnTo>
                  <a:lnTo>
                    <a:pt x="904405" y="432763"/>
                  </a:lnTo>
                  <a:lnTo>
                    <a:pt x="891297" y="435514"/>
                  </a:lnTo>
                  <a:lnTo>
                    <a:pt x="878190" y="438267"/>
                  </a:lnTo>
                  <a:lnTo>
                    <a:pt x="865083" y="441023"/>
                  </a:lnTo>
                  <a:lnTo>
                    <a:pt x="851975" y="443780"/>
                  </a:lnTo>
                  <a:lnTo>
                    <a:pt x="838868" y="446540"/>
                  </a:lnTo>
                  <a:lnTo>
                    <a:pt x="825761" y="449303"/>
                  </a:lnTo>
                  <a:lnTo>
                    <a:pt x="812653" y="452069"/>
                  </a:lnTo>
                  <a:lnTo>
                    <a:pt x="799546" y="454837"/>
                  </a:lnTo>
                  <a:lnTo>
                    <a:pt x="786439" y="457608"/>
                  </a:lnTo>
                  <a:lnTo>
                    <a:pt x="773331" y="460383"/>
                  </a:lnTo>
                  <a:lnTo>
                    <a:pt x="760224" y="463161"/>
                  </a:lnTo>
                  <a:lnTo>
                    <a:pt x="747117" y="465942"/>
                  </a:lnTo>
                  <a:lnTo>
                    <a:pt x="734009" y="468726"/>
                  </a:lnTo>
                  <a:lnTo>
                    <a:pt x="720902" y="471514"/>
                  </a:lnTo>
                  <a:lnTo>
                    <a:pt x="707795" y="474306"/>
                  </a:lnTo>
                  <a:lnTo>
                    <a:pt x="694687" y="477102"/>
                  </a:lnTo>
                  <a:lnTo>
                    <a:pt x="681580" y="479901"/>
                  </a:lnTo>
                  <a:lnTo>
                    <a:pt x="668473" y="482704"/>
                  </a:lnTo>
                  <a:lnTo>
                    <a:pt x="655365" y="485511"/>
                  </a:lnTo>
                  <a:lnTo>
                    <a:pt x="642258" y="488322"/>
                  </a:lnTo>
                  <a:lnTo>
                    <a:pt x="629151" y="491137"/>
                  </a:lnTo>
                  <a:lnTo>
                    <a:pt x="616043" y="493957"/>
                  </a:lnTo>
                  <a:lnTo>
                    <a:pt x="602936" y="496780"/>
                  </a:lnTo>
                  <a:lnTo>
                    <a:pt x="589829" y="499608"/>
                  </a:lnTo>
                  <a:lnTo>
                    <a:pt x="576722" y="502440"/>
                  </a:lnTo>
                  <a:lnTo>
                    <a:pt x="563614" y="505276"/>
                  </a:lnTo>
                  <a:lnTo>
                    <a:pt x="550507" y="508116"/>
                  </a:lnTo>
                  <a:lnTo>
                    <a:pt x="537400" y="510961"/>
                  </a:lnTo>
                  <a:lnTo>
                    <a:pt x="524292" y="513810"/>
                  </a:lnTo>
                  <a:lnTo>
                    <a:pt x="511185" y="516663"/>
                  </a:lnTo>
                  <a:lnTo>
                    <a:pt x="498078" y="519520"/>
                  </a:lnTo>
                  <a:lnTo>
                    <a:pt x="484970" y="522382"/>
                  </a:lnTo>
                  <a:lnTo>
                    <a:pt x="471863" y="525248"/>
                  </a:lnTo>
                  <a:lnTo>
                    <a:pt x="458756" y="528118"/>
                  </a:lnTo>
                  <a:lnTo>
                    <a:pt x="445648" y="530992"/>
                  </a:lnTo>
                  <a:lnTo>
                    <a:pt x="432541" y="533870"/>
                  </a:lnTo>
                  <a:lnTo>
                    <a:pt x="419434" y="536752"/>
                  </a:lnTo>
                  <a:lnTo>
                    <a:pt x="406326" y="539639"/>
                  </a:lnTo>
                  <a:lnTo>
                    <a:pt x="393219" y="542529"/>
                  </a:lnTo>
                  <a:lnTo>
                    <a:pt x="380112" y="545423"/>
                  </a:lnTo>
                  <a:lnTo>
                    <a:pt x="367004" y="548321"/>
                  </a:lnTo>
                  <a:lnTo>
                    <a:pt x="353897" y="551223"/>
                  </a:lnTo>
                  <a:lnTo>
                    <a:pt x="340790" y="554128"/>
                  </a:lnTo>
                  <a:lnTo>
                    <a:pt x="327682" y="557037"/>
                  </a:lnTo>
                  <a:lnTo>
                    <a:pt x="314575" y="559950"/>
                  </a:lnTo>
                  <a:lnTo>
                    <a:pt x="301468" y="562866"/>
                  </a:lnTo>
                  <a:lnTo>
                    <a:pt x="288361" y="565786"/>
                  </a:lnTo>
                  <a:lnTo>
                    <a:pt x="275253" y="568709"/>
                  </a:lnTo>
                  <a:lnTo>
                    <a:pt x="262146" y="571635"/>
                  </a:lnTo>
                  <a:lnTo>
                    <a:pt x="249039" y="574564"/>
                  </a:lnTo>
                  <a:lnTo>
                    <a:pt x="235931" y="577496"/>
                  </a:lnTo>
                  <a:lnTo>
                    <a:pt x="222824" y="580431"/>
                  </a:lnTo>
                  <a:lnTo>
                    <a:pt x="209717" y="583369"/>
                  </a:lnTo>
                  <a:lnTo>
                    <a:pt x="196609" y="586310"/>
                  </a:lnTo>
                  <a:lnTo>
                    <a:pt x="183502" y="589253"/>
                  </a:lnTo>
                  <a:lnTo>
                    <a:pt x="170395" y="592198"/>
                  </a:lnTo>
                  <a:lnTo>
                    <a:pt x="157287" y="595146"/>
                  </a:lnTo>
                  <a:lnTo>
                    <a:pt x="144180" y="598096"/>
                  </a:lnTo>
                  <a:lnTo>
                    <a:pt x="131073" y="601047"/>
                  </a:lnTo>
                  <a:lnTo>
                    <a:pt x="117965" y="604001"/>
                  </a:lnTo>
                  <a:lnTo>
                    <a:pt x="104858" y="606956"/>
                  </a:lnTo>
                  <a:lnTo>
                    <a:pt x="91751" y="609912"/>
                  </a:lnTo>
                  <a:lnTo>
                    <a:pt x="78643" y="612870"/>
                  </a:lnTo>
                  <a:lnTo>
                    <a:pt x="65536" y="615828"/>
                  </a:lnTo>
                  <a:lnTo>
                    <a:pt x="52429" y="618787"/>
                  </a:lnTo>
                  <a:lnTo>
                    <a:pt x="39321" y="621747"/>
                  </a:lnTo>
                  <a:lnTo>
                    <a:pt x="26214" y="624707"/>
                  </a:lnTo>
                  <a:lnTo>
                    <a:pt x="13107" y="627667"/>
                  </a:lnTo>
                  <a:lnTo>
                    <a:pt x="0" y="63062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46"/>
            <p:cNvSpPr/>
            <p:nvPr/>
          </p:nvSpPr>
          <p:spPr>
            <a:xfrm>
              <a:off x="5300048" y="2048123"/>
              <a:ext cx="2346210" cy="252832"/>
            </a:xfrm>
            <a:custGeom>
              <a:avLst/>
              <a:pathLst>
                <a:path w="2346210" h="252832">
                  <a:moveTo>
                    <a:pt x="0" y="252832"/>
                  </a:moveTo>
                  <a:lnTo>
                    <a:pt x="13107" y="252345"/>
                  </a:lnTo>
                  <a:lnTo>
                    <a:pt x="26214" y="251857"/>
                  </a:lnTo>
                  <a:lnTo>
                    <a:pt x="39321" y="251370"/>
                  </a:lnTo>
                  <a:lnTo>
                    <a:pt x="52429" y="250883"/>
                  </a:lnTo>
                  <a:lnTo>
                    <a:pt x="65536" y="250395"/>
                  </a:lnTo>
                  <a:lnTo>
                    <a:pt x="78643" y="249906"/>
                  </a:lnTo>
                  <a:lnTo>
                    <a:pt x="91751" y="249418"/>
                  </a:lnTo>
                  <a:lnTo>
                    <a:pt x="104858" y="248928"/>
                  </a:lnTo>
                  <a:lnTo>
                    <a:pt x="117965" y="248437"/>
                  </a:lnTo>
                  <a:lnTo>
                    <a:pt x="131073" y="247945"/>
                  </a:lnTo>
                  <a:lnTo>
                    <a:pt x="144180" y="247452"/>
                  </a:lnTo>
                  <a:lnTo>
                    <a:pt x="157287" y="246957"/>
                  </a:lnTo>
                  <a:lnTo>
                    <a:pt x="170395" y="246460"/>
                  </a:lnTo>
                  <a:lnTo>
                    <a:pt x="183502" y="245961"/>
                  </a:lnTo>
                  <a:lnTo>
                    <a:pt x="196609" y="245459"/>
                  </a:lnTo>
                  <a:lnTo>
                    <a:pt x="209717" y="244954"/>
                  </a:lnTo>
                  <a:lnTo>
                    <a:pt x="222824" y="244446"/>
                  </a:lnTo>
                  <a:lnTo>
                    <a:pt x="235931" y="243935"/>
                  </a:lnTo>
                  <a:lnTo>
                    <a:pt x="249039" y="243420"/>
                  </a:lnTo>
                  <a:lnTo>
                    <a:pt x="262146" y="242900"/>
                  </a:lnTo>
                  <a:lnTo>
                    <a:pt x="275253" y="242376"/>
                  </a:lnTo>
                  <a:lnTo>
                    <a:pt x="288361" y="241848"/>
                  </a:lnTo>
                  <a:lnTo>
                    <a:pt x="301468" y="241313"/>
                  </a:lnTo>
                  <a:lnTo>
                    <a:pt x="314575" y="240773"/>
                  </a:lnTo>
                  <a:lnTo>
                    <a:pt x="327682" y="240227"/>
                  </a:lnTo>
                  <a:lnTo>
                    <a:pt x="340790" y="239675"/>
                  </a:lnTo>
                  <a:lnTo>
                    <a:pt x="353897" y="239115"/>
                  </a:lnTo>
                  <a:lnTo>
                    <a:pt x="367004" y="238549"/>
                  </a:lnTo>
                  <a:lnTo>
                    <a:pt x="380112" y="237975"/>
                  </a:lnTo>
                  <a:lnTo>
                    <a:pt x="393219" y="237394"/>
                  </a:lnTo>
                  <a:lnTo>
                    <a:pt x="406326" y="236804"/>
                  </a:lnTo>
                  <a:lnTo>
                    <a:pt x="419434" y="236206"/>
                  </a:lnTo>
                  <a:lnTo>
                    <a:pt x="432541" y="235599"/>
                  </a:lnTo>
                  <a:lnTo>
                    <a:pt x="445648" y="234983"/>
                  </a:lnTo>
                  <a:lnTo>
                    <a:pt x="458756" y="234357"/>
                  </a:lnTo>
                  <a:lnTo>
                    <a:pt x="471863" y="233722"/>
                  </a:lnTo>
                  <a:lnTo>
                    <a:pt x="484970" y="233077"/>
                  </a:lnTo>
                  <a:lnTo>
                    <a:pt x="498078" y="232422"/>
                  </a:lnTo>
                  <a:lnTo>
                    <a:pt x="511185" y="231756"/>
                  </a:lnTo>
                  <a:lnTo>
                    <a:pt x="524292" y="231079"/>
                  </a:lnTo>
                  <a:lnTo>
                    <a:pt x="537400" y="230392"/>
                  </a:lnTo>
                  <a:lnTo>
                    <a:pt x="550507" y="229692"/>
                  </a:lnTo>
                  <a:lnTo>
                    <a:pt x="563614" y="228982"/>
                  </a:lnTo>
                  <a:lnTo>
                    <a:pt x="576722" y="228259"/>
                  </a:lnTo>
                  <a:lnTo>
                    <a:pt x="589829" y="227525"/>
                  </a:lnTo>
                  <a:lnTo>
                    <a:pt x="602936" y="226778"/>
                  </a:lnTo>
                  <a:lnTo>
                    <a:pt x="616043" y="226018"/>
                  </a:lnTo>
                  <a:lnTo>
                    <a:pt x="629151" y="225246"/>
                  </a:lnTo>
                  <a:lnTo>
                    <a:pt x="642258" y="224461"/>
                  </a:lnTo>
                  <a:lnTo>
                    <a:pt x="655365" y="223662"/>
                  </a:lnTo>
                  <a:lnTo>
                    <a:pt x="668473" y="222850"/>
                  </a:lnTo>
                  <a:lnTo>
                    <a:pt x="681580" y="222024"/>
                  </a:lnTo>
                  <a:lnTo>
                    <a:pt x="694687" y="221184"/>
                  </a:lnTo>
                  <a:lnTo>
                    <a:pt x="707795" y="220330"/>
                  </a:lnTo>
                  <a:lnTo>
                    <a:pt x="720902" y="219462"/>
                  </a:lnTo>
                  <a:lnTo>
                    <a:pt x="734009" y="218579"/>
                  </a:lnTo>
                  <a:lnTo>
                    <a:pt x="747117" y="217681"/>
                  </a:lnTo>
                  <a:lnTo>
                    <a:pt x="760224" y="216768"/>
                  </a:lnTo>
                  <a:lnTo>
                    <a:pt x="773331" y="215840"/>
                  </a:lnTo>
                  <a:lnTo>
                    <a:pt x="786439" y="214897"/>
                  </a:lnTo>
                  <a:lnTo>
                    <a:pt x="799546" y="213937"/>
                  </a:lnTo>
                  <a:lnTo>
                    <a:pt x="812653" y="212963"/>
                  </a:lnTo>
                  <a:lnTo>
                    <a:pt x="825761" y="211972"/>
                  </a:lnTo>
                  <a:lnTo>
                    <a:pt x="838868" y="210965"/>
                  </a:lnTo>
                  <a:lnTo>
                    <a:pt x="851975" y="209942"/>
                  </a:lnTo>
                  <a:lnTo>
                    <a:pt x="865083" y="208902"/>
                  </a:lnTo>
                  <a:lnTo>
                    <a:pt x="878190" y="207846"/>
                  </a:lnTo>
                  <a:lnTo>
                    <a:pt x="891297" y="206773"/>
                  </a:lnTo>
                  <a:lnTo>
                    <a:pt x="904405" y="205684"/>
                  </a:lnTo>
                  <a:lnTo>
                    <a:pt x="917512" y="204577"/>
                  </a:lnTo>
                  <a:lnTo>
                    <a:pt x="930619" y="203454"/>
                  </a:lnTo>
                  <a:lnTo>
                    <a:pt x="943726" y="202313"/>
                  </a:lnTo>
                  <a:lnTo>
                    <a:pt x="956834" y="201155"/>
                  </a:lnTo>
                  <a:lnTo>
                    <a:pt x="969941" y="199980"/>
                  </a:lnTo>
                  <a:lnTo>
                    <a:pt x="983048" y="198787"/>
                  </a:lnTo>
                  <a:lnTo>
                    <a:pt x="996156" y="197577"/>
                  </a:lnTo>
                  <a:lnTo>
                    <a:pt x="1009263" y="196349"/>
                  </a:lnTo>
                  <a:lnTo>
                    <a:pt x="1022370" y="195104"/>
                  </a:lnTo>
                  <a:lnTo>
                    <a:pt x="1035478" y="193841"/>
                  </a:lnTo>
                  <a:lnTo>
                    <a:pt x="1048585" y="192561"/>
                  </a:lnTo>
                  <a:lnTo>
                    <a:pt x="1061692" y="191262"/>
                  </a:lnTo>
                  <a:lnTo>
                    <a:pt x="1074800" y="189946"/>
                  </a:lnTo>
                  <a:lnTo>
                    <a:pt x="1087907" y="188613"/>
                  </a:lnTo>
                  <a:lnTo>
                    <a:pt x="1101014" y="187261"/>
                  </a:lnTo>
                  <a:lnTo>
                    <a:pt x="1114122" y="185892"/>
                  </a:lnTo>
                  <a:lnTo>
                    <a:pt x="1127229" y="184506"/>
                  </a:lnTo>
                  <a:lnTo>
                    <a:pt x="1140336" y="183101"/>
                  </a:lnTo>
                  <a:lnTo>
                    <a:pt x="1153444" y="181679"/>
                  </a:lnTo>
                  <a:lnTo>
                    <a:pt x="1166551" y="180239"/>
                  </a:lnTo>
                  <a:lnTo>
                    <a:pt x="1179658" y="178782"/>
                  </a:lnTo>
                  <a:lnTo>
                    <a:pt x="1192766" y="177307"/>
                  </a:lnTo>
                  <a:lnTo>
                    <a:pt x="1205873" y="175815"/>
                  </a:lnTo>
                  <a:lnTo>
                    <a:pt x="1218980" y="174305"/>
                  </a:lnTo>
                  <a:lnTo>
                    <a:pt x="1232087" y="172778"/>
                  </a:lnTo>
                  <a:lnTo>
                    <a:pt x="1245195" y="171234"/>
                  </a:lnTo>
                  <a:lnTo>
                    <a:pt x="1258302" y="169673"/>
                  </a:lnTo>
                  <a:lnTo>
                    <a:pt x="1271409" y="168094"/>
                  </a:lnTo>
                  <a:lnTo>
                    <a:pt x="1284517" y="166499"/>
                  </a:lnTo>
                  <a:lnTo>
                    <a:pt x="1297624" y="164887"/>
                  </a:lnTo>
                  <a:lnTo>
                    <a:pt x="1310731" y="163258"/>
                  </a:lnTo>
                  <a:lnTo>
                    <a:pt x="1323839" y="161613"/>
                  </a:lnTo>
                  <a:lnTo>
                    <a:pt x="1336946" y="159951"/>
                  </a:lnTo>
                  <a:lnTo>
                    <a:pt x="1350053" y="158272"/>
                  </a:lnTo>
                  <a:lnTo>
                    <a:pt x="1363161" y="156578"/>
                  </a:lnTo>
                  <a:lnTo>
                    <a:pt x="1376268" y="154867"/>
                  </a:lnTo>
                  <a:lnTo>
                    <a:pt x="1389375" y="153140"/>
                  </a:lnTo>
                  <a:lnTo>
                    <a:pt x="1402483" y="151398"/>
                  </a:lnTo>
                  <a:lnTo>
                    <a:pt x="1415590" y="149640"/>
                  </a:lnTo>
                  <a:lnTo>
                    <a:pt x="1428697" y="147866"/>
                  </a:lnTo>
                  <a:lnTo>
                    <a:pt x="1441805" y="146077"/>
                  </a:lnTo>
                  <a:lnTo>
                    <a:pt x="1454912" y="144273"/>
                  </a:lnTo>
                  <a:lnTo>
                    <a:pt x="1468019" y="142454"/>
                  </a:lnTo>
                  <a:lnTo>
                    <a:pt x="1481127" y="140621"/>
                  </a:lnTo>
                  <a:lnTo>
                    <a:pt x="1494234" y="138773"/>
                  </a:lnTo>
                  <a:lnTo>
                    <a:pt x="1507341" y="136910"/>
                  </a:lnTo>
                  <a:lnTo>
                    <a:pt x="1520448" y="135034"/>
                  </a:lnTo>
                  <a:lnTo>
                    <a:pt x="1533556" y="133144"/>
                  </a:lnTo>
                  <a:lnTo>
                    <a:pt x="1546663" y="131240"/>
                  </a:lnTo>
                  <a:lnTo>
                    <a:pt x="1559770" y="129323"/>
                  </a:lnTo>
                  <a:lnTo>
                    <a:pt x="1572878" y="127392"/>
                  </a:lnTo>
                  <a:lnTo>
                    <a:pt x="1585985" y="125449"/>
                  </a:lnTo>
                  <a:lnTo>
                    <a:pt x="1599092" y="123493"/>
                  </a:lnTo>
                  <a:lnTo>
                    <a:pt x="1612200" y="121525"/>
                  </a:lnTo>
                  <a:lnTo>
                    <a:pt x="1625307" y="119544"/>
                  </a:lnTo>
                  <a:lnTo>
                    <a:pt x="1638414" y="117552"/>
                  </a:lnTo>
                  <a:lnTo>
                    <a:pt x="1651522" y="115549"/>
                  </a:lnTo>
                  <a:lnTo>
                    <a:pt x="1664629" y="113534"/>
                  </a:lnTo>
                  <a:lnTo>
                    <a:pt x="1677736" y="111508"/>
                  </a:lnTo>
                  <a:lnTo>
                    <a:pt x="1690844" y="109471"/>
                  </a:lnTo>
                  <a:lnTo>
                    <a:pt x="1703951" y="107425"/>
                  </a:lnTo>
                  <a:lnTo>
                    <a:pt x="1717058" y="105368"/>
                  </a:lnTo>
                  <a:lnTo>
                    <a:pt x="1730166" y="103301"/>
                  </a:lnTo>
                  <a:lnTo>
                    <a:pt x="1743273" y="101225"/>
                  </a:lnTo>
                  <a:lnTo>
                    <a:pt x="1756380" y="99140"/>
                  </a:lnTo>
                  <a:lnTo>
                    <a:pt x="1769488" y="97046"/>
                  </a:lnTo>
                  <a:lnTo>
                    <a:pt x="1782595" y="94943"/>
                  </a:lnTo>
                  <a:lnTo>
                    <a:pt x="1795702" y="92832"/>
                  </a:lnTo>
                  <a:lnTo>
                    <a:pt x="1808810" y="90714"/>
                  </a:lnTo>
                  <a:lnTo>
                    <a:pt x="1821917" y="88587"/>
                  </a:lnTo>
                  <a:lnTo>
                    <a:pt x="1835024" y="86454"/>
                  </a:lnTo>
                  <a:lnTo>
                    <a:pt x="1848131" y="84313"/>
                  </a:lnTo>
                  <a:lnTo>
                    <a:pt x="1861239" y="82165"/>
                  </a:lnTo>
                  <a:lnTo>
                    <a:pt x="1874346" y="80011"/>
                  </a:lnTo>
                  <a:lnTo>
                    <a:pt x="1887453" y="77850"/>
                  </a:lnTo>
                  <a:lnTo>
                    <a:pt x="1900561" y="75684"/>
                  </a:lnTo>
                  <a:lnTo>
                    <a:pt x="1913668" y="73511"/>
                  </a:lnTo>
                  <a:lnTo>
                    <a:pt x="1926775" y="71333"/>
                  </a:lnTo>
                  <a:lnTo>
                    <a:pt x="1939883" y="69150"/>
                  </a:lnTo>
                  <a:lnTo>
                    <a:pt x="1952990" y="66962"/>
                  </a:lnTo>
                  <a:lnTo>
                    <a:pt x="1966097" y="64769"/>
                  </a:lnTo>
                  <a:lnTo>
                    <a:pt x="1979205" y="62571"/>
                  </a:lnTo>
                  <a:lnTo>
                    <a:pt x="1992312" y="60369"/>
                  </a:lnTo>
                  <a:lnTo>
                    <a:pt x="2005419" y="58163"/>
                  </a:lnTo>
                  <a:lnTo>
                    <a:pt x="2018527" y="55953"/>
                  </a:lnTo>
                  <a:lnTo>
                    <a:pt x="2031634" y="53739"/>
                  </a:lnTo>
                  <a:lnTo>
                    <a:pt x="2044741" y="51522"/>
                  </a:lnTo>
                  <a:lnTo>
                    <a:pt x="2057849" y="49301"/>
                  </a:lnTo>
                  <a:lnTo>
                    <a:pt x="2070956" y="47077"/>
                  </a:lnTo>
                  <a:lnTo>
                    <a:pt x="2084063" y="44851"/>
                  </a:lnTo>
                  <a:lnTo>
                    <a:pt x="2097171" y="42622"/>
                  </a:lnTo>
                  <a:lnTo>
                    <a:pt x="2110278" y="40390"/>
                  </a:lnTo>
                  <a:lnTo>
                    <a:pt x="2123385" y="38156"/>
                  </a:lnTo>
                  <a:lnTo>
                    <a:pt x="2136492" y="35921"/>
                  </a:lnTo>
                  <a:lnTo>
                    <a:pt x="2149600" y="33683"/>
                  </a:lnTo>
                  <a:lnTo>
                    <a:pt x="2162707" y="31443"/>
                  </a:lnTo>
                  <a:lnTo>
                    <a:pt x="2175814" y="29202"/>
                  </a:lnTo>
                  <a:lnTo>
                    <a:pt x="2188922" y="26960"/>
                  </a:lnTo>
                  <a:lnTo>
                    <a:pt x="2202029" y="24717"/>
                  </a:lnTo>
                  <a:lnTo>
                    <a:pt x="2215136" y="22472"/>
                  </a:lnTo>
                  <a:lnTo>
                    <a:pt x="2228244" y="20227"/>
                  </a:lnTo>
                  <a:lnTo>
                    <a:pt x="2241351" y="17981"/>
                  </a:lnTo>
                  <a:lnTo>
                    <a:pt x="2254458" y="15734"/>
                  </a:lnTo>
                  <a:lnTo>
                    <a:pt x="2267566" y="13487"/>
                  </a:lnTo>
                  <a:lnTo>
                    <a:pt x="2280673" y="11240"/>
                  </a:lnTo>
                  <a:lnTo>
                    <a:pt x="2293780" y="8992"/>
                  </a:lnTo>
                  <a:lnTo>
                    <a:pt x="2306888" y="6744"/>
                  </a:lnTo>
                  <a:lnTo>
                    <a:pt x="2319995" y="4496"/>
                  </a:lnTo>
                  <a:lnTo>
                    <a:pt x="2333102" y="2248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7"/>
            <p:cNvSpPr/>
            <p:nvPr/>
          </p:nvSpPr>
          <p:spPr>
            <a:xfrm>
              <a:off x="5300048" y="2168131"/>
              <a:ext cx="2346210" cy="510620"/>
            </a:xfrm>
            <a:custGeom>
              <a:avLst/>
              <a:pathLst>
                <a:path w="2346210" h="510620">
                  <a:moveTo>
                    <a:pt x="2346210" y="0"/>
                  </a:moveTo>
                  <a:lnTo>
                    <a:pt x="2333102" y="2957"/>
                  </a:lnTo>
                  <a:lnTo>
                    <a:pt x="2319995" y="5914"/>
                  </a:lnTo>
                  <a:lnTo>
                    <a:pt x="2306888" y="8871"/>
                  </a:lnTo>
                  <a:lnTo>
                    <a:pt x="2293780" y="11828"/>
                  </a:lnTo>
                  <a:lnTo>
                    <a:pt x="2280673" y="14785"/>
                  </a:lnTo>
                  <a:lnTo>
                    <a:pt x="2267566" y="17742"/>
                  </a:lnTo>
                  <a:lnTo>
                    <a:pt x="2254458" y="20699"/>
                  </a:lnTo>
                  <a:lnTo>
                    <a:pt x="2241351" y="23656"/>
                  </a:lnTo>
                  <a:lnTo>
                    <a:pt x="2228244" y="26612"/>
                  </a:lnTo>
                  <a:lnTo>
                    <a:pt x="2215136" y="29568"/>
                  </a:lnTo>
                  <a:lnTo>
                    <a:pt x="2202029" y="32523"/>
                  </a:lnTo>
                  <a:lnTo>
                    <a:pt x="2188922" y="35478"/>
                  </a:lnTo>
                  <a:lnTo>
                    <a:pt x="2175814" y="38432"/>
                  </a:lnTo>
                  <a:lnTo>
                    <a:pt x="2162707" y="41386"/>
                  </a:lnTo>
                  <a:lnTo>
                    <a:pt x="2149600" y="44338"/>
                  </a:lnTo>
                  <a:lnTo>
                    <a:pt x="2136492" y="47290"/>
                  </a:lnTo>
                  <a:lnTo>
                    <a:pt x="2123385" y="50241"/>
                  </a:lnTo>
                  <a:lnTo>
                    <a:pt x="2110278" y="53190"/>
                  </a:lnTo>
                  <a:lnTo>
                    <a:pt x="2097171" y="56138"/>
                  </a:lnTo>
                  <a:lnTo>
                    <a:pt x="2084063" y="59085"/>
                  </a:lnTo>
                  <a:lnTo>
                    <a:pt x="2070956" y="62031"/>
                  </a:lnTo>
                  <a:lnTo>
                    <a:pt x="2057849" y="64975"/>
                  </a:lnTo>
                  <a:lnTo>
                    <a:pt x="2044741" y="67917"/>
                  </a:lnTo>
                  <a:lnTo>
                    <a:pt x="2031634" y="70858"/>
                  </a:lnTo>
                  <a:lnTo>
                    <a:pt x="2018527" y="73796"/>
                  </a:lnTo>
                  <a:lnTo>
                    <a:pt x="2005419" y="76733"/>
                  </a:lnTo>
                  <a:lnTo>
                    <a:pt x="1992312" y="79668"/>
                  </a:lnTo>
                  <a:lnTo>
                    <a:pt x="1979205" y="82600"/>
                  </a:lnTo>
                  <a:lnTo>
                    <a:pt x="1966097" y="85530"/>
                  </a:lnTo>
                  <a:lnTo>
                    <a:pt x="1952990" y="88458"/>
                  </a:lnTo>
                  <a:lnTo>
                    <a:pt x="1939883" y="91383"/>
                  </a:lnTo>
                  <a:lnTo>
                    <a:pt x="1926775" y="94306"/>
                  </a:lnTo>
                  <a:lnTo>
                    <a:pt x="1913668" y="97225"/>
                  </a:lnTo>
                  <a:lnTo>
                    <a:pt x="1900561" y="100143"/>
                  </a:lnTo>
                  <a:lnTo>
                    <a:pt x="1887453" y="103057"/>
                  </a:lnTo>
                  <a:lnTo>
                    <a:pt x="1874346" y="105968"/>
                  </a:lnTo>
                  <a:lnTo>
                    <a:pt x="1861239" y="108876"/>
                  </a:lnTo>
                  <a:lnTo>
                    <a:pt x="1848131" y="111781"/>
                  </a:lnTo>
                  <a:lnTo>
                    <a:pt x="1835024" y="114683"/>
                  </a:lnTo>
                  <a:lnTo>
                    <a:pt x="1821917" y="117581"/>
                  </a:lnTo>
                  <a:lnTo>
                    <a:pt x="1808810" y="120476"/>
                  </a:lnTo>
                  <a:lnTo>
                    <a:pt x="1795702" y="123368"/>
                  </a:lnTo>
                  <a:lnTo>
                    <a:pt x="1782595" y="126256"/>
                  </a:lnTo>
                  <a:lnTo>
                    <a:pt x="1769488" y="129140"/>
                  </a:lnTo>
                  <a:lnTo>
                    <a:pt x="1756380" y="132021"/>
                  </a:lnTo>
                  <a:lnTo>
                    <a:pt x="1743273" y="134898"/>
                  </a:lnTo>
                  <a:lnTo>
                    <a:pt x="1730166" y="137771"/>
                  </a:lnTo>
                  <a:lnTo>
                    <a:pt x="1717058" y="140640"/>
                  </a:lnTo>
                  <a:lnTo>
                    <a:pt x="1703951" y="143506"/>
                  </a:lnTo>
                  <a:lnTo>
                    <a:pt x="1690844" y="146367"/>
                  </a:lnTo>
                  <a:lnTo>
                    <a:pt x="1677736" y="149225"/>
                  </a:lnTo>
                  <a:lnTo>
                    <a:pt x="1664629" y="152078"/>
                  </a:lnTo>
                  <a:lnTo>
                    <a:pt x="1651522" y="154928"/>
                  </a:lnTo>
                  <a:lnTo>
                    <a:pt x="1638414" y="157774"/>
                  </a:lnTo>
                  <a:lnTo>
                    <a:pt x="1625307" y="160616"/>
                  </a:lnTo>
                  <a:lnTo>
                    <a:pt x="1612200" y="163453"/>
                  </a:lnTo>
                  <a:lnTo>
                    <a:pt x="1599092" y="166287"/>
                  </a:lnTo>
                  <a:lnTo>
                    <a:pt x="1585985" y="169117"/>
                  </a:lnTo>
                  <a:lnTo>
                    <a:pt x="1572878" y="171943"/>
                  </a:lnTo>
                  <a:lnTo>
                    <a:pt x="1559770" y="174765"/>
                  </a:lnTo>
                  <a:lnTo>
                    <a:pt x="1546663" y="177583"/>
                  </a:lnTo>
                  <a:lnTo>
                    <a:pt x="1533556" y="180397"/>
                  </a:lnTo>
                  <a:lnTo>
                    <a:pt x="1520448" y="183207"/>
                  </a:lnTo>
                  <a:lnTo>
                    <a:pt x="1507341" y="186013"/>
                  </a:lnTo>
                  <a:lnTo>
                    <a:pt x="1494234" y="188816"/>
                  </a:lnTo>
                  <a:lnTo>
                    <a:pt x="1481127" y="191615"/>
                  </a:lnTo>
                  <a:lnTo>
                    <a:pt x="1468019" y="194411"/>
                  </a:lnTo>
                  <a:lnTo>
                    <a:pt x="1454912" y="197202"/>
                  </a:lnTo>
                  <a:lnTo>
                    <a:pt x="1441805" y="199991"/>
                  </a:lnTo>
                  <a:lnTo>
                    <a:pt x="1428697" y="202776"/>
                  </a:lnTo>
                  <a:lnTo>
                    <a:pt x="1415590" y="205558"/>
                  </a:lnTo>
                  <a:lnTo>
                    <a:pt x="1402483" y="208337"/>
                  </a:lnTo>
                  <a:lnTo>
                    <a:pt x="1389375" y="211113"/>
                  </a:lnTo>
                  <a:lnTo>
                    <a:pt x="1376268" y="213885"/>
                  </a:lnTo>
                  <a:lnTo>
                    <a:pt x="1363161" y="216655"/>
                  </a:lnTo>
                  <a:lnTo>
                    <a:pt x="1350053" y="219423"/>
                  </a:lnTo>
                  <a:lnTo>
                    <a:pt x="1336946" y="222187"/>
                  </a:lnTo>
                  <a:lnTo>
                    <a:pt x="1323839" y="224949"/>
                  </a:lnTo>
                  <a:lnTo>
                    <a:pt x="1310731" y="227709"/>
                  </a:lnTo>
                  <a:lnTo>
                    <a:pt x="1297624" y="230466"/>
                  </a:lnTo>
                  <a:lnTo>
                    <a:pt x="1284517" y="233222"/>
                  </a:lnTo>
                  <a:lnTo>
                    <a:pt x="1271409" y="235975"/>
                  </a:lnTo>
                  <a:lnTo>
                    <a:pt x="1258302" y="238726"/>
                  </a:lnTo>
                  <a:lnTo>
                    <a:pt x="1245195" y="241476"/>
                  </a:lnTo>
                  <a:lnTo>
                    <a:pt x="1232087" y="244224"/>
                  </a:lnTo>
                  <a:lnTo>
                    <a:pt x="1218980" y="246970"/>
                  </a:lnTo>
                  <a:lnTo>
                    <a:pt x="1205873" y="249715"/>
                  </a:lnTo>
                  <a:lnTo>
                    <a:pt x="1192766" y="252458"/>
                  </a:lnTo>
                  <a:lnTo>
                    <a:pt x="1179658" y="255201"/>
                  </a:lnTo>
                  <a:lnTo>
                    <a:pt x="1166551" y="257942"/>
                  </a:lnTo>
                  <a:lnTo>
                    <a:pt x="1153444" y="260682"/>
                  </a:lnTo>
                  <a:lnTo>
                    <a:pt x="1140336" y="263422"/>
                  </a:lnTo>
                  <a:lnTo>
                    <a:pt x="1127229" y="266161"/>
                  </a:lnTo>
                  <a:lnTo>
                    <a:pt x="1114122" y="268899"/>
                  </a:lnTo>
                  <a:lnTo>
                    <a:pt x="1101014" y="271637"/>
                  </a:lnTo>
                  <a:lnTo>
                    <a:pt x="1087907" y="274375"/>
                  </a:lnTo>
                  <a:lnTo>
                    <a:pt x="1074800" y="277112"/>
                  </a:lnTo>
                  <a:lnTo>
                    <a:pt x="1061692" y="279850"/>
                  </a:lnTo>
                  <a:lnTo>
                    <a:pt x="1048585" y="282588"/>
                  </a:lnTo>
                  <a:lnTo>
                    <a:pt x="1035478" y="285326"/>
                  </a:lnTo>
                  <a:lnTo>
                    <a:pt x="1022370" y="288064"/>
                  </a:lnTo>
                  <a:lnTo>
                    <a:pt x="1009263" y="290804"/>
                  </a:lnTo>
                  <a:lnTo>
                    <a:pt x="996156" y="293543"/>
                  </a:lnTo>
                  <a:lnTo>
                    <a:pt x="983048" y="296284"/>
                  </a:lnTo>
                  <a:lnTo>
                    <a:pt x="969941" y="299026"/>
                  </a:lnTo>
                  <a:lnTo>
                    <a:pt x="956834" y="301769"/>
                  </a:lnTo>
                  <a:lnTo>
                    <a:pt x="943726" y="304513"/>
                  </a:lnTo>
                  <a:lnTo>
                    <a:pt x="930619" y="307259"/>
                  </a:lnTo>
                  <a:lnTo>
                    <a:pt x="917512" y="310006"/>
                  </a:lnTo>
                  <a:lnTo>
                    <a:pt x="904405" y="312755"/>
                  </a:lnTo>
                  <a:lnTo>
                    <a:pt x="891297" y="315506"/>
                  </a:lnTo>
                  <a:lnTo>
                    <a:pt x="878190" y="318260"/>
                  </a:lnTo>
                  <a:lnTo>
                    <a:pt x="865083" y="321015"/>
                  </a:lnTo>
                  <a:lnTo>
                    <a:pt x="851975" y="323773"/>
                  </a:lnTo>
                  <a:lnTo>
                    <a:pt x="838868" y="326533"/>
                  </a:lnTo>
                  <a:lnTo>
                    <a:pt x="825761" y="329295"/>
                  </a:lnTo>
                  <a:lnTo>
                    <a:pt x="812653" y="332061"/>
                  </a:lnTo>
                  <a:lnTo>
                    <a:pt x="799546" y="334829"/>
                  </a:lnTo>
                  <a:lnTo>
                    <a:pt x="786439" y="337601"/>
                  </a:lnTo>
                  <a:lnTo>
                    <a:pt x="773331" y="340375"/>
                  </a:lnTo>
                  <a:lnTo>
                    <a:pt x="760224" y="343153"/>
                  </a:lnTo>
                  <a:lnTo>
                    <a:pt x="747117" y="345934"/>
                  </a:lnTo>
                  <a:lnTo>
                    <a:pt x="734009" y="348719"/>
                  </a:lnTo>
                  <a:lnTo>
                    <a:pt x="720902" y="351507"/>
                  </a:lnTo>
                  <a:lnTo>
                    <a:pt x="707795" y="354298"/>
                  </a:lnTo>
                  <a:lnTo>
                    <a:pt x="694687" y="357094"/>
                  </a:lnTo>
                  <a:lnTo>
                    <a:pt x="681580" y="359893"/>
                  </a:lnTo>
                  <a:lnTo>
                    <a:pt x="668473" y="362696"/>
                  </a:lnTo>
                  <a:lnTo>
                    <a:pt x="655365" y="365503"/>
                  </a:lnTo>
                  <a:lnTo>
                    <a:pt x="642258" y="368315"/>
                  </a:lnTo>
                  <a:lnTo>
                    <a:pt x="629151" y="371130"/>
                  </a:lnTo>
                  <a:lnTo>
                    <a:pt x="616043" y="373949"/>
                  </a:lnTo>
                  <a:lnTo>
                    <a:pt x="602936" y="376773"/>
                  </a:lnTo>
                  <a:lnTo>
                    <a:pt x="589829" y="379600"/>
                  </a:lnTo>
                  <a:lnTo>
                    <a:pt x="576722" y="382432"/>
                  </a:lnTo>
                  <a:lnTo>
                    <a:pt x="563614" y="385268"/>
                  </a:lnTo>
                  <a:lnTo>
                    <a:pt x="550507" y="388109"/>
                  </a:lnTo>
                  <a:lnTo>
                    <a:pt x="537400" y="390953"/>
                  </a:lnTo>
                  <a:lnTo>
                    <a:pt x="524292" y="393802"/>
                  </a:lnTo>
                  <a:lnTo>
                    <a:pt x="511185" y="396655"/>
                  </a:lnTo>
                  <a:lnTo>
                    <a:pt x="498078" y="399513"/>
                  </a:lnTo>
                  <a:lnTo>
                    <a:pt x="484970" y="402374"/>
                  </a:lnTo>
                  <a:lnTo>
                    <a:pt x="471863" y="405240"/>
                  </a:lnTo>
                  <a:lnTo>
                    <a:pt x="458756" y="408110"/>
                  </a:lnTo>
                  <a:lnTo>
                    <a:pt x="445648" y="410984"/>
                  </a:lnTo>
                  <a:lnTo>
                    <a:pt x="432541" y="413862"/>
                  </a:lnTo>
                  <a:lnTo>
                    <a:pt x="419434" y="416745"/>
                  </a:lnTo>
                  <a:lnTo>
                    <a:pt x="406326" y="419631"/>
                  </a:lnTo>
                  <a:lnTo>
                    <a:pt x="393219" y="422521"/>
                  </a:lnTo>
                  <a:lnTo>
                    <a:pt x="380112" y="425415"/>
                  </a:lnTo>
                  <a:lnTo>
                    <a:pt x="367004" y="428313"/>
                  </a:lnTo>
                  <a:lnTo>
                    <a:pt x="353897" y="431215"/>
                  </a:lnTo>
                  <a:lnTo>
                    <a:pt x="340790" y="434121"/>
                  </a:lnTo>
                  <a:lnTo>
                    <a:pt x="327682" y="437030"/>
                  </a:lnTo>
                  <a:lnTo>
                    <a:pt x="314575" y="439942"/>
                  </a:lnTo>
                  <a:lnTo>
                    <a:pt x="301468" y="442859"/>
                  </a:lnTo>
                  <a:lnTo>
                    <a:pt x="288361" y="445778"/>
                  </a:lnTo>
                  <a:lnTo>
                    <a:pt x="275253" y="448701"/>
                  </a:lnTo>
                  <a:lnTo>
                    <a:pt x="262146" y="451627"/>
                  </a:lnTo>
                  <a:lnTo>
                    <a:pt x="249039" y="454556"/>
                  </a:lnTo>
                  <a:lnTo>
                    <a:pt x="235931" y="457489"/>
                  </a:lnTo>
                  <a:lnTo>
                    <a:pt x="222824" y="460424"/>
                  </a:lnTo>
                  <a:lnTo>
                    <a:pt x="209717" y="463362"/>
                  </a:lnTo>
                  <a:lnTo>
                    <a:pt x="196609" y="466302"/>
                  </a:lnTo>
                  <a:lnTo>
                    <a:pt x="183502" y="469245"/>
                  </a:lnTo>
                  <a:lnTo>
                    <a:pt x="170395" y="472191"/>
                  </a:lnTo>
                  <a:lnTo>
                    <a:pt x="157287" y="475138"/>
                  </a:lnTo>
                  <a:lnTo>
                    <a:pt x="144180" y="478088"/>
                  </a:lnTo>
                  <a:lnTo>
                    <a:pt x="131073" y="481040"/>
                  </a:lnTo>
                  <a:lnTo>
                    <a:pt x="117965" y="483993"/>
                  </a:lnTo>
                  <a:lnTo>
                    <a:pt x="104858" y="486948"/>
                  </a:lnTo>
                  <a:lnTo>
                    <a:pt x="91751" y="489904"/>
                  </a:lnTo>
                  <a:lnTo>
                    <a:pt x="78643" y="492862"/>
                  </a:lnTo>
                  <a:lnTo>
                    <a:pt x="65536" y="495820"/>
                  </a:lnTo>
                  <a:lnTo>
                    <a:pt x="52429" y="498779"/>
                  </a:lnTo>
                  <a:lnTo>
                    <a:pt x="39321" y="501739"/>
                  </a:lnTo>
                  <a:lnTo>
                    <a:pt x="26214" y="504699"/>
                  </a:lnTo>
                  <a:lnTo>
                    <a:pt x="13107" y="507659"/>
                  </a:lnTo>
                  <a:lnTo>
                    <a:pt x="0" y="5106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48"/>
            <p:cNvSpPr/>
            <p:nvPr/>
          </p:nvSpPr>
          <p:spPr>
            <a:xfrm>
              <a:off x="5300048" y="2105241"/>
              <a:ext cx="2346210" cy="391256"/>
            </a:xfrm>
            <a:custGeom>
              <a:avLst/>
              <a:pathLst>
                <a:path w="2346210" h="391256">
                  <a:moveTo>
                    <a:pt x="0" y="391256"/>
                  </a:moveTo>
                  <a:lnTo>
                    <a:pt x="13107" y="389458"/>
                  </a:lnTo>
                  <a:lnTo>
                    <a:pt x="26214" y="387660"/>
                  </a:lnTo>
                  <a:lnTo>
                    <a:pt x="39321" y="385862"/>
                  </a:lnTo>
                  <a:lnTo>
                    <a:pt x="52429" y="384065"/>
                  </a:lnTo>
                  <a:lnTo>
                    <a:pt x="65536" y="382267"/>
                  </a:lnTo>
                  <a:lnTo>
                    <a:pt x="78643" y="380470"/>
                  </a:lnTo>
                  <a:lnTo>
                    <a:pt x="91751" y="378672"/>
                  </a:lnTo>
                  <a:lnTo>
                    <a:pt x="104858" y="376876"/>
                  </a:lnTo>
                  <a:lnTo>
                    <a:pt x="117965" y="375079"/>
                  </a:lnTo>
                  <a:lnTo>
                    <a:pt x="131073" y="373283"/>
                  </a:lnTo>
                  <a:lnTo>
                    <a:pt x="144180" y="371486"/>
                  </a:lnTo>
                  <a:lnTo>
                    <a:pt x="157287" y="369691"/>
                  </a:lnTo>
                  <a:lnTo>
                    <a:pt x="170395" y="367895"/>
                  </a:lnTo>
                  <a:lnTo>
                    <a:pt x="183502" y="366100"/>
                  </a:lnTo>
                  <a:lnTo>
                    <a:pt x="196609" y="364304"/>
                  </a:lnTo>
                  <a:lnTo>
                    <a:pt x="209717" y="362509"/>
                  </a:lnTo>
                  <a:lnTo>
                    <a:pt x="222824" y="360714"/>
                  </a:lnTo>
                  <a:lnTo>
                    <a:pt x="235931" y="358918"/>
                  </a:lnTo>
                  <a:lnTo>
                    <a:pt x="249039" y="357123"/>
                  </a:lnTo>
                  <a:lnTo>
                    <a:pt x="262146" y="355326"/>
                  </a:lnTo>
                  <a:lnTo>
                    <a:pt x="275253" y="353530"/>
                  </a:lnTo>
                  <a:lnTo>
                    <a:pt x="288361" y="351733"/>
                  </a:lnTo>
                  <a:lnTo>
                    <a:pt x="301468" y="349935"/>
                  </a:lnTo>
                  <a:lnTo>
                    <a:pt x="314575" y="348136"/>
                  </a:lnTo>
                  <a:lnTo>
                    <a:pt x="327682" y="346336"/>
                  </a:lnTo>
                  <a:lnTo>
                    <a:pt x="340790" y="344536"/>
                  </a:lnTo>
                  <a:lnTo>
                    <a:pt x="353897" y="342733"/>
                  </a:lnTo>
                  <a:lnTo>
                    <a:pt x="367004" y="340930"/>
                  </a:lnTo>
                  <a:lnTo>
                    <a:pt x="380112" y="339125"/>
                  </a:lnTo>
                  <a:lnTo>
                    <a:pt x="393219" y="337318"/>
                  </a:lnTo>
                  <a:lnTo>
                    <a:pt x="406326" y="335509"/>
                  </a:lnTo>
                  <a:lnTo>
                    <a:pt x="419434" y="333699"/>
                  </a:lnTo>
                  <a:lnTo>
                    <a:pt x="432541" y="331886"/>
                  </a:lnTo>
                  <a:lnTo>
                    <a:pt x="445648" y="330072"/>
                  </a:lnTo>
                  <a:lnTo>
                    <a:pt x="458756" y="328254"/>
                  </a:lnTo>
                  <a:lnTo>
                    <a:pt x="471863" y="326435"/>
                  </a:lnTo>
                  <a:lnTo>
                    <a:pt x="484970" y="324613"/>
                  </a:lnTo>
                  <a:lnTo>
                    <a:pt x="498078" y="322788"/>
                  </a:lnTo>
                  <a:lnTo>
                    <a:pt x="511185" y="320961"/>
                  </a:lnTo>
                  <a:lnTo>
                    <a:pt x="524292" y="319130"/>
                  </a:lnTo>
                  <a:lnTo>
                    <a:pt x="537400" y="317296"/>
                  </a:lnTo>
                  <a:lnTo>
                    <a:pt x="550507" y="315460"/>
                  </a:lnTo>
                  <a:lnTo>
                    <a:pt x="563614" y="313620"/>
                  </a:lnTo>
                  <a:lnTo>
                    <a:pt x="576722" y="311776"/>
                  </a:lnTo>
                  <a:lnTo>
                    <a:pt x="589829" y="309929"/>
                  </a:lnTo>
                  <a:lnTo>
                    <a:pt x="602936" y="308078"/>
                  </a:lnTo>
                  <a:lnTo>
                    <a:pt x="616043" y="306223"/>
                  </a:lnTo>
                  <a:lnTo>
                    <a:pt x="629151" y="304365"/>
                  </a:lnTo>
                  <a:lnTo>
                    <a:pt x="642258" y="302502"/>
                  </a:lnTo>
                  <a:lnTo>
                    <a:pt x="655365" y="300635"/>
                  </a:lnTo>
                  <a:lnTo>
                    <a:pt x="668473" y="298763"/>
                  </a:lnTo>
                  <a:lnTo>
                    <a:pt x="681580" y="296887"/>
                  </a:lnTo>
                  <a:lnTo>
                    <a:pt x="694687" y="295007"/>
                  </a:lnTo>
                  <a:lnTo>
                    <a:pt x="707795" y="293121"/>
                  </a:lnTo>
                  <a:lnTo>
                    <a:pt x="720902" y="291230"/>
                  </a:lnTo>
                  <a:lnTo>
                    <a:pt x="734009" y="289334"/>
                  </a:lnTo>
                  <a:lnTo>
                    <a:pt x="747117" y="287433"/>
                  </a:lnTo>
                  <a:lnTo>
                    <a:pt x="760224" y="285527"/>
                  </a:lnTo>
                  <a:lnTo>
                    <a:pt x="773331" y="283614"/>
                  </a:lnTo>
                  <a:lnTo>
                    <a:pt x="786439" y="281696"/>
                  </a:lnTo>
                  <a:lnTo>
                    <a:pt x="799546" y="279772"/>
                  </a:lnTo>
                  <a:lnTo>
                    <a:pt x="812653" y="277842"/>
                  </a:lnTo>
                  <a:lnTo>
                    <a:pt x="825761" y="275906"/>
                  </a:lnTo>
                  <a:lnTo>
                    <a:pt x="838868" y="273963"/>
                  </a:lnTo>
                  <a:lnTo>
                    <a:pt x="851975" y="272014"/>
                  </a:lnTo>
                  <a:lnTo>
                    <a:pt x="865083" y="270058"/>
                  </a:lnTo>
                  <a:lnTo>
                    <a:pt x="878190" y="268096"/>
                  </a:lnTo>
                  <a:lnTo>
                    <a:pt x="891297" y="266126"/>
                  </a:lnTo>
                  <a:lnTo>
                    <a:pt x="904405" y="264149"/>
                  </a:lnTo>
                  <a:lnTo>
                    <a:pt x="917512" y="262166"/>
                  </a:lnTo>
                  <a:lnTo>
                    <a:pt x="930619" y="260174"/>
                  </a:lnTo>
                  <a:lnTo>
                    <a:pt x="943726" y="258176"/>
                  </a:lnTo>
                  <a:lnTo>
                    <a:pt x="956834" y="256170"/>
                  </a:lnTo>
                  <a:lnTo>
                    <a:pt x="969941" y="254156"/>
                  </a:lnTo>
                  <a:lnTo>
                    <a:pt x="983048" y="252134"/>
                  </a:lnTo>
                  <a:lnTo>
                    <a:pt x="996156" y="250105"/>
                  </a:lnTo>
                  <a:lnTo>
                    <a:pt x="1009263" y="248067"/>
                  </a:lnTo>
                  <a:lnTo>
                    <a:pt x="1022370" y="246021"/>
                  </a:lnTo>
                  <a:lnTo>
                    <a:pt x="1035478" y="243968"/>
                  </a:lnTo>
                  <a:lnTo>
                    <a:pt x="1048585" y="241905"/>
                  </a:lnTo>
                  <a:lnTo>
                    <a:pt x="1061692" y="239835"/>
                  </a:lnTo>
                  <a:lnTo>
                    <a:pt x="1074800" y="237756"/>
                  </a:lnTo>
                  <a:lnTo>
                    <a:pt x="1087907" y="235669"/>
                  </a:lnTo>
                  <a:lnTo>
                    <a:pt x="1101014" y="233572"/>
                  </a:lnTo>
                  <a:lnTo>
                    <a:pt x="1114122" y="231468"/>
                  </a:lnTo>
                  <a:lnTo>
                    <a:pt x="1127229" y="229354"/>
                  </a:lnTo>
                  <a:lnTo>
                    <a:pt x="1140336" y="227232"/>
                  </a:lnTo>
                  <a:lnTo>
                    <a:pt x="1153444" y="225101"/>
                  </a:lnTo>
                  <a:lnTo>
                    <a:pt x="1166551" y="222961"/>
                  </a:lnTo>
                  <a:lnTo>
                    <a:pt x="1179658" y="220812"/>
                  </a:lnTo>
                  <a:lnTo>
                    <a:pt x="1192766" y="218654"/>
                  </a:lnTo>
                  <a:lnTo>
                    <a:pt x="1205873" y="216487"/>
                  </a:lnTo>
                  <a:lnTo>
                    <a:pt x="1218980" y="214311"/>
                  </a:lnTo>
                  <a:lnTo>
                    <a:pt x="1232087" y="212126"/>
                  </a:lnTo>
                  <a:lnTo>
                    <a:pt x="1245195" y="209931"/>
                  </a:lnTo>
                  <a:lnTo>
                    <a:pt x="1258302" y="207728"/>
                  </a:lnTo>
                  <a:lnTo>
                    <a:pt x="1271409" y="205515"/>
                  </a:lnTo>
                  <a:lnTo>
                    <a:pt x="1284517" y="203294"/>
                  </a:lnTo>
                  <a:lnTo>
                    <a:pt x="1297624" y="201063"/>
                  </a:lnTo>
                  <a:lnTo>
                    <a:pt x="1310731" y="198822"/>
                  </a:lnTo>
                  <a:lnTo>
                    <a:pt x="1323839" y="196573"/>
                  </a:lnTo>
                  <a:lnTo>
                    <a:pt x="1336946" y="194314"/>
                  </a:lnTo>
                  <a:lnTo>
                    <a:pt x="1350053" y="192046"/>
                  </a:lnTo>
                  <a:lnTo>
                    <a:pt x="1363161" y="189769"/>
                  </a:lnTo>
                  <a:lnTo>
                    <a:pt x="1376268" y="187482"/>
                  </a:lnTo>
                  <a:lnTo>
                    <a:pt x="1389375" y="185187"/>
                  </a:lnTo>
                  <a:lnTo>
                    <a:pt x="1402483" y="182882"/>
                  </a:lnTo>
                  <a:lnTo>
                    <a:pt x="1415590" y="180567"/>
                  </a:lnTo>
                  <a:lnTo>
                    <a:pt x="1428697" y="178244"/>
                  </a:lnTo>
                  <a:lnTo>
                    <a:pt x="1441805" y="175912"/>
                  </a:lnTo>
                  <a:lnTo>
                    <a:pt x="1454912" y="173570"/>
                  </a:lnTo>
                  <a:lnTo>
                    <a:pt x="1468019" y="171220"/>
                  </a:lnTo>
                  <a:lnTo>
                    <a:pt x="1481127" y="168860"/>
                  </a:lnTo>
                  <a:lnTo>
                    <a:pt x="1494234" y="166492"/>
                  </a:lnTo>
                  <a:lnTo>
                    <a:pt x="1507341" y="164114"/>
                  </a:lnTo>
                  <a:lnTo>
                    <a:pt x="1520448" y="161728"/>
                  </a:lnTo>
                  <a:lnTo>
                    <a:pt x="1533556" y="159333"/>
                  </a:lnTo>
                  <a:lnTo>
                    <a:pt x="1546663" y="156930"/>
                  </a:lnTo>
                  <a:lnTo>
                    <a:pt x="1559770" y="154518"/>
                  </a:lnTo>
                  <a:lnTo>
                    <a:pt x="1572878" y="152097"/>
                  </a:lnTo>
                  <a:lnTo>
                    <a:pt x="1585985" y="149668"/>
                  </a:lnTo>
                  <a:lnTo>
                    <a:pt x="1599092" y="147231"/>
                  </a:lnTo>
                  <a:lnTo>
                    <a:pt x="1612200" y="144786"/>
                  </a:lnTo>
                  <a:lnTo>
                    <a:pt x="1625307" y="142333"/>
                  </a:lnTo>
                  <a:lnTo>
                    <a:pt x="1638414" y="139872"/>
                  </a:lnTo>
                  <a:lnTo>
                    <a:pt x="1651522" y="137404"/>
                  </a:lnTo>
                  <a:lnTo>
                    <a:pt x="1664629" y="134928"/>
                  </a:lnTo>
                  <a:lnTo>
                    <a:pt x="1677736" y="132444"/>
                  </a:lnTo>
                  <a:lnTo>
                    <a:pt x="1690844" y="129954"/>
                  </a:lnTo>
                  <a:lnTo>
                    <a:pt x="1703951" y="127456"/>
                  </a:lnTo>
                  <a:lnTo>
                    <a:pt x="1717058" y="124952"/>
                  </a:lnTo>
                  <a:lnTo>
                    <a:pt x="1730166" y="122440"/>
                  </a:lnTo>
                  <a:lnTo>
                    <a:pt x="1743273" y="119923"/>
                  </a:lnTo>
                  <a:lnTo>
                    <a:pt x="1756380" y="117398"/>
                  </a:lnTo>
                  <a:lnTo>
                    <a:pt x="1769488" y="114868"/>
                  </a:lnTo>
                  <a:lnTo>
                    <a:pt x="1782595" y="112332"/>
                  </a:lnTo>
                  <a:lnTo>
                    <a:pt x="1795702" y="109790"/>
                  </a:lnTo>
                  <a:lnTo>
                    <a:pt x="1808810" y="107242"/>
                  </a:lnTo>
                  <a:lnTo>
                    <a:pt x="1821917" y="104689"/>
                  </a:lnTo>
                  <a:lnTo>
                    <a:pt x="1835024" y="102131"/>
                  </a:lnTo>
                  <a:lnTo>
                    <a:pt x="1848131" y="99567"/>
                  </a:lnTo>
                  <a:lnTo>
                    <a:pt x="1861239" y="96999"/>
                  </a:lnTo>
                  <a:lnTo>
                    <a:pt x="1874346" y="94426"/>
                  </a:lnTo>
                  <a:lnTo>
                    <a:pt x="1887453" y="91848"/>
                  </a:lnTo>
                  <a:lnTo>
                    <a:pt x="1900561" y="89267"/>
                  </a:lnTo>
                  <a:lnTo>
                    <a:pt x="1913668" y="86680"/>
                  </a:lnTo>
                  <a:lnTo>
                    <a:pt x="1926775" y="84090"/>
                  </a:lnTo>
                  <a:lnTo>
                    <a:pt x="1939883" y="81496"/>
                  </a:lnTo>
                  <a:lnTo>
                    <a:pt x="1952990" y="78898"/>
                  </a:lnTo>
                  <a:lnTo>
                    <a:pt x="1966097" y="76297"/>
                  </a:lnTo>
                  <a:lnTo>
                    <a:pt x="1979205" y="73693"/>
                  </a:lnTo>
                  <a:lnTo>
                    <a:pt x="1992312" y="71085"/>
                  </a:lnTo>
                  <a:lnTo>
                    <a:pt x="2005419" y="68474"/>
                  </a:lnTo>
                  <a:lnTo>
                    <a:pt x="2018527" y="65860"/>
                  </a:lnTo>
                  <a:lnTo>
                    <a:pt x="2031634" y="63244"/>
                  </a:lnTo>
                  <a:lnTo>
                    <a:pt x="2044741" y="60625"/>
                  </a:lnTo>
                  <a:lnTo>
                    <a:pt x="2057849" y="58003"/>
                  </a:lnTo>
                  <a:lnTo>
                    <a:pt x="2070956" y="55380"/>
                  </a:lnTo>
                  <a:lnTo>
                    <a:pt x="2084063" y="52754"/>
                  </a:lnTo>
                  <a:lnTo>
                    <a:pt x="2097171" y="50126"/>
                  </a:lnTo>
                  <a:lnTo>
                    <a:pt x="2110278" y="47496"/>
                  </a:lnTo>
                  <a:lnTo>
                    <a:pt x="2123385" y="44865"/>
                  </a:lnTo>
                  <a:lnTo>
                    <a:pt x="2136492" y="42232"/>
                  </a:lnTo>
                  <a:lnTo>
                    <a:pt x="2149600" y="39598"/>
                  </a:lnTo>
                  <a:lnTo>
                    <a:pt x="2162707" y="36963"/>
                  </a:lnTo>
                  <a:lnTo>
                    <a:pt x="2175814" y="34326"/>
                  </a:lnTo>
                  <a:lnTo>
                    <a:pt x="2188922" y="31689"/>
                  </a:lnTo>
                  <a:lnTo>
                    <a:pt x="2202029" y="29050"/>
                  </a:lnTo>
                  <a:lnTo>
                    <a:pt x="2215136" y="26411"/>
                  </a:lnTo>
                  <a:lnTo>
                    <a:pt x="2228244" y="23772"/>
                  </a:lnTo>
                  <a:lnTo>
                    <a:pt x="2241351" y="21131"/>
                  </a:lnTo>
                  <a:lnTo>
                    <a:pt x="2254458" y="18491"/>
                  </a:lnTo>
                  <a:lnTo>
                    <a:pt x="2267566" y="15849"/>
                  </a:lnTo>
                  <a:lnTo>
                    <a:pt x="2280673" y="13208"/>
                  </a:lnTo>
                  <a:lnTo>
                    <a:pt x="2293780" y="10567"/>
                  </a:lnTo>
                  <a:lnTo>
                    <a:pt x="2306888" y="7925"/>
                  </a:lnTo>
                  <a:lnTo>
                    <a:pt x="2319995" y="5283"/>
                  </a:lnTo>
                  <a:lnTo>
                    <a:pt x="2333102" y="2641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4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g45"/>
            <p:cNvSpPr/>
            <p:nvPr/>
          </p:nvSpPr>
          <p:spPr>
            <a:xfrm>
              <a:off x="8736870" y="1472441"/>
              <a:ext cx="2313979" cy="336126"/>
            </a:xfrm>
            <a:custGeom>
              <a:avLst/>
              <a:pathLst>
                <a:path w="2313979" h="336126">
                  <a:moveTo>
                    <a:pt x="0" y="0"/>
                  </a:moveTo>
                  <a:lnTo>
                    <a:pt x="12927" y="1465"/>
                  </a:lnTo>
                  <a:lnTo>
                    <a:pt x="25854" y="2931"/>
                  </a:lnTo>
                  <a:lnTo>
                    <a:pt x="38781" y="4397"/>
                  </a:lnTo>
                  <a:lnTo>
                    <a:pt x="51709" y="5862"/>
                  </a:lnTo>
                  <a:lnTo>
                    <a:pt x="64636" y="7328"/>
                  </a:lnTo>
                  <a:lnTo>
                    <a:pt x="77563" y="8793"/>
                  </a:lnTo>
                  <a:lnTo>
                    <a:pt x="90490" y="10258"/>
                  </a:lnTo>
                  <a:lnTo>
                    <a:pt x="103418" y="11722"/>
                  </a:lnTo>
                  <a:lnTo>
                    <a:pt x="116345" y="13185"/>
                  </a:lnTo>
                  <a:lnTo>
                    <a:pt x="129272" y="14648"/>
                  </a:lnTo>
                  <a:lnTo>
                    <a:pt x="142199" y="16109"/>
                  </a:lnTo>
                  <a:lnTo>
                    <a:pt x="155127" y="17570"/>
                  </a:lnTo>
                  <a:lnTo>
                    <a:pt x="168054" y="19029"/>
                  </a:lnTo>
                  <a:lnTo>
                    <a:pt x="180981" y="20486"/>
                  </a:lnTo>
                  <a:lnTo>
                    <a:pt x="193908" y="21941"/>
                  </a:lnTo>
                  <a:lnTo>
                    <a:pt x="206836" y="23395"/>
                  </a:lnTo>
                  <a:lnTo>
                    <a:pt x="219763" y="24846"/>
                  </a:lnTo>
                  <a:lnTo>
                    <a:pt x="232690" y="26294"/>
                  </a:lnTo>
                  <a:lnTo>
                    <a:pt x="245617" y="27740"/>
                  </a:lnTo>
                  <a:lnTo>
                    <a:pt x="258545" y="29182"/>
                  </a:lnTo>
                  <a:lnTo>
                    <a:pt x="271472" y="30622"/>
                  </a:lnTo>
                  <a:lnTo>
                    <a:pt x="284399" y="32057"/>
                  </a:lnTo>
                  <a:lnTo>
                    <a:pt x="297326" y="33490"/>
                  </a:lnTo>
                  <a:lnTo>
                    <a:pt x="310254" y="34918"/>
                  </a:lnTo>
                  <a:lnTo>
                    <a:pt x="323181" y="36342"/>
                  </a:lnTo>
                  <a:lnTo>
                    <a:pt x="336108" y="37762"/>
                  </a:lnTo>
                  <a:lnTo>
                    <a:pt x="349036" y="39177"/>
                  </a:lnTo>
                  <a:lnTo>
                    <a:pt x="361963" y="40588"/>
                  </a:lnTo>
                  <a:lnTo>
                    <a:pt x="374890" y="41993"/>
                  </a:lnTo>
                  <a:lnTo>
                    <a:pt x="387817" y="43394"/>
                  </a:lnTo>
                  <a:lnTo>
                    <a:pt x="400745" y="44790"/>
                  </a:lnTo>
                  <a:lnTo>
                    <a:pt x="413672" y="46180"/>
                  </a:lnTo>
                  <a:lnTo>
                    <a:pt x="426599" y="47564"/>
                  </a:lnTo>
                  <a:lnTo>
                    <a:pt x="439526" y="48943"/>
                  </a:lnTo>
                  <a:lnTo>
                    <a:pt x="452454" y="50316"/>
                  </a:lnTo>
                  <a:lnTo>
                    <a:pt x="465381" y="51682"/>
                  </a:lnTo>
                  <a:lnTo>
                    <a:pt x="478308" y="53043"/>
                  </a:lnTo>
                  <a:lnTo>
                    <a:pt x="491235" y="54397"/>
                  </a:lnTo>
                  <a:lnTo>
                    <a:pt x="504163" y="55744"/>
                  </a:lnTo>
                  <a:lnTo>
                    <a:pt x="517090" y="57085"/>
                  </a:lnTo>
                  <a:lnTo>
                    <a:pt x="530017" y="58419"/>
                  </a:lnTo>
                  <a:lnTo>
                    <a:pt x="542944" y="59745"/>
                  </a:lnTo>
                  <a:lnTo>
                    <a:pt x="555872" y="61064"/>
                  </a:lnTo>
                  <a:lnTo>
                    <a:pt x="568799" y="62376"/>
                  </a:lnTo>
                  <a:lnTo>
                    <a:pt x="581726" y="63680"/>
                  </a:lnTo>
                  <a:lnTo>
                    <a:pt x="594653" y="64976"/>
                  </a:lnTo>
                  <a:lnTo>
                    <a:pt x="607581" y="66264"/>
                  </a:lnTo>
                  <a:lnTo>
                    <a:pt x="620508" y="67543"/>
                  </a:lnTo>
                  <a:lnTo>
                    <a:pt x="633435" y="68813"/>
                  </a:lnTo>
                  <a:lnTo>
                    <a:pt x="646363" y="70075"/>
                  </a:lnTo>
                  <a:lnTo>
                    <a:pt x="659290" y="71328"/>
                  </a:lnTo>
                  <a:lnTo>
                    <a:pt x="672217" y="72571"/>
                  </a:lnTo>
                  <a:lnTo>
                    <a:pt x="685144" y="73804"/>
                  </a:lnTo>
                  <a:lnTo>
                    <a:pt x="698072" y="75027"/>
                  </a:lnTo>
                  <a:lnTo>
                    <a:pt x="710999" y="76241"/>
                  </a:lnTo>
                  <a:lnTo>
                    <a:pt x="723926" y="77443"/>
                  </a:lnTo>
                  <a:lnTo>
                    <a:pt x="736853" y="78635"/>
                  </a:lnTo>
                  <a:lnTo>
                    <a:pt x="749781" y="79816"/>
                  </a:lnTo>
                  <a:lnTo>
                    <a:pt x="762708" y="80985"/>
                  </a:lnTo>
                  <a:lnTo>
                    <a:pt x="775635" y="82143"/>
                  </a:lnTo>
                  <a:lnTo>
                    <a:pt x="788562" y="83289"/>
                  </a:lnTo>
                  <a:lnTo>
                    <a:pt x="801490" y="84423"/>
                  </a:lnTo>
                  <a:lnTo>
                    <a:pt x="814417" y="85544"/>
                  </a:lnTo>
                  <a:lnTo>
                    <a:pt x="827344" y="86653"/>
                  </a:lnTo>
                  <a:lnTo>
                    <a:pt x="840271" y="87748"/>
                  </a:lnTo>
                  <a:lnTo>
                    <a:pt x="853199" y="88831"/>
                  </a:lnTo>
                  <a:lnTo>
                    <a:pt x="866126" y="89900"/>
                  </a:lnTo>
                  <a:lnTo>
                    <a:pt x="879053" y="90955"/>
                  </a:lnTo>
                  <a:lnTo>
                    <a:pt x="891980" y="91996"/>
                  </a:lnTo>
                  <a:lnTo>
                    <a:pt x="904908" y="93024"/>
                  </a:lnTo>
                  <a:lnTo>
                    <a:pt x="917835" y="94036"/>
                  </a:lnTo>
                  <a:lnTo>
                    <a:pt x="930762" y="95035"/>
                  </a:lnTo>
                  <a:lnTo>
                    <a:pt x="943690" y="96018"/>
                  </a:lnTo>
                  <a:lnTo>
                    <a:pt x="956617" y="96987"/>
                  </a:lnTo>
                  <a:lnTo>
                    <a:pt x="969544" y="97940"/>
                  </a:lnTo>
                  <a:lnTo>
                    <a:pt x="982471" y="98879"/>
                  </a:lnTo>
                  <a:lnTo>
                    <a:pt x="995399" y="99801"/>
                  </a:lnTo>
                  <a:lnTo>
                    <a:pt x="1008326" y="100709"/>
                  </a:lnTo>
                  <a:lnTo>
                    <a:pt x="1021253" y="101600"/>
                  </a:lnTo>
                  <a:lnTo>
                    <a:pt x="1034180" y="102476"/>
                  </a:lnTo>
                  <a:lnTo>
                    <a:pt x="1047108" y="103336"/>
                  </a:lnTo>
                  <a:lnTo>
                    <a:pt x="1060035" y="104180"/>
                  </a:lnTo>
                  <a:lnTo>
                    <a:pt x="1072962" y="105008"/>
                  </a:lnTo>
                  <a:lnTo>
                    <a:pt x="1085889" y="105820"/>
                  </a:lnTo>
                  <a:lnTo>
                    <a:pt x="1098817" y="106615"/>
                  </a:lnTo>
                  <a:lnTo>
                    <a:pt x="1111744" y="107394"/>
                  </a:lnTo>
                  <a:lnTo>
                    <a:pt x="1124671" y="108157"/>
                  </a:lnTo>
                  <a:lnTo>
                    <a:pt x="1137598" y="108904"/>
                  </a:lnTo>
                  <a:lnTo>
                    <a:pt x="1150526" y="109634"/>
                  </a:lnTo>
                  <a:lnTo>
                    <a:pt x="1163453" y="110348"/>
                  </a:lnTo>
                  <a:lnTo>
                    <a:pt x="1176380" y="111045"/>
                  </a:lnTo>
                  <a:lnTo>
                    <a:pt x="1189307" y="111726"/>
                  </a:lnTo>
                  <a:lnTo>
                    <a:pt x="1202235" y="112391"/>
                  </a:lnTo>
                  <a:lnTo>
                    <a:pt x="1215162" y="113039"/>
                  </a:lnTo>
                  <a:lnTo>
                    <a:pt x="1228089" y="113670"/>
                  </a:lnTo>
                  <a:lnTo>
                    <a:pt x="1241017" y="114285"/>
                  </a:lnTo>
                  <a:lnTo>
                    <a:pt x="1253944" y="114884"/>
                  </a:lnTo>
                  <a:lnTo>
                    <a:pt x="1266871" y="115466"/>
                  </a:lnTo>
                  <a:lnTo>
                    <a:pt x="1279798" y="116031"/>
                  </a:lnTo>
                  <a:lnTo>
                    <a:pt x="1292726" y="116580"/>
                  </a:lnTo>
                  <a:lnTo>
                    <a:pt x="1305653" y="117112"/>
                  </a:lnTo>
                  <a:lnTo>
                    <a:pt x="1318580" y="117628"/>
                  </a:lnTo>
                  <a:lnTo>
                    <a:pt x="1331507" y="118127"/>
                  </a:lnTo>
                  <a:lnTo>
                    <a:pt x="1344435" y="118609"/>
                  </a:lnTo>
                  <a:lnTo>
                    <a:pt x="1357362" y="119075"/>
                  </a:lnTo>
                  <a:lnTo>
                    <a:pt x="1370289" y="119525"/>
                  </a:lnTo>
                  <a:lnTo>
                    <a:pt x="1383216" y="119957"/>
                  </a:lnTo>
                  <a:lnTo>
                    <a:pt x="1396144" y="120374"/>
                  </a:lnTo>
                  <a:lnTo>
                    <a:pt x="1409071" y="120774"/>
                  </a:lnTo>
                  <a:lnTo>
                    <a:pt x="1421998" y="121157"/>
                  </a:lnTo>
                  <a:lnTo>
                    <a:pt x="1434925" y="121524"/>
                  </a:lnTo>
                  <a:lnTo>
                    <a:pt x="1447853" y="121875"/>
                  </a:lnTo>
                  <a:lnTo>
                    <a:pt x="1460780" y="122209"/>
                  </a:lnTo>
                  <a:lnTo>
                    <a:pt x="1473707" y="122528"/>
                  </a:lnTo>
                  <a:lnTo>
                    <a:pt x="1486634" y="122830"/>
                  </a:lnTo>
                  <a:lnTo>
                    <a:pt x="1499562" y="123117"/>
                  </a:lnTo>
                  <a:lnTo>
                    <a:pt x="1512489" y="123388"/>
                  </a:lnTo>
                  <a:lnTo>
                    <a:pt x="1525416" y="123643"/>
                  </a:lnTo>
                  <a:lnTo>
                    <a:pt x="1538344" y="123883"/>
                  </a:lnTo>
                  <a:lnTo>
                    <a:pt x="1551271" y="124109"/>
                  </a:lnTo>
                  <a:lnTo>
                    <a:pt x="1564198" y="124319"/>
                  </a:lnTo>
                  <a:lnTo>
                    <a:pt x="1577125" y="124515"/>
                  </a:lnTo>
                  <a:lnTo>
                    <a:pt x="1590053" y="124696"/>
                  </a:lnTo>
                  <a:lnTo>
                    <a:pt x="1602980" y="124864"/>
                  </a:lnTo>
                  <a:lnTo>
                    <a:pt x="1615907" y="125018"/>
                  </a:lnTo>
                  <a:lnTo>
                    <a:pt x="1628834" y="125159"/>
                  </a:lnTo>
                  <a:lnTo>
                    <a:pt x="1641762" y="125287"/>
                  </a:lnTo>
                  <a:lnTo>
                    <a:pt x="1654689" y="125402"/>
                  </a:lnTo>
                  <a:lnTo>
                    <a:pt x="1667616" y="125505"/>
                  </a:lnTo>
                  <a:lnTo>
                    <a:pt x="1680543" y="125597"/>
                  </a:lnTo>
                  <a:lnTo>
                    <a:pt x="1693471" y="125678"/>
                  </a:lnTo>
                  <a:lnTo>
                    <a:pt x="1706398" y="125748"/>
                  </a:lnTo>
                  <a:lnTo>
                    <a:pt x="1719325" y="125807"/>
                  </a:lnTo>
                  <a:lnTo>
                    <a:pt x="1732252" y="125857"/>
                  </a:lnTo>
                  <a:lnTo>
                    <a:pt x="1745180" y="125897"/>
                  </a:lnTo>
                  <a:lnTo>
                    <a:pt x="1758107" y="125929"/>
                  </a:lnTo>
                  <a:lnTo>
                    <a:pt x="1771034" y="125952"/>
                  </a:lnTo>
                  <a:lnTo>
                    <a:pt x="1783961" y="125967"/>
                  </a:lnTo>
                  <a:lnTo>
                    <a:pt x="1796889" y="125975"/>
                  </a:lnTo>
                  <a:lnTo>
                    <a:pt x="1809816" y="125976"/>
                  </a:lnTo>
                  <a:lnTo>
                    <a:pt x="1822743" y="125971"/>
                  </a:lnTo>
                  <a:lnTo>
                    <a:pt x="1835671" y="125959"/>
                  </a:lnTo>
                  <a:lnTo>
                    <a:pt x="1848598" y="125942"/>
                  </a:lnTo>
                  <a:lnTo>
                    <a:pt x="1861525" y="125920"/>
                  </a:lnTo>
                  <a:lnTo>
                    <a:pt x="1874452" y="125893"/>
                  </a:lnTo>
                  <a:lnTo>
                    <a:pt x="1887380" y="125862"/>
                  </a:lnTo>
                  <a:lnTo>
                    <a:pt x="1900307" y="125826"/>
                  </a:lnTo>
                  <a:lnTo>
                    <a:pt x="1913234" y="125788"/>
                  </a:lnTo>
                  <a:lnTo>
                    <a:pt x="1926161" y="125745"/>
                  </a:lnTo>
                  <a:lnTo>
                    <a:pt x="1939089" y="125700"/>
                  </a:lnTo>
                  <a:lnTo>
                    <a:pt x="1952016" y="125653"/>
                  </a:lnTo>
                  <a:lnTo>
                    <a:pt x="1964943" y="125603"/>
                  </a:lnTo>
                  <a:lnTo>
                    <a:pt x="1977870" y="125550"/>
                  </a:lnTo>
                  <a:lnTo>
                    <a:pt x="1990798" y="125496"/>
                  </a:lnTo>
                  <a:lnTo>
                    <a:pt x="2003725" y="125440"/>
                  </a:lnTo>
                  <a:lnTo>
                    <a:pt x="2016652" y="125383"/>
                  </a:lnTo>
                  <a:lnTo>
                    <a:pt x="2029579" y="125324"/>
                  </a:lnTo>
                  <a:lnTo>
                    <a:pt x="2042507" y="125264"/>
                  </a:lnTo>
                  <a:lnTo>
                    <a:pt x="2055434" y="125203"/>
                  </a:lnTo>
                  <a:lnTo>
                    <a:pt x="2068361" y="125141"/>
                  </a:lnTo>
                  <a:lnTo>
                    <a:pt x="2081288" y="125078"/>
                  </a:lnTo>
                  <a:lnTo>
                    <a:pt x="2094216" y="125015"/>
                  </a:lnTo>
                  <a:lnTo>
                    <a:pt x="2107143" y="124950"/>
                  </a:lnTo>
                  <a:lnTo>
                    <a:pt x="2120070" y="124885"/>
                  </a:lnTo>
                  <a:lnTo>
                    <a:pt x="2132998" y="124819"/>
                  </a:lnTo>
                  <a:lnTo>
                    <a:pt x="2145925" y="124752"/>
                  </a:lnTo>
                  <a:lnTo>
                    <a:pt x="2158852" y="124685"/>
                  </a:lnTo>
                  <a:lnTo>
                    <a:pt x="2171779" y="124617"/>
                  </a:lnTo>
                  <a:lnTo>
                    <a:pt x="2184707" y="124549"/>
                  </a:lnTo>
                  <a:lnTo>
                    <a:pt x="2197634" y="124480"/>
                  </a:lnTo>
                  <a:lnTo>
                    <a:pt x="2210561" y="124411"/>
                  </a:lnTo>
                  <a:lnTo>
                    <a:pt x="2223488" y="124341"/>
                  </a:lnTo>
                  <a:lnTo>
                    <a:pt x="2236416" y="124271"/>
                  </a:lnTo>
                  <a:lnTo>
                    <a:pt x="2249343" y="124200"/>
                  </a:lnTo>
                  <a:lnTo>
                    <a:pt x="2262270" y="124129"/>
                  </a:lnTo>
                  <a:lnTo>
                    <a:pt x="2275197" y="124058"/>
                  </a:lnTo>
                  <a:lnTo>
                    <a:pt x="2288125" y="123987"/>
                  </a:lnTo>
                  <a:lnTo>
                    <a:pt x="2301052" y="123916"/>
                  </a:lnTo>
                  <a:lnTo>
                    <a:pt x="2313979" y="123845"/>
                  </a:lnTo>
                  <a:lnTo>
                    <a:pt x="2313979" y="274187"/>
                  </a:lnTo>
                  <a:lnTo>
                    <a:pt x="2301052" y="274607"/>
                  </a:lnTo>
                  <a:lnTo>
                    <a:pt x="2288125" y="275027"/>
                  </a:lnTo>
                  <a:lnTo>
                    <a:pt x="2275197" y="275446"/>
                  </a:lnTo>
                  <a:lnTo>
                    <a:pt x="2262270" y="275866"/>
                  </a:lnTo>
                  <a:lnTo>
                    <a:pt x="2249343" y="276285"/>
                  </a:lnTo>
                  <a:lnTo>
                    <a:pt x="2236416" y="276705"/>
                  </a:lnTo>
                  <a:lnTo>
                    <a:pt x="2223488" y="277124"/>
                  </a:lnTo>
                  <a:lnTo>
                    <a:pt x="2210561" y="277543"/>
                  </a:lnTo>
                  <a:lnTo>
                    <a:pt x="2197634" y="277961"/>
                  </a:lnTo>
                  <a:lnTo>
                    <a:pt x="2184707" y="278380"/>
                  </a:lnTo>
                  <a:lnTo>
                    <a:pt x="2171779" y="278799"/>
                  </a:lnTo>
                  <a:lnTo>
                    <a:pt x="2158852" y="279217"/>
                  </a:lnTo>
                  <a:lnTo>
                    <a:pt x="2145925" y="279636"/>
                  </a:lnTo>
                  <a:lnTo>
                    <a:pt x="2132998" y="280055"/>
                  </a:lnTo>
                  <a:lnTo>
                    <a:pt x="2120070" y="280474"/>
                  </a:lnTo>
                  <a:lnTo>
                    <a:pt x="2107143" y="280893"/>
                  </a:lnTo>
                  <a:lnTo>
                    <a:pt x="2094216" y="281313"/>
                  </a:lnTo>
                  <a:lnTo>
                    <a:pt x="2081288" y="281733"/>
                  </a:lnTo>
                  <a:lnTo>
                    <a:pt x="2068361" y="282154"/>
                  </a:lnTo>
                  <a:lnTo>
                    <a:pt x="2055434" y="282575"/>
                  </a:lnTo>
                  <a:lnTo>
                    <a:pt x="2042507" y="282998"/>
                  </a:lnTo>
                  <a:lnTo>
                    <a:pt x="2029579" y="283421"/>
                  </a:lnTo>
                  <a:lnTo>
                    <a:pt x="2016652" y="283844"/>
                  </a:lnTo>
                  <a:lnTo>
                    <a:pt x="2003725" y="284269"/>
                  </a:lnTo>
                  <a:lnTo>
                    <a:pt x="1990798" y="284694"/>
                  </a:lnTo>
                  <a:lnTo>
                    <a:pt x="1977870" y="285120"/>
                  </a:lnTo>
                  <a:lnTo>
                    <a:pt x="1964943" y="285547"/>
                  </a:lnTo>
                  <a:lnTo>
                    <a:pt x="1952016" y="285974"/>
                  </a:lnTo>
                  <a:lnTo>
                    <a:pt x="1939089" y="286401"/>
                  </a:lnTo>
                  <a:lnTo>
                    <a:pt x="1926161" y="286829"/>
                  </a:lnTo>
                  <a:lnTo>
                    <a:pt x="1913234" y="287258"/>
                  </a:lnTo>
                  <a:lnTo>
                    <a:pt x="1900307" y="287686"/>
                  </a:lnTo>
                  <a:lnTo>
                    <a:pt x="1887380" y="288114"/>
                  </a:lnTo>
                  <a:lnTo>
                    <a:pt x="1874452" y="288542"/>
                  </a:lnTo>
                  <a:lnTo>
                    <a:pt x="1861525" y="288969"/>
                  </a:lnTo>
                  <a:lnTo>
                    <a:pt x="1848598" y="289396"/>
                  </a:lnTo>
                  <a:lnTo>
                    <a:pt x="1835671" y="289821"/>
                  </a:lnTo>
                  <a:lnTo>
                    <a:pt x="1822743" y="290246"/>
                  </a:lnTo>
                  <a:lnTo>
                    <a:pt x="1809816" y="290668"/>
                  </a:lnTo>
                  <a:lnTo>
                    <a:pt x="1796889" y="291089"/>
                  </a:lnTo>
                  <a:lnTo>
                    <a:pt x="1783961" y="291508"/>
                  </a:lnTo>
                  <a:lnTo>
                    <a:pt x="1771034" y="291924"/>
                  </a:lnTo>
                  <a:lnTo>
                    <a:pt x="1758107" y="292338"/>
                  </a:lnTo>
                  <a:lnTo>
                    <a:pt x="1745180" y="292749"/>
                  </a:lnTo>
                  <a:lnTo>
                    <a:pt x="1732252" y="293156"/>
                  </a:lnTo>
                  <a:lnTo>
                    <a:pt x="1719325" y="293560"/>
                  </a:lnTo>
                  <a:lnTo>
                    <a:pt x="1706398" y="293960"/>
                  </a:lnTo>
                  <a:lnTo>
                    <a:pt x="1693471" y="294357"/>
                  </a:lnTo>
                  <a:lnTo>
                    <a:pt x="1680543" y="294749"/>
                  </a:lnTo>
                  <a:lnTo>
                    <a:pt x="1667616" y="295137"/>
                  </a:lnTo>
                  <a:lnTo>
                    <a:pt x="1654689" y="295520"/>
                  </a:lnTo>
                  <a:lnTo>
                    <a:pt x="1641762" y="295898"/>
                  </a:lnTo>
                  <a:lnTo>
                    <a:pt x="1628834" y="296271"/>
                  </a:lnTo>
                  <a:lnTo>
                    <a:pt x="1615907" y="296639"/>
                  </a:lnTo>
                  <a:lnTo>
                    <a:pt x="1602980" y="297001"/>
                  </a:lnTo>
                  <a:lnTo>
                    <a:pt x="1590053" y="297358"/>
                  </a:lnTo>
                  <a:lnTo>
                    <a:pt x="1577125" y="297710"/>
                  </a:lnTo>
                  <a:lnTo>
                    <a:pt x="1564198" y="298056"/>
                  </a:lnTo>
                  <a:lnTo>
                    <a:pt x="1551271" y="298396"/>
                  </a:lnTo>
                  <a:lnTo>
                    <a:pt x="1538344" y="298731"/>
                  </a:lnTo>
                  <a:lnTo>
                    <a:pt x="1525416" y="299059"/>
                  </a:lnTo>
                  <a:lnTo>
                    <a:pt x="1512489" y="299382"/>
                  </a:lnTo>
                  <a:lnTo>
                    <a:pt x="1499562" y="299700"/>
                  </a:lnTo>
                  <a:lnTo>
                    <a:pt x="1486634" y="300011"/>
                  </a:lnTo>
                  <a:lnTo>
                    <a:pt x="1473707" y="300317"/>
                  </a:lnTo>
                  <a:lnTo>
                    <a:pt x="1460780" y="300618"/>
                  </a:lnTo>
                  <a:lnTo>
                    <a:pt x="1447853" y="300913"/>
                  </a:lnTo>
                  <a:lnTo>
                    <a:pt x="1434925" y="301203"/>
                  </a:lnTo>
                  <a:lnTo>
                    <a:pt x="1421998" y="301488"/>
                  </a:lnTo>
                  <a:lnTo>
                    <a:pt x="1409071" y="301768"/>
                  </a:lnTo>
                  <a:lnTo>
                    <a:pt x="1396144" y="302043"/>
                  </a:lnTo>
                  <a:lnTo>
                    <a:pt x="1383216" y="302313"/>
                  </a:lnTo>
                  <a:lnTo>
                    <a:pt x="1370289" y="302579"/>
                  </a:lnTo>
                  <a:lnTo>
                    <a:pt x="1357362" y="302841"/>
                  </a:lnTo>
                  <a:lnTo>
                    <a:pt x="1344435" y="303099"/>
                  </a:lnTo>
                  <a:lnTo>
                    <a:pt x="1331507" y="303353"/>
                  </a:lnTo>
                  <a:lnTo>
                    <a:pt x="1318580" y="303603"/>
                  </a:lnTo>
                  <a:lnTo>
                    <a:pt x="1305653" y="303850"/>
                  </a:lnTo>
                  <a:lnTo>
                    <a:pt x="1292726" y="304094"/>
                  </a:lnTo>
                  <a:lnTo>
                    <a:pt x="1279798" y="304334"/>
                  </a:lnTo>
                  <a:lnTo>
                    <a:pt x="1266871" y="304572"/>
                  </a:lnTo>
                  <a:lnTo>
                    <a:pt x="1253944" y="304807"/>
                  </a:lnTo>
                  <a:lnTo>
                    <a:pt x="1241017" y="305039"/>
                  </a:lnTo>
                  <a:lnTo>
                    <a:pt x="1228089" y="305269"/>
                  </a:lnTo>
                  <a:lnTo>
                    <a:pt x="1215162" y="305497"/>
                  </a:lnTo>
                  <a:lnTo>
                    <a:pt x="1202235" y="305723"/>
                  </a:lnTo>
                  <a:lnTo>
                    <a:pt x="1189307" y="305948"/>
                  </a:lnTo>
                  <a:lnTo>
                    <a:pt x="1176380" y="306170"/>
                  </a:lnTo>
                  <a:lnTo>
                    <a:pt x="1163453" y="306391"/>
                  </a:lnTo>
                  <a:lnTo>
                    <a:pt x="1150526" y="306611"/>
                  </a:lnTo>
                  <a:lnTo>
                    <a:pt x="1137598" y="306829"/>
                  </a:lnTo>
                  <a:lnTo>
                    <a:pt x="1124671" y="307047"/>
                  </a:lnTo>
                  <a:lnTo>
                    <a:pt x="1111744" y="307263"/>
                  </a:lnTo>
                  <a:lnTo>
                    <a:pt x="1098817" y="307479"/>
                  </a:lnTo>
                  <a:lnTo>
                    <a:pt x="1085889" y="307694"/>
                  </a:lnTo>
                  <a:lnTo>
                    <a:pt x="1072962" y="307908"/>
                  </a:lnTo>
                  <a:lnTo>
                    <a:pt x="1060035" y="308122"/>
                  </a:lnTo>
                  <a:lnTo>
                    <a:pt x="1047108" y="308336"/>
                  </a:lnTo>
                  <a:lnTo>
                    <a:pt x="1034180" y="308550"/>
                  </a:lnTo>
                  <a:lnTo>
                    <a:pt x="1021253" y="308764"/>
                  </a:lnTo>
                  <a:lnTo>
                    <a:pt x="1008326" y="308978"/>
                  </a:lnTo>
                  <a:lnTo>
                    <a:pt x="995399" y="309193"/>
                  </a:lnTo>
                  <a:lnTo>
                    <a:pt x="982471" y="309408"/>
                  </a:lnTo>
                  <a:lnTo>
                    <a:pt x="969544" y="309624"/>
                  </a:lnTo>
                  <a:lnTo>
                    <a:pt x="956617" y="309841"/>
                  </a:lnTo>
                  <a:lnTo>
                    <a:pt x="943690" y="310059"/>
                  </a:lnTo>
                  <a:lnTo>
                    <a:pt x="930762" y="310278"/>
                  </a:lnTo>
                  <a:lnTo>
                    <a:pt x="917835" y="310499"/>
                  </a:lnTo>
                  <a:lnTo>
                    <a:pt x="904908" y="310722"/>
                  </a:lnTo>
                  <a:lnTo>
                    <a:pt x="891980" y="310946"/>
                  </a:lnTo>
                  <a:lnTo>
                    <a:pt x="879053" y="311173"/>
                  </a:lnTo>
                  <a:lnTo>
                    <a:pt x="866126" y="311402"/>
                  </a:lnTo>
                  <a:lnTo>
                    <a:pt x="853199" y="311633"/>
                  </a:lnTo>
                  <a:lnTo>
                    <a:pt x="840271" y="311868"/>
                  </a:lnTo>
                  <a:lnTo>
                    <a:pt x="827344" y="312105"/>
                  </a:lnTo>
                  <a:lnTo>
                    <a:pt x="814417" y="312345"/>
                  </a:lnTo>
                  <a:lnTo>
                    <a:pt x="801490" y="312589"/>
                  </a:lnTo>
                  <a:lnTo>
                    <a:pt x="788562" y="312836"/>
                  </a:lnTo>
                  <a:lnTo>
                    <a:pt x="775635" y="313087"/>
                  </a:lnTo>
                  <a:lnTo>
                    <a:pt x="762708" y="313342"/>
                  </a:lnTo>
                  <a:lnTo>
                    <a:pt x="749781" y="313601"/>
                  </a:lnTo>
                  <a:lnTo>
                    <a:pt x="736853" y="313864"/>
                  </a:lnTo>
                  <a:lnTo>
                    <a:pt x="723926" y="314132"/>
                  </a:lnTo>
                  <a:lnTo>
                    <a:pt x="710999" y="314404"/>
                  </a:lnTo>
                  <a:lnTo>
                    <a:pt x="698072" y="314681"/>
                  </a:lnTo>
                  <a:lnTo>
                    <a:pt x="685144" y="314963"/>
                  </a:lnTo>
                  <a:lnTo>
                    <a:pt x="672217" y="315250"/>
                  </a:lnTo>
                  <a:lnTo>
                    <a:pt x="659290" y="315542"/>
                  </a:lnTo>
                  <a:lnTo>
                    <a:pt x="646363" y="315839"/>
                  </a:lnTo>
                  <a:lnTo>
                    <a:pt x="633435" y="316141"/>
                  </a:lnTo>
                  <a:lnTo>
                    <a:pt x="620508" y="316449"/>
                  </a:lnTo>
                  <a:lnTo>
                    <a:pt x="607581" y="316763"/>
                  </a:lnTo>
                  <a:lnTo>
                    <a:pt x="594653" y="317081"/>
                  </a:lnTo>
                  <a:lnTo>
                    <a:pt x="581726" y="317406"/>
                  </a:lnTo>
                  <a:lnTo>
                    <a:pt x="568799" y="317735"/>
                  </a:lnTo>
                  <a:lnTo>
                    <a:pt x="555872" y="318071"/>
                  </a:lnTo>
                  <a:lnTo>
                    <a:pt x="542944" y="318411"/>
                  </a:lnTo>
                  <a:lnTo>
                    <a:pt x="530017" y="318758"/>
                  </a:lnTo>
                  <a:lnTo>
                    <a:pt x="517090" y="319109"/>
                  </a:lnTo>
                  <a:lnTo>
                    <a:pt x="504163" y="319466"/>
                  </a:lnTo>
                  <a:lnTo>
                    <a:pt x="491235" y="319828"/>
                  </a:lnTo>
                  <a:lnTo>
                    <a:pt x="478308" y="320196"/>
                  </a:lnTo>
                  <a:lnTo>
                    <a:pt x="465381" y="320568"/>
                  </a:lnTo>
                  <a:lnTo>
                    <a:pt x="452454" y="320946"/>
                  </a:lnTo>
                  <a:lnTo>
                    <a:pt x="439526" y="321329"/>
                  </a:lnTo>
                  <a:lnTo>
                    <a:pt x="426599" y="321716"/>
                  </a:lnTo>
                  <a:lnTo>
                    <a:pt x="413672" y="322108"/>
                  </a:lnTo>
                  <a:lnTo>
                    <a:pt x="400745" y="322504"/>
                  </a:lnTo>
                  <a:lnTo>
                    <a:pt x="387817" y="322905"/>
                  </a:lnTo>
                  <a:lnTo>
                    <a:pt x="374890" y="323310"/>
                  </a:lnTo>
                  <a:lnTo>
                    <a:pt x="361963" y="323719"/>
                  </a:lnTo>
                  <a:lnTo>
                    <a:pt x="349036" y="324131"/>
                  </a:lnTo>
                  <a:lnTo>
                    <a:pt x="336108" y="324548"/>
                  </a:lnTo>
                  <a:lnTo>
                    <a:pt x="323181" y="324968"/>
                  </a:lnTo>
                  <a:lnTo>
                    <a:pt x="310254" y="325391"/>
                  </a:lnTo>
                  <a:lnTo>
                    <a:pt x="297326" y="325817"/>
                  </a:lnTo>
                  <a:lnTo>
                    <a:pt x="284399" y="326247"/>
                  </a:lnTo>
                  <a:lnTo>
                    <a:pt x="271472" y="326679"/>
                  </a:lnTo>
                  <a:lnTo>
                    <a:pt x="258545" y="327114"/>
                  </a:lnTo>
                  <a:lnTo>
                    <a:pt x="245617" y="327551"/>
                  </a:lnTo>
                  <a:lnTo>
                    <a:pt x="232690" y="327990"/>
                  </a:lnTo>
                  <a:lnTo>
                    <a:pt x="219763" y="328432"/>
                  </a:lnTo>
                  <a:lnTo>
                    <a:pt x="206836" y="328876"/>
                  </a:lnTo>
                  <a:lnTo>
                    <a:pt x="193908" y="329321"/>
                  </a:lnTo>
                  <a:lnTo>
                    <a:pt x="180981" y="329768"/>
                  </a:lnTo>
                  <a:lnTo>
                    <a:pt x="168054" y="330217"/>
                  </a:lnTo>
                  <a:lnTo>
                    <a:pt x="155127" y="330667"/>
                  </a:lnTo>
                  <a:lnTo>
                    <a:pt x="142199" y="331118"/>
                  </a:lnTo>
                  <a:lnTo>
                    <a:pt x="129272" y="331570"/>
                  </a:lnTo>
                  <a:lnTo>
                    <a:pt x="116345" y="332024"/>
                  </a:lnTo>
                  <a:lnTo>
                    <a:pt x="103418" y="332478"/>
                  </a:lnTo>
                  <a:lnTo>
                    <a:pt x="90490" y="332932"/>
                  </a:lnTo>
                  <a:lnTo>
                    <a:pt x="77563" y="333388"/>
                  </a:lnTo>
                  <a:lnTo>
                    <a:pt x="64636" y="333843"/>
                  </a:lnTo>
                  <a:lnTo>
                    <a:pt x="51709" y="334299"/>
                  </a:lnTo>
                  <a:lnTo>
                    <a:pt x="38781" y="334756"/>
                  </a:lnTo>
                  <a:lnTo>
                    <a:pt x="25854" y="335212"/>
                  </a:lnTo>
                  <a:lnTo>
                    <a:pt x="12927" y="335669"/>
                  </a:lnTo>
                  <a:lnTo>
                    <a:pt x="0" y="33612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46"/>
            <p:cNvSpPr/>
            <p:nvPr/>
          </p:nvSpPr>
          <p:spPr>
            <a:xfrm>
              <a:off x="8736870" y="1472441"/>
              <a:ext cx="2313979" cy="125976"/>
            </a:xfrm>
            <a:custGeom>
              <a:avLst/>
              <a:pathLst>
                <a:path w="2313979" h="125976">
                  <a:moveTo>
                    <a:pt x="0" y="0"/>
                  </a:moveTo>
                  <a:lnTo>
                    <a:pt x="12927" y="1465"/>
                  </a:lnTo>
                  <a:lnTo>
                    <a:pt x="25854" y="2931"/>
                  </a:lnTo>
                  <a:lnTo>
                    <a:pt x="38781" y="4397"/>
                  </a:lnTo>
                  <a:lnTo>
                    <a:pt x="51709" y="5862"/>
                  </a:lnTo>
                  <a:lnTo>
                    <a:pt x="64636" y="7328"/>
                  </a:lnTo>
                  <a:lnTo>
                    <a:pt x="77563" y="8793"/>
                  </a:lnTo>
                  <a:lnTo>
                    <a:pt x="90490" y="10258"/>
                  </a:lnTo>
                  <a:lnTo>
                    <a:pt x="103418" y="11722"/>
                  </a:lnTo>
                  <a:lnTo>
                    <a:pt x="116345" y="13185"/>
                  </a:lnTo>
                  <a:lnTo>
                    <a:pt x="129272" y="14648"/>
                  </a:lnTo>
                  <a:lnTo>
                    <a:pt x="142199" y="16109"/>
                  </a:lnTo>
                  <a:lnTo>
                    <a:pt x="155127" y="17570"/>
                  </a:lnTo>
                  <a:lnTo>
                    <a:pt x="168054" y="19029"/>
                  </a:lnTo>
                  <a:lnTo>
                    <a:pt x="180981" y="20486"/>
                  </a:lnTo>
                  <a:lnTo>
                    <a:pt x="193908" y="21941"/>
                  </a:lnTo>
                  <a:lnTo>
                    <a:pt x="206836" y="23395"/>
                  </a:lnTo>
                  <a:lnTo>
                    <a:pt x="219763" y="24846"/>
                  </a:lnTo>
                  <a:lnTo>
                    <a:pt x="232690" y="26294"/>
                  </a:lnTo>
                  <a:lnTo>
                    <a:pt x="245617" y="27740"/>
                  </a:lnTo>
                  <a:lnTo>
                    <a:pt x="258545" y="29182"/>
                  </a:lnTo>
                  <a:lnTo>
                    <a:pt x="271472" y="30622"/>
                  </a:lnTo>
                  <a:lnTo>
                    <a:pt x="284399" y="32057"/>
                  </a:lnTo>
                  <a:lnTo>
                    <a:pt x="297326" y="33490"/>
                  </a:lnTo>
                  <a:lnTo>
                    <a:pt x="310254" y="34918"/>
                  </a:lnTo>
                  <a:lnTo>
                    <a:pt x="323181" y="36342"/>
                  </a:lnTo>
                  <a:lnTo>
                    <a:pt x="336108" y="37762"/>
                  </a:lnTo>
                  <a:lnTo>
                    <a:pt x="349036" y="39177"/>
                  </a:lnTo>
                  <a:lnTo>
                    <a:pt x="361963" y="40588"/>
                  </a:lnTo>
                  <a:lnTo>
                    <a:pt x="374890" y="41993"/>
                  </a:lnTo>
                  <a:lnTo>
                    <a:pt x="387817" y="43394"/>
                  </a:lnTo>
                  <a:lnTo>
                    <a:pt x="400745" y="44790"/>
                  </a:lnTo>
                  <a:lnTo>
                    <a:pt x="413672" y="46180"/>
                  </a:lnTo>
                  <a:lnTo>
                    <a:pt x="426599" y="47564"/>
                  </a:lnTo>
                  <a:lnTo>
                    <a:pt x="439526" y="48943"/>
                  </a:lnTo>
                  <a:lnTo>
                    <a:pt x="452454" y="50316"/>
                  </a:lnTo>
                  <a:lnTo>
                    <a:pt x="465381" y="51682"/>
                  </a:lnTo>
                  <a:lnTo>
                    <a:pt x="478308" y="53043"/>
                  </a:lnTo>
                  <a:lnTo>
                    <a:pt x="491235" y="54397"/>
                  </a:lnTo>
                  <a:lnTo>
                    <a:pt x="504163" y="55744"/>
                  </a:lnTo>
                  <a:lnTo>
                    <a:pt x="517090" y="57085"/>
                  </a:lnTo>
                  <a:lnTo>
                    <a:pt x="530017" y="58419"/>
                  </a:lnTo>
                  <a:lnTo>
                    <a:pt x="542944" y="59745"/>
                  </a:lnTo>
                  <a:lnTo>
                    <a:pt x="555872" y="61064"/>
                  </a:lnTo>
                  <a:lnTo>
                    <a:pt x="568799" y="62376"/>
                  </a:lnTo>
                  <a:lnTo>
                    <a:pt x="581726" y="63680"/>
                  </a:lnTo>
                  <a:lnTo>
                    <a:pt x="594653" y="64976"/>
                  </a:lnTo>
                  <a:lnTo>
                    <a:pt x="607581" y="66264"/>
                  </a:lnTo>
                  <a:lnTo>
                    <a:pt x="620508" y="67543"/>
                  </a:lnTo>
                  <a:lnTo>
                    <a:pt x="633435" y="68813"/>
                  </a:lnTo>
                  <a:lnTo>
                    <a:pt x="646363" y="70075"/>
                  </a:lnTo>
                  <a:lnTo>
                    <a:pt x="659290" y="71328"/>
                  </a:lnTo>
                  <a:lnTo>
                    <a:pt x="672217" y="72571"/>
                  </a:lnTo>
                  <a:lnTo>
                    <a:pt x="685144" y="73804"/>
                  </a:lnTo>
                  <a:lnTo>
                    <a:pt x="698072" y="75027"/>
                  </a:lnTo>
                  <a:lnTo>
                    <a:pt x="710999" y="76241"/>
                  </a:lnTo>
                  <a:lnTo>
                    <a:pt x="723926" y="77443"/>
                  </a:lnTo>
                  <a:lnTo>
                    <a:pt x="736853" y="78635"/>
                  </a:lnTo>
                  <a:lnTo>
                    <a:pt x="749781" y="79816"/>
                  </a:lnTo>
                  <a:lnTo>
                    <a:pt x="762708" y="80985"/>
                  </a:lnTo>
                  <a:lnTo>
                    <a:pt x="775635" y="82143"/>
                  </a:lnTo>
                  <a:lnTo>
                    <a:pt x="788562" y="83289"/>
                  </a:lnTo>
                  <a:lnTo>
                    <a:pt x="801490" y="84423"/>
                  </a:lnTo>
                  <a:lnTo>
                    <a:pt x="814417" y="85544"/>
                  </a:lnTo>
                  <a:lnTo>
                    <a:pt x="827344" y="86653"/>
                  </a:lnTo>
                  <a:lnTo>
                    <a:pt x="840271" y="87748"/>
                  </a:lnTo>
                  <a:lnTo>
                    <a:pt x="853199" y="88831"/>
                  </a:lnTo>
                  <a:lnTo>
                    <a:pt x="866126" y="89900"/>
                  </a:lnTo>
                  <a:lnTo>
                    <a:pt x="879053" y="90955"/>
                  </a:lnTo>
                  <a:lnTo>
                    <a:pt x="891980" y="91996"/>
                  </a:lnTo>
                  <a:lnTo>
                    <a:pt x="904908" y="93024"/>
                  </a:lnTo>
                  <a:lnTo>
                    <a:pt x="917835" y="94036"/>
                  </a:lnTo>
                  <a:lnTo>
                    <a:pt x="930762" y="95035"/>
                  </a:lnTo>
                  <a:lnTo>
                    <a:pt x="943690" y="96018"/>
                  </a:lnTo>
                  <a:lnTo>
                    <a:pt x="956617" y="96987"/>
                  </a:lnTo>
                  <a:lnTo>
                    <a:pt x="969544" y="97940"/>
                  </a:lnTo>
                  <a:lnTo>
                    <a:pt x="982471" y="98879"/>
                  </a:lnTo>
                  <a:lnTo>
                    <a:pt x="995399" y="99801"/>
                  </a:lnTo>
                  <a:lnTo>
                    <a:pt x="1008326" y="100709"/>
                  </a:lnTo>
                  <a:lnTo>
                    <a:pt x="1021253" y="101600"/>
                  </a:lnTo>
                  <a:lnTo>
                    <a:pt x="1034180" y="102476"/>
                  </a:lnTo>
                  <a:lnTo>
                    <a:pt x="1047108" y="103336"/>
                  </a:lnTo>
                  <a:lnTo>
                    <a:pt x="1060035" y="104180"/>
                  </a:lnTo>
                  <a:lnTo>
                    <a:pt x="1072962" y="105008"/>
                  </a:lnTo>
                  <a:lnTo>
                    <a:pt x="1085889" y="105820"/>
                  </a:lnTo>
                  <a:lnTo>
                    <a:pt x="1098817" y="106615"/>
                  </a:lnTo>
                  <a:lnTo>
                    <a:pt x="1111744" y="107394"/>
                  </a:lnTo>
                  <a:lnTo>
                    <a:pt x="1124671" y="108157"/>
                  </a:lnTo>
                  <a:lnTo>
                    <a:pt x="1137598" y="108904"/>
                  </a:lnTo>
                  <a:lnTo>
                    <a:pt x="1150526" y="109634"/>
                  </a:lnTo>
                  <a:lnTo>
                    <a:pt x="1163453" y="110348"/>
                  </a:lnTo>
                  <a:lnTo>
                    <a:pt x="1176380" y="111045"/>
                  </a:lnTo>
                  <a:lnTo>
                    <a:pt x="1189307" y="111726"/>
                  </a:lnTo>
                  <a:lnTo>
                    <a:pt x="1202235" y="112391"/>
                  </a:lnTo>
                  <a:lnTo>
                    <a:pt x="1215162" y="113039"/>
                  </a:lnTo>
                  <a:lnTo>
                    <a:pt x="1228089" y="113670"/>
                  </a:lnTo>
                  <a:lnTo>
                    <a:pt x="1241017" y="114285"/>
                  </a:lnTo>
                  <a:lnTo>
                    <a:pt x="1253944" y="114884"/>
                  </a:lnTo>
                  <a:lnTo>
                    <a:pt x="1266871" y="115466"/>
                  </a:lnTo>
                  <a:lnTo>
                    <a:pt x="1279798" y="116031"/>
                  </a:lnTo>
                  <a:lnTo>
                    <a:pt x="1292726" y="116580"/>
                  </a:lnTo>
                  <a:lnTo>
                    <a:pt x="1305653" y="117112"/>
                  </a:lnTo>
                  <a:lnTo>
                    <a:pt x="1318580" y="117628"/>
                  </a:lnTo>
                  <a:lnTo>
                    <a:pt x="1331507" y="118127"/>
                  </a:lnTo>
                  <a:lnTo>
                    <a:pt x="1344435" y="118609"/>
                  </a:lnTo>
                  <a:lnTo>
                    <a:pt x="1357362" y="119075"/>
                  </a:lnTo>
                  <a:lnTo>
                    <a:pt x="1370289" y="119525"/>
                  </a:lnTo>
                  <a:lnTo>
                    <a:pt x="1383216" y="119957"/>
                  </a:lnTo>
                  <a:lnTo>
                    <a:pt x="1396144" y="120374"/>
                  </a:lnTo>
                  <a:lnTo>
                    <a:pt x="1409071" y="120774"/>
                  </a:lnTo>
                  <a:lnTo>
                    <a:pt x="1421998" y="121157"/>
                  </a:lnTo>
                  <a:lnTo>
                    <a:pt x="1434925" y="121524"/>
                  </a:lnTo>
                  <a:lnTo>
                    <a:pt x="1447853" y="121875"/>
                  </a:lnTo>
                  <a:lnTo>
                    <a:pt x="1460780" y="122209"/>
                  </a:lnTo>
                  <a:lnTo>
                    <a:pt x="1473707" y="122528"/>
                  </a:lnTo>
                  <a:lnTo>
                    <a:pt x="1486634" y="122830"/>
                  </a:lnTo>
                  <a:lnTo>
                    <a:pt x="1499562" y="123117"/>
                  </a:lnTo>
                  <a:lnTo>
                    <a:pt x="1512489" y="123388"/>
                  </a:lnTo>
                  <a:lnTo>
                    <a:pt x="1525416" y="123643"/>
                  </a:lnTo>
                  <a:lnTo>
                    <a:pt x="1538344" y="123883"/>
                  </a:lnTo>
                  <a:lnTo>
                    <a:pt x="1551271" y="124109"/>
                  </a:lnTo>
                  <a:lnTo>
                    <a:pt x="1564198" y="124319"/>
                  </a:lnTo>
                  <a:lnTo>
                    <a:pt x="1577125" y="124515"/>
                  </a:lnTo>
                  <a:lnTo>
                    <a:pt x="1590053" y="124696"/>
                  </a:lnTo>
                  <a:lnTo>
                    <a:pt x="1602980" y="124864"/>
                  </a:lnTo>
                  <a:lnTo>
                    <a:pt x="1615907" y="125018"/>
                  </a:lnTo>
                  <a:lnTo>
                    <a:pt x="1628834" y="125159"/>
                  </a:lnTo>
                  <a:lnTo>
                    <a:pt x="1641762" y="125287"/>
                  </a:lnTo>
                  <a:lnTo>
                    <a:pt x="1654689" y="125402"/>
                  </a:lnTo>
                  <a:lnTo>
                    <a:pt x="1667616" y="125505"/>
                  </a:lnTo>
                  <a:lnTo>
                    <a:pt x="1680543" y="125597"/>
                  </a:lnTo>
                  <a:lnTo>
                    <a:pt x="1693471" y="125678"/>
                  </a:lnTo>
                  <a:lnTo>
                    <a:pt x="1706398" y="125748"/>
                  </a:lnTo>
                  <a:lnTo>
                    <a:pt x="1719325" y="125807"/>
                  </a:lnTo>
                  <a:lnTo>
                    <a:pt x="1732252" y="125857"/>
                  </a:lnTo>
                  <a:lnTo>
                    <a:pt x="1745180" y="125897"/>
                  </a:lnTo>
                  <a:lnTo>
                    <a:pt x="1758107" y="125929"/>
                  </a:lnTo>
                  <a:lnTo>
                    <a:pt x="1771034" y="125952"/>
                  </a:lnTo>
                  <a:lnTo>
                    <a:pt x="1783961" y="125967"/>
                  </a:lnTo>
                  <a:lnTo>
                    <a:pt x="1796889" y="125975"/>
                  </a:lnTo>
                  <a:lnTo>
                    <a:pt x="1809816" y="125976"/>
                  </a:lnTo>
                  <a:lnTo>
                    <a:pt x="1822743" y="125971"/>
                  </a:lnTo>
                  <a:lnTo>
                    <a:pt x="1835671" y="125959"/>
                  </a:lnTo>
                  <a:lnTo>
                    <a:pt x="1848598" y="125942"/>
                  </a:lnTo>
                  <a:lnTo>
                    <a:pt x="1861525" y="125920"/>
                  </a:lnTo>
                  <a:lnTo>
                    <a:pt x="1874452" y="125893"/>
                  </a:lnTo>
                  <a:lnTo>
                    <a:pt x="1887380" y="125862"/>
                  </a:lnTo>
                  <a:lnTo>
                    <a:pt x="1900307" y="125826"/>
                  </a:lnTo>
                  <a:lnTo>
                    <a:pt x="1913234" y="125788"/>
                  </a:lnTo>
                  <a:lnTo>
                    <a:pt x="1926161" y="125745"/>
                  </a:lnTo>
                  <a:lnTo>
                    <a:pt x="1939089" y="125700"/>
                  </a:lnTo>
                  <a:lnTo>
                    <a:pt x="1952016" y="125653"/>
                  </a:lnTo>
                  <a:lnTo>
                    <a:pt x="1964943" y="125603"/>
                  </a:lnTo>
                  <a:lnTo>
                    <a:pt x="1977870" y="125550"/>
                  </a:lnTo>
                  <a:lnTo>
                    <a:pt x="1990798" y="125496"/>
                  </a:lnTo>
                  <a:lnTo>
                    <a:pt x="2003725" y="125440"/>
                  </a:lnTo>
                  <a:lnTo>
                    <a:pt x="2016652" y="125383"/>
                  </a:lnTo>
                  <a:lnTo>
                    <a:pt x="2029579" y="125324"/>
                  </a:lnTo>
                  <a:lnTo>
                    <a:pt x="2042507" y="125264"/>
                  </a:lnTo>
                  <a:lnTo>
                    <a:pt x="2055434" y="125203"/>
                  </a:lnTo>
                  <a:lnTo>
                    <a:pt x="2068361" y="125141"/>
                  </a:lnTo>
                  <a:lnTo>
                    <a:pt x="2081288" y="125078"/>
                  </a:lnTo>
                  <a:lnTo>
                    <a:pt x="2094216" y="125015"/>
                  </a:lnTo>
                  <a:lnTo>
                    <a:pt x="2107143" y="124950"/>
                  </a:lnTo>
                  <a:lnTo>
                    <a:pt x="2120070" y="124885"/>
                  </a:lnTo>
                  <a:lnTo>
                    <a:pt x="2132998" y="124819"/>
                  </a:lnTo>
                  <a:lnTo>
                    <a:pt x="2145925" y="124752"/>
                  </a:lnTo>
                  <a:lnTo>
                    <a:pt x="2158852" y="124685"/>
                  </a:lnTo>
                  <a:lnTo>
                    <a:pt x="2171779" y="124617"/>
                  </a:lnTo>
                  <a:lnTo>
                    <a:pt x="2184707" y="124549"/>
                  </a:lnTo>
                  <a:lnTo>
                    <a:pt x="2197634" y="124480"/>
                  </a:lnTo>
                  <a:lnTo>
                    <a:pt x="2210561" y="124411"/>
                  </a:lnTo>
                  <a:lnTo>
                    <a:pt x="2223488" y="124341"/>
                  </a:lnTo>
                  <a:lnTo>
                    <a:pt x="2236416" y="124271"/>
                  </a:lnTo>
                  <a:lnTo>
                    <a:pt x="2249343" y="124200"/>
                  </a:lnTo>
                  <a:lnTo>
                    <a:pt x="2262270" y="124129"/>
                  </a:lnTo>
                  <a:lnTo>
                    <a:pt x="2275197" y="124058"/>
                  </a:lnTo>
                  <a:lnTo>
                    <a:pt x="2288125" y="123987"/>
                  </a:lnTo>
                  <a:lnTo>
                    <a:pt x="2301052" y="123916"/>
                  </a:lnTo>
                  <a:lnTo>
                    <a:pt x="2313979" y="123845"/>
                  </a:lnTo>
                  <a:lnTo>
                    <a:pt x="2313979" y="1238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7"/>
            <p:cNvSpPr/>
            <p:nvPr/>
          </p:nvSpPr>
          <p:spPr>
            <a:xfrm>
              <a:off x="8736870" y="1746628"/>
              <a:ext cx="2313979" cy="61938"/>
            </a:xfrm>
            <a:custGeom>
              <a:avLst/>
              <a:pathLst>
                <a:path w="2313979" h="61938">
                  <a:moveTo>
                    <a:pt x="2313979" y="0"/>
                  </a:moveTo>
                  <a:lnTo>
                    <a:pt x="2301052" y="419"/>
                  </a:lnTo>
                  <a:lnTo>
                    <a:pt x="2288125" y="839"/>
                  </a:lnTo>
                  <a:lnTo>
                    <a:pt x="2275197" y="1259"/>
                  </a:lnTo>
                  <a:lnTo>
                    <a:pt x="2262270" y="1678"/>
                  </a:lnTo>
                  <a:lnTo>
                    <a:pt x="2249343" y="2098"/>
                  </a:lnTo>
                  <a:lnTo>
                    <a:pt x="2236416" y="2517"/>
                  </a:lnTo>
                  <a:lnTo>
                    <a:pt x="2223488" y="2936"/>
                  </a:lnTo>
                  <a:lnTo>
                    <a:pt x="2210561" y="3355"/>
                  </a:lnTo>
                  <a:lnTo>
                    <a:pt x="2197634" y="3774"/>
                  </a:lnTo>
                  <a:lnTo>
                    <a:pt x="2184707" y="4192"/>
                  </a:lnTo>
                  <a:lnTo>
                    <a:pt x="2171779" y="4611"/>
                  </a:lnTo>
                  <a:lnTo>
                    <a:pt x="2158852" y="5030"/>
                  </a:lnTo>
                  <a:lnTo>
                    <a:pt x="2145925" y="5448"/>
                  </a:lnTo>
                  <a:lnTo>
                    <a:pt x="2132998" y="5867"/>
                  </a:lnTo>
                  <a:lnTo>
                    <a:pt x="2120070" y="6286"/>
                  </a:lnTo>
                  <a:lnTo>
                    <a:pt x="2107143" y="6705"/>
                  </a:lnTo>
                  <a:lnTo>
                    <a:pt x="2094216" y="7125"/>
                  </a:lnTo>
                  <a:lnTo>
                    <a:pt x="2081288" y="7546"/>
                  </a:lnTo>
                  <a:lnTo>
                    <a:pt x="2068361" y="7966"/>
                  </a:lnTo>
                  <a:lnTo>
                    <a:pt x="2055434" y="8388"/>
                  </a:lnTo>
                  <a:lnTo>
                    <a:pt x="2042507" y="8810"/>
                  </a:lnTo>
                  <a:lnTo>
                    <a:pt x="2029579" y="9233"/>
                  </a:lnTo>
                  <a:lnTo>
                    <a:pt x="2016652" y="9657"/>
                  </a:lnTo>
                  <a:lnTo>
                    <a:pt x="2003725" y="10081"/>
                  </a:lnTo>
                  <a:lnTo>
                    <a:pt x="1990798" y="10506"/>
                  </a:lnTo>
                  <a:lnTo>
                    <a:pt x="1977870" y="10932"/>
                  </a:lnTo>
                  <a:lnTo>
                    <a:pt x="1964943" y="11359"/>
                  </a:lnTo>
                  <a:lnTo>
                    <a:pt x="1952016" y="11786"/>
                  </a:lnTo>
                  <a:lnTo>
                    <a:pt x="1939089" y="12214"/>
                  </a:lnTo>
                  <a:lnTo>
                    <a:pt x="1926161" y="12642"/>
                  </a:lnTo>
                  <a:lnTo>
                    <a:pt x="1913234" y="13070"/>
                  </a:lnTo>
                  <a:lnTo>
                    <a:pt x="1900307" y="13498"/>
                  </a:lnTo>
                  <a:lnTo>
                    <a:pt x="1887380" y="13927"/>
                  </a:lnTo>
                  <a:lnTo>
                    <a:pt x="1874452" y="14354"/>
                  </a:lnTo>
                  <a:lnTo>
                    <a:pt x="1861525" y="14782"/>
                  </a:lnTo>
                  <a:lnTo>
                    <a:pt x="1848598" y="15208"/>
                  </a:lnTo>
                  <a:lnTo>
                    <a:pt x="1835671" y="15634"/>
                  </a:lnTo>
                  <a:lnTo>
                    <a:pt x="1822743" y="16058"/>
                  </a:lnTo>
                  <a:lnTo>
                    <a:pt x="1809816" y="16481"/>
                  </a:lnTo>
                  <a:lnTo>
                    <a:pt x="1796889" y="16901"/>
                  </a:lnTo>
                  <a:lnTo>
                    <a:pt x="1783961" y="17320"/>
                  </a:lnTo>
                  <a:lnTo>
                    <a:pt x="1771034" y="17737"/>
                  </a:lnTo>
                  <a:lnTo>
                    <a:pt x="1758107" y="18150"/>
                  </a:lnTo>
                  <a:lnTo>
                    <a:pt x="1745180" y="18561"/>
                  </a:lnTo>
                  <a:lnTo>
                    <a:pt x="1732252" y="18968"/>
                  </a:lnTo>
                  <a:lnTo>
                    <a:pt x="1719325" y="19373"/>
                  </a:lnTo>
                  <a:lnTo>
                    <a:pt x="1706398" y="19773"/>
                  </a:lnTo>
                  <a:lnTo>
                    <a:pt x="1693471" y="20169"/>
                  </a:lnTo>
                  <a:lnTo>
                    <a:pt x="1680543" y="20561"/>
                  </a:lnTo>
                  <a:lnTo>
                    <a:pt x="1667616" y="20949"/>
                  </a:lnTo>
                  <a:lnTo>
                    <a:pt x="1654689" y="21332"/>
                  </a:lnTo>
                  <a:lnTo>
                    <a:pt x="1641762" y="21710"/>
                  </a:lnTo>
                  <a:lnTo>
                    <a:pt x="1628834" y="22083"/>
                  </a:lnTo>
                  <a:lnTo>
                    <a:pt x="1615907" y="22451"/>
                  </a:lnTo>
                  <a:lnTo>
                    <a:pt x="1602980" y="22814"/>
                  </a:lnTo>
                  <a:lnTo>
                    <a:pt x="1590053" y="23171"/>
                  </a:lnTo>
                  <a:lnTo>
                    <a:pt x="1577125" y="23522"/>
                  </a:lnTo>
                  <a:lnTo>
                    <a:pt x="1564198" y="23868"/>
                  </a:lnTo>
                  <a:lnTo>
                    <a:pt x="1551271" y="24209"/>
                  </a:lnTo>
                  <a:lnTo>
                    <a:pt x="1538344" y="24543"/>
                  </a:lnTo>
                  <a:lnTo>
                    <a:pt x="1525416" y="24872"/>
                  </a:lnTo>
                  <a:lnTo>
                    <a:pt x="1512489" y="25195"/>
                  </a:lnTo>
                  <a:lnTo>
                    <a:pt x="1499562" y="25512"/>
                  </a:lnTo>
                  <a:lnTo>
                    <a:pt x="1486634" y="25824"/>
                  </a:lnTo>
                  <a:lnTo>
                    <a:pt x="1473707" y="26130"/>
                  </a:lnTo>
                  <a:lnTo>
                    <a:pt x="1460780" y="26430"/>
                  </a:lnTo>
                  <a:lnTo>
                    <a:pt x="1447853" y="26725"/>
                  </a:lnTo>
                  <a:lnTo>
                    <a:pt x="1434925" y="27015"/>
                  </a:lnTo>
                  <a:lnTo>
                    <a:pt x="1421998" y="27300"/>
                  </a:lnTo>
                  <a:lnTo>
                    <a:pt x="1409071" y="27580"/>
                  </a:lnTo>
                  <a:lnTo>
                    <a:pt x="1396144" y="27855"/>
                  </a:lnTo>
                  <a:lnTo>
                    <a:pt x="1383216" y="28126"/>
                  </a:lnTo>
                  <a:lnTo>
                    <a:pt x="1370289" y="28392"/>
                  </a:lnTo>
                  <a:lnTo>
                    <a:pt x="1357362" y="28654"/>
                  </a:lnTo>
                  <a:lnTo>
                    <a:pt x="1344435" y="28911"/>
                  </a:lnTo>
                  <a:lnTo>
                    <a:pt x="1331507" y="29165"/>
                  </a:lnTo>
                  <a:lnTo>
                    <a:pt x="1318580" y="29416"/>
                  </a:lnTo>
                  <a:lnTo>
                    <a:pt x="1305653" y="29662"/>
                  </a:lnTo>
                  <a:lnTo>
                    <a:pt x="1292726" y="29906"/>
                  </a:lnTo>
                  <a:lnTo>
                    <a:pt x="1279798" y="30146"/>
                  </a:lnTo>
                  <a:lnTo>
                    <a:pt x="1266871" y="30384"/>
                  </a:lnTo>
                  <a:lnTo>
                    <a:pt x="1253944" y="30619"/>
                  </a:lnTo>
                  <a:lnTo>
                    <a:pt x="1241017" y="30852"/>
                  </a:lnTo>
                  <a:lnTo>
                    <a:pt x="1228089" y="31082"/>
                  </a:lnTo>
                  <a:lnTo>
                    <a:pt x="1215162" y="31310"/>
                  </a:lnTo>
                  <a:lnTo>
                    <a:pt x="1202235" y="31536"/>
                  </a:lnTo>
                  <a:lnTo>
                    <a:pt x="1189307" y="31760"/>
                  </a:lnTo>
                  <a:lnTo>
                    <a:pt x="1176380" y="31983"/>
                  </a:lnTo>
                  <a:lnTo>
                    <a:pt x="1163453" y="32204"/>
                  </a:lnTo>
                  <a:lnTo>
                    <a:pt x="1150526" y="32423"/>
                  </a:lnTo>
                  <a:lnTo>
                    <a:pt x="1137598" y="32642"/>
                  </a:lnTo>
                  <a:lnTo>
                    <a:pt x="1124671" y="32859"/>
                  </a:lnTo>
                  <a:lnTo>
                    <a:pt x="1111744" y="33076"/>
                  </a:lnTo>
                  <a:lnTo>
                    <a:pt x="1098817" y="33291"/>
                  </a:lnTo>
                  <a:lnTo>
                    <a:pt x="1085889" y="33506"/>
                  </a:lnTo>
                  <a:lnTo>
                    <a:pt x="1072962" y="33721"/>
                  </a:lnTo>
                  <a:lnTo>
                    <a:pt x="1060035" y="33935"/>
                  </a:lnTo>
                  <a:lnTo>
                    <a:pt x="1047108" y="34149"/>
                  </a:lnTo>
                  <a:lnTo>
                    <a:pt x="1034180" y="34363"/>
                  </a:lnTo>
                  <a:lnTo>
                    <a:pt x="1021253" y="34577"/>
                  </a:lnTo>
                  <a:lnTo>
                    <a:pt x="1008326" y="34791"/>
                  </a:lnTo>
                  <a:lnTo>
                    <a:pt x="995399" y="35005"/>
                  </a:lnTo>
                  <a:lnTo>
                    <a:pt x="982471" y="35220"/>
                  </a:lnTo>
                  <a:lnTo>
                    <a:pt x="969544" y="35436"/>
                  </a:lnTo>
                  <a:lnTo>
                    <a:pt x="956617" y="35653"/>
                  </a:lnTo>
                  <a:lnTo>
                    <a:pt x="943690" y="35871"/>
                  </a:lnTo>
                  <a:lnTo>
                    <a:pt x="930762" y="36091"/>
                  </a:lnTo>
                  <a:lnTo>
                    <a:pt x="917835" y="36312"/>
                  </a:lnTo>
                  <a:lnTo>
                    <a:pt x="904908" y="36534"/>
                  </a:lnTo>
                  <a:lnTo>
                    <a:pt x="891980" y="36759"/>
                  </a:lnTo>
                  <a:lnTo>
                    <a:pt x="879053" y="36985"/>
                  </a:lnTo>
                  <a:lnTo>
                    <a:pt x="866126" y="37214"/>
                  </a:lnTo>
                  <a:lnTo>
                    <a:pt x="853199" y="37446"/>
                  </a:lnTo>
                  <a:lnTo>
                    <a:pt x="840271" y="37680"/>
                  </a:lnTo>
                  <a:lnTo>
                    <a:pt x="827344" y="37917"/>
                  </a:lnTo>
                  <a:lnTo>
                    <a:pt x="814417" y="38158"/>
                  </a:lnTo>
                  <a:lnTo>
                    <a:pt x="801490" y="38401"/>
                  </a:lnTo>
                  <a:lnTo>
                    <a:pt x="788562" y="38648"/>
                  </a:lnTo>
                  <a:lnTo>
                    <a:pt x="775635" y="38899"/>
                  </a:lnTo>
                  <a:lnTo>
                    <a:pt x="762708" y="39154"/>
                  </a:lnTo>
                  <a:lnTo>
                    <a:pt x="749781" y="39413"/>
                  </a:lnTo>
                  <a:lnTo>
                    <a:pt x="736853" y="39676"/>
                  </a:lnTo>
                  <a:lnTo>
                    <a:pt x="723926" y="39944"/>
                  </a:lnTo>
                  <a:lnTo>
                    <a:pt x="710999" y="40216"/>
                  </a:lnTo>
                  <a:lnTo>
                    <a:pt x="698072" y="40493"/>
                  </a:lnTo>
                  <a:lnTo>
                    <a:pt x="685144" y="40775"/>
                  </a:lnTo>
                  <a:lnTo>
                    <a:pt x="672217" y="41062"/>
                  </a:lnTo>
                  <a:lnTo>
                    <a:pt x="659290" y="41354"/>
                  </a:lnTo>
                  <a:lnTo>
                    <a:pt x="646363" y="41651"/>
                  </a:lnTo>
                  <a:lnTo>
                    <a:pt x="633435" y="41954"/>
                  </a:lnTo>
                  <a:lnTo>
                    <a:pt x="620508" y="42262"/>
                  </a:lnTo>
                  <a:lnTo>
                    <a:pt x="607581" y="42575"/>
                  </a:lnTo>
                  <a:lnTo>
                    <a:pt x="594653" y="42894"/>
                  </a:lnTo>
                  <a:lnTo>
                    <a:pt x="581726" y="43218"/>
                  </a:lnTo>
                  <a:lnTo>
                    <a:pt x="568799" y="43548"/>
                  </a:lnTo>
                  <a:lnTo>
                    <a:pt x="555872" y="43883"/>
                  </a:lnTo>
                  <a:lnTo>
                    <a:pt x="542944" y="44224"/>
                  </a:lnTo>
                  <a:lnTo>
                    <a:pt x="530017" y="44570"/>
                  </a:lnTo>
                  <a:lnTo>
                    <a:pt x="517090" y="44922"/>
                  </a:lnTo>
                  <a:lnTo>
                    <a:pt x="504163" y="45278"/>
                  </a:lnTo>
                  <a:lnTo>
                    <a:pt x="491235" y="45641"/>
                  </a:lnTo>
                  <a:lnTo>
                    <a:pt x="478308" y="46008"/>
                  </a:lnTo>
                  <a:lnTo>
                    <a:pt x="465381" y="46381"/>
                  </a:lnTo>
                  <a:lnTo>
                    <a:pt x="452454" y="46758"/>
                  </a:lnTo>
                  <a:lnTo>
                    <a:pt x="439526" y="47141"/>
                  </a:lnTo>
                  <a:lnTo>
                    <a:pt x="426599" y="47528"/>
                  </a:lnTo>
                  <a:lnTo>
                    <a:pt x="413672" y="47920"/>
                  </a:lnTo>
                  <a:lnTo>
                    <a:pt x="400745" y="48317"/>
                  </a:lnTo>
                  <a:lnTo>
                    <a:pt x="387817" y="48717"/>
                  </a:lnTo>
                  <a:lnTo>
                    <a:pt x="374890" y="49122"/>
                  </a:lnTo>
                  <a:lnTo>
                    <a:pt x="361963" y="49531"/>
                  </a:lnTo>
                  <a:lnTo>
                    <a:pt x="349036" y="49944"/>
                  </a:lnTo>
                  <a:lnTo>
                    <a:pt x="336108" y="50360"/>
                  </a:lnTo>
                  <a:lnTo>
                    <a:pt x="323181" y="50780"/>
                  </a:lnTo>
                  <a:lnTo>
                    <a:pt x="310254" y="51203"/>
                  </a:lnTo>
                  <a:lnTo>
                    <a:pt x="297326" y="51630"/>
                  </a:lnTo>
                  <a:lnTo>
                    <a:pt x="284399" y="52059"/>
                  </a:lnTo>
                  <a:lnTo>
                    <a:pt x="271472" y="52491"/>
                  </a:lnTo>
                  <a:lnTo>
                    <a:pt x="258545" y="52926"/>
                  </a:lnTo>
                  <a:lnTo>
                    <a:pt x="245617" y="53363"/>
                  </a:lnTo>
                  <a:lnTo>
                    <a:pt x="232690" y="53803"/>
                  </a:lnTo>
                  <a:lnTo>
                    <a:pt x="219763" y="54244"/>
                  </a:lnTo>
                  <a:lnTo>
                    <a:pt x="206836" y="54688"/>
                  </a:lnTo>
                  <a:lnTo>
                    <a:pt x="193908" y="55133"/>
                  </a:lnTo>
                  <a:lnTo>
                    <a:pt x="180981" y="55581"/>
                  </a:lnTo>
                  <a:lnTo>
                    <a:pt x="168054" y="56029"/>
                  </a:lnTo>
                  <a:lnTo>
                    <a:pt x="155127" y="56479"/>
                  </a:lnTo>
                  <a:lnTo>
                    <a:pt x="142199" y="56930"/>
                  </a:lnTo>
                  <a:lnTo>
                    <a:pt x="129272" y="57383"/>
                  </a:lnTo>
                  <a:lnTo>
                    <a:pt x="116345" y="57836"/>
                  </a:lnTo>
                  <a:lnTo>
                    <a:pt x="103418" y="58290"/>
                  </a:lnTo>
                  <a:lnTo>
                    <a:pt x="90490" y="58745"/>
                  </a:lnTo>
                  <a:lnTo>
                    <a:pt x="77563" y="59200"/>
                  </a:lnTo>
                  <a:lnTo>
                    <a:pt x="64636" y="59656"/>
                  </a:lnTo>
                  <a:lnTo>
                    <a:pt x="51709" y="60112"/>
                  </a:lnTo>
                  <a:lnTo>
                    <a:pt x="38781" y="60568"/>
                  </a:lnTo>
                  <a:lnTo>
                    <a:pt x="25854" y="61025"/>
                  </a:lnTo>
                  <a:lnTo>
                    <a:pt x="12927" y="61481"/>
                  </a:lnTo>
                  <a:lnTo>
                    <a:pt x="0" y="619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0" name="pl48"/>
            <p:cNvSpPr/>
            <p:nvPr/>
          </p:nvSpPr>
          <p:spPr>
            <a:xfrm>
              <a:off x="8736870" y="1642923"/>
              <a:ext cx="2313979" cy="39512"/>
            </a:xfrm>
            <a:custGeom>
              <a:avLst/>
              <a:pathLst>
                <a:path w="2313979" h="39512">
                  <a:moveTo>
                    <a:pt x="0" y="0"/>
                  </a:moveTo>
                  <a:lnTo>
                    <a:pt x="12927" y="465"/>
                  </a:lnTo>
                  <a:lnTo>
                    <a:pt x="25854" y="931"/>
                  </a:lnTo>
                  <a:lnTo>
                    <a:pt x="38781" y="1396"/>
                  </a:lnTo>
                  <a:lnTo>
                    <a:pt x="51709" y="1862"/>
                  </a:lnTo>
                  <a:lnTo>
                    <a:pt x="64636" y="2328"/>
                  </a:lnTo>
                  <a:lnTo>
                    <a:pt x="77563" y="2793"/>
                  </a:lnTo>
                  <a:lnTo>
                    <a:pt x="90490" y="3259"/>
                  </a:lnTo>
                  <a:lnTo>
                    <a:pt x="103418" y="3725"/>
                  </a:lnTo>
                  <a:lnTo>
                    <a:pt x="116345" y="4191"/>
                  </a:lnTo>
                  <a:lnTo>
                    <a:pt x="129272" y="4657"/>
                  </a:lnTo>
                  <a:lnTo>
                    <a:pt x="142199" y="5123"/>
                  </a:lnTo>
                  <a:lnTo>
                    <a:pt x="155127" y="5589"/>
                  </a:lnTo>
                  <a:lnTo>
                    <a:pt x="168054" y="6054"/>
                  </a:lnTo>
                  <a:lnTo>
                    <a:pt x="180981" y="6520"/>
                  </a:lnTo>
                  <a:lnTo>
                    <a:pt x="193908" y="6986"/>
                  </a:lnTo>
                  <a:lnTo>
                    <a:pt x="206836" y="7451"/>
                  </a:lnTo>
                  <a:lnTo>
                    <a:pt x="219763" y="7917"/>
                  </a:lnTo>
                  <a:lnTo>
                    <a:pt x="232690" y="8382"/>
                  </a:lnTo>
                  <a:lnTo>
                    <a:pt x="245617" y="8847"/>
                  </a:lnTo>
                  <a:lnTo>
                    <a:pt x="258545" y="9312"/>
                  </a:lnTo>
                  <a:lnTo>
                    <a:pt x="271472" y="9776"/>
                  </a:lnTo>
                  <a:lnTo>
                    <a:pt x="284399" y="10240"/>
                  </a:lnTo>
                  <a:lnTo>
                    <a:pt x="297326" y="10704"/>
                  </a:lnTo>
                  <a:lnTo>
                    <a:pt x="310254" y="11167"/>
                  </a:lnTo>
                  <a:lnTo>
                    <a:pt x="323181" y="11630"/>
                  </a:lnTo>
                  <a:lnTo>
                    <a:pt x="336108" y="12092"/>
                  </a:lnTo>
                  <a:lnTo>
                    <a:pt x="349036" y="12554"/>
                  </a:lnTo>
                  <a:lnTo>
                    <a:pt x="361963" y="13016"/>
                  </a:lnTo>
                  <a:lnTo>
                    <a:pt x="374890" y="13477"/>
                  </a:lnTo>
                  <a:lnTo>
                    <a:pt x="387817" y="13938"/>
                  </a:lnTo>
                  <a:lnTo>
                    <a:pt x="400745" y="14399"/>
                  </a:lnTo>
                  <a:lnTo>
                    <a:pt x="413672" y="14859"/>
                  </a:lnTo>
                  <a:lnTo>
                    <a:pt x="426599" y="15318"/>
                  </a:lnTo>
                  <a:lnTo>
                    <a:pt x="439526" y="15778"/>
                  </a:lnTo>
                  <a:lnTo>
                    <a:pt x="452454" y="16236"/>
                  </a:lnTo>
                  <a:lnTo>
                    <a:pt x="465381" y="16695"/>
                  </a:lnTo>
                  <a:lnTo>
                    <a:pt x="478308" y="17152"/>
                  </a:lnTo>
                  <a:lnTo>
                    <a:pt x="491235" y="17610"/>
                  </a:lnTo>
                  <a:lnTo>
                    <a:pt x="504163" y="18066"/>
                  </a:lnTo>
                  <a:lnTo>
                    <a:pt x="517090" y="18522"/>
                  </a:lnTo>
                  <a:lnTo>
                    <a:pt x="530017" y="18978"/>
                  </a:lnTo>
                  <a:lnTo>
                    <a:pt x="542944" y="19432"/>
                  </a:lnTo>
                  <a:lnTo>
                    <a:pt x="555872" y="19886"/>
                  </a:lnTo>
                  <a:lnTo>
                    <a:pt x="568799" y="20339"/>
                  </a:lnTo>
                  <a:lnTo>
                    <a:pt x="581726" y="20791"/>
                  </a:lnTo>
                  <a:lnTo>
                    <a:pt x="594653" y="21241"/>
                  </a:lnTo>
                  <a:lnTo>
                    <a:pt x="607581" y="21691"/>
                  </a:lnTo>
                  <a:lnTo>
                    <a:pt x="620508" y="22139"/>
                  </a:lnTo>
                  <a:lnTo>
                    <a:pt x="633435" y="22586"/>
                  </a:lnTo>
                  <a:lnTo>
                    <a:pt x="646363" y="23031"/>
                  </a:lnTo>
                  <a:lnTo>
                    <a:pt x="659290" y="23474"/>
                  </a:lnTo>
                  <a:lnTo>
                    <a:pt x="672217" y="23915"/>
                  </a:lnTo>
                  <a:lnTo>
                    <a:pt x="685144" y="24354"/>
                  </a:lnTo>
                  <a:lnTo>
                    <a:pt x="698072" y="24790"/>
                  </a:lnTo>
                  <a:lnTo>
                    <a:pt x="710999" y="25224"/>
                  </a:lnTo>
                  <a:lnTo>
                    <a:pt x="723926" y="25656"/>
                  </a:lnTo>
                  <a:lnTo>
                    <a:pt x="736853" y="26084"/>
                  </a:lnTo>
                  <a:lnTo>
                    <a:pt x="749781" y="26509"/>
                  </a:lnTo>
                  <a:lnTo>
                    <a:pt x="762708" y="26931"/>
                  </a:lnTo>
                  <a:lnTo>
                    <a:pt x="775635" y="27348"/>
                  </a:lnTo>
                  <a:lnTo>
                    <a:pt x="788562" y="27763"/>
                  </a:lnTo>
                  <a:lnTo>
                    <a:pt x="801490" y="28172"/>
                  </a:lnTo>
                  <a:lnTo>
                    <a:pt x="814417" y="28578"/>
                  </a:lnTo>
                  <a:lnTo>
                    <a:pt x="827344" y="28979"/>
                  </a:lnTo>
                  <a:lnTo>
                    <a:pt x="840271" y="29375"/>
                  </a:lnTo>
                  <a:lnTo>
                    <a:pt x="853199" y="29767"/>
                  </a:lnTo>
                  <a:lnTo>
                    <a:pt x="866126" y="30153"/>
                  </a:lnTo>
                  <a:lnTo>
                    <a:pt x="879053" y="30533"/>
                  </a:lnTo>
                  <a:lnTo>
                    <a:pt x="891980" y="30908"/>
                  </a:lnTo>
                  <a:lnTo>
                    <a:pt x="904908" y="31277"/>
                  </a:lnTo>
                  <a:lnTo>
                    <a:pt x="917835" y="31640"/>
                  </a:lnTo>
                  <a:lnTo>
                    <a:pt x="930762" y="31996"/>
                  </a:lnTo>
                  <a:lnTo>
                    <a:pt x="943690" y="32346"/>
                  </a:lnTo>
                  <a:lnTo>
                    <a:pt x="956617" y="32689"/>
                  </a:lnTo>
                  <a:lnTo>
                    <a:pt x="969544" y="33025"/>
                  </a:lnTo>
                  <a:lnTo>
                    <a:pt x="982471" y="33355"/>
                  </a:lnTo>
                  <a:lnTo>
                    <a:pt x="995399" y="33677"/>
                  </a:lnTo>
                  <a:lnTo>
                    <a:pt x="1008326" y="33991"/>
                  </a:lnTo>
                  <a:lnTo>
                    <a:pt x="1021253" y="34298"/>
                  </a:lnTo>
                  <a:lnTo>
                    <a:pt x="1034180" y="34598"/>
                  </a:lnTo>
                  <a:lnTo>
                    <a:pt x="1047108" y="34889"/>
                  </a:lnTo>
                  <a:lnTo>
                    <a:pt x="1060035" y="35173"/>
                  </a:lnTo>
                  <a:lnTo>
                    <a:pt x="1072962" y="35449"/>
                  </a:lnTo>
                  <a:lnTo>
                    <a:pt x="1085889" y="35716"/>
                  </a:lnTo>
                  <a:lnTo>
                    <a:pt x="1098817" y="35975"/>
                  </a:lnTo>
                  <a:lnTo>
                    <a:pt x="1111744" y="36226"/>
                  </a:lnTo>
                  <a:lnTo>
                    <a:pt x="1124671" y="36468"/>
                  </a:lnTo>
                  <a:lnTo>
                    <a:pt x="1137598" y="36702"/>
                  </a:lnTo>
                  <a:lnTo>
                    <a:pt x="1150526" y="36927"/>
                  </a:lnTo>
                  <a:lnTo>
                    <a:pt x="1163453" y="37144"/>
                  </a:lnTo>
                  <a:lnTo>
                    <a:pt x="1176380" y="37351"/>
                  </a:lnTo>
                  <a:lnTo>
                    <a:pt x="1189307" y="37550"/>
                  </a:lnTo>
                  <a:lnTo>
                    <a:pt x="1202235" y="37740"/>
                  </a:lnTo>
                  <a:lnTo>
                    <a:pt x="1215162" y="37920"/>
                  </a:lnTo>
                  <a:lnTo>
                    <a:pt x="1228089" y="38092"/>
                  </a:lnTo>
                  <a:lnTo>
                    <a:pt x="1241017" y="38254"/>
                  </a:lnTo>
                  <a:lnTo>
                    <a:pt x="1253944" y="38407"/>
                  </a:lnTo>
                  <a:lnTo>
                    <a:pt x="1266871" y="38550"/>
                  </a:lnTo>
                  <a:lnTo>
                    <a:pt x="1279798" y="38684"/>
                  </a:lnTo>
                  <a:lnTo>
                    <a:pt x="1292726" y="38808"/>
                  </a:lnTo>
                  <a:lnTo>
                    <a:pt x="1305653" y="38923"/>
                  </a:lnTo>
                  <a:lnTo>
                    <a:pt x="1318580" y="39027"/>
                  </a:lnTo>
                  <a:lnTo>
                    <a:pt x="1331507" y="39122"/>
                  </a:lnTo>
                  <a:lnTo>
                    <a:pt x="1344435" y="39207"/>
                  </a:lnTo>
                  <a:lnTo>
                    <a:pt x="1357362" y="39281"/>
                  </a:lnTo>
                  <a:lnTo>
                    <a:pt x="1370289" y="39346"/>
                  </a:lnTo>
                  <a:lnTo>
                    <a:pt x="1383216" y="39400"/>
                  </a:lnTo>
                  <a:lnTo>
                    <a:pt x="1396144" y="39443"/>
                  </a:lnTo>
                  <a:lnTo>
                    <a:pt x="1409071" y="39476"/>
                  </a:lnTo>
                  <a:lnTo>
                    <a:pt x="1421998" y="39499"/>
                  </a:lnTo>
                  <a:lnTo>
                    <a:pt x="1434925" y="39511"/>
                  </a:lnTo>
                  <a:lnTo>
                    <a:pt x="1447853" y="39512"/>
                  </a:lnTo>
                  <a:lnTo>
                    <a:pt x="1460780" y="39503"/>
                  </a:lnTo>
                  <a:lnTo>
                    <a:pt x="1473707" y="39483"/>
                  </a:lnTo>
                  <a:lnTo>
                    <a:pt x="1486634" y="39452"/>
                  </a:lnTo>
                  <a:lnTo>
                    <a:pt x="1499562" y="39411"/>
                  </a:lnTo>
                  <a:lnTo>
                    <a:pt x="1512489" y="39359"/>
                  </a:lnTo>
                  <a:lnTo>
                    <a:pt x="1525416" y="39296"/>
                  </a:lnTo>
                  <a:lnTo>
                    <a:pt x="1538344" y="39223"/>
                  </a:lnTo>
                  <a:lnTo>
                    <a:pt x="1551271" y="39140"/>
                  </a:lnTo>
                  <a:lnTo>
                    <a:pt x="1564198" y="39046"/>
                  </a:lnTo>
                  <a:lnTo>
                    <a:pt x="1577125" y="38942"/>
                  </a:lnTo>
                  <a:lnTo>
                    <a:pt x="1590053" y="38829"/>
                  </a:lnTo>
                  <a:lnTo>
                    <a:pt x="1602980" y="38705"/>
                  </a:lnTo>
                  <a:lnTo>
                    <a:pt x="1615907" y="38573"/>
                  </a:lnTo>
                  <a:lnTo>
                    <a:pt x="1628834" y="38430"/>
                  </a:lnTo>
                  <a:lnTo>
                    <a:pt x="1641762" y="38279"/>
                  </a:lnTo>
                  <a:lnTo>
                    <a:pt x="1654689" y="38119"/>
                  </a:lnTo>
                  <a:lnTo>
                    <a:pt x="1667616" y="37951"/>
                  </a:lnTo>
                  <a:lnTo>
                    <a:pt x="1680543" y="37775"/>
                  </a:lnTo>
                  <a:lnTo>
                    <a:pt x="1693471" y="37590"/>
                  </a:lnTo>
                  <a:lnTo>
                    <a:pt x="1706398" y="37399"/>
                  </a:lnTo>
                  <a:lnTo>
                    <a:pt x="1719325" y="37200"/>
                  </a:lnTo>
                  <a:lnTo>
                    <a:pt x="1732252" y="36994"/>
                  </a:lnTo>
                  <a:lnTo>
                    <a:pt x="1745180" y="36782"/>
                  </a:lnTo>
                  <a:lnTo>
                    <a:pt x="1758107" y="36564"/>
                  </a:lnTo>
                  <a:lnTo>
                    <a:pt x="1771034" y="36341"/>
                  </a:lnTo>
                  <a:lnTo>
                    <a:pt x="1783961" y="36112"/>
                  </a:lnTo>
                  <a:lnTo>
                    <a:pt x="1796889" y="35878"/>
                  </a:lnTo>
                  <a:lnTo>
                    <a:pt x="1809816" y="35640"/>
                  </a:lnTo>
                  <a:lnTo>
                    <a:pt x="1822743" y="35397"/>
                  </a:lnTo>
                  <a:lnTo>
                    <a:pt x="1835671" y="35151"/>
                  </a:lnTo>
                  <a:lnTo>
                    <a:pt x="1848598" y="34901"/>
                  </a:lnTo>
                  <a:lnTo>
                    <a:pt x="1861525" y="34648"/>
                  </a:lnTo>
                  <a:lnTo>
                    <a:pt x="1874452" y="34393"/>
                  </a:lnTo>
                  <a:lnTo>
                    <a:pt x="1887380" y="34134"/>
                  </a:lnTo>
                  <a:lnTo>
                    <a:pt x="1900307" y="33874"/>
                  </a:lnTo>
                  <a:lnTo>
                    <a:pt x="1913234" y="33612"/>
                  </a:lnTo>
                  <a:lnTo>
                    <a:pt x="1926161" y="33348"/>
                  </a:lnTo>
                  <a:lnTo>
                    <a:pt x="1939089" y="33083"/>
                  </a:lnTo>
                  <a:lnTo>
                    <a:pt x="1952016" y="32817"/>
                  </a:lnTo>
                  <a:lnTo>
                    <a:pt x="1964943" y="32549"/>
                  </a:lnTo>
                  <a:lnTo>
                    <a:pt x="1977870" y="32281"/>
                  </a:lnTo>
                  <a:lnTo>
                    <a:pt x="1990798" y="32012"/>
                  </a:lnTo>
                  <a:lnTo>
                    <a:pt x="2003725" y="31743"/>
                  </a:lnTo>
                  <a:lnTo>
                    <a:pt x="2016652" y="31473"/>
                  </a:lnTo>
                  <a:lnTo>
                    <a:pt x="2029579" y="31203"/>
                  </a:lnTo>
                  <a:lnTo>
                    <a:pt x="2042507" y="30933"/>
                  </a:lnTo>
                  <a:lnTo>
                    <a:pt x="2055434" y="30663"/>
                  </a:lnTo>
                  <a:lnTo>
                    <a:pt x="2068361" y="30392"/>
                  </a:lnTo>
                  <a:lnTo>
                    <a:pt x="2081288" y="30121"/>
                  </a:lnTo>
                  <a:lnTo>
                    <a:pt x="2094216" y="29850"/>
                  </a:lnTo>
                  <a:lnTo>
                    <a:pt x="2107143" y="29579"/>
                  </a:lnTo>
                  <a:lnTo>
                    <a:pt x="2120070" y="29308"/>
                  </a:lnTo>
                  <a:lnTo>
                    <a:pt x="2132998" y="29036"/>
                  </a:lnTo>
                  <a:lnTo>
                    <a:pt x="2145925" y="28765"/>
                  </a:lnTo>
                  <a:lnTo>
                    <a:pt x="2158852" y="28492"/>
                  </a:lnTo>
                  <a:lnTo>
                    <a:pt x="2171779" y="28220"/>
                  </a:lnTo>
                  <a:lnTo>
                    <a:pt x="2184707" y="27948"/>
                  </a:lnTo>
                  <a:lnTo>
                    <a:pt x="2197634" y="27675"/>
                  </a:lnTo>
                  <a:lnTo>
                    <a:pt x="2210561" y="27401"/>
                  </a:lnTo>
                  <a:lnTo>
                    <a:pt x="2223488" y="27128"/>
                  </a:lnTo>
                  <a:lnTo>
                    <a:pt x="2236416" y="26854"/>
                  </a:lnTo>
                  <a:lnTo>
                    <a:pt x="2249343" y="26580"/>
                  </a:lnTo>
                  <a:lnTo>
                    <a:pt x="2262270" y="26306"/>
                  </a:lnTo>
                  <a:lnTo>
                    <a:pt x="2275197" y="26031"/>
                  </a:lnTo>
                  <a:lnTo>
                    <a:pt x="2288125" y="25757"/>
                  </a:lnTo>
                  <a:lnTo>
                    <a:pt x="2301052" y="25482"/>
                  </a:lnTo>
                  <a:lnTo>
                    <a:pt x="2313979" y="25207"/>
                  </a:lnTo>
                  <a:lnTo>
                    <a:pt x="2313979" y="2520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2026-05-14T06:00:19Z</dcterms:modified>
  <cp:category/>
</cp:coreProperties>
</file>