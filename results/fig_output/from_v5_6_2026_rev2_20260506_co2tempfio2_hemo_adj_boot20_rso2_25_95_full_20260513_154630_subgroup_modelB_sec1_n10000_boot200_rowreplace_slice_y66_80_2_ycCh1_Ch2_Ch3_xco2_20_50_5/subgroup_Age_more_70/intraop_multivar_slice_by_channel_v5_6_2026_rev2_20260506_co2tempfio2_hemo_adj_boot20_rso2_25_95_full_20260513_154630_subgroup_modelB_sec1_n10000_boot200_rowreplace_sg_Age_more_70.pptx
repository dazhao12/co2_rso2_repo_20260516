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39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3043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90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90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1099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517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80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52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477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767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54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91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64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8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36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3022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4005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37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17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33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7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80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3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2333558"/>
            </a:xfrm>
            <a:custGeom>
              <a:avLst/>
              <a:pathLst>
                <a:path w="2191014" h="2333558">
                  <a:moveTo>
                    <a:pt x="0" y="2017870"/>
                  </a:moveTo>
                  <a:lnTo>
                    <a:pt x="12240" y="2045515"/>
                  </a:lnTo>
                  <a:lnTo>
                    <a:pt x="24480" y="2080604"/>
                  </a:lnTo>
                  <a:lnTo>
                    <a:pt x="36720" y="2096963"/>
                  </a:lnTo>
                  <a:lnTo>
                    <a:pt x="48961" y="2101280"/>
                  </a:lnTo>
                  <a:lnTo>
                    <a:pt x="61201" y="2113826"/>
                  </a:lnTo>
                  <a:lnTo>
                    <a:pt x="73441" y="2124526"/>
                  </a:lnTo>
                  <a:lnTo>
                    <a:pt x="85682" y="2127406"/>
                  </a:lnTo>
                  <a:lnTo>
                    <a:pt x="97922" y="2128403"/>
                  </a:lnTo>
                  <a:lnTo>
                    <a:pt x="110162" y="2127668"/>
                  </a:lnTo>
                  <a:lnTo>
                    <a:pt x="122403" y="2125547"/>
                  </a:lnTo>
                  <a:lnTo>
                    <a:pt x="134643" y="2122128"/>
                  </a:lnTo>
                  <a:lnTo>
                    <a:pt x="146883" y="2117501"/>
                  </a:lnTo>
                  <a:lnTo>
                    <a:pt x="159123" y="2113820"/>
                  </a:lnTo>
                  <a:lnTo>
                    <a:pt x="171364" y="2110251"/>
                  </a:lnTo>
                  <a:lnTo>
                    <a:pt x="183604" y="2106543"/>
                  </a:lnTo>
                  <a:lnTo>
                    <a:pt x="195844" y="2102648"/>
                  </a:lnTo>
                  <a:lnTo>
                    <a:pt x="208085" y="2098518"/>
                  </a:lnTo>
                  <a:lnTo>
                    <a:pt x="220325" y="2094105"/>
                  </a:lnTo>
                  <a:lnTo>
                    <a:pt x="232565" y="2087456"/>
                  </a:lnTo>
                  <a:lnTo>
                    <a:pt x="244806" y="2078052"/>
                  </a:lnTo>
                  <a:lnTo>
                    <a:pt x="257046" y="2068573"/>
                  </a:lnTo>
                  <a:lnTo>
                    <a:pt x="269286" y="2058891"/>
                  </a:lnTo>
                  <a:lnTo>
                    <a:pt x="281527" y="2044548"/>
                  </a:lnTo>
                  <a:lnTo>
                    <a:pt x="293767" y="2031584"/>
                  </a:lnTo>
                  <a:lnTo>
                    <a:pt x="306007" y="2020685"/>
                  </a:lnTo>
                  <a:lnTo>
                    <a:pt x="318247" y="2009298"/>
                  </a:lnTo>
                  <a:lnTo>
                    <a:pt x="330488" y="1998116"/>
                  </a:lnTo>
                  <a:lnTo>
                    <a:pt x="342728" y="1987130"/>
                  </a:lnTo>
                  <a:lnTo>
                    <a:pt x="354968" y="1976325"/>
                  </a:lnTo>
                  <a:lnTo>
                    <a:pt x="367209" y="1963898"/>
                  </a:lnTo>
                  <a:lnTo>
                    <a:pt x="379449" y="1951745"/>
                  </a:lnTo>
                  <a:lnTo>
                    <a:pt x="391689" y="1939559"/>
                  </a:lnTo>
                  <a:lnTo>
                    <a:pt x="403930" y="1927609"/>
                  </a:lnTo>
                  <a:lnTo>
                    <a:pt x="416170" y="1915880"/>
                  </a:lnTo>
                  <a:lnTo>
                    <a:pt x="428410" y="1903882"/>
                  </a:lnTo>
                  <a:lnTo>
                    <a:pt x="440650" y="1890662"/>
                  </a:lnTo>
                  <a:lnTo>
                    <a:pt x="452891" y="1879729"/>
                  </a:lnTo>
                  <a:lnTo>
                    <a:pt x="465131" y="1870105"/>
                  </a:lnTo>
                  <a:lnTo>
                    <a:pt x="477371" y="1860572"/>
                  </a:lnTo>
                  <a:lnTo>
                    <a:pt x="489612" y="1851239"/>
                  </a:lnTo>
                  <a:lnTo>
                    <a:pt x="501852" y="1839374"/>
                  </a:lnTo>
                  <a:lnTo>
                    <a:pt x="514092" y="1827935"/>
                  </a:lnTo>
                  <a:lnTo>
                    <a:pt x="526333" y="1817423"/>
                  </a:lnTo>
                  <a:lnTo>
                    <a:pt x="538573" y="1806961"/>
                  </a:lnTo>
                  <a:lnTo>
                    <a:pt x="550813" y="1796533"/>
                  </a:lnTo>
                  <a:lnTo>
                    <a:pt x="563054" y="1784757"/>
                  </a:lnTo>
                  <a:lnTo>
                    <a:pt x="575294" y="1770403"/>
                  </a:lnTo>
                  <a:lnTo>
                    <a:pt x="587534" y="1759204"/>
                  </a:lnTo>
                  <a:lnTo>
                    <a:pt x="599774" y="1748273"/>
                  </a:lnTo>
                  <a:lnTo>
                    <a:pt x="612015" y="1737481"/>
                  </a:lnTo>
                  <a:lnTo>
                    <a:pt x="624255" y="1726830"/>
                  </a:lnTo>
                  <a:lnTo>
                    <a:pt x="636495" y="1716319"/>
                  </a:lnTo>
                  <a:lnTo>
                    <a:pt x="648736" y="1704750"/>
                  </a:lnTo>
                  <a:lnTo>
                    <a:pt x="660976" y="1692991"/>
                  </a:lnTo>
                  <a:lnTo>
                    <a:pt x="673216" y="1681348"/>
                  </a:lnTo>
                  <a:lnTo>
                    <a:pt x="685457" y="1669811"/>
                  </a:lnTo>
                  <a:lnTo>
                    <a:pt x="697697" y="1658509"/>
                  </a:lnTo>
                  <a:lnTo>
                    <a:pt x="709937" y="1647748"/>
                  </a:lnTo>
                  <a:lnTo>
                    <a:pt x="722177" y="1636968"/>
                  </a:lnTo>
                  <a:lnTo>
                    <a:pt x="734418" y="1626164"/>
                  </a:lnTo>
                  <a:lnTo>
                    <a:pt x="746658" y="1615331"/>
                  </a:lnTo>
                  <a:lnTo>
                    <a:pt x="758898" y="1604462"/>
                  </a:lnTo>
                  <a:lnTo>
                    <a:pt x="771139" y="1593553"/>
                  </a:lnTo>
                  <a:lnTo>
                    <a:pt x="783379" y="1582598"/>
                  </a:lnTo>
                  <a:lnTo>
                    <a:pt x="795619" y="1571592"/>
                  </a:lnTo>
                  <a:lnTo>
                    <a:pt x="807860" y="1559612"/>
                  </a:lnTo>
                  <a:lnTo>
                    <a:pt x="820100" y="1547816"/>
                  </a:lnTo>
                  <a:lnTo>
                    <a:pt x="832340" y="1535736"/>
                  </a:lnTo>
                  <a:lnTo>
                    <a:pt x="844581" y="1523857"/>
                  </a:lnTo>
                  <a:lnTo>
                    <a:pt x="856821" y="1512024"/>
                  </a:lnTo>
                  <a:lnTo>
                    <a:pt x="869061" y="1500854"/>
                  </a:lnTo>
                  <a:lnTo>
                    <a:pt x="881301" y="1489772"/>
                  </a:lnTo>
                  <a:lnTo>
                    <a:pt x="893542" y="1476838"/>
                  </a:lnTo>
                  <a:lnTo>
                    <a:pt x="905782" y="1465230"/>
                  </a:lnTo>
                  <a:lnTo>
                    <a:pt x="918022" y="1453689"/>
                  </a:lnTo>
                  <a:lnTo>
                    <a:pt x="930263" y="1442220"/>
                  </a:lnTo>
                  <a:lnTo>
                    <a:pt x="942503" y="1429399"/>
                  </a:lnTo>
                  <a:lnTo>
                    <a:pt x="954743" y="1416288"/>
                  </a:lnTo>
                  <a:lnTo>
                    <a:pt x="966984" y="1403183"/>
                  </a:lnTo>
                  <a:lnTo>
                    <a:pt x="979224" y="1390070"/>
                  </a:lnTo>
                  <a:lnTo>
                    <a:pt x="991464" y="1376901"/>
                  </a:lnTo>
                  <a:lnTo>
                    <a:pt x="1003704" y="1363756"/>
                  </a:lnTo>
                  <a:lnTo>
                    <a:pt x="1015945" y="1350525"/>
                  </a:lnTo>
                  <a:lnTo>
                    <a:pt x="1028185" y="1337224"/>
                  </a:lnTo>
                  <a:lnTo>
                    <a:pt x="1040425" y="1323839"/>
                  </a:lnTo>
                  <a:lnTo>
                    <a:pt x="1052666" y="1310975"/>
                  </a:lnTo>
                  <a:lnTo>
                    <a:pt x="1064906" y="1299080"/>
                  </a:lnTo>
                  <a:lnTo>
                    <a:pt x="1077146" y="1283023"/>
                  </a:lnTo>
                  <a:lnTo>
                    <a:pt x="1089387" y="1267363"/>
                  </a:lnTo>
                  <a:lnTo>
                    <a:pt x="1101627" y="1255035"/>
                  </a:lnTo>
                  <a:lnTo>
                    <a:pt x="1113867" y="1240897"/>
                  </a:lnTo>
                  <a:lnTo>
                    <a:pt x="1126108" y="1225658"/>
                  </a:lnTo>
                  <a:lnTo>
                    <a:pt x="1138348" y="1211307"/>
                  </a:lnTo>
                  <a:lnTo>
                    <a:pt x="1150588" y="1197052"/>
                  </a:lnTo>
                  <a:lnTo>
                    <a:pt x="1162828" y="1179816"/>
                  </a:lnTo>
                  <a:lnTo>
                    <a:pt x="1175069" y="1161140"/>
                  </a:lnTo>
                  <a:lnTo>
                    <a:pt x="1187309" y="1145442"/>
                  </a:lnTo>
                  <a:lnTo>
                    <a:pt x="1199549" y="1129967"/>
                  </a:lnTo>
                  <a:lnTo>
                    <a:pt x="1211790" y="1114578"/>
                  </a:lnTo>
                  <a:lnTo>
                    <a:pt x="1224030" y="1097891"/>
                  </a:lnTo>
                  <a:lnTo>
                    <a:pt x="1236270" y="1084489"/>
                  </a:lnTo>
                  <a:lnTo>
                    <a:pt x="1248511" y="1068609"/>
                  </a:lnTo>
                  <a:lnTo>
                    <a:pt x="1260751" y="1052907"/>
                  </a:lnTo>
                  <a:lnTo>
                    <a:pt x="1272991" y="1037702"/>
                  </a:lnTo>
                  <a:lnTo>
                    <a:pt x="1285231" y="1022339"/>
                  </a:lnTo>
                  <a:lnTo>
                    <a:pt x="1297472" y="1003110"/>
                  </a:lnTo>
                  <a:lnTo>
                    <a:pt x="1309712" y="982871"/>
                  </a:lnTo>
                  <a:lnTo>
                    <a:pt x="1321952" y="966762"/>
                  </a:lnTo>
                  <a:lnTo>
                    <a:pt x="1334193" y="950738"/>
                  </a:lnTo>
                  <a:lnTo>
                    <a:pt x="1346433" y="928884"/>
                  </a:lnTo>
                  <a:lnTo>
                    <a:pt x="1358673" y="906552"/>
                  </a:lnTo>
                  <a:lnTo>
                    <a:pt x="1370914" y="891755"/>
                  </a:lnTo>
                  <a:lnTo>
                    <a:pt x="1383154" y="870300"/>
                  </a:lnTo>
                  <a:lnTo>
                    <a:pt x="1395394" y="847770"/>
                  </a:lnTo>
                  <a:lnTo>
                    <a:pt x="1407635" y="827809"/>
                  </a:lnTo>
                  <a:lnTo>
                    <a:pt x="1419875" y="806893"/>
                  </a:lnTo>
                  <a:lnTo>
                    <a:pt x="1432115" y="786904"/>
                  </a:lnTo>
                  <a:lnTo>
                    <a:pt x="1444355" y="766865"/>
                  </a:lnTo>
                  <a:lnTo>
                    <a:pt x="1456596" y="746181"/>
                  </a:lnTo>
                  <a:lnTo>
                    <a:pt x="1468836" y="726821"/>
                  </a:lnTo>
                  <a:lnTo>
                    <a:pt x="1481076" y="707999"/>
                  </a:lnTo>
                  <a:lnTo>
                    <a:pt x="1493317" y="689776"/>
                  </a:lnTo>
                  <a:lnTo>
                    <a:pt x="1505557" y="672210"/>
                  </a:lnTo>
                  <a:lnTo>
                    <a:pt x="1517797" y="655362"/>
                  </a:lnTo>
                  <a:lnTo>
                    <a:pt x="1530038" y="639291"/>
                  </a:lnTo>
                  <a:lnTo>
                    <a:pt x="1542278" y="623286"/>
                  </a:lnTo>
                  <a:lnTo>
                    <a:pt x="1554518" y="604030"/>
                  </a:lnTo>
                  <a:lnTo>
                    <a:pt x="1566759" y="585079"/>
                  </a:lnTo>
                  <a:lnTo>
                    <a:pt x="1578999" y="566475"/>
                  </a:lnTo>
                  <a:lnTo>
                    <a:pt x="1591239" y="552096"/>
                  </a:lnTo>
                  <a:lnTo>
                    <a:pt x="1603479" y="537828"/>
                  </a:lnTo>
                  <a:lnTo>
                    <a:pt x="1615720" y="531943"/>
                  </a:lnTo>
                  <a:lnTo>
                    <a:pt x="1627960" y="517014"/>
                  </a:lnTo>
                  <a:lnTo>
                    <a:pt x="1640200" y="507990"/>
                  </a:lnTo>
                  <a:lnTo>
                    <a:pt x="1652441" y="499929"/>
                  </a:lnTo>
                  <a:lnTo>
                    <a:pt x="1664681" y="484414"/>
                  </a:lnTo>
                  <a:lnTo>
                    <a:pt x="1676921" y="466569"/>
                  </a:lnTo>
                  <a:lnTo>
                    <a:pt x="1689162" y="451470"/>
                  </a:lnTo>
                  <a:lnTo>
                    <a:pt x="1701402" y="440183"/>
                  </a:lnTo>
                  <a:lnTo>
                    <a:pt x="1713642" y="422462"/>
                  </a:lnTo>
                  <a:lnTo>
                    <a:pt x="1725882" y="405696"/>
                  </a:lnTo>
                  <a:lnTo>
                    <a:pt x="1738123" y="389974"/>
                  </a:lnTo>
                  <a:lnTo>
                    <a:pt x="1750363" y="374824"/>
                  </a:lnTo>
                  <a:lnTo>
                    <a:pt x="1762603" y="362009"/>
                  </a:lnTo>
                  <a:lnTo>
                    <a:pt x="1774844" y="348776"/>
                  </a:lnTo>
                  <a:lnTo>
                    <a:pt x="1787084" y="339269"/>
                  </a:lnTo>
                  <a:lnTo>
                    <a:pt x="1799324" y="330077"/>
                  </a:lnTo>
                  <a:lnTo>
                    <a:pt x="1811565" y="322453"/>
                  </a:lnTo>
                  <a:lnTo>
                    <a:pt x="1823805" y="308530"/>
                  </a:lnTo>
                  <a:lnTo>
                    <a:pt x="1836045" y="303233"/>
                  </a:lnTo>
                  <a:lnTo>
                    <a:pt x="1848286" y="309886"/>
                  </a:lnTo>
                  <a:lnTo>
                    <a:pt x="1860526" y="310407"/>
                  </a:lnTo>
                  <a:lnTo>
                    <a:pt x="1872766" y="320084"/>
                  </a:lnTo>
                  <a:lnTo>
                    <a:pt x="1885006" y="319548"/>
                  </a:lnTo>
                  <a:lnTo>
                    <a:pt x="1897247" y="317764"/>
                  </a:lnTo>
                  <a:lnTo>
                    <a:pt x="1909487" y="306478"/>
                  </a:lnTo>
                  <a:lnTo>
                    <a:pt x="1921727" y="298252"/>
                  </a:lnTo>
                  <a:lnTo>
                    <a:pt x="1933968" y="291684"/>
                  </a:lnTo>
                  <a:lnTo>
                    <a:pt x="1946208" y="285000"/>
                  </a:lnTo>
                  <a:lnTo>
                    <a:pt x="1958448" y="278166"/>
                  </a:lnTo>
                  <a:lnTo>
                    <a:pt x="1970689" y="282192"/>
                  </a:lnTo>
                  <a:lnTo>
                    <a:pt x="1982929" y="281529"/>
                  </a:lnTo>
                  <a:lnTo>
                    <a:pt x="1995169" y="283406"/>
                  </a:lnTo>
                  <a:lnTo>
                    <a:pt x="2007409" y="282207"/>
                  </a:lnTo>
                  <a:lnTo>
                    <a:pt x="2019650" y="288457"/>
                  </a:lnTo>
                  <a:lnTo>
                    <a:pt x="2031890" y="302449"/>
                  </a:lnTo>
                  <a:lnTo>
                    <a:pt x="2044130" y="309929"/>
                  </a:lnTo>
                  <a:lnTo>
                    <a:pt x="2056371" y="324881"/>
                  </a:lnTo>
                  <a:lnTo>
                    <a:pt x="2068611" y="325193"/>
                  </a:lnTo>
                  <a:lnTo>
                    <a:pt x="2080851" y="325142"/>
                  </a:lnTo>
                  <a:lnTo>
                    <a:pt x="2093092" y="313673"/>
                  </a:lnTo>
                  <a:lnTo>
                    <a:pt x="2105332" y="330857"/>
                  </a:lnTo>
                  <a:lnTo>
                    <a:pt x="2117572" y="334424"/>
                  </a:lnTo>
                  <a:lnTo>
                    <a:pt x="2129813" y="337118"/>
                  </a:lnTo>
                  <a:lnTo>
                    <a:pt x="2142053" y="294395"/>
                  </a:lnTo>
                  <a:lnTo>
                    <a:pt x="2154293" y="252919"/>
                  </a:lnTo>
                  <a:lnTo>
                    <a:pt x="2166533" y="193119"/>
                  </a:lnTo>
                  <a:lnTo>
                    <a:pt x="2178774" y="94959"/>
                  </a:lnTo>
                  <a:lnTo>
                    <a:pt x="2188009" y="0"/>
                  </a:lnTo>
                  <a:lnTo>
                    <a:pt x="2191014" y="0"/>
                  </a:lnTo>
                  <a:lnTo>
                    <a:pt x="2191014" y="1245660"/>
                  </a:lnTo>
                  <a:lnTo>
                    <a:pt x="2178774" y="1153482"/>
                  </a:lnTo>
                  <a:lnTo>
                    <a:pt x="2166533" y="1071323"/>
                  </a:lnTo>
                  <a:lnTo>
                    <a:pt x="2154293" y="1044358"/>
                  </a:lnTo>
                  <a:lnTo>
                    <a:pt x="2142053" y="1023521"/>
                  </a:lnTo>
                  <a:lnTo>
                    <a:pt x="2129813" y="1020065"/>
                  </a:lnTo>
                  <a:lnTo>
                    <a:pt x="2117572" y="1013222"/>
                  </a:lnTo>
                  <a:lnTo>
                    <a:pt x="2105332" y="1014708"/>
                  </a:lnTo>
                  <a:lnTo>
                    <a:pt x="2093092" y="990496"/>
                  </a:lnTo>
                  <a:lnTo>
                    <a:pt x="2080851" y="975177"/>
                  </a:lnTo>
                  <a:lnTo>
                    <a:pt x="2068611" y="957596"/>
                  </a:lnTo>
                  <a:lnTo>
                    <a:pt x="2056371" y="938035"/>
                  </a:lnTo>
                  <a:lnTo>
                    <a:pt x="2044130" y="916775"/>
                  </a:lnTo>
                  <a:lnTo>
                    <a:pt x="2031890" y="894098"/>
                  </a:lnTo>
                  <a:lnTo>
                    <a:pt x="2019650" y="876427"/>
                  </a:lnTo>
                  <a:lnTo>
                    <a:pt x="2007409" y="845618"/>
                  </a:lnTo>
                  <a:lnTo>
                    <a:pt x="1995169" y="828360"/>
                  </a:lnTo>
                  <a:lnTo>
                    <a:pt x="1982929" y="795834"/>
                  </a:lnTo>
                  <a:lnTo>
                    <a:pt x="1970689" y="795252"/>
                  </a:lnTo>
                  <a:lnTo>
                    <a:pt x="1958448" y="778819"/>
                  </a:lnTo>
                  <a:lnTo>
                    <a:pt x="1946208" y="770438"/>
                  </a:lnTo>
                  <a:lnTo>
                    <a:pt x="1933968" y="761244"/>
                  </a:lnTo>
                  <a:lnTo>
                    <a:pt x="1921727" y="749869"/>
                  </a:lnTo>
                  <a:lnTo>
                    <a:pt x="1909487" y="733503"/>
                  </a:lnTo>
                  <a:lnTo>
                    <a:pt x="1897247" y="718786"/>
                  </a:lnTo>
                  <a:lnTo>
                    <a:pt x="1885006" y="715342"/>
                  </a:lnTo>
                  <a:lnTo>
                    <a:pt x="1872766" y="706513"/>
                  </a:lnTo>
                  <a:lnTo>
                    <a:pt x="1860526" y="700390"/>
                  </a:lnTo>
                  <a:lnTo>
                    <a:pt x="1848286" y="690926"/>
                  </a:lnTo>
                  <a:lnTo>
                    <a:pt x="1836045" y="691039"/>
                  </a:lnTo>
                  <a:lnTo>
                    <a:pt x="1823805" y="693398"/>
                  </a:lnTo>
                  <a:lnTo>
                    <a:pt x="1811565" y="690793"/>
                  </a:lnTo>
                  <a:lnTo>
                    <a:pt x="1799324" y="688515"/>
                  </a:lnTo>
                  <a:lnTo>
                    <a:pt x="1787084" y="686594"/>
                  </a:lnTo>
                  <a:lnTo>
                    <a:pt x="1774844" y="685057"/>
                  </a:lnTo>
                  <a:lnTo>
                    <a:pt x="1762603" y="683933"/>
                  </a:lnTo>
                  <a:lnTo>
                    <a:pt x="1750363" y="691049"/>
                  </a:lnTo>
                  <a:lnTo>
                    <a:pt x="1738123" y="702351"/>
                  </a:lnTo>
                  <a:lnTo>
                    <a:pt x="1725882" y="706004"/>
                  </a:lnTo>
                  <a:lnTo>
                    <a:pt x="1713642" y="706551"/>
                  </a:lnTo>
                  <a:lnTo>
                    <a:pt x="1701402" y="706777"/>
                  </a:lnTo>
                  <a:lnTo>
                    <a:pt x="1689162" y="712167"/>
                  </a:lnTo>
                  <a:lnTo>
                    <a:pt x="1676921" y="717763"/>
                  </a:lnTo>
                  <a:lnTo>
                    <a:pt x="1664681" y="723579"/>
                  </a:lnTo>
                  <a:lnTo>
                    <a:pt x="1652441" y="731849"/>
                  </a:lnTo>
                  <a:lnTo>
                    <a:pt x="1640200" y="745548"/>
                  </a:lnTo>
                  <a:lnTo>
                    <a:pt x="1627960" y="760597"/>
                  </a:lnTo>
                  <a:lnTo>
                    <a:pt x="1615720" y="776165"/>
                  </a:lnTo>
                  <a:lnTo>
                    <a:pt x="1603479" y="791580"/>
                  </a:lnTo>
                  <a:lnTo>
                    <a:pt x="1591239" y="806781"/>
                  </a:lnTo>
                  <a:lnTo>
                    <a:pt x="1578999" y="821080"/>
                  </a:lnTo>
                  <a:lnTo>
                    <a:pt x="1566759" y="832802"/>
                  </a:lnTo>
                  <a:lnTo>
                    <a:pt x="1554518" y="848667"/>
                  </a:lnTo>
                  <a:lnTo>
                    <a:pt x="1542278" y="864262"/>
                  </a:lnTo>
                  <a:lnTo>
                    <a:pt x="1530038" y="877694"/>
                  </a:lnTo>
                  <a:lnTo>
                    <a:pt x="1517797" y="895320"/>
                  </a:lnTo>
                  <a:lnTo>
                    <a:pt x="1505557" y="912871"/>
                  </a:lnTo>
                  <a:lnTo>
                    <a:pt x="1493317" y="929734"/>
                  </a:lnTo>
                  <a:lnTo>
                    <a:pt x="1481076" y="945955"/>
                  </a:lnTo>
                  <a:lnTo>
                    <a:pt x="1468836" y="958530"/>
                  </a:lnTo>
                  <a:lnTo>
                    <a:pt x="1456596" y="968312"/>
                  </a:lnTo>
                  <a:lnTo>
                    <a:pt x="1444355" y="985642"/>
                  </a:lnTo>
                  <a:lnTo>
                    <a:pt x="1432115" y="998670"/>
                  </a:lnTo>
                  <a:lnTo>
                    <a:pt x="1419875" y="1009548"/>
                  </a:lnTo>
                  <a:lnTo>
                    <a:pt x="1407635" y="1021886"/>
                  </a:lnTo>
                  <a:lnTo>
                    <a:pt x="1395394" y="1036632"/>
                  </a:lnTo>
                  <a:lnTo>
                    <a:pt x="1383154" y="1051288"/>
                  </a:lnTo>
                  <a:lnTo>
                    <a:pt x="1370914" y="1065858"/>
                  </a:lnTo>
                  <a:lnTo>
                    <a:pt x="1358673" y="1080346"/>
                  </a:lnTo>
                  <a:lnTo>
                    <a:pt x="1346433" y="1094582"/>
                  </a:lnTo>
                  <a:lnTo>
                    <a:pt x="1334193" y="1106094"/>
                  </a:lnTo>
                  <a:lnTo>
                    <a:pt x="1321952" y="1123361"/>
                  </a:lnTo>
                  <a:lnTo>
                    <a:pt x="1309712" y="1139446"/>
                  </a:lnTo>
                  <a:lnTo>
                    <a:pt x="1297472" y="1158734"/>
                  </a:lnTo>
                  <a:lnTo>
                    <a:pt x="1285231" y="1178816"/>
                  </a:lnTo>
                  <a:lnTo>
                    <a:pt x="1272991" y="1198339"/>
                  </a:lnTo>
                  <a:lnTo>
                    <a:pt x="1260751" y="1215406"/>
                  </a:lnTo>
                  <a:lnTo>
                    <a:pt x="1248511" y="1232460"/>
                  </a:lnTo>
                  <a:lnTo>
                    <a:pt x="1236270" y="1248284"/>
                  </a:lnTo>
                  <a:lnTo>
                    <a:pt x="1224030" y="1264824"/>
                  </a:lnTo>
                  <a:lnTo>
                    <a:pt x="1211790" y="1280034"/>
                  </a:lnTo>
                  <a:lnTo>
                    <a:pt x="1199549" y="1293368"/>
                  </a:lnTo>
                  <a:lnTo>
                    <a:pt x="1187309" y="1305700"/>
                  </a:lnTo>
                  <a:lnTo>
                    <a:pt x="1175069" y="1317109"/>
                  </a:lnTo>
                  <a:lnTo>
                    <a:pt x="1162828" y="1328050"/>
                  </a:lnTo>
                  <a:lnTo>
                    <a:pt x="1150588" y="1339509"/>
                  </a:lnTo>
                  <a:lnTo>
                    <a:pt x="1138348" y="1352417"/>
                  </a:lnTo>
                  <a:lnTo>
                    <a:pt x="1126108" y="1365297"/>
                  </a:lnTo>
                  <a:lnTo>
                    <a:pt x="1113867" y="1378581"/>
                  </a:lnTo>
                  <a:lnTo>
                    <a:pt x="1101627" y="1392189"/>
                  </a:lnTo>
                  <a:lnTo>
                    <a:pt x="1089387" y="1406217"/>
                  </a:lnTo>
                  <a:lnTo>
                    <a:pt x="1077146" y="1418088"/>
                  </a:lnTo>
                  <a:lnTo>
                    <a:pt x="1064906" y="1427780"/>
                  </a:lnTo>
                  <a:lnTo>
                    <a:pt x="1052666" y="1437019"/>
                  </a:lnTo>
                  <a:lnTo>
                    <a:pt x="1040425" y="1446617"/>
                  </a:lnTo>
                  <a:lnTo>
                    <a:pt x="1028185" y="1456132"/>
                  </a:lnTo>
                  <a:lnTo>
                    <a:pt x="1015945" y="1467716"/>
                  </a:lnTo>
                  <a:lnTo>
                    <a:pt x="1003704" y="1480941"/>
                  </a:lnTo>
                  <a:lnTo>
                    <a:pt x="991464" y="1493625"/>
                  </a:lnTo>
                  <a:lnTo>
                    <a:pt x="979224" y="1508076"/>
                  </a:lnTo>
                  <a:lnTo>
                    <a:pt x="966984" y="1522658"/>
                  </a:lnTo>
                  <a:lnTo>
                    <a:pt x="954743" y="1537709"/>
                  </a:lnTo>
                  <a:lnTo>
                    <a:pt x="942503" y="1549000"/>
                  </a:lnTo>
                  <a:lnTo>
                    <a:pt x="930263" y="1562487"/>
                  </a:lnTo>
                  <a:lnTo>
                    <a:pt x="918022" y="1576125"/>
                  </a:lnTo>
                  <a:lnTo>
                    <a:pt x="905782" y="1588558"/>
                  </a:lnTo>
                  <a:lnTo>
                    <a:pt x="893542" y="1599024"/>
                  </a:lnTo>
                  <a:lnTo>
                    <a:pt x="881301" y="1609461"/>
                  </a:lnTo>
                  <a:lnTo>
                    <a:pt x="869061" y="1619874"/>
                  </a:lnTo>
                  <a:lnTo>
                    <a:pt x="856821" y="1630265"/>
                  </a:lnTo>
                  <a:lnTo>
                    <a:pt x="844581" y="1640641"/>
                  </a:lnTo>
                  <a:lnTo>
                    <a:pt x="832340" y="1651005"/>
                  </a:lnTo>
                  <a:lnTo>
                    <a:pt x="820100" y="1661540"/>
                  </a:lnTo>
                  <a:lnTo>
                    <a:pt x="807860" y="1674020"/>
                  </a:lnTo>
                  <a:lnTo>
                    <a:pt x="795619" y="1684765"/>
                  </a:lnTo>
                  <a:lnTo>
                    <a:pt x="783379" y="1695105"/>
                  </a:lnTo>
                  <a:lnTo>
                    <a:pt x="771139" y="1705450"/>
                  </a:lnTo>
                  <a:lnTo>
                    <a:pt x="758898" y="1715814"/>
                  </a:lnTo>
                  <a:lnTo>
                    <a:pt x="746658" y="1726685"/>
                  </a:lnTo>
                  <a:lnTo>
                    <a:pt x="734418" y="1738072"/>
                  </a:lnTo>
                  <a:lnTo>
                    <a:pt x="722177" y="1749505"/>
                  </a:lnTo>
                  <a:lnTo>
                    <a:pt x="709937" y="1761000"/>
                  </a:lnTo>
                  <a:lnTo>
                    <a:pt x="697697" y="1772238"/>
                  </a:lnTo>
                  <a:lnTo>
                    <a:pt x="685457" y="1784241"/>
                  </a:lnTo>
                  <a:lnTo>
                    <a:pt x="673216" y="1796031"/>
                  </a:lnTo>
                  <a:lnTo>
                    <a:pt x="660976" y="1807954"/>
                  </a:lnTo>
                  <a:lnTo>
                    <a:pt x="648736" y="1819973"/>
                  </a:lnTo>
                  <a:lnTo>
                    <a:pt x="636495" y="1832182"/>
                  </a:lnTo>
                  <a:lnTo>
                    <a:pt x="624255" y="1843909"/>
                  </a:lnTo>
                  <a:lnTo>
                    <a:pt x="612015" y="1855981"/>
                  </a:lnTo>
                  <a:lnTo>
                    <a:pt x="599774" y="1868097"/>
                  </a:lnTo>
                  <a:lnTo>
                    <a:pt x="587534" y="1880250"/>
                  </a:lnTo>
                  <a:lnTo>
                    <a:pt x="575294" y="1892165"/>
                  </a:lnTo>
                  <a:lnTo>
                    <a:pt x="563054" y="1901605"/>
                  </a:lnTo>
                  <a:lnTo>
                    <a:pt x="550813" y="1910969"/>
                  </a:lnTo>
                  <a:lnTo>
                    <a:pt x="538573" y="1922441"/>
                  </a:lnTo>
                  <a:lnTo>
                    <a:pt x="526333" y="1935562"/>
                  </a:lnTo>
                  <a:lnTo>
                    <a:pt x="514092" y="1948421"/>
                  </a:lnTo>
                  <a:lnTo>
                    <a:pt x="501852" y="1959411"/>
                  </a:lnTo>
                  <a:lnTo>
                    <a:pt x="489612" y="1970536"/>
                  </a:lnTo>
                  <a:lnTo>
                    <a:pt x="477371" y="1983048"/>
                  </a:lnTo>
                  <a:lnTo>
                    <a:pt x="465131" y="1996135"/>
                  </a:lnTo>
                  <a:lnTo>
                    <a:pt x="452891" y="2009300"/>
                  </a:lnTo>
                  <a:lnTo>
                    <a:pt x="440650" y="2022538"/>
                  </a:lnTo>
                  <a:lnTo>
                    <a:pt x="428410" y="2035840"/>
                  </a:lnTo>
                  <a:lnTo>
                    <a:pt x="416170" y="2049201"/>
                  </a:lnTo>
                  <a:lnTo>
                    <a:pt x="403930" y="2062613"/>
                  </a:lnTo>
                  <a:lnTo>
                    <a:pt x="391689" y="2074783"/>
                  </a:lnTo>
                  <a:lnTo>
                    <a:pt x="379449" y="2086637"/>
                  </a:lnTo>
                  <a:lnTo>
                    <a:pt x="367209" y="2098419"/>
                  </a:lnTo>
                  <a:lnTo>
                    <a:pt x="354968" y="2110122"/>
                  </a:lnTo>
                  <a:lnTo>
                    <a:pt x="342728" y="2123018"/>
                  </a:lnTo>
                  <a:lnTo>
                    <a:pt x="330488" y="2134702"/>
                  </a:lnTo>
                  <a:lnTo>
                    <a:pt x="318247" y="2145696"/>
                  </a:lnTo>
                  <a:lnTo>
                    <a:pt x="306007" y="2157308"/>
                  </a:lnTo>
                  <a:lnTo>
                    <a:pt x="293767" y="2171038"/>
                  </a:lnTo>
                  <a:lnTo>
                    <a:pt x="281527" y="2187437"/>
                  </a:lnTo>
                  <a:lnTo>
                    <a:pt x="269286" y="2203729"/>
                  </a:lnTo>
                  <a:lnTo>
                    <a:pt x="257046" y="2218147"/>
                  </a:lnTo>
                  <a:lnTo>
                    <a:pt x="244806" y="2231128"/>
                  </a:lnTo>
                  <a:lnTo>
                    <a:pt x="232565" y="2247694"/>
                  </a:lnTo>
                  <a:lnTo>
                    <a:pt x="220325" y="2263441"/>
                  </a:lnTo>
                  <a:lnTo>
                    <a:pt x="208085" y="2276552"/>
                  </a:lnTo>
                  <a:lnTo>
                    <a:pt x="195844" y="2288090"/>
                  </a:lnTo>
                  <a:lnTo>
                    <a:pt x="183604" y="2298185"/>
                  </a:lnTo>
                  <a:lnTo>
                    <a:pt x="171364" y="2306653"/>
                  </a:lnTo>
                  <a:lnTo>
                    <a:pt x="159123" y="2313308"/>
                  </a:lnTo>
                  <a:lnTo>
                    <a:pt x="146883" y="2322811"/>
                  </a:lnTo>
                  <a:lnTo>
                    <a:pt x="134643" y="2326138"/>
                  </a:lnTo>
                  <a:lnTo>
                    <a:pt x="122403" y="2324986"/>
                  </a:lnTo>
                  <a:lnTo>
                    <a:pt x="110162" y="2324389"/>
                  </a:lnTo>
                  <a:lnTo>
                    <a:pt x="97922" y="2328526"/>
                  </a:lnTo>
                  <a:lnTo>
                    <a:pt x="85682" y="2332353"/>
                  </a:lnTo>
                  <a:lnTo>
                    <a:pt x="73441" y="2333558"/>
                  </a:lnTo>
                  <a:lnTo>
                    <a:pt x="61201" y="2331946"/>
                  </a:lnTo>
                  <a:lnTo>
                    <a:pt x="48961" y="2328905"/>
                  </a:lnTo>
                  <a:lnTo>
                    <a:pt x="36720" y="2325460"/>
                  </a:lnTo>
                  <a:lnTo>
                    <a:pt x="24480" y="2323857"/>
                  </a:lnTo>
                  <a:lnTo>
                    <a:pt x="12240" y="2317952"/>
                  </a:lnTo>
                  <a:lnTo>
                    <a:pt x="0" y="232520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188009" cy="2128403"/>
            </a:xfrm>
            <a:custGeom>
              <a:avLst/>
              <a:pathLst>
                <a:path w="2188009" h="2128403">
                  <a:moveTo>
                    <a:pt x="0" y="2017870"/>
                  </a:moveTo>
                  <a:lnTo>
                    <a:pt x="12240" y="2045515"/>
                  </a:lnTo>
                  <a:lnTo>
                    <a:pt x="24480" y="2080604"/>
                  </a:lnTo>
                  <a:lnTo>
                    <a:pt x="36720" y="2096963"/>
                  </a:lnTo>
                  <a:lnTo>
                    <a:pt x="48961" y="2101280"/>
                  </a:lnTo>
                  <a:lnTo>
                    <a:pt x="61201" y="2113826"/>
                  </a:lnTo>
                  <a:lnTo>
                    <a:pt x="73441" y="2124526"/>
                  </a:lnTo>
                  <a:lnTo>
                    <a:pt x="85682" y="2127406"/>
                  </a:lnTo>
                  <a:lnTo>
                    <a:pt x="97922" y="2128403"/>
                  </a:lnTo>
                  <a:lnTo>
                    <a:pt x="110162" y="2127668"/>
                  </a:lnTo>
                  <a:lnTo>
                    <a:pt x="122403" y="2125547"/>
                  </a:lnTo>
                  <a:lnTo>
                    <a:pt x="134643" y="2122128"/>
                  </a:lnTo>
                  <a:lnTo>
                    <a:pt x="146883" y="2117501"/>
                  </a:lnTo>
                  <a:lnTo>
                    <a:pt x="159123" y="2113820"/>
                  </a:lnTo>
                  <a:lnTo>
                    <a:pt x="171364" y="2110251"/>
                  </a:lnTo>
                  <a:lnTo>
                    <a:pt x="183604" y="2106543"/>
                  </a:lnTo>
                  <a:lnTo>
                    <a:pt x="195844" y="2102648"/>
                  </a:lnTo>
                  <a:lnTo>
                    <a:pt x="208085" y="2098518"/>
                  </a:lnTo>
                  <a:lnTo>
                    <a:pt x="220325" y="2094105"/>
                  </a:lnTo>
                  <a:lnTo>
                    <a:pt x="232565" y="2087456"/>
                  </a:lnTo>
                  <a:lnTo>
                    <a:pt x="244806" y="2078052"/>
                  </a:lnTo>
                  <a:lnTo>
                    <a:pt x="257046" y="2068573"/>
                  </a:lnTo>
                  <a:lnTo>
                    <a:pt x="269286" y="2058891"/>
                  </a:lnTo>
                  <a:lnTo>
                    <a:pt x="281527" y="2044548"/>
                  </a:lnTo>
                  <a:lnTo>
                    <a:pt x="293767" y="2031584"/>
                  </a:lnTo>
                  <a:lnTo>
                    <a:pt x="306007" y="2020685"/>
                  </a:lnTo>
                  <a:lnTo>
                    <a:pt x="318247" y="2009298"/>
                  </a:lnTo>
                  <a:lnTo>
                    <a:pt x="330488" y="1998116"/>
                  </a:lnTo>
                  <a:lnTo>
                    <a:pt x="342728" y="1987130"/>
                  </a:lnTo>
                  <a:lnTo>
                    <a:pt x="354968" y="1976325"/>
                  </a:lnTo>
                  <a:lnTo>
                    <a:pt x="367209" y="1963898"/>
                  </a:lnTo>
                  <a:lnTo>
                    <a:pt x="379449" y="1951745"/>
                  </a:lnTo>
                  <a:lnTo>
                    <a:pt x="391689" y="1939559"/>
                  </a:lnTo>
                  <a:lnTo>
                    <a:pt x="403930" y="1927609"/>
                  </a:lnTo>
                  <a:lnTo>
                    <a:pt x="416170" y="1915880"/>
                  </a:lnTo>
                  <a:lnTo>
                    <a:pt x="428410" y="1903882"/>
                  </a:lnTo>
                  <a:lnTo>
                    <a:pt x="440650" y="1890662"/>
                  </a:lnTo>
                  <a:lnTo>
                    <a:pt x="452891" y="1879729"/>
                  </a:lnTo>
                  <a:lnTo>
                    <a:pt x="465131" y="1870105"/>
                  </a:lnTo>
                  <a:lnTo>
                    <a:pt x="477371" y="1860572"/>
                  </a:lnTo>
                  <a:lnTo>
                    <a:pt x="489612" y="1851239"/>
                  </a:lnTo>
                  <a:lnTo>
                    <a:pt x="501852" y="1839374"/>
                  </a:lnTo>
                  <a:lnTo>
                    <a:pt x="514092" y="1827935"/>
                  </a:lnTo>
                  <a:lnTo>
                    <a:pt x="526333" y="1817423"/>
                  </a:lnTo>
                  <a:lnTo>
                    <a:pt x="538573" y="1806961"/>
                  </a:lnTo>
                  <a:lnTo>
                    <a:pt x="550813" y="1796533"/>
                  </a:lnTo>
                  <a:lnTo>
                    <a:pt x="563054" y="1784757"/>
                  </a:lnTo>
                  <a:lnTo>
                    <a:pt x="575294" y="1770403"/>
                  </a:lnTo>
                  <a:lnTo>
                    <a:pt x="587534" y="1759204"/>
                  </a:lnTo>
                  <a:lnTo>
                    <a:pt x="599774" y="1748273"/>
                  </a:lnTo>
                  <a:lnTo>
                    <a:pt x="612015" y="1737481"/>
                  </a:lnTo>
                  <a:lnTo>
                    <a:pt x="624255" y="1726830"/>
                  </a:lnTo>
                  <a:lnTo>
                    <a:pt x="636495" y="1716319"/>
                  </a:lnTo>
                  <a:lnTo>
                    <a:pt x="648736" y="1704750"/>
                  </a:lnTo>
                  <a:lnTo>
                    <a:pt x="660976" y="1692991"/>
                  </a:lnTo>
                  <a:lnTo>
                    <a:pt x="673216" y="1681348"/>
                  </a:lnTo>
                  <a:lnTo>
                    <a:pt x="685457" y="1669811"/>
                  </a:lnTo>
                  <a:lnTo>
                    <a:pt x="697697" y="1658509"/>
                  </a:lnTo>
                  <a:lnTo>
                    <a:pt x="709937" y="1647748"/>
                  </a:lnTo>
                  <a:lnTo>
                    <a:pt x="722177" y="1636968"/>
                  </a:lnTo>
                  <a:lnTo>
                    <a:pt x="734418" y="1626164"/>
                  </a:lnTo>
                  <a:lnTo>
                    <a:pt x="746658" y="1615331"/>
                  </a:lnTo>
                  <a:lnTo>
                    <a:pt x="758898" y="1604462"/>
                  </a:lnTo>
                  <a:lnTo>
                    <a:pt x="771139" y="1593553"/>
                  </a:lnTo>
                  <a:lnTo>
                    <a:pt x="783379" y="1582598"/>
                  </a:lnTo>
                  <a:lnTo>
                    <a:pt x="795619" y="1571592"/>
                  </a:lnTo>
                  <a:lnTo>
                    <a:pt x="807860" y="1559612"/>
                  </a:lnTo>
                  <a:lnTo>
                    <a:pt x="820100" y="1547816"/>
                  </a:lnTo>
                  <a:lnTo>
                    <a:pt x="832340" y="1535736"/>
                  </a:lnTo>
                  <a:lnTo>
                    <a:pt x="844581" y="1523857"/>
                  </a:lnTo>
                  <a:lnTo>
                    <a:pt x="856821" y="1512024"/>
                  </a:lnTo>
                  <a:lnTo>
                    <a:pt x="869061" y="1500854"/>
                  </a:lnTo>
                  <a:lnTo>
                    <a:pt x="881301" y="1489772"/>
                  </a:lnTo>
                  <a:lnTo>
                    <a:pt x="893542" y="1476838"/>
                  </a:lnTo>
                  <a:lnTo>
                    <a:pt x="905782" y="1465230"/>
                  </a:lnTo>
                  <a:lnTo>
                    <a:pt x="918022" y="1453689"/>
                  </a:lnTo>
                  <a:lnTo>
                    <a:pt x="930263" y="1442220"/>
                  </a:lnTo>
                  <a:lnTo>
                    <a:pt x="942503" y="1429399"/>
                  </a:lnTo>
                  <a:lnTo>
                    <a:pt x="954743" y="1416288"/>
                  </a:lnTo>
                  <a:lnTo>
                    <a:pt x="966984" y="1403183"/>
                  </a:lnTo>
                  <a:lnTo>
                    <a:pt x="979224" y="1390070"/>
                  </a:lnTo>
                  <a:lnTo>
                    <a:pt x="991464" y="1376901"/>
                  </a:lnTo>
                  <a:lnTo>
                    <a:pt x="1003704" y="1363756"/>
                  </a:lnTo>
                  <a:lnTo>
                    <a:pt x="1015945" y="1350525"/>
                  </a:lnTo>
                  <a:lnTo>
                    <a:pt x="1028185" y="1337224"/>
                  </a:lnTo>
                  <a:lnTo>
                    <a:pt x="1040425" y="1323839"/>
                  </a:lnTo>
                  <a:lnTo>
                    <a:pt x="1052666" y="1310975"/>
                  </a:lnTo>
                  <a:lnTo>
                    <a:pt x="1064906" y="1299080"/>
                  </a:lnTo>
                  <a:lnTo>
                    <a:pt x="1077146" y="1283023"/>
                  </a:lnTo>
                  <a:lnTo>
                    <a:pt x="1089387" y="1267363"/>
                  </a:lnTo>
                  <a:lnTo>
                    <a:pt x="1101627" y="1255035"/>
                  </a:lnTo>
                  <a:lnTo>
                    <a:pt x="1113867" y="1240897"/>
                  </a:lnTo>
                  <a:lnTo>
                    <a:pt x="1126108" y="1225658"/>
                  </a:lnTo>
                  <a:lnTo>
                    <a:pt x="1138348" y="1211307"/>
                  </a:lnTo>
                  <a:lnTo>
                    <a:pt x="1150588" y="1197052"/>
                  </a:lnTo>
                  <a:lnTo>
                    <a:pt x="1162828" y="1179816"/>
                  </a:lnTo>
                  <a:lnTo>
                    <a:pt x="1175069" y="1161140"/>
                  </a:lnTo>
                  <a:lnTo>
                    <a:pt x="1187309" y="1145442"/>
                  </a:lnTo>
                  <a:lnTo>
                    <a:pt x="1199549" y="1129967"/>
                  </a:lnTo>
                  <a:lnTo>
                    <a:pt x="1211790" y="1114578"/>
                  </a:lnTo>
                  <a:lnTo>
                    <a:pt x="1224030" y="1097891"/>
                  </a:lnTo>
                  <a:lnTo>
                    <a:pt x="1236270" y="1084489"/>
                  </a:lnTo>
                  <a:lnTo>
                    <a:pt x="1248511" y="1068609"/>
                  </a:lnTo>
                  <a:lnTo>
                    <a:pt x="1260751" y="1052907"/>
                  </a:lnTo>
                  <a:lnTo>
                    <a:pt x="1272991" y="1037702"/>
                  </a:lnTo>
                  <a:lnTo>
                    <a:pt x="1285231" y="1022339"/>
                  </a:lnTo>
                  <a:lnTo>
                    <a:pt x="1297472" y="1003110"/>
                  </a:lnTo>
                  <a:lnTo>
                    <a:pt x="1309712" y="982871"/>
                  </a:lnTo>
                  <a:lnTo>
                    <a:pt x="1321952" y="966762"/>
                  </a:lnTo>
                  <a:lnTo>
                    <a:pt x="1334193" y="950738"/>
                  </a:lnTo>
                  <a:lnTo>
                    <a:pt x="1346433" y="928884"/>
                  </a:lnTo>
                  <a:lnTo>
                    <a:pt x="1358673" y="906552"/>
                  </a:lnTo>
                  <a:lnTo>
                    <a:pt x="1370914" y="891755"/>
                  </a:lnTo>
                  <a:lnTo>
                    <a:pt x="1383154" y="870300"/>
                  </a:lnTo>
                  <a:lnTo>
                    <a:pt x="1395394" y="847770"/>
                  </a:lnTo>
                  <a:lnTo>
                    <a:pt x="1407635" y="827809"/>
                  </a:lnTo>
                  <a:lnTo>
                    <a:pt x="1419875" y="806893"/>
                  </a:lnTo>
                  <a:lnTo>
                    <a:pt x="1432115" y="786904"/>
                  </a:lnTo>
                  <a:lnTo>
                    <a:pt x="1444355" y="766865"/>
                  </a:lnTo>
                  <a:lnTo>
                    <a:pt x="1456596" y="746181"/>
                  </a:lnTo>
                  <a:lnTo>
                    <a:pt x="1468836" y="726821"/>
                  </a:lnTo>
                  <a:lnTo>
                    <a:pt x="1481076" y="707999"/>
                  </a:lnTo>
                  <a:lnTo>
                    <a:pt x="1493317" y="689776"/>
                  </a:lnTo>
                  <a:lnTo>
                    <a:pt x="1505557" y="672210"/>
                  </a:lnTo>
                  <a:lnTo>
                    <a:pt x="1517797" y="655362"/>
                  </a:lnTo>
                  <a:lnTo>
                    <a:pt x="1530038" y="639291"/>
                  </a:lnTo>
                  <a:lnTo>
                    <a:pt x="1542278" y="623286"/>
                  </a:lnTo>
                  <a:lnTo>
                    <a:pt x="1554518" y="604030"/>
                  </a:lnTo>
                  <a:lnTo>
                    <a:pt x="1566759" y="585079"/>
                  </a:lnTo>
                  <a:lnTo>
                    <a:pt x="1578999" y="566475"/>
                  </a:lnTo>
                  <a:lnTo>
                    <a:pt x="1591239" y="552096"/>
                  </a:lnTo>
                  <a:lnTo>
                    <a:pt x="1603479" y="537828"/>
                  </a:lnTo>
                  <a:lnTo>
                    <a:pt x="1615720" y="531943"/>
                  </a:lnTo>
                  <a:lnTo>
                    <a:pt x="1627960" y="517014"/>
                  </a:lnTo>
                  <a:lnTo>
                    <a:pt x="1640200" y="507990"/>
                  </a:lnTo>
                  <a:lnTo>
                    <a:pt x="1652441" y="499929"/>
                  </a:lnTo>
                  <a:lnTo>
                    <a:pt x="1664681" y="484414"/>
                  </a:lnTo>
                  <a:lnTo>
                    <a:pt x="1676921" y="466569"/>
                  </a:lnTo>
                  <a:lnTo>
                    <a:pt x="1689162" y="451470"/>
                  </a:lnTo>
                  <a:lnTo>
                    <a:pt x="1701402" y="440183"/>
                  </a:lnTo>
                  <a:lnTo>
                    <a:pt x="1713642" y="422462"/>
                  </a:lnTo>
                  <a:lnTo>
                    <a:pt x="1725882" y="405696"/>
                  </a:lnTo>
                  <a:lnTo>
                    <a:pt x="1738123" y="389974"/>
                  </a:lnTo>
                  <a:lnTo>
                    <a:pt x="1750363" y="374824"/>
                  </a:lnTo>
                  <a:lnTo>
                    <a:pt x="1762603" y="362009"/>
                  </a:lnTo>
                  <a:lnTo>
                    <a:pt x="1774844" y="348776"/>
                  </a:lnTo>
                  <a:lnTo>
                    <a:pt x="1787084" y="339269"/>
                  </a:lnTo>
                  <a:lnTo>
                    <a:pt x="1799324" y="330077"/>
                  </a:lnTo>
                  <a:lnTo>
                    <a:pt x="1811565" y="322453"/>
                  </a:lnTo>
                  <a:lnTo>
                    <a:pt x="1823805" y="308530"/>
                  </a:lnTo>
                  <a:lnTo>
                    <a:pt x="1836045" y="303233"/>
                  </a:lnTo>
                  <a:lnTo>
                    <a:pt x="1848286" y="309886"/>
                  </a:lnTo>
                  <a:lnTo>
                    <a:pt x="1860526" y="310407"/>
                  </a:lnTo>
                  <a:lnTo>
                    <a:pt x="1872766" y="320084"/>
                  </a:lnTo>
                  <a:lnTo>
                    <a:pt x="1885006" y="319548"/>
                  </a:lnTo>
                  <a:lnTo>
                    <a:pt x="1897247" y="317764"/>
                  </a:lnTo>
                  <a:lnTo>
                    <a:pt x="1909487" y="306478"/>
                  </a:lnTo>
                  <a:lnTo>
                    <a:pt x="1921727" y="298252"/>
                  </a:lnTo>
                  <a:lnTo>
                    <a:pt x="1933968" y="291684"/>
                  </a:lnTo>
                  <a:lnTo>
                    <a:pt x="1946208" y="285000"/>
                  </a:lnTo>
                  <a:lnTo>
                    <a:pt x="1958448" y="278166"/>
                  </a:lnTo>
                  <a:lnTo>
                    <a:pt x="1970689" y="282192"/>
                  </a:lnTo>
                  <a:lnTo>
                    <a:pt x="1982929" y="281529"/>
                  </a:lnTo>
                  <a:lnTo>
                    <a:pt x="1995169" y="283406"/>
                  </a:lnTo>
                  <a:lnTo>
                    <a:pt x="2007409" y="282207"/>
                  </a:lnTo>
                  <a:lnTo>
                    <a:pt x="2019650" y="288457"/>
                  </a:lnTo>
                  <a:lnTo>
                    <a:pt x="2031890" y="302449"/>
                  </a:lnTo>
                  <a:lnTo>
                    <a:pt x="2044130" y="309929"/>
                  </a:lnTo>
                  <a:lnTo>
                    <a:pt x="2056371" y="324881"/>
                  </a:lnTo>
                  <a:lnTo>
                    <a:pt x="2068611" y="325193"/>
                  </a:lnTo>
                  <a:lnTo>
                    <a:pt x="2080851" y="325142"/>
                  </a:lnTo>
                  <a:lnTo>
                    <a:pt x="2093092" y="313673"/>
                  </a:lnTo>
                  <a:lnTo>
                    <a:pt x="2105332" y="330857"/>
                  </a:lnTo>
                  <a:lnTo>
                    <a:pt x="2117572" y="334424"/>
                  </a:lnTo>
                  <a:lnTo>
                    <a:pt x="2129813" y="337118"/>
                  </a:lnTo>
                  <a:lnTo>
                    <a:pt x="2142053" y="294395"/>
                  </a:lnTo>
                  <a:lnTo>
                    <a:pt x="2154293" y="252919"/>
                  </a:lnTo>
                  <a:lnTo>
                    <a:pt x="2166533" y="193119"/>
                  </a:lnTo>
                  <a:lnTo>
                    <a:pt x="2178774" y="94959"/>
                  </a:lnTo>
                  <a:lnTo>
                    <a:pt x="218800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485042"/>
              <a:ext cx="2191014" cy="1649624"/>
            </a:xfrm>
            <a:custGeom>
              <a:avLst/>
              <a:pathLst>
                <a:path w="2191014" h="1649624">
                  <a:moveTo>
                    <a:pt x="2191014" y="561726"/>
                  </a:moveTo>
                  <a:lnTo>
                    <a:pt x="2178774" y="469548"/>
                  </a:lnTo>
                  <a:lnTo>
                    <a:pt x="2166533" y="387389"/>
                  </a:lnTo>
                  <a:lnTo>
                    <a:pt x="2154293" y="360424"/>
                  </a:lnTo>
                  <a:lnTo>
                    <a:pt x="2142053" y="339587"/>
                  </a:lnTo>
                  <a:lnTo>
                    <a:pt x="2129813" y="336132"/>
                  </a:lnTo>
                  <a:lnTo>
                    <a:pt x="2117572" y="329288"/>
                  </a:lnTo>
                  <a:lnTo>
                    <a:pt x="2105332" y="330774"/>
                  </a:lnTo>
                  <a:lnTo>
                    <a:pt x="2093092" y="306562"/>
                  </a:lnTo>
                  <a:lnTo>
                    <a:pt x="2080851" y="291243"/>
                  </a:lnTo>
                  <a:lnTo>
                    <a:pt x="2068611" y="273662"/>
                  </a:lnTo>
                  <a:lnTo>
                    <a:pt x="2056371" y="254101"/>
                  </a:lnTo>
                  <a:lnTo>
                    <a:pt x="2044130" y="232841"/>
                  </a:lnTo>
                  <a:lnTo>
                    <a:pt x="2031890" y="210164"/>
                  </a:lnTo>
                  <a:lnTo>
                    <a:pt x="2019650" y="192494"/>
                  </a:lnTo>
                  <a:lnTo>
                    <a:pt x="2007409" y="161684"/>
                  </a:lnTo>
                  <a:lnTo>
                    <a:pt x="1995169" y="144426"/>
                  </a:lnTo>
                  <a:lnTo>
                    <a:pt x="1982929" y="111900"/>
                  </a:lnTo>
                  <a:lnTo>
                    <a:pt x="1970689" y="111318"/>
                  </a:lnTo>
                  <a:lnTo>
                    <a:pt x="1958448" y="94885"/>
                  </a:lnTo>
                  <a:lnTo>
                    <a:pt x="1946208" y="86504"/>
                  </a:lnTo>
                  <a:lnTo>
                    <a:pt x="1933968" y="77310"/>
                  </a:lnTo>
                  <a:lnTo>
                    <a:pt x="1921727" y="65935"/>
                  </a:lnTo>
                  <a:lnTo>
                    <a:pt x="1909487" y="49569"/>
                  </a:lnTo>
                  <a:lnTo>
                    <a:pt x="1897247" y="34852"/>
                  </a:lnTo>
                  <a:lnTo>
                    <a:pt x="1885006" y="31408"/>
                  </a:lnTo>
                  <a:lnTo>
                    <a:pt x="1872766" y="22579"/>
                  </a:lnTo>
                  <a:lnTo>
                    <a:pt x="1860526" y="16456"/>
                  </a:lnTo>
                  <a:lnTo>
                    <a:pt x="1848286" y="6992"/>
                  </a:lnTo>
                  <a:lnTo>
                    <a:pt x="1836045" y="7105"/>
                  </a:lnTo>
                  <a:lnTo>
                    <a:pt x="1823805" y="9464"/>
                  </a:lnTo>
                  <a:lnTo>
                    <a:pt x="1811565" y="6859"/>
                  </a:lnTo>
                  <a:lnTo>
                    <a:pt x="1799324" y="4582"/>
                  </a:lnTo>
                  <a:lnTo>
                    <a:pt x="1787084" y="2660"/>
                  </a:lnTo>
                  <a:lnTo>
                    <a:pt x="1774844" y="1123"/>
                  </a:lnTo>
                  <a:lnTo>
                    <a:pt x="1762603" y="0"/>
                  </a:lnTo>
                  <a:lnTo>
                    <a:pt x="1750363" y="7115"/>
                  </a:lnTo>
                  <a:lnTo>
                    <a:pt x="1738123" y="18417"/>
                  </a:lnTo>
                  <a:lnTo>
                    <a:pt x="1725882" y="22070"/>
                  </a:lnTo>
                  <a:lnTo>
                    <a:pt x="1713642" y="22618"/>
                  </a:lnTo>
                  <a:lnTo>
                    <a:pt x="1701402" y="22843"/>
                  </a:lnTo>
                  <a:lnTo>
                    <a:pt x="1689162" y="28233"/>
                  </a:lnTo>
                  <a:lnTo>
                    <a:pt x="1676921" y="33829"/>
                  </a:lnTo>
                  <a:lnTo>
                    <a:pt x="1664681" y="39645"/>
                  </a:lnTo>
                  <a:lnTo>
                    <a:pt x="1652441" y="47915"/>
                  </a:lnTo>
                  <a:lnTo>
                    <a:pt x="1640200" y="61614"/>
                  </a:lnTo>
                  <a:lnTo>
                    <a:pt x="1627960" y="76663"/>
                  </a:lnTo>
                  <a:lnTo>
                    <a:pt x="1615720" y="92231"/>
                  </a:lnTo>
                  <a:lnTo>
                    <a:pt x="1603479" y="107646"/>
                  </a:lnTo>
                  <a:lnTo>
                    <a:pt x="1591239" y="122847"/>
                  </a:lnTo>
                  <a:lnTo>
                    <a:pt x="1578999" y="137146"/>
                  </a:lnTo>
                  <a:lnTo>
                    <a:pt x="1566759" y="148869"/>
                  </a:lnTo>
                  <a:lnTo>
                    <a:pt x="1554518" y="164733"/>
                  </a:lnTo>
                  <a:lnTo>
                    <a:pt x="1542278" y="180328"/>
                  </a:lnTo>
                  <a:lnTo>
                    <a:pt x="1530038" y="193760"/>
                  </a:lnTo>
                  <a:lnTo>
                    <a:pt x="1517797" y="211386"/>
                  </a:lnTo>
                  <a:lnTo>
                    <a:pt x="1505557" y="228937"/>
                  </a:lnTo>
                  <a:lnTo>
                    <a:pt x="1493317" y="245800"/>
                  </a:lnTo>
                  <a:lnTo>
                    <a:pt x="1481076" y="262021"/>
                  </a:lnTo>
                  <a:lnTo>
                    <a:pt x="1468836" y="274596"/>
                  </a:lnTo>
                  <a:lnTo>
                    <a:pt x="1456596" y="284378"/>
                  </a:lnTo>
                  <a:lnTo>
                    <a:pt x="1444355" y="301708"/>
                  </a:lnTo>
                  <a:lnTo>
                    <a:pt x="1432115" y="314736"/>
                  </a:lnTo>
                  <a:lnTo>
                    <a:pt x="1419875" y="325614"/>
                  </a:lnTo>
                  <a:lnTo>
                    <a:pt x="1407635" y="337952"/>
                  </a:lnTo>
                  <a:lnTo>
                    <a:pt x="1395394" y="352698"/>
                  </a:lnTo>
                  <a:lnTo>
                    <a:pt x="1383154" y="367354"/>
                  </a:lnTo>
                  <a:lnTo>
                    <a:pt x="1370914" y="381924"/>
                  </a:lnTo>
                  <a:lnTo>
                    <a:pt x="1358673" y="396412"/>
                  </a:lnTo>
                  <a:lnTo>
                    <a:pt x="1346433" y="410648"/>
                  </a:lnTo>
                  <a:lnTo>
                    <a:pt x="1334193" y="422160"/>
                  </a:lnTo>
                  <a:lnTo>
                    <a:pt x="1321952" y="439427"/>
                  </a:lnTo>
                  <a:lnTo>
                    <a:pt x="1309712" y="455512"/>
                  </a:lnTo>
                  <a:lnTo>
                    <a:pt x="1297472" y="474800"/>
                  </a:lnTo>
                  <a:lnTo>
                    <a:pt x="1285231" y="494882"/>
                  </a:lnTo>
                  <a:lnTo>
                    <a:pt x="1272991" y="514405"/>
                  </a:lnTo>
                  <a:lnTo>
                    <a:pt x="1260751" y="531472"/>
                  </a:lnTo>
                  <a:lnTo>
                    <a:pt x="1248511" y="548526"/>
                  </a:lnTo>
                  <a:lnTo>
                    <a:pt x="1236270" y="564350"/>
                  </a:lnTo>
                  <a:lnTo>
                    <a:pt x="1224030" y="580890"/>
                  </a:lnTo>
                  <a:lnTo>
                    <a:pt x="1211790" y="596100"/>
                  </a:lnTo>
                  <a:lnTo>
                    <a:pt x="1199549" y="609434"/>
                  </a:lnTo>
                  <a:lnTo>
                    <a:pt x="1187309" y="621767"/>
                  </a:lnTo>
                  <a:lnTo>
                    <a:pt x="1175069" y="633175"/>
                  </a:lnTo>
                  <a:lnTo>
                    <a:pt x="1162828" y="644116"/>
                  </a:lnTo>
                  <a:lnTo>
                    <a:pt x="1150588" y="655575"/>
                  </a:lnTo>
                  <a:lnTo>
                    <a:pt x="1138348" y="668483"/>
                  </a:lnTo>
                  <a:lnTo>
                    <a:pt x="1126108" y="681363"/>
                  </a:lnTo>
                  <a:lnTo>
                    <a:pt x="1113867" y="694648"/>
                  </a:lnTo>
                  <a:lnTo>
                    <a:pt x="1101627" y="708255"/>
                  </a:lnTo>
                  <a:lnTo>
                    <a:pt x="1089387" y="722283"/>
                  </a:lnTo>
                  <a:lnTo>
                    <a:pt x="1077146" y="734154"/>
                  </a:lnTo>
                  <a:lnTo>
                    <a:pt x="1064906" y="743846"/>
                  </a:lnTo>
                  <a:lnTo>
                    <a:pt x="1052666" y="753085"/>
                  </a:lnTo>
                  <a:lnTo>
                    <a:pt x="1040425" y="762683"/>
                  </a:lnTo>
                  <a:lnTo>
                    <a:pt x="1028185" y="772198"/>
                  </a:lnTo>
                  <a:lnTo>
                    <a:pt x="1015945" y="783782"/>
                  </a:lnTo>
                  <a:lnTo>
                    <a:pt x="1003704" y="797007"/>
                  </a:lnTo>
                  <a:lnTo>
                    <a:pt x="991464" y="809691"/>
                  </a:lnTo>
                  <a:lnTo>
                    <a:pt x="979224" y="824142"/>
                  </a:lnTo>
                  <a:lnTo>
                    <a:pt x="966984" y="838724"/>
                  </a:lnTo>
                  <a:lnTo>
                    <a:pt x="954743" y="853775"/>
                  </a:lnTo>
                  <a:lnTo>
                    <a:pt x="942503" y="865066"/>
                  </a:lnTo>
                  <a:lnTo>
                    <a:pt x="930263" y="878553"/>
                  </a:lnTo>
                  <a:lnTo>
                    <a:pt x="918022" y="892191"/>
                  </a:lnTo>
                  <a:lnTo>
                    <a:pt x="905782" y="904624"/>
                  </a:lnTo>
                  <a:lnTo>
                    <a:pt x="893542" y="915090"/>
                  </a:lnTo>
                  <a:lnTo>
                    <a:pt x="881301" y="925527"/>
                  </a:lnTo>
                  <a:lnTo>
                    <a:pt x="869061" y="935940"/>
                  </a:lnTo>
                  <a:lnTo>
                    <a:pt x="856821" y="946332"/>
                  </a:lnTo>
                  <a:lnTo>
                    <a:pt x="844581" y="956707"/>
                  </a:lnTo>
                  <a:lnTo>
                    <a:pt x="832340" y="967072"/>
                  </a:lnTo>
                  <a:lnTo>
                    <a:pt x="820100" y="977606"/>
                  </a:lnTo>
                  <a:lnTo>
                    <a:pt x="807860" y="990086"/>
                  </a:lnTo>
                  <a:lnTo>
                    <a:pt x="795619" y="1000831"/>
                  </a:lnTo>
                  <a:lnTo>
                    <a:pt x="783379" y="1011171"/>
                  </a:lnTo>
                  <a:lnTo>
                    <a:pt x="771139" y="1021516"/>
                  </a:lnTo>
                  <a:lnTo>
                    <a:pt x="758898" y="1031880"/>
                  </a:lnTo>
                  <a:lnTo>
                    <a:pt x="746658" y="1042751"/>
                  </a:lnTo>
                  <a:lnTo>
                    <a:pt x="734418" y="1054138"/>
                  </a:lnTo>
                  <a:lnTo>
                    <a:pt x="722177" y="1065571"/>
                  </a:lnTo>
                  <a:lnTo>
                    <a:pt x="709937" y="1077066"/>
                  </a:lnTo>
                  <a:lnTo>
                    <a:pt x="697697" y="1088304"/>
                  </a:lnTo>
                  <a:lnTo>
                    <a:pt x="685457" y="1100307"/>
                  </a:lnTo>
                  <a:lnTo>
                    <a:pt x="673216" y="1112097"/>
                  </a:lnTo>
                  <a:lnTo>
                    <a:pt x="660976" y="1124020"/>
                  </a:lnTo>
                  <a:lnTo>
                    <a:pt x="648736" y="1136040"/>
                  </a:lnTo>
                  <a:lnTo>
                    <a:pt x="636495" y="1148248"/>
                  </a:lnTo>
                  <a:lnTo>
                    <a:pt x="624255" y="1159975"/>
                  </a:lnTo>
                  <a:lnTo>
                    <a:pt x="612015" y="1172047"/>
                  </a:lnTo>
                  <a:lnTo>
                    <a:pt x="599774" y="1184163"/>
                  </a:lnTo>
                  <a:lnTo>
                    <a:pt x="587534" y="1196316"/>
                  </a:lnTo>
                  <a:lnTo>
                    <a:pt x="575294" y="1208231"/>
                  </a:lnTo>
                  <a:lnTo>
                    <a:pt x="563054" y="1217671"/>
                  </a:lnTo>
                  <a:lnTo>
                    <a:pt x="550813" y="1227035"/>
                  </a:lnTo>
                  <a:lnTo>
                    <a:pt x="538573" y="1238507"/>
                  </a:lnTo>
                  <a:lnTo>
                    <a:pt x="526333" y="1251628"/>
                  </a:lnTo>
                  <a:lnTo>
                    <a:pt x="514092" y="1264487"/>
                  </a:lnTo>
                  <a:lnTo>
                    <a:pt x="501852" y="1275477"/>
                  </a:lnTo>
                  <a:lnTo>
                    <a:pt x="489612" y="1286602"/>
                  </a:lnTo>
                  <a:lnTo>
                    <a:pt x="477371" y="1299114"/>
                  </a:lnTo>
                  <a:lnTo>
                    <a:pt x="465131" y="1312201"/>
                  </a:lnTo>
                  <a:lnTo>
                    <a:pt x="452891" y="1325366"/>
                  </a:lnTo>
                  <a:lnTo>
                    <a:pt x="440650" y="1338604"/>
                  </a:lnTo>
                  <a:lnTo>
                    <a:pt x="428410" y="1351906"/>
                  </a:lnTo>
                  <a:lnTo>
                    <a:pt x="416170" y="1365267"/>
                  </a:lnTo>
                  <a:lnTo>
                    <a:pt x="403930" y="1378679"/>
                  </a:lnTo>
                  <a:lnTo>
                    <a:pt x="391689" y="1390849"/>
                  </a:lnTo>
                  <a:lnTo>
                    <a:pt x="379449" y="1402703"/>
                  </a:lnTo>
                  <a:lnTo>
                    <a:pt x="367209" y="1414485"/>
                  </a:lnTo>
                  <a:lnTo>
                    <a:pt x="354968" y="1426188"/>
                  </a:lnTo>
                  <a:lnTo>
                    <a:pt x="342728" y="1439084"/>
                  </a:lnTo>
                  <a:lnTo>
                    <a:pt x="330488" y="1450769"/>
                  </a:lnTo>
                  <a:lnTo>
                    <a:pt x="318247" y="1461762"/>
                  </a:lnTo>
                  <a:lnTo>
                    <a:pt x="306007" y="1473374"/>
                  </a:lnTo>
                  <a:lnTo>
                    <a:pt x="293767" y="1487104"/>
                  </a:lnTo>
                  <a:lnTo>
                    <a:pt x="281527" y="1503503"/>
                  </a:lnTo>
                  <a:lnTo>
                    <a:pt x="269286" y="1519795"/>
                  </a:lnTo>
                  <a:lnTo>
                    <a:pt x="257046" y="1534213"/>
                  </a:lnTo>
                  <a:lnTo>
                    <a:pt x="244806" y="1547194"/>
                  </a:lnTo>
                  <a:lnTo>
                    <a:pt x="232565" y="1563760"/>
                  </a:lnTo>
                  <a:lnTo>
                    <a:pt x="220325" y="1579507"/>
                  </a:lnTo>
                  <a:lnTo>
                    <a:pt x="208085" y="1592618"/>
                  </a:lnTo>
                  <a:lnTo>
                    <a:pt x="195844" y="1604156"/>
                  </a:lnTo>
                  <a:lnTo>
                    <a:pt x="183604" y="1614251"/>
                  </a:lnTo>
                  <a:lnTo>
                    <a:pt x="171364" y="1622719"/>
                  </a:lnTo>
                  <a:lnTo>
                    <a:pt x="159123" y="1629374"/>
                  </a:lnTo>
                  <a:lnTo>
                    <a:pt x="146883" y="1638877"/>
                  </a:lnTo>
                  <a:lnTo>
                    <a:pt x="134643" y="1642204"/>
                  </a:lnTo>
                  <a:lnTo>
                    <a:pt x="122403" y="1641052"/>
                  </a:lnTo>
                  <a:lnTo>
                    <a:pt x="110162" y="1640455"/>
                  </a:lnTo>
                  <a:lnTo>
                    <a:pt x="97922" y="1644592"/>
                  </a:lnTo>
                  <a:lnTo>
                    <a:pt x="85682" y="1648420"/>
                  </a:lnTo>
                  <a:lnTo>
                    <a:pt x="73441" y="1649624"/>
                  </a:lnTo>
                  <a:lnTo>
                    <a:pt x="61201" y="1648012"/>
                  </a:lnTo>
                  <a:lnTo>
                    <a:pt x="48961" y="1644971"/>
                  </a:lnTo>
                  <a:lnTo>
                    <a:pt x="36720" y="1641526"/>
                  </a:lnTo>
                  <a:lnTo>
                    <a:pt x="24480" y="1639923"/>
                  </a:lnTo>
                  <a:lnTo>
                    <a:pt x="12240" y="1634019"/>
                  </a:lnTo>
                  <a:lnTo>
                    <a:pt x="0" y="1641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295552"/>
              <a:ext cx="2191014" cy="1739765"/>
            </a:xfrm>
            <a:custGeom>
              <a:avLst/>
              <a:pathLst>
                <a:path w="2191014" h="1739765">
                  <a:moveTo>
                    <a:pt x="0" y="1672951"/>
                  </a:moveTo>
                  <a:lnTo>
                    <a:pt x="12240" y="1688841"/>
                  </a:lnTo>
                  <a:lnTo>
                    <a:pt x="24480" y="1702376"/>
                  </a:lnTo>
                  <a:lnTo>
                    <a:pt x="36720" y="1713656"/>
                  </a:lnTo>
                  <a:lnTo>
                    <a:pt x="48961" y="1722783"/>
                  </a:lnTo>
                  <a:lnTo>
                    <a:pt x="61201" y="1729856"/>
                  </a:lnTo>
                  <a:lnTo>
                    <a:pt x="73441" y="1734976"/>
                  </a:lnTo>
                  <a:lnTo>
                    <a:pt x="85682" y="1738246"/>
                  </a:lnTo>
                  <a:lnTo>
                    <a:pt x="97922" y="1739765"/>
                  </a:lnTo>
                  <a:lnTo>
                    <a:pt x="110162" y="1739634"/>
                  </a:lnTo>
                  <a:lnTo>
                    <a:pt x="122403" y="1737955"/>
                  </a:lnTo>
                  <a:lnTo>
                    <a:pt x="134643" y="1734828"/>
                  </a:lnTo>
                  <a:lnTo>
                    <a:pt x="146883" y="1730353"/>
                  </a:lnTo>
                  <a:lnTo>
                    <a:pt x="159123" y="1724633"/>
                  </a:lnTo>
                  <a:lnTo>
                    <a:pt x="171364" y="1717767"/>
                  </a:lnTo>
                  <a:lnTo>
                    <a:pt x="183604" y="1709857"/>
                  </a:lnTo>
                  <a:lnTo>
                    <a:pt x="195844" y="1701003"/>
                  </a:lnTo>
                  <a:lnTo>
                    <a:pt x="208085" y="1691307"/>
                  </a:lnTo>
                  <a:lnTo>
                    <a:pt x="220325" y="1680869"/>
                  </a:lnTo>
                  <a:lnTo>
                    <a:pt x="232565" y="1669790"/>
                  </a:lnTo>
                  <a:lnTo>
                    <a:pt x="244806" y="1658171"/>
                  </a:lnTo>
                  <a:lnTo>
                    <a:pt x="257046" y="1646112"/>
                  </a:lnTo>
                  <a:lnTo>
                    <a:pt x="269286" y="1633716"/>
                  </a:lnTo>
                  <a:lnTo>
                    <a:pt x="281527" y="1621081"/>
                  </a:lnTo>
                  <a:lnTo>
                    <a:pt x="293767" y="1608311"/>
                  </a:lnTo>
                  <a:lnTo>
                    <a:pt x="306007" y="1595504"/>
                  </a:lnTo>
                  <a:lnTo>
                    <a:pt x="318247" y="1582760"/>
                  </a:lnTo>
                  <a:lnTo>
                    <a:pt x="330488" y="1570132"/>
                  </a:lnTo>
                  <a:lnTo>
                    <a:pt x="342728" y="1557617"/>
                  </a:lnTo>
                  <a:lnTo>
                    <a:pt x="354968" y="1545210"/>
                  </a:lnTo>
                  <a:lnTo>
                    <a:pt x="367209" y="1532908"/>
                  </a:lnTo>
                  <a:lnTo>
                    <a:pt x="379449" y="1520705"/>
                  </a:lnTo>
                  <a:lnTo>
                    <a:pt x="391689" y="1508596"/>
                  </a:lnTo>
                  <a:lnTo>
                    <a:pt x="403930" y="1496577"/>
                  </a:lnTo>
                  <a:lnTo>
                    <a:pt x="416170" y="1484642"/>
                  </a:lnTo>
                  <a:lnTo>
                    <a:pt x="428410" y="1472788"/>
                  </a:lnTo>
                  <a:lnTo>
                    <a:pt x="440650" y="1461008"/>
                  </a:lnTo>
                  <a:lnTo>
                    <a:pt x="452891" y="1449299"/>
                  </a:lnTo>
                  <a:lnTo>
                    <a:pt x="465131" y="1437656"/>
                  </a:lnTo>
                  <a:lnTo>
                    <a:pt x="477371" y="1426074"/>
                  </a:lnTo>
                  <a:lnTo>
                    <a:pt x="489612" y="1414547"/>
                  </a:lnTo>
                  <a:lnTo>
                    <a:pt x="501852" y="1403072"/>
                  </a:lnTo>
                  <a:lnTo>
                    <a:pt x="514092" y="1391643"/>
                  </a:lnTo>
                  <a:lnTo>
                    <a:pt x="526333" y="1380256"/>
                  </a:lnTo>
                  <a:lnTo>
                    <a:pt x="538573" y="1368906"/>
                  </a:lnTo>
                  <a:lnTo>
                    <a:pt x="550813" y="1357587"/>
                  </a:lnTo>
                  <a:lnTo>
                    <a:pt x="563054" y="1346296"/>
                  </a:lnTo>
                  <a:lnTo>
                    <a:pt x="575294" y="1335028"/>
                  </a:lnTo>
                  <a:lnTo>
                    <a:pt x="587534" y="1323777"/>
                  </a:lnTo>
                  <a:lnTo>
                    <a:pt x="599774" y="1312539"/>
                  </a:lnTo>
                  <a:lnTo>
                    <a:pt x="612015" y="1301309"/>
                  </a:lnTo>
                  <a:lnTo>
                    <a:pt x="624255" y="1290083"/>
                  </a:lnTo>
                  <a:lnTo>
                    <a:pt x="636495" y="1278855"/>
                  </a:lnTo>
                  <a:lnTo>
                    <a:pt x="648736" y="1267625"/>
                  </a:lnTo>
                  <a:lnTo>
                    <a:pt x="660976" y="1256389"/>
                  </a:lnTo>
                  <a:lnTo>
                    <a:pt x="673216" y="1245145"/>
                  </a:lnTo>
                  <a:lnTo>
                    <a:pt x="685457" y="1233891"/>
                  </a:lnTo>
                  <a:lnTo>
                    <a:pt x="697697" y="1222626"/>
                  </a:lnTo>
                  <a:lnTo>
                    <a:pt x="709937" y="1211346"/>
                  </a:lnTo>
                  <a:lnTo>
                    <a:pt x="722177" y="1200050"/>
                  </a:lnTo>
                  <a:lnTo>
                    <a:pt x="734418" y="1188737"/>
                  </a:lnTo>
                  <a:lnTo>
                    <a:pt x="746658" y="1177402"/>
                  </a:lnTo>
                  <a:lnTo>
                    <a:pt x="758898" y="1166045"/>
                  </a:lnTo>
                  <a:lnTo>
                    <a:pt x="771139" y="1154664"/>
                  </a:lnTo>
                  <a:lnTo>
                    <a:pt x="783379" y="1143256"/>
                  </a:lnTo>
                  <a:lnTo>
                    <a:pt x="795619" y="1131818"/>
                  </a:lnTo>
                  <a:lnTo>
                    <a:pt x="807860" y="1120350"/>
                  </a:lnTo>
                  <a:lnTo>
                    <a:pt x="820100" y="1108849"/>
                  </a:lnTo>
                  <a:lnTo>
                    <a:pt x="832340" y="1097313"/>
                  </a:lnTo>
                  <a:lnTo>
                    <a:pt x="844581" y="1085739"/>
                  </a:lnTo>
                  <a:lnTo>
                    <a:pt x="856821" y="1074125"/>
                  </a:lnTo>
                  <a:lnTo>
                    <a:pt x="869061" y="1062471"/>
                  </a:lnTo>
                  <a:lnTo>
                    <a:pt x="881301" y="1050772"/>
                  </a:lnTo>
                  <a:lnTo>
                    <a:pt x="893542" y="1039028"/>
                  </a:lnTo>
                  <a:lnTo>
                    <a:pt x="905782" y="1027235"/>
                  </a:lnTo>
                  <a:lnTo>
                    <a:pt x="918022" y="1015393"/>
                  </a:lnTo>
                  <a:lnTo>
                    <a:pt x="930263" y="1003497"/>
                  </a:lnTo>
                  <a:lnTo>
                    <a:pt x="942503" y="991547"/>
                  </a:lnTo>
                  <a:lnTo>
                    <a:pt x="954743" y="979537"/>
                  </a:lnTo>
                  <a:lnTo>
                    <a:pt x="966984" y="967460"/>
                  </a:lnTo>
                  <a:lnTo>
                    <a:pt x="979224" y="955309"/>
                  </a:lnTo>
                  <a:lnTo>
                    <a:pt x="991464" y="943076"/>
                  </a:lnTo>
                  <a:lnTo>
                    <a:pt x="1003704" y="930754"/>
                  </a:lnTo>
                  <a:lnTo>
                    <a:pt x="1015945" y="918334"/>
                  </a:lnTo>
                  <a:lnTo>
                    <a:pt x="1028185" y="905811"/>
                  </a:lnTo>
                  <a:lnTo>
                    <a:pt x="1040425" y="893176"/>
                  </a:lnTo>
                  <a:lnTo>
                    <a:pt x="1052666" y="880421"/>
                  </a:lnTo>
                  <a:lnTo>
                    <a:pt x="1064906" y="867540"/>
                  </a:lnTo>
                  <a:lnTo>
                    <a:pt x="1077146" y="854524"/>
                  </a:lnTo>
                  <a:lnTo>
                    <a:pt x="1089387" y="841367"/>
                  </a:lnTo>
                  <a:lnTo>
                    <a:pt x="1101627" y="828060"/>
                  </a:lnTo>
                  <a:lnTo>
                    <a:pt x="1113867" y="814596"/>
                  </a:lnTo>
                  <a:lnTo>
                    <a:pt x="1126108" y="800968"/>
                  </a:lnTo>
                  <a:lnTo>
                    <a:pt x="1138348" y="787169"/>
                  </a:lnTo>
                  <a:lnTo>
                    <a:pt x="1150588" y="773189"/>
                  </a:lnTo>
                  <a:lnTo>
                    <a:pt x="1162828" y="759023"/>
                  </a:lnTo>
                  <a:lnTo>
                    <a:pt x="1175069" y="744663"/>
                  </a:lnTo>
                  <a:lnTo>
                    <a:pt x="1187309" y="730101"/>
                  </a:lnTo>
                  <a:lnTo>
                    <a:pt x="1199549" y="715329"/>
                  </a:lnTo>
                  <a:lnTo>
                    <a:pt x="1211790" y="700341"/>
                  </a:lnTo>
                  <a:lnTo>
                    <a:pt x="1224030" y="685128"/>
                  </a:lnTo>
                  <a:lnTo>
                    <a:pt x="1236270" y="669686"/>
                  </a:lnTo>
                  <a:lnTo>
                    <a:pt x="1248511" y="654006"/>
                  </a:lnTo>
                  <a:lnTo>
                    <a:pt x="1260751" y="638085"/>
                  </a:lnTo>
                  <a:lnTo>
                    <a:pt x="1272991" y="621933"/>
                  </a:lnTo>
                  <a:lnTo>
                    <a:pt x="1285231" y="605569"/>
                  </a:lnTo>
                  <a:lnTo>
                    <a:pt x="1297472" y="589011"/>
                  </a:lnTo>
                  <a:lnTo>
                    <a:pt x="1309712" y="572279"/>
                  </a:lnTo>
                  <a:lnTo>
                    <a:pt x="1321952" y="555392"/>
                  </a:lnTo>
                  <a:lnTo>
                    <a:pt x="1334193" y="538368"/>
                  </a:lnTo>
                  <a:lnTo>
                    <a:pt x="1346433" y="521228"/>
                  </a:lnTo>
                  <a:lnTo>
                    <a:pt x="1358673" y="503989"/>
                  </a:lnTo>
                  <a:lnTo>
                    <a:pt x="1370914" y="486672"/>
                  </a:lnTo>
                  <a:lnTo>
                    <a:pt x="1383154" y="469294"/>
                  </a:lnTo>
                  <a:lnTo>
                    <a:pt x="1395394" y="451875"/>
                  </a:lnTo>
                  <a:lnTo>
                    <a:pt x="1407635" y="434434"/>
                  </a:lnTo>
                  <a:lnTo>
                    <a:pt x="1419875" y="416991"/>
                  </a:lnTo>
                  <a:lnTo>
                    <a:pt x="1432115" y="399563"/>
                  </a:lnTo>
                  <a:lnTo>
                    <a:pt x="1444355" y="382170"/>
                  </a:lnTo>
                  <a:lnTo>
                    <a:pt x="1456596" y="364832"/>
                  </a:lnTo>
                  <a:lnTo>
                    <a:pt x="1468836" y="347566"/>
                  </a:lnTo>
                  <a:lnTo>
                    <a:pt x="1481076" y="330393"/>
                  </a:lnTo>
                  <a:lnTo>
                    <a:pt x="1493317" y="313331"/>
                  </a:lnTo>
                  <a:lnTo>
                    <a:pt x="1505557" y="296400"/>
                  </a:lnTo>
                  <a:lnTo>
                    <a:pt x="1517797" y="279617"/>
                  </a:lnTo>
                  <a:lnTo>
                    <a:pt x="1530038" y="263002"/>
                  </a:lnTo>
                  <a:lnTo>
                    <a:pt x="1542278" y="246572"/>
                  </a:lnTo>
                  <a:lnTo>
                    <a:pt x="1554518" y="230345"/>
                  </a:lnTo>
                  <a:lnTo>
                    <a:pt x="1566759" y="214338"/>
                  </a:lnTo>
                  <a:lnTo>
                    <a:pt x="1578999" y="198577"/>
                  </a:lnTo>
                  <a:lnTo>
                    <a:pt x="1591239" y="183100"/>
                  </a:lnTo>
                  <a:lnTo>
                    <a:pt x="1603479" y="167952"/>
                  </a:lnTo>
                  <a:lnTo>
                    <a:pt x="1615720" y="153176"/>
                  </a:lnTo>
                  <a:lnTo>
                    <a:pt x="1627960" y="138815"/>
                  </a:lnTo>
                  <a:lnTo>
                    <a:pt x="1640200" y="124911"/>
                  </a:lnTo>
                  <a:lnTo>
                    <a:pt x="1652441" y="111509"/>
                  </a:lnTo>
                  <a:lnTo>
                    <a:pt x="1664681" y="98652"/>
                  </a:lnTo>
                  <a:lnTo>
                    <a:pt x="1676921" y="86381"/>
                  </a:lnTo>
                  <a:lnTo>
                    <a:pt x="1689162" y="74742"/>
                  </a:lnTo>
                  <a:lnTo>
                    <a:pt x="1701402" y="63777"/>
                  </a:lnTo>
                  <a:lnTo>
                    <a:pt x="1713642" y="53529"/>
                  </a:lnTo>
                  <a:lnTo>
                    <a:pt x="1725882" y="44041"/>
                  </a:lnTo>
                  <a:lnTo>
                    <a:pt x="1738123" y="35357"/>
                  </a:lnTo>
                  <a:lnTo>
                    <a:pt x="1750363" y="27520"/>
                  </a:lnTo>
                  <a:lnTo>
                    <a:pt x="1762603" y="20573"/>
                  </a:lnTo>
                  <a:lnTo>
                    <a:pt x="1774844" y="14559"/>
                  </a:lnTo>
                  <a:lnTo>
                    <a:pt x="1787084" y="9521"/>
                  </a:lnTo>
                  <a:lnTo>
                    <a:pt x="1799324" y="5503"/>
                  </a:lnTo>
                  <a:lnTo>
                    <a:pt x="1811565" y="2548"/>
                  </a:lnTo>
                  <a:lnTo>
                    <a:pt x="1823805" y="698"/>
                  </a:lnTo>
                  <a:lnTo>
                    <a:pt x="1836045" y="0"/>
                  </a:lnTo>
                  <a:lnTo>
                    <a:pt x="1848286" y="495"/>
                  </a:lnTo>
                  <a:lnTo>
                    <a:pt x="1860526" y="2229"/>
                  </a:lnTo>
                  <a:lnTo>
                    <a:pt x="1872766" y="5245"/>
                  </a:lnTo>
                  <a:lnTo>
                    <a:pt x="1885006" y="9583"/>
                  </a:lnTo>
                  <a:lnTo>
                    <a:pt x="1897247" y="15173"/>
                  </a:lnTo>
                  <a:lnTo>
                    <a:pt x="1909487" y="21864"/>
                  </a:lnTo>
                  <a:lnTo>
                    <a:pt x="1921727" y="29496"/>
                  </a:lnTo>
                  <a:lnTo>
                    <a:pt x="1933968" y="37915"/>
                  </a:lnTo>
                  <a:lnTo>
                    <a:pt x="1946208" y="46964"/>
                  </a:lnTo>
                  <a:lnTo>
                    <a:pt x="1958448" y="56484"/>
                  </a:lnTo>
                  <a:lnTo>
                    <a:pt x="1970689" y="66320"/>
                  </a:lnTo>
                  <a:lnTo>
                    <a:pt x="1982929" y="76316"/>
                  </a:lnTo>
                  <a:lnTo>
                    <a:pt x="1995169" y="86313"/>
                  </a:lnTo>
                  <a:lnTo>
                    <a:pt x="2007409" y="96156"/>
                  </a:lnTo>
                  <a:lnTo>
                    <a:pt x="2019650" y="105688"/>
                  </a:lnTo>
                  <a:lnTo>
                    <a:pt x="2031890" y="114751"/>
                  </a:lnTo>
                  <a:lnTo>
                    <a:pt x="2044130" y="123190"/>
                  </a:lnTo>
                  <a:lnTo>
                    <a:pt x="2056371" y="130847"/>
                  </a:lnTo>
                  <a:lnTo>
                    <a:pt x="2068611" y="137566"/>
                  </a:lnTo>
                  <a:lnTo>
                    <a:pt x="2080851" y="143190"/>
                  </a:lnTo>
                  <a:lnTo>
                    <a:pt x="2093092" y="147562"/>
                  </a:lnTo>
                  <a:lnTo>
                    <a:pt x="2105332" y="150525"/>
                  </a:lnTo>
                  <a:lnTo>
                    <a:pt x="2117572" y="151922"/>
                  </a:lnTo>
                  <a:lnTo>
                    <a:pt x="2129813" y="151589"/>
                  </a:lnTo>
                  <a:lnTo>
                    <a:pt x="2142053" y="149364"/>
                  </a:lnTo>
                  <a:lnTo>
                    <a:pt x="2154293" y="145092"/>
                  </a:lnTo>
                  <a:lnTo>
                    <a:pt x="2166533" y="138616"/>
                  </a:lnTo>
                  <a:lnTo>
                    <a:pt x="2178774" y="129777"/>
                  </a:lnTo>
                  <a:lnTo>
                    <a:pt x="2191014" y="11841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038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040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693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78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590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1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7276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686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032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46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405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345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622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351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762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8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66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8897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233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561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88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03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83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2031953"/>
              <a:ext cx="2347515" cy="1111038"/>
            </a:xfrm>
            <a:custGeom>
              <a:avLst/>
              <a:pathLst>
                <a:path w="2347515" h="1111038">
                  <a:moveTo>
                    <a:pt x="0" y="470189"/>
                  </a:moveTo>
                  <a:lnTo>
                    <a:pt x="13114" y="487432"/>
                  </a:lnTo>
                  <a:lnTo>
                    <a:pt x="26229" y="500041"/>
                  </a:lnTo>
                  <a:lnTo>
                    <a:pt x="39343" y="503262"/>
                  </a:lnTo>
                  <a:lnTo>
                    <a:pt x="52458" y="505760"/>
                  </a:lnTo>
                  <a:lnTo>
                    <a:pt x="65573" y="504892"/>
                  </a:lnTo>
                  <a:lnTo>
                    <a:pt x="78687" y="503075"/>
                  </a:lnTo>
                  <a:lnTo>
                    <a:pt x="91802" y="506925"/>
                  </a:lnTo>
                  <a:lnTo>
                    <a:pt x="104916" y="507955"/>
                  </a:lnTo>
                  <a:lnTo>
                    <a:pt x="118031" y="503999"/>
                  </a:lnTo>
                  <a:lnTo>
                    <a:pt x="131146" y="499949"/>
                  </a:lnTo>
                  <a:lnTo>
                    <a:pt x="144260" y="496801"/>
                  </a:lnTo>
                  <a:lnTo>
                    <a:pt x="157375" y="493690"/>
                  </a:lnTo>
                  <a:lnTo>
                    <a:pt x="170489" y="491168"/>
                  </a:lnTo>
                  <a:lnTo>
                    <a:pt x="183604" y="489365"/>
                  </a:lnTo>
                  <a:lnTo>
                    <a:pt x="196719" y="487978"/>
                  </a:lnTo>
                  <a:lnTo>
                    <a:pt x="209833" y="486293"/>
                  </a:lnTo>
                  <a:lnTo>
                    <a:pt x="222948" y="485426"/>
                  </a:lnTo>
                  <a:lnTo>
                    <a:pt x="236063" y="482499"/>
                  </a:lnTo>
                  <a:lnTo>
                    <a:pt x="249177" y="479379"/>
                  </a:lnTo>
                  <a:lnTo>
                    <a:pt x="262292" y="476426"/>
                  </a:lnTo>
                  <a:lnTo>
                    <a:pt x="275406" y="474337"/>
                  </a:lnTo>
                  <a:lnTo>
                    <a:pt x="288521" y="472278"/>
                  </a:lnTo>
                  <a:lnTo>
                    <a:pt x="301636" y="466107"/>
                  </a:lnTo>
                  <a:lnTo>
                    <a:pt x="314750" y="465209"/>
                  </a:lnTo>
                  <a:lnTo>
                    <a:pt x="327865" y="462135"/>
                  </a:lnTo>
                  <a:lnTo>
                    <a:pt x="340979" y="456884"/>
                  </a:lnTo>
                  <a:lnTo>
                    <a:pt x="354094" y="452999"/>
                  </a:lnTo>
                  <a:lnTo>
                    <a:pt x="367209" y="450389"/>
                  </a:lnTo>
                  <a:lnTo>
                    <a:pt x="380323" y="448963"/>
                  </a:lnTo>
                  <a:lnTo>
                    <a:pt x="393438" y="448377"/>
                  </a:lnTo>
                  <a:lnTo>
                    <a:pt x="406552" y="447733"/>
                  </a:lnTo>
                  <a:lnTo>
                    <a:pt x="419667" y="449025"/>
                  </a:lnTo>
                  <a:lnTo>
                    <a:pt x="432782" y="450882"/>
                  </a:lnTo>
                  <a:lnTo>
                    <a:pt x="445896" y="453231"/>
                  </a:lnTo>
                  <a:lnTo>
                    <a:pt x="459011" y="456002"/>
                  </a:lnTo>
                  <a:lnTo>
                    <a:pt x="472126" y="459122"/>
                  </a:lnTo>
                  <a:lnTo>
                    <a:pt x="485240" y="462521"/>
                  </a:lnTo>
                  <a:lnTo>
                    <a:pt x="498355" y="466127"/>
                  </a:lnTo>
                  <a:lnTo>
                    <a:pt x="511469" y="469870"/>
                  </a:lnTo>
                  <a:lnTo>
                    <a:pt x="524584" y="473677"/>
                  </a:lnTo>
                  <a:lnTo>
                    <a:pt x="537699" y="473025"/>
                  </a:lnTo>
                  <a:lnTo>
                    <a:pt x="550813" y="470289"/>
                  </a:lnTo>
                  <a:lnTo>
                    <a:pt x="563928" y="470183"/>
                  </a:lnTo>
                  <a:lnTo>
                    <a:pt x="577042" y="474628"/>
                  </a:lnTo>
                  <a:lnTo>
                    <a:pt x="590157" y="476902"/>
                  </a:lnTo>
                  <a:lnTo>
                    <a:pt x="603272" y="481234"/>
                  </a:lnTo>
                  <a:lnTo>
                    <a:pt x="616386" y="482485"/>
                  </a:lnTo>
                  <a:lnTo>
                    <a:pt x="629501" y="481241"/>
                  </a:lnTo>
                  <a:lnTo>
                    <a:pt x="642615" y="479826"/>
                  </a:lnTo>
                  <a:lnTo>
                    <a:pt x="655730" y="478230"/>
                  </a:lnTo>
                  <a:lnTo>
                    <a:pt x="668845" y="476444"/>
                  </a:lnTo>
                  <a:lnTo>
                    <a:pt x="681959" y="474462"/>
                  </a:lnTo>
                  <a:lnTo>
                    <a:pt x="695074" y="472298"/>
                  </a:lnTo>
                  <a:lnTo>
                    <a:pt x="708189" y="469972"/>
                  </a:lnTo>
                  <a:lnTo>
                    <a:pt x="721303" y="467504"/>
                  </a:lnTo>
                  <a:lnTo>
                    <a:pt x="734418" y="464914"/>
                  </a:lnTo>
                  <a:lnTo>
                    <a:pt x="747532" y="462224"/>
                  </a:lnTo>
                  <a:lnTo>
                    <a:pt x="760647" y="459454"/>
                  </a:lnTo>
                  <a:lnTo>
                    <a:pt x="773762" y="457988"/>
                  </a:lnTo>
                  <a:lnTo>
                    <a:pt x="786876" y="458748"/>
                  </a:lnTo>
                  <a:lnTo>
                    <a:pt x="799991" y="459595"/>
                  </a:lnTo>
                  <a:lnTo>
                    <a:pt x="813105" y="460515"/>
                  </a:lnTo>
                  <a:lnTo>
                    <a:pt x="826220" y="457557"/>
                  </a:lnTo>
                  <a:lnTo>
                    <a:pt x="839335" y="451820"/>
                  </a:lnTo>
                  <a:lnTo>
                    <a:pt x="852449" y="446310"/>
                  </a:lnTo>
                  <a:lnTo>
                    <a:pt x="865564" y="445865"/>
                  </a:lnTo>
                  <a:lnTo>
                    <a:pt x="878679" y="445549"/>
                  </a:lnTo>
                  <a:lnTo>
                    <a:pt x="891793" y="442447"/>
                  </a:lnTo>
                  <a:lnTo>
                    <a:pt x="904908" y="439258"/>
                  </a:lnTo>
                  <a:lnTo>
                    <a:pt x="918022" y="436223"/>
                  </a:lnTo>
                  <a:lnTo>
                    <a:pt x="931137" y="432043"/>
                  </a:lnTo>
                  <a:lnTo>
                    <a:pt x="944252" y="427874"/>
                  </a:lnTo>
                  <a:lnTo>
                    <a:pt x="957366" y="424096"/>
                  </a:lnTo>
                  <a:lnTo>
                    <a:pt x="970481" y="420927"/>
                  </a:lnTo>
                  <a:lnTo>
                    <a:pt x="983595" y="419925"/>
                  </a:lnTo>
                  <a:lnTo>
                    <a:pt x="996710" y="419213"/>
                  </a:lnTo>
                  <a:lnTo>
                    <a:pt x="1009825" y="418808"/>
                  </a:lnTo>
                  <a:lnTo>
                    <a:pt x="1022939" y="418718"/>
                  </a:lnTo>
                  <a:lnTo>
                    <a:pt x="1036054" y="418920"/>
                  </a:lnTo>
                  <a:lnTo>
                    <a:pt x="1049168" y="417901"/>
                  </a:lnTo>
                  <a:lnTo>
                    <a:pt x="1062283" y="418755"/>
                  </a:lnTo>
                  <a:lnTo>
                    <a:pt x="1075398" y="421039"/>
                  </a:lnTo>
                  <a:lnTo>
                    <a:pt x="1088512" y="422169"/>
                  </a:lnTo>
                  <a:lnTo>
                    <a:pt x="1101627" y="423485"/>
                  </a:lnTo>
                  <a:lnTo>
                    <a:pt x="1114742" y="425082"/>
                  </a:lnTo>
                  <a:lnTo>
                    <a:pt x="1127856" y="426535"/>
                  </a:lnTo>
                  <a:lnTo>
                    <a:pt x="1140971" y="428162"/>
                  </a:lnTo>
                  <a:lnTo>
                    <a:pt x="1154085" y="431828"/>
                  </a:lnTo>
                  <a:lnTo>
                    <a:pt x="1167200" y="436293"/>
                  </a:lnTo>
                  <a:lnTo>
                    <a:pt x="1180315" y="440583"/>
                  </a:lnTo>
                  <a:lnTo>
                    <a:pt x="1193429" y="444633"/>
                  </a:lnTo>
                  <a:lnTo>
                    <a:pt x="1206544" y="448378"/>
                  </a:lnTo>
                  <a:lnTo>
                    <a:pt x="1219658" y="451751"/>
                  </a:lnTo>
                  <a:lnTo>
                    <a:pt x="1232773" y="451820"/>
                  </a:lnTo>
                  <a:lnTo>
                    <a:pt x="1245888" y="451192"/>
                  </a:lnTo>
                  <a:lnTo>
                    <a:pt x="1259002" y="452716"/>
                  </a:lnTo>
                  <a:lnTo>
                    <a:pt x="1272117" y="453074"/>
                  </a:lnTo>
                  <a:lnTo>
                    <a:pt x="1285231" y="451989"/>
                  </a:lnTo>
                  <a:lnTo>
                    <a:pt x="1298346" y="450518"/>
                  </a:lnTo>
                  <a:lnTo>
                    <a:pt x="1311461" y="449498"/>
                  </a:lnTo>
                  <a:lnTo>
                    <a:pt x="1324575" y="450228"/>
                  </a:lnTo>
                  <a:lnTo>
                    <a:pt x="1337690" y="450689"/>
                  </a:lnTo>
                  <a:lnTo>
                    <a:pt x="1350805" y="450249"/>
                  </a:lnTo>
                  <a:lnTo>
                    <a:pt x="1363919" y="448168"/>
                  </a:lnTo>
                  <a:lnTo>
                    <a:pt x="1377034" y="446032"/>
                  </a:lnTo>
                  <a:lnTo>
                    <a:pt x="1390148" y="443165"/>
                  </a:lnTo>
                  <a:lnTo>
                    <a:pt x="1403263" y="435715"/>
                  </a:lnTo>
                  <a:lnTo>
                    <a:pt x="1416378" y="429846"/>
                  </a:lnTo>
                  <a:lnTo>
                    <a:pt x="1429492" y="427183"/>
                  </a:lnTo>
                  <a:lnTo>
                    <a:pt x="1442607" y="424444"/>
                  </a:lnTo>
                  <a:lnTo>
                    <a:pt x="1455721" y="421068"/>
                  </a:lnTo>
                  <a:lnTo>
                    <a:pt x="1468836" y="411787"/>
                  </a:lnTo>
                  <a:lnTo>
                    <a:pt x="1481951" y="402351"/>
                  </a:lnTo>
                  <a:lnTo>
                    <a:pt x="1495065" y="392852"/>
                  </a:lnTo>
                  <a:lnTo>
                    <a:pt x="1508180" y="391278"/>
                  </a:lnTo>
                  <a:lnTo>
                    <a:pt x="1521295" y="384577"/>
                  </a:lnTo>
                  <a:lnTo>
                    <a:pt x="1534409" y="376104"/>
                  </a:lnTo>
                  <a:lnTo>
                    <a:pt x="1547524" y="367872"/>
                  </a:lnTo>
                  <a:lnTo>
                    <a:pt x="1560638" y="359706"/>
                  </a:lnTo>
                  <a:lnTo>
                    <a:pt x="1573753" y="352270"/>
                  </a:lnTo>
                  <a:lnTo>
                    <a:pt x="1586868" y="345886"/>
                  </a:lnTo>
                  <a:lnTo>
                    <a:pt x="1599982" y="339175"/>
                  </a:lnTo>
                  <a:lnTo>
                    <a:pt x="1613097" y="334473"/>
                  </a:lnTo>
                  <a:lnTo>
                    <a:pt x="1626211" y="331222"/>
                  </a:lnTo>
                  <a:lnTo>
                    <a:pt x="1639326" y="328018"/>
                  </a:lnTo>
                  <a:lnTo>
                    <a:pt x="1652441" y="324347"/>
                  </a:lnTo>
                  <a:lnTo>
                    <a:pt x="1665555" y="321108"/>
                  </a:lnTo>
                  <a:lnTo>
                    <a:pt x="1678670" y="317699"/>
                  </a:lnTo>
                  <a:lnTo>
                    <a:pt x="1691784" y="316053"/>
                  </a:lnTo>
                  <a:lnTo>
                    <a:pt x="1704899" y="316571"/>
                  </a:lnTo>
                  <a:lnTo>
                    <a:pt x="1718014" y="315666"/>
                  </a:lnTo>
                  <a:lnTo>
                    <a:pt x="1731128" y="315659"/>
                  </a:lnTo>
                  <a:lnTo>
                    <a:pt x="1744243" y="314470"/>
                  </a:lnTo>
                  <a:lnTo>
                    <a:pt x="1757358" y="314764"/>
                  </a:lnTo>
                  <a:lnTo>
                    <a:pt x="1770472" y="314842"/>
                  </a:lnTo>
                  <a:lnTo>
                    <a:pt x="1783587" y="317370"/>
                  </a:lnTo>
                  <a:lnTo>
                    <a:pt x="1796701" y="322130"/>
                  </a:lnTo>
                  <a:lnTo>
                    <a:pt x="1809816" y="321470"/>
                  </a:lnTo>
                  <a:lnTo>
                    <a:pt x="1822931" y="318722"/>
                  </a:lnTo>
                  <a:lnTo>
                    <a:pt x="1836045" y="316730"/>
                  </a:lnTo>
                  <a:lnTo>
                    <a:pt x="1849160" y="313974"/>
                  </a:lnTo>
                  <a:lnTo>
                    <a:pt x="1862274" y="315335"/>
                  </a:lnTo>
                  <a:lnTo>
                    <a:pt x="1875389" y="316098"/>
                  </a:lnTo>
                  <a:lnTo>
                    <a:pt x="1888504" y="319485"/>
                  </a:lnTo>
                  <a:lnTo>
                    <a:pt x="1901618" y="321163"/>
                  </a:lnTo>
                  <a:lnTo>
                    <a:pt x="1914733" y="325210"/>
                  </a:lnTo>
                  <a:lnTo>
                    <a:pt x="1927847" y="332422"/>
                  </a:lnTo>
                  <a:lnTo>
                    <a:pt x="1940962" y="342040"/>
                  </a:lnTo>
                  <a:lnTo>
                    <a:pt x="1954077" y="356709"/>
                  </a:lnTo>
                  <a:lnTo>
                    <a:pt x="1967191" y="365734"/>
                  </a:lnTo>
                  <a:lnTo>
                    <a:pt x="1980306" y="375900"/>
                  </a:lnTo>
                  <a:lnTo>
                    <a:pt x="1993421" y="392233"/>
                  </a:lnTo>
                  <a:lnTo>
                    <a:pt x="2006535" y="399329"/>
                  </a:lnTo>
                  <a:lnTo>
                    <a:pt x="2019650" y="411776"/>
                  </a:lnTo>
                  <a:lnTo>
                    <a:pt x="2032764" y="423373"/>
                  </a:lnTo>
                  <a:lnTo>
                    <a:pt x="2045879" y="421461"/>
                  </a:lnTo>
                  <a:lnTo>
                    <a:pt x="2058994" y="427318"/>
                  </a:lnTo>
                  <a:lnTo>
                    <a:pt x="2072108" y="420659"/>
                  </a:lnTo>
                  <a:lnTo>
                    <a:pt x="2085223" y="434963"/>
                  </a:lnTo>
                  <a:lnTo>
                    <a:pt x="2098337" y="428210"/>
                  </a:lnTo>
                  <a:lnTo>
                    <a:pt x="2111452" y="425215"/>
                  </a:lnTo>
                  <a:lnTo>
                    <a:pt x="2124567" y="429102"/>
                  </a:lnTo>
                  <a:lnTo>
                    <a:pt x="2137681" y="429419"/>
                  </a:lnTo>
                  <a:lnTo>
                    <a:pt x="2150796" y="422548"/>
                  </a:lnTo>
                  <a:lnTo>
                    <a:pt x="2163911" y="418705"/>
                  </a:lnTo>
                  <a:lnTo>
                    <a:pt x="2177025" y="394118"/>
                  </a:lnTo>
                  <a:lnTo>
                    <a:pt x="2190140" y="361115"/>
                  </a:lnTo>
                  <a:lnTo>
                    <a:pt x="2203254" y="346402"/>
                  </a:lnTo>
                  <a:lnTo>
                    <a:pt x="2216369" y="360645"/>
                  </a:lnTo>
                  <a:lnTo>
                    <a:pt x="2229484" y="378206"/>
                  </a:lnTo>
                  <a:lnTo>
                    <a:pt x="2242598" y="399345"/>
                  </a:lnTo>
                  <a:lnTo>
                    <a:pt x="2255713" y="424325"/>
                  </a:lnTo>
                  <a:lnTo>
                    <a:pt x="2268827" y="442754"/>
                  </a:lnTo>
                  <a:lnTo>
                    <a:pt x="2281942" y="389564"/>
                  </a:lnTo>
                  <a:lnTo>
                    <a:pt x="2295057" y="327588"/>
                  </a:lnTo>
                  <a:lnTo>
                    <a:pt x="2308171" y="256339"/>
                  </a:lnTo>
                  <a:lnTo>
                    <a:pt x="2321286" y="175340"/>
                  </a:lnTo>
                  <a:lnTo>
                    <a:pt x="2334400" y="89757"/>
                  </a:lnTo>
                  <a:lnTo>
                    <a:pt x="2347515" y="0"/>
                  </a:lnTo>
                  <a:lnTo>
                    <a:pt x="2347515" y="1111038"/>
                  </a:lnTo>
                  <a:lnTo>
                    <a:pt x="2201628" y="1111038"/>
                  </a:lnTo>
                  <a:lnTo>
                    <a:pt x="2190140" y="1077013"/>
                  </a:lnTo>
                  <a:lnTo>
                    <a:pt x="2177025" y="1058510"/>
                  </a:lnTo>
                  <a:lnTo>
                    <a:pt x="2163911" y="1036972"/>
                  </a:lnTo>
                  <a:lnTo>
                    <a:pt x="2150796" y="1013715"/>
                  </a:lnTo>
                  <a:lnTo>
                    <a:pt x="2137681" y="988679"/>
                  </a:lnTo>
                  <a:lnTo>
                    <a:pt x="2124567" y="962150"/>
                  </a:lnTo>
                  <a:lnTo>
                    <a:pt x="2111452" y="934412"/>
                  </a:lnTo>
                  <a:lnTo>
                    <a:pt x="2098337" y="905750"/>
                  </a:lnTo>
                  <a:lnTo>
                    <a:pt x="2085223" y="876448"/>
                  </a:lnTo>
                  <a:lnTo>
                    <a:pt x="2072108" y="846793"/>
                  </a:lnTo>
                  <a:lnTo>
                    <a:pt x="2058994" y="810851"/>
                  </a:lnTo>
                  <a:lnTo>
                    <a:pt x="2045879" y="787557"/>
                  </a:lnTo>
                  <a:lnTo>
                    <a:pt x="2032764" y="765518"/>
                  </a:lnTo>
                  <a:lnTo>
                    <a:pt x="2019650" y="748069"/>
                  </a:lnTo>
                  <a:lnTo>
                    <a:pt x="2006535" y="725292"/>
                  </a:lnTo>
                  <a:lnTo>
                    <a:pt x="1993421" y="709530"/>
                  </a:lnTo>
                  <a:lnTo>
                    <a:pt x="1980306" y="691967"/>
                  </a:lnTo>
                  <a:lnTo>
                    <a:pt x="1967191" y="664980"/>
                  </a:lnTo>
                  <a:lnTo>
                    <a:pt x="1954077" y="646677"/>
                  </a:lnTo>
                  <a:lnTo>
                    <a:pt x="1940962" y="635961"/>
                  </a:lnTo>
                  <a:lnTo>
                    <a:pt x="1927847" y="616089"/>
                  </a:lnTo>
                  <a:lnTo>
                    <a:pt x="1914733" y="602353"/>
                  </a:lnTo>
                  <a:lnTo>
                    <a:pt x="1901618" y="588505"/>
                  </a:lnTo>
                  <a:lnTo>
                    <a:pt x="1888504" y="576778"/>
                  </a:lnTo>
                  <a:lnTo>
                    <a:pt x="1875389" y="564501"/>
                  </a:lnTo>
                  <a:lnTo>
                    <a:pt x="1862274" y="554131"/>
                  </a:lnTo>
                  <a:lnTo>
                    <a:pt x="1849160" y="540410"/>
                  </a:lnTo>
                  <a:lnTo>
                    <a:pt x="1836045" y="528756"/>
                  </a:lnTo>
                  <a:lnTo>
                    <a:pt x="1822931" y="517168"/>
                  </a:lnTo>
                  <a:lnTo>
                    <a:pt x="1809816" y="507665"/>
                  </a:lnTo>
                  <a:lnTo>
                    <a:pt x="1796701" y="498152"/>
                  </a:lnTo>
                  <a:lnTo>
                    <a:pt x="1783587" y="487454"/>
                  </a:lnTo>
                  <a:lnTo>
                    <a:pt x="1770472" y="482233"/>
                  </a:lnTo>
                  <a:lnTo>
                    <a:pt x="1757358" y="481897"/>
                  </a:lnTo>
                  <a:lnTo>
                    <a:pt x="1744243" y="482095"/>
                  </a:lnTo>
                  <a:lnTo>
                    <a:pt x="1731128" y="483699"/>
                  </a:lnTo>
                  <a:lnTo>
                    <a:pt x="1718014" y="484974"/>
                  </a:lnTo>
                  <a:lnTo>
                    <a:pt x="1704899" y="481551"/>
                  </a:lnTo>
                  <a:lnTo>
                    <a:pt x="1691784" y="479437"/>
                  </a:lnTo>
                  <a:lnTo>
                    <a:pt x="1678670" y="481910"/>
                  </a:lnTo>
                  <a:lnTo>
                    <a:pt x="1665555" y="484959"/>
                  </a:lnTo>
                  <a:lnTo>
                    <a:pt x="1652441" y="488557"/>
                  </a:lnTo>
                  <a:lnTo>
                    <a:pt x="1639326" y="492073"/>
                  </a:lnTo>
                  <a:lnTo>
                    <a:pt x="1626211" y="494394"/>
                  </a:lnTo>
                  <a:lnTo>
                    <a:pt x="1613097" y="496882"/>
                  </a:lnTo>
                  <a:lnTo>
                    <a:pt x="1599982" y="501364"/>
                  </a:lnTo>
                  <a:lnTo>
                    <a:pt x="1586868" y="506423"/>
                  </a:lnTo>
                  <a:lnTo>
                    <a:pt x="1573753" y="511376"/>
                  </a:lnTo>
                  <a:lnTo>
                    <a:pt x="1560638" y="516212"/>
                  </a:lnTo>
                  <a:lnTo>
                    <a:pt x="1547524" y="520920"/>
                  </a:lnTo>
                  <a:lnTo>
                    <a:pt x="1534409" y="525488"/>
                  </a:lnTo>
                  <a:lnTo>
                    <a:pt x="1521295" y="529904"/>
                  </a:lnTo>
                  <a:lnTo>
                    <a:pt x="1508180" y="533249"/>
                  </a:lnTo>
                  <a:lnTo>
                    <a:pt x="1495065" y="535559"/>
                  </a:lnTo>
                  <a:lnTo>
                    <a:pt x="1481951" y="541381"/>
                  </a:lnTo>
                  <a:lnTo>
                    <a:pt x="1468836" y="545827"/>
                  </a:lnTo>
                  <a:lnTo>
                    <a:pt x="1455721" y="549314"/>
                  </a:lnTo>
                  <a:lnTo>
                    <a:pt x="1442607" y="552581"/>
                  </a:lnTo>
                  <a:lnTo>
                    <a:pt x="1429492" y="555617"/>
                  </a:lnTo>
                  <a:lnTo>
                    <a:pt x="1416378" y="558409"/>
                  </a:lnTo>
                  <a:lnTo>
                    <a:pt x="1403263" y="562255"/>
                  </a:lnTo>
                  <a:lnTo>
                    <a:pt x="1390148" y="563218"/>
                  </a:lnTo>
                  <a:lnTo>
                    <a:pt x="1377034" y="565212"/>
                  </a:lnTo>
                  <a:lnTo>
                    <a:pt x="1363919" y="566917"/>
                  </a:lnTo>
                  <a:lnTo>
                    <a:pt x="1350805" y="568947"/>
                  </a:lnTo>
                  <a:lnTo>
                    <a:pt x="1337690" y="570822"/>
                  </a:lnTo>
                  <a:lnTo>
                    <a:pt x="1324575" y="571883"/>
                  </a:lnTo>
                  <a:lnTo>
                    <a:pt x="1311461" y="572181"/>
                  </a:lnTo>
                  <a:lnTo>
                    <a:pt x="1298346" y="572028"/>
                  </a:lnTo>
                  <a:lnTo>
                    <a:pt x="1285231" y="572613"/>
                  </a:lnTo>
                  <a:lnTo>
                    <a:pt x="1272117" y="572720"/>
                  </a:lnTo>
                  <a:lnTo>
                    <a:pt x="1259002" y="572390"/>
                  </a:lnTo>
                  <a:lnTo>
                    <a:pt x="1245888" y="571658"/>
                  </a:lnTo>
                  <a:lnTo>
                    <a:pt x="1232773" y="570538"/>
                  </a:lnTo>
                  <a:lnTo>
                    <a:pt x="1219658" y="567948"/>
                  </a:lnTo>
                  <a:lnTo>
                    <a:pt x="1206544" y="565160"/>
                  </a:lnTo>
                  <a:lnTo>
                    <a:pt x="1193429" y="562559"/>
                  </a:lnTo>
                  <a:lnTo>
                    <a:pt x="1180315" y="560757"/>
                  </a:lnTo>
                  <a:lnTo>
                    <a:pt x="1167200" y="558858"/>
                  </a:lnTo>
                  <a:lnTo>
                    <a:pt x="1154085" y="556886"/>
                  </a:lnTo>
                  <a:lnTo>
                    <a:pt x="1140971" y="554864"/>
                  </a:lnTo>
                  <a:lnTo>
                    <a:pt x="1127856" y="551848"/>
                  </a:lnTo>
                  <a:lnTo>
                    <a:pt x="1114742" y="549499"/>
                  </a:lnTo>
                  <a:lnTo>
                    <a:pt x="1101627" y="547973"/>
                  </a:lnTo>
                  <a:lnTo>
                    <a:pt x="1088512" y="545382"/>
                  </a:lnTo>
                  <a:lnTo>
                    <a:pt x="1075398" y="542882"/>
                  </a:lnTo>
                  <a:lnTo>
                    <a:pt x="1062283" y="540510"/>
                  </a:lnTo>
                  <a:lnTo>
                    <a:pt x="1049168" y="538306"/>
                  </a:lnTo>
                  <a:lnTo>
                    <a:pt x="1036054" y="536305"/>
                  </a:lnTo>
                  <a:lnTo>
                    <a:pt x="1022939" y="534547"/>
                  </a:lnTo>
                  <a:lnTo>
                    <a:pt x="1009825" y="533497"/>
                  </a:lnTo>
                  <a:lnTo>
                    <a:pt x="996710" y="533205"/>
                  </a:lnTo>
                  <a:lnTo>
                    <a:pt x="983595" y="533264"/>
                  </a:lnTo>
                  <a:lnTo>
                    <a:pt x="970481" y="534528"/>
                  </a:lnTo>
                  <a:lnTo>
                    <a:pt x="957366" y="536284"/>
                  </a:lnTo>
                  <a:lnTo>
                    <a:pt x="944252" y="539061"/>
                  </a:lnTo>
                  <a:lnTo>
                    <a:pt x="931137" y="542339"/>
                  </a:lnTo>
                  <a:lnTo>
                    <a:pt x="918022" y="546055"/>
                  </a:lnTo>
                  <a:lnTo>
                    <a:pt x="904908" y="550147"/>
                  </a:lnTo>
                  <a:lnTo>
                    <a:pt x="891793" y="553134"/>
                  </a:lnTo>
                  <a:lnTo>
                    <a:pt x="878679" y="555008"/>
                  </a:lnTo>
                  <a:lnTo>
                    <a:pt x="865564" y="558969"/>
                  </a:lnTo>
                  <a:lnTo>
                    <a:pt x="852449" y="564581"/>
                  </a:lnTo>
                  <a:lnTo>
                    <a:pt x="839335" y="569049"/>
                  </a:lnTo>
                  <a:lnTo>
                    <a:pt x="826220" y="572528"/>
                  </a:lnTo>
                  <a:lnTo>
                    <a:pt x="813105" y="575852"/>
                  </a:lnTo>
                  <a:lnTo>
                    <a:pt x="799991" y="578983"/>
                  </a:lnTo>
                  <a:lnTo>
                    <a:pt x="786876" y="581878"/>
                  </a:lnTo>
                  <a:lnTo>
                    <a:pt x="773762" y="584498"/>
                  </a:lnTo>
                  <a:lnTo>
                    <a:pt x="760647" y="586802"/>
                  </a:lnTo>
                  <a:lnTo>
                    <a:pt x="747532" y="588749"/>
                  </a:lnTo>
                  <a:lnTo>
                    <a:pt x="734418" y="590300"/>
                  </a:lnTo>
                  <a:lnTo>
                    <a:pt x="721303" y="591413"/>
                  </a:lnTo>
                  <a:lnTo>
                    <a:pt x="708189" y="592048"/>
                  </a:lnTo>
                  <a:lnTo>
                    <a:pt x="695074" y="592164"/>
                  </a:lnTo>
                  <a:lnTo>
                    <a:pt x="681959" y="591721"/>
                  </a:lnTo>
                  <a:lnTo>
                    <a:pt x="668845" y="590950"/>
                  </a:lnTo>
                  <a:lnTo>
                    <a:pt x="655730" y="594256"/>
                  </a:lnTo>
                  <a:lnTo>
                    <a:pt x="642615" y="597260"/>
                  </a:lnTo>
                  <a:lnTo>
                    <a:pt x="629501" y="596510"/>
                  </a:lnTo>
                  <a:lnTo>
                    <a:pt x="616386" y="591762"/>
                  </a:lnTo>
                  <a:lnTo>
                    <a:pt x="603272" y="586420"/>
                  </a:lnTo>
                  <a:lnTo>
                    <a:pt x="590157" y="584737"/>
                  </a:lnTo>
                  <a:lnTo>
                    <a:pt x="577042" y="587013"/>
                  </a:lnTo>
                  <a:lnTo>
                    <a:pt x="563928" y="589199"/>
                  </a:lnTo>
                  <a:lnTo>
                    <a:pt x="550813" y="584849"/>
                  </a:lnTo>
                  <a:lnTo>
                    <a:pt x="537699" y="582893"/>
                  </a:lnTo>
                  <a:lnTo>
                    <a:pt x="524584" y="582654"/>
                  </a:lnTo>
                  <a:lnTo>
                    <a:pt x="511469" y="582239"/>
                  </a:lnTo>
                  <a:lnTo>
                    <a:pt x="498355" y="582649"/>
                  </a:lnTo>
                  <a:lnTo>
                    <a:pt x="485240" y="583987"/>
                  </a:lnTo>
                  <a:lnTo>
                    <a:pt x="472126" y="585139"/>
                  </a:lnTo>
                  <a:lnTo>
                    <a:pt x="459011" y="586094"/>
                  </a:lnTo>
                  <a:lnTo>
                    <a:pt x="445896" y="586842"/>
                  </a:lnTo>
                  <a:lnTo>
                    <a:pt x="432782" y="587373"/>
                  </a:lnTo>
                  <a:lnTo>
                    <a:pt x="419667" y="589375"/>
                  </a:lnTo>
                  <a:lnTo>
                    <a:pt x="406552" y="591398"/>
                  </a:lnTo>
                  <a:lnTo>
                    <a:pt x="393438" y="593635"/>
                  </a:lnTo>
                  <a:lnTo>
                    <a:pt x="380323" y="597144"/>
                  </a:lnTo>
                  <a:lnTo>
                    <a:pt x="367209" y="600950"/>
                  </a:lnTo>
                  <a:lnTo>
                    <a:pt x="354094" y="605069"/>
                  </a:lnTo>
                  <a:lnTo>
                    <a:pt x="340979" y="609344"/>
                  </a:lnTo>
                  <a:lnTo>
                    <a:pt x="327865" y="614083"/>
                  </a:lnTo>
                  <a:lnTo>
                    <a:pt x="314750" y="618759"/>
                  </a:lnTo>
                  <a:lnTo>
                    <a:pt x="301636" y="619204"/>
                  </a:lnTo>
                  <a:lnTo>
                    <a:pt x="288521" y="619697"/>
                  </a:lnTo>
                  <a:lnTo>
                    <a:pt x="275406" y="622591"/>
                  </a:lnTo>
                  <a:lnTo>
                    <a:pt x="262292" y="631214"/>
                  </a:lnTo>
                  <a:lnTo>
                    <a:pt x="249177" y="639963"/>
                  </a:lnTo>
                  <a:lnTo>
                    <a:pt x="236063" y="648713"/>
                  </a:lnTo>
                  <a:lnTo>
                    <a:pt x="222948" y="657338"/>
                  </a:lnTo>
                  <a:lnTo>
                    <a:pt x="209833" y="665741"/>
                  </a:lnTo>
                  <a:lnTo>
                    <a:pt x="196719" y="673710"/>
                  </a:lnTo>
                  <a:lnTo>
                    <a:pt x="183604" y="681207"/>
                  </a:lnTo>
                  <a:lnTo>
                    <a:pt x="170489" y="688077"/>
                  </a:lnTo>
                  <a:lnTo>
                    <a:pt x="157375" y="694194"/>
                  </a:lnTo>
                  <a:lnTo>
                    <a:pt x="144260" y="699434"/>
                  </a:lnTo>
                  <a:lnTo>
                    <a:pt x="131146" y="703670"/>
                  </a:lnTo>
                  <a:lnTo>
                    <a:pt x="118031" y="706777"/>
                  </a:lnTo>
                  <a:lnTo>
                    <a:pt x="104916" y="708630"/>
                  </a:lnTo>
                  <a:lnTo>
                    <a:pt x="91802" y="710704"/>
                  </a:lnTo>
                  <a:lnTo>
                    <a:pt x="78687" y="711807"/>
                  </a:lnTo>
                  <a:lnTo>
                    <a:pt x="65573" y="711317"/>
                  </a:lnTo>
                  <a:lnTo>
                    <a:pt x="52458" y="709101"/>
                  </a:lnTo>
                  <a:lnTo>
                    <a:pt x="39343" y="707208"/>
                  </a:lnTo>
                  <a:lnTo>
                    <a:pt x="26229" y="707167"/>
                  </a:lnTo>
                  <a:lnTo>
                    <a:pt x="13114" y="705774"/>
                  </a:lnTo>
                  <a:lnTo>
                    <a:pt x="0" y="70590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031953"/>
              <a:ext cx="2347515" cy="507955"/>
            </a:xfrm>
            <a:custGeom>
              <a:avLst/>
              <a:pathLst>
                <a:path w="2347515" h="507955">
                  <a:moveTo>
                    <a:pt x="0" y="470189"/>
                  </a:moveTo>
                  <a:lnTo>
                    <a:pt x="13114" y="487432"/>
                  </a:lnTo>
                  <a:lnTo>
                    <a:pt x="26229" y="500041"/>
                  </a:lnTo>
                  <a:lnTo>
                    <a:pt x="39343" y="503262"/>
                  </a:lnTo>
                  <a:lnTo>
                    <a:pt x="52458" y="505760"/>
                  </a:lnTo>
                  <a:lnTo>
                    <a:pt x="65573" y="504892"/>
                  </a:lnTo>
                  <a:lnTo>
                    <a:pt x="78687" y="503075"/>
                  </a:lnTo>
                  <a:lnTo>
                    <a:pt x="91802" y="506925"/>
                  </a:lnTo>
                  <a:lnTo>
                    <a:pt x="104916" y="507955"/>
                  </a:lnTo>
                  <a:lnTo>
                    <a:pt x="118031" y="503999"/>
                  </a:lnTo>
                  <a:lnTo>
                    <a:pt x="131146" y="499949"/>
                  </a:lnTo>
                  <a:lnTo>
                    <a:pt x="144260" y="496801"/>
                  </a:lnTo>
                  <a:lnTo>
                    <a:pt x="157375" y="493690"/>
                  </a:lnTo>
                  <a:lnTo>
                    <a:pt x="170489" y="491168"/>
                  </a:lnTo>
                  <a:lnTo>
                    <a:pt x="183604" y="489365"/>
                  </a:lnTo>
                  <a:lnTo>
                    <a:pt x="196719" y="487978"/>
                  </a:lnTo>
                  <a:lnTo>
                    <a:pt x="209833" y="486293"/>
                  </a:lnTo>
                  <a:lnTo>
                    <a:pt x="222948" y="485426"/>
                  </a:lnTo>
                  <a:lnTo>
                    <a:pt x="236063" y="482499"/>
                  </a:lnTo>
                  <a:lnTo>
                    <a:pt x="249177" y="479379"/>
                  </a:lnTo>
                  <a:lnTo>
                    <a:pt x="262292" y="476426"/>
                  </a:lnTo>
                  <a:lnTo>
                    <a:pt x="275406" y="474337"/>
                  </a:lnTo>
                  <a:lnTo>
                    <a:pt x="288521" y="472278"/>
                  </a:lnTo>
                  <a:lnTo>
                    <a:pt x="301636" y="466107"/>
                  </a:lnTo>
                  <a:lnTo>
                    <a:pt x="314750" y="465209"/>
                  </a:lnTo>
                  <a:lnTo>
                    <a:pt x="327865" y="462135"/>
                  </a:lnTo>
                  <a:lnTo>
                    <a:pt x="340979" y="456884"/>
                  </a:lnTo>
                  <a:lnTo>
                    <a:pt x="354094" y="452999"/>
                  </a:lnTo>
                  <a:lnTo>
                    <a:pt x="367209" y="450389"/>
                  </a:lnTo>
                  <a:lnTo>
                    <a:pt x="380323" y="448963"/>
                  </a:lnTo>
                  <a:lnTo>
                    <a:pt x="393438" y="448377"/>
                  </a:lnTo>
                  <a:lnTo>
                    <a:pt x="406552" y="447733"/>
                  </a:lnTo>
                  <a:lnTo>
                    <a:pt x="419667" y="449025"/>
                  </a:lnTo>
                  <a:lnTo>
                    <a:pt x="432782" y="450882"/>
                  </a:lnTo>
                  <a:lnTo>
                    <a:pt x="445896" y="453231"/>
                  </a:lnTo>
                  <a:lnTo>
                    <a:pt x="459011" y="456002"/>
                  </a:lnTo>
                  <a:lnTo>
                    <a:pt x="472126" y="459122"/>
                  </a:lnTo>
                  <a:lnTo>
                    <a:pt x="485240" y="462521"/>
                  </a:lnTo>
                  <a:lnTo>
                    <a:pt x="498355" y="466127"/>
                  </a:lnTo>
                  <a:lnTo>
                    <a:pt x="511469" y="469870"/>
                  </a:lnTo>
                  <a:lnTo>
                    <a:pt x="524584" y="473677"/>
                  </a:lnTo>
                  <a:lnTo>
                    <a:pt x="537699" y="473025"/>
                  </a:lnTo>
                  <a:lnTo>
                    <a:pt x="550813" y="470289"/>
                  </a:lnTo>
                  <a:lnTo>
                    <a:pt x="563928" y="470183"/>
                  </a:lnTo>
                  <a:lnTo>
                    <a:pt x="577042" y="474628"/>
                  </a:lnTo>
                  <a:lnTo>
                    <a:pt x="590157" y="476902"/>
                  </a:lnTo>
                  <a:lnTo>
                    <a:pt x="603272" y="481234"/>
                  </a:lnTo>
                  <a:lnTo>
                    <a:pt x="616386" y="482485"/>
                  </a:lnTo>
                  <a:lnTo>
                    <a:pt x="629501" y="481241"/>
                  </a:lnTo>
                  <a:lnTo>
                    <a:pt x="642615" y="479826"/>
                  </a:lnTo>
                  <a:lnTo>
                    <a:pt x="655730" y="478230"/>
                  </a:lnTo>
                  <a:lnTo>
                    <a:pt x="668845" y="476444"/>
                  </a:lnTo>
                  <a:lnTo>
                    <a:pt x="681959" y="474462"/>
                  </a:lnTo>
                  <a:lnTo>
                    <a:pt x="695074" y="472298"/>
                  </a:lnTo>
                  <a:lnTo>
                    <a:pt x="708189" y="469972"/>
                  </a:lnTo>
                  <a:lnTo>
                    <a:pt x="721303" y="467504"/>
                  </a:lnTo>
                  <a:lnTo>
                    <a:pt x="734418" y="464914"/>
                  </a:lnTo>
                  <a:lnTo>
                    <a:pt x="747532" y="462224"/>
                  </a:lnTo>
                  <a:lnTo>
                    <a:pt x="760647" y="459454"/>
                  </a:lnTo>
                  <a:lnTo>
                    <a:pt x="773762" y="457988"/>
                  </a:lnTo>
                  <a:lnTo>
                    <a:pt x="786876" y="458748"/>
                  </a:lnTo>
                  <a:lnTo>
                    <a:pt x="799991" y="459595"/>
                  </a:lnTo>
                  <a:lnTo>
                    <a:pt x="813105" y="460515"/>
                  </a:lnTo>
                  <a:lnTo>
                    <a:pt x="826220" y="457557"/>
                  </a:lnTo>
                  <a:lnTo>
                    <a:pt x="839335" y="451820"/>
                  </a:lnTo>
                  <a:lnTo>
                    <a:pt x="852449" y="446310"/>
                  </a:lnTo>
                  <a:lnTo>
                    <a:pt x="865564" y="445865"/>
                  </a:lnTo>
                  <a:lnTo>
                    <a:pt x="878679" y="445549"/>
                  </a:lnTo>
                  <a:lnTo>
                    <a:pt x="891793" y="442447"/>
                  </a:lnTo>
                  <a:lnTo>
                    <a:pt x="904908" y="439258"/>
                  </a:lnTo>
                  <a:lnTo>
                    <a:pt x="918022" y="436223"/>
                  </a:lnTo>
                  <a:lnTo>
                    <a:pt x="931137" y="432043"/>
                  </a:lnTo>
                  <a:lnTo>
                    <a:pt x="944252" y="427874"/>
                  </a:lnTo>
                  <a:lnTo>
                    <a:pt x="957366" y="424096"/>
                  </a:lnTo>
                  <a:lnTo>
                    <a:pt x="970481" y="420927"/>
                  </a:lnTo>
                  <a:lnTo>
                    <a:pt x="983595" y="419925"/>
                  </a:lnTo>
                  <a:lnTo>
                    <a:pt x="996710" y="419213"/>
                  </a:lnTo>
                  <a:lnTo>
                    <a:pt x="1009825" y="418808"/>
                  </a:lnTo>
                  <a:lnTo>
                    <a:pt x="1022939" y="418718"/>
                  </a:lnTo>
                  <a:lnTo>
                    <a:pt x="1036054" y="418920"/>
                  </a:lnTo>
                  <a:lnTo>
                    <a:pt x="1049168" y="417901"/>
                  </a:lnTo>
                  <a:lnTo>
                    <a:pt x="1062283" y="418755"/>
                  </a:lnTo>
                  <a:lnTo>
                    <a:pt x="1075398" y="421039"/>
                  </a:lnTo>
                  <a:lnTo>
                    <a:pt x="1088512" y="422169"/>
                  </a:lnTo>
                  <a:lnTo>
                    <a:pt x="1101627" y="423485"/>
                  </a:lnTo>
                  <a:lnTo>
                    <a:pt x="1114742" y="425082"/>
                  </a:lnTo>
                  <a:lnTo>
                    <a:pt x="1127856" y="426535"/>
                  </a:lnTo>
                  <a:lnTo>
                    <a:pt x="1140971" y="428162"/>
                  </a:lnTo>
                  <a:lnTo>
                    <a:pt x="1154085" y="431828"/>
                  </a:lnTo>
                  <a:lnTo>
                    <a:pt x="1167200" y="436293"/>
                  </a:lnTo>
                  <a:lnTo>
                    <a:pt x="1180315" y="440583"/>
                  </a:lnTo>
                  <a:lnTo>
                    <a:pt x="1193429" y="444633"/>
                  </a:lnTo>
                  <a:lnTo>
                    <a:pt x="1206544" y="448378"/>
                  </a:lnTo>
                  <a:lnTo>
                    <a:pt x="1219658" y="451751"/>
                  </a:lnTo>
                  <a:lnTo>
                    <a:pt x="1232773" y="451820"/>
                  </a:lnTo>
                  <a:lnTo>
                    <a:pt x="1245888" y="451192"/>
                  </a:lnTo>
                  <a:lnTo>
                    <a:pt x="1259002" y="452716"/>
                  </a:lnTo>
                  <a:lnTo>
                    <a:pt x="1272117" y="453074"/>
                  </a:lnTo>
                  <a:lnTo>
                    <a:pt x="1285231" y="451989"/>
                  </a:lnTo>
                  <a:lnTo>
                    <a:pt x="1298346" y="450518"/>
                  </a:lnTo>
                  <a:lnTo>
                    <a:pt x="1311461" y="449498"/>
                  </a:lnTo>
                  <a:lnTo>
                    <a:pt x="1324575" y="450228"/>
                  </a:lnTo>
                  <a:lnTo>
                    <a:pt x="1337690" y="450689"/>
                  </a:lnTo>
                  <a:lnTo>
                    <a:pt x="1350805" y="450249"/>
                  </a:lnTo>
                  <a:lnTo>
                    <a:pt x="1363919" y="448168"/>
                  </a:lnTo>
                  <a:lnTo>
                    <a:pt x="1377034" y="446032"/>
                  </a:lnTo>
                  <a:lnTo>
                    <a:pt x="1390148" y="443165"/>
                  </a:lnTo>
                  <a:lnTo>
                    <a:pt x="1403263" y="435715"/>
                  </a:lnTo>
                  <a:lnTo>
                    <a:pt x="1416378" y="429846"/>
                  </a:lnTo>
                  <a:lnTo>
                    <a:pt x="1429492" y="427183"/>
                  </a:lnTo>
                  <a:lnTo>
                    <a:pt x="1442607" y="424444"/>
                  </a:lnTo>
                  <a:lnTo>
                    <a:pt x="1455721" y="421068"/>
                  </a:lnTo>
                  <a:lnTo>
                    <a:pt x="1468836" y="411787"/>
                  </a:lnTo>
                  <a:lnTo>
                    <a:pt x="1481951" y="402351"/>
                  </a:lnTo>
                  <a:lnTo>
                    <a:pt x="1495065" y="392852"/>
                  </a:lnTo>
                  <a:lnTo>
                    <a:pt x="1508180" y="391278"/>
                  </a:lnTo>
                  <a:lnTo>
                    <a:pt x="1521295" y="384577"/>
                  </a:lnTo>
                  <a:lnTo>
                    <a:pt x="1534409" y="376104"/>
                  </a:lnTo>
                  <a:lnTo>
                    <a:pt x="1547524" y="367872"/>
                  </a:lnTo>
                  <a:lnTo>
                    <a:pt x="1560638" y="359706"/>
                  </a:lnTo>
                  <a:lnTo>
                    <a:pt x="1573753" y="352270"/>
                  </a:lnTo>
                  <a:lnTo>
                    <a:pt x="1586868" y="345886"/>
                  </a:lnTo>
                  <a:lnTo>
                    <a:pt x="1599982" y="339175"/>
                  </a:lnTo>
                  <a:lnTo>
                    <a:pt x="1613097" y="334473"/>
                  </a:lnTo>
                  <a:lnTo>
                    <a:pt x="1626211" y="331222"/>
                  </a:lnTo>
                  <a:lnTo>
                    <a:pt x="1639326" y="328018"/>
                  </a:lnTo>
                  <a:lnTo>
                    <a:pt x="1652441" y="324347"/>
                  </a:lnTo>
                  <a:lnTo>
                    <a:pt x="1665555" y="321108"/>
                  </a:lnTo>
                  <a:lnTo>
                    <a:pt x="1678670" y="317699"/>
                  </a:lnTo>
                  <a:lnTo>
                    <a:pt x="1691784" y="316053"/>
                  </a:lnTo>
                  <a:lnTo>
                    <a:pt x="1704899" y="316571"/>
                  </a:lnTo>
                  <a:lnTo>
                    <a:pt x="1718014" y="315666"/>
                  </a:lnTo>
                  <a:lnTo>
                    <a:pt x="1731128" y="315659"/>
                  </a:lnTo>
                  <a:lnTo>
                    <a:pt x="1744243" y="314470"/>
                  </a:lnTo>
                  <a:lnTo>
                    <a:pt x="1757358" y="314764"/>
                  </a:lnTo>
                  <a:lnTo>
                    <a:pt x="1770472" y="314842"/>
                  </a:lnTo>
                  <a:lnTo>
                    <a:pt x="1783587" y="317370"/>
                  </a:lnTo>
                  <a:lnTo>
                    <a:pt x="1796701" y="322130"/>
                  </a:lnTo>
                  <a:lnTo>
                    <a:pt x="1809816" y="321470"/>
                  </a:lnTo>
                  <a:lnTo>
                    <a:pt x="1822931" y="318722"/>
                  </a:lnTo>
                  <a:lnTo>
                    <a:pt x="1836045" y="316730"/>
                  </a:lnTo>
                  <a:lnTo>
                    <a:pt x="1849160" y="313974"/>
                  </a:lnTo>
                  <a:lnTo>
                    <a:pt x="1862274" y="315335"/>
                  </a:lnTo>
                  <a:lnTo>
                    <a:pt x="1875389" y="316098"/>
                  </a:lnTo>
                  <a:lnTo>
                    <a:pt x="1888504" y="319485"/>
                  </a:lnTo>
                  <a:lnTo>
                    <a:pt x="1901618" y="321163"/>
                  </a:lnTo>
                  <a:lnTo>
                    <a:pt x="1914733" y="325210"/>
                  </a:lnTo>
                  <a:lnTo>
                    <a:pt x="1927847" y="332422"/>
                  </a:lnTo>
                  <a:lnTo>
                    <a:pt x="1940962" y="342040"/>
                  </a:lnTo>
                  <a:lnTo>
                    <a:pt x="1954077" y="356709"/>
                  </a:lnTo>
                  <a:lnTo>
                    <a:pt x="1967191" y="365734"/>
                  </a:lnTo>
                  <a:lnTo>
                    <a:pt x="1980306" y="375900"/>
                  </a:lnTo>
                  <a:lnTo>
                    <a:pt x="1993421" y="392233"/>
                  </a:lnTo>
                  <a:lnTo>
                    <a:pt x="2006535" y="399329"/>
                  </a:lnTo>
                  <a:lnTo>
                    <a:pt x="2019650" y="411776"/>
                  </a:lnTo>
                  <a:lnTo>
                    <a:pt x="2032764" y="423373"/>
                  </a:lnTo>
                  <a:lnTo>
                    <a:pt x="2045879" y="421461"/>
                  </a:lnTo>
                  <a:lnTo>
                    <a:pt x="2058994" y="427318"/>
                  </a:lnTo>
                  <a:lnTo>
                    <a:pt x="2072108" y="420659"/>
                  </a:lnTo>
                  <a:lnTo>
                    <a:pt x="2085223" y="434963"/>
                  </a:lnTo>
                  <a:lnTo>
                    <a:pt x="2098337" y="428210"/>
                  </a:lnTo>
                  <a:lnTo>
                    <a:pt x="2111452" y="425215"/>
                  </a:lnTo>
                  <a:lnTo>
                    <a:pt x="2124567" y="429102"/>
                  </a:lnTo>
                  <a:lnTo>
                    <a:pt x="2137681" y="429419"/>
                  </a:lnTo>
                  <a:lnTo>
                    <a:pt x="2150796" y="422548"/>
                  </a:lnTo>
                  <a:lnTo>
                    <a:pt x="2163911" y="418705"/>
                  </a:lnTo>
                  <a:lnTo>
                    <a:pt x="2177025" y="394118"/>
                  </a:lnTo>
                  <a:lnTo>
                    <a:pt x="2190140" y="361115"/>
                  </a:lnTo>
                  <a:lnTo>
                    <a:pt x="2203254" y="346402"/>
                  </a:lnTo>
                  <a:lnTo>
                    <a:pt x="2216369" y="360645"/>
                  </a:lnTo>
                  <a:lnTo>
                    <a:pt x="2229484" y="378206"/>
                  </a:lnTo>
                  <a:lnTo>
                    <a:pt x="2242598" y="399345"/>
                  </a:lnTo>
                  <a:lnTo>
                    <a:pt x="2255713" y="424325"/>
                  </a:lnTo>
                  <a:lnTo>
                    <a:pt x="2268827" y="442754"/>
                  </a:lnTo>
                  <a:lnTo>
                    <a:pt x="2281942" y="389564"/>
                  </a:lnTo>
                  <a:lnTo>
                    <a:pt x="2295057" y="327588"/>
                  </a:lnTo>
                  <a:lnTo>
                    <a:pt x="2308171" y="256339"/>
                  </a:lnTo>
                  <a:lnTo>
                    <a:pt x="2321286" y="175340"/>
                  </a:lnTo>
                  <a:lnTo>
                    <a:pt x="2334400" y="89757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511391"/>
              <a:ext cx="2201628" cy="631600"/>
            </a:xfrm>
            <a:custGeom>
              <a:avLst/>
              <a:pathLst>
                <a:path w="2201628" h="631600">
                  <a:moveTo>
                    <a:pt x="2201628" y="631600"/>
                  </a:moveTo>
                  <a:lnTo>
                    <a:pt x="2190140" y="597575"/>
                  </a:lnTo>
                  <a:lnTo>
                    <a:pt x="2177025" y="579072"/>
                  </a:lnTo>
                  <a:lnTo>
                    <a:pt x="2163911" y="557534"/>
                  </a:lnTo>
                  <a:lnTo>
                    <a:pt x="2150796" y="534277"/>
                  </a:lnTo>
                  <a:lnTo>
                    <a:pt x="2137681" y="509241"/>
                  </a:lnTo>
                  <a:lnTo>
                    <a:pt x="2124567" y="482712"/>
                  </a:lnTo>
                  <a:lnTo>
                    <a:pt x="2111452" y="454974"/>
                  </a:lnTo>
                  <a:lnTo>
                    <a:pt x="2098337" y="426312"/>
                  </a:lnTo>
                  <a:lnTo>
                    <a:pt x="2085223" y="397011"/>
                  </a:lnTo>
                  <a:lnTo>
                    <a:pt x="2072108" y="367355"/>
                  </a:lnTo>
                  <a:lnTo>
                    <a:pt x="2058994" y="331413"/>
                  </a:lnTo>
                  <a:lnTo>
                    <a:pt x="2045879" y="308119"/>
                  </a:lnTo>
                  <a:lnTo>
                    <a:pt x="2032764" y="286080"/>
                  </a:lnTo>
                  <a:lnTo>
                    <a:pt x="2019650" y="268631"/>
                  </a:lnTo>
                  <a:lnTo>
                    <a:pt x="2006535" y="245854"/>
                  </a:lnTo>
                  <a:lnTo>
                    <a:pt x="1993421" y="230092"/>
                  </a:lnTo>
                  <a:lnTo>
                    <a:pt x="1980306" y="212529"/>
                  </a:lnTo>
                  <a:lnTo>
                    <a:pt x="1967191" y="185542"/>
                  </a:lnTo>
                  <a:lnTo>
                    <a:pt x="1954077" y="167239"/>
                  </a:lnTo>
                  <a:lnTo>
                    <a:pt x="1940962" y="156523"/>
                  </a:lnTo>
                  <a:lnTo>
                    <a:pt x="1927847" y="136651"/>
                  </a:lnTo>
                  <a:lnTo>
                    <a:pt x="1914733" y="122915"/>
                  </a:lnTo>
                  <a:lnTo>
                    <a:pt x="1901618" y="109067"/>
                  </a:lnTo>
                  <a:lnTo>
                    <a:pt x="1888504" y="97340"/>
                  </a:lnTo>
                  <a:lnTo>
                    <a:pt x="1875389" y="85063"/>
                  </a:lnTo>
                  <a:lnTo>
                    <a:pt x="1862274" y="74693"/>
                  </a:lnTo>
                  <a:lnTo>
                    <a:pt x="1849160" y="60973"/>
                  </a:lnTo>
                  <a:lnTo>
                    <a:pt x="1836045" y="49318"/>
                  </a:lnTo>
                  <a:lnTo>
                    <a:pt x="1822931" y="37730"/>
                  </a:lnTo>
                  <a:lnTo>
                    <a:pt x="1809816" y="28228"/>
                  </a:lnTo>
                  <a:lnTo>
                    <a:pt x="1796701" y="18714"/>
                  </a:lnTo>
                  <a:lnTo>
                    <a:pt x="1783587" y="8016"/>
                  </a:lnTo>
                  <a:lnTo>
                    <a:pt x="1770472" y="2795"/>
                  </a:lnTo>
                  <a:lnTo>
                    <a:pt x="1757358" y="2459"/>
                  </a:lnTo>
                  <a:lnTo>
                    <a:pt x="1744243" y="2657"/>
                  </a:lnTo>
                  <a:lnTo>
                    <a:pt x="1731128" y="4262"/>
                  </a:lnTo>
                  <a:lnTo>
                    <a:pt x="1718014" y="5536"/>
                  </a:lnTo>
                  <a:lnTo>
                    <a:pt x="1704899" y="2113"/>
                  </a:lnTo>
                  <a:lnTo>
                    <a:pt x="1691784" y="0"/>
                  </a:lnTo>
                  <a:lnTo>
                    <a:pt x="1678670" y="2472"/>
                  </a:lnTo>
                  <a:lnTo>
                    <a:pt x="1665555" y="5521"/>
                  </a:lnTo>
                  <a:lnTo>
                    <a:pt x="1652441" y="9119"/>
                  </a:lnTo>
                  <a:lnTo>
                    <a:pt x="1639326" y="12635"/>
                  </a:lnTo>
                  <a:lnTo>
                    <a:pt x="1626211" y="14957"/>
                  </a:lnTo>
                  <a:lnTo>
                    <a:pt x="1613097" y="17444"/>
                  </a:lnTo>
                  <a:lnTo>
                    <a:pt x="1599982" y="21926"/>
                  </a:lnTo>
                  <a:lnTo>
                    <a:pt x="1586868" y="26985"/>
                  </a:lnTo>
                  <a:lnTo>
                    <a:pt x="1573753" y="31938"/>
                  </a:lnTo>
                  <a:lnTo>
                    <a:pt x="1560638" y="36774"/>
                  </a:lnTo>
                  <a:lnTo>
                    <a:pt x="1547524" y="41482"/>
                  </a:lnTo>
                  <a:lnTo>
                    <a:pt x="1534409" y="46050"/>
                  </a:lnTo>
                  <a:lnTo>
                    <a:pt x="1521295" y="50466"/>
                  </a:lnTo>
                  <a:lnTo>
                    <a:pt x="1508180" y="53812"/>
                  </a:lnTo>
                  <a:lnTo>
                    <a:pt x="1495065" y="56122"/>
                  </a:lnTo>
                  <a:lnTo>
                    <a:pt x="1481951" y="61943"/>
                  </a:lnTo>
                  <a:lnTo>
                    <a:pt x="1468836" y="66389"/>
                  </a:lnTo>
                  <a:lnTo>
                    <a:pt x="1455721" y="69876"/>
                  </a:lnTo>
                  <a:lnTo>
                    <a:pt x="1442607" y="73143"/>
                  </a:lnTo>
                  <a:lnTo>
                    <a:pt x="1429492" y="76179"/>
                  </a:lnTo>
                  <a:lnTo>
                    <a:pt x="1416378" y="78971"/>
                  </a:lnTo>
                  <a:lnTo>
                    <a:pt x="1403263" y="82817"/>
                  </a:lnTo>
                  <a:lnTo>
                    <a:pt x="1390148" y="83780"/>
                  </a:lnTo>
                  <a:lnTo>
                    <a:pt x="1377034" y="85774"/>
                  </a:lnTo>
                  <a:lnTo>
                    <a:pt x="1363919" y="87479"/>
                  </a:lnTo>
                  <a:lnTo>
                    <a:pt x="1350805" y="89509"/>
                  </a:lnTo>
                  <a:lnTo>
                    <a:pt x="1337690" y="91384"/>
                  </a:lnTo>
                  <a:lnTo>
                    <a:pt x="1324575" y="92445"/>
                  </a:lnTo>
                  <a:lnTo>
                    <a:pt x="1311461" y="92743"/>
                  </a:lnTo>
                  <a:lnTo>
                    <a:pt x="1298346" y="92590"/>
                  </a:lnTo>
                  <a:lnTo>
                    <a:pt x="1285231" y="93175"/>
                  </a:lnTo>
                  <a:lnTo>
                    <a:pt x="1272117" y="93283"/>
                  </a:lnTo>
                  <a:lnTo>
                    <a:pt x="1259002" y="92952"/>
                  </a:lnTo>
                  <a:lnTo>
                    <a:pt x="1245888" y="92220"/>
                  </a:lnTo>
                  <a:lnTo>
                    <a:pt x="1232773" y="91100"/>
                  </a:lnTo>
                  <a:lnTo>
                    <a:pt x="1219658" y="88510"/>
                  </a:lnTo>
                  <a:lnTo>
                    <a:pt x="1206544" y="85722"/>
                  </a:lnTo>
                  <a:lnTo>
                    <a:pt x="1193429" y="83121"/>
                  </a:lnTo>
                  <a:lnTo>
                    <a:pt x="1180315" y="81319"/>
                  </a:lnTo>
                  <a:lnTo>
                    <a:pt x="1167200" y="79420"/>
                  </a:lnTo>
                  <a:lnTo>
                    <a:pt x="1154085" y="77448"/>
                  </a:lnTo>
                  <a:lnTo>
                    <a:pt x="1140971" y="75426"/>
                  </a:lnTo>
                  <a:lnTo>
                    <a:pt x="1127856" y="72410"/>
                  </a:lnTo>
                  <a:lnTo>
                    <a:pt x="1114742" y="70061"/>
                  </a:lnTo>
                  <a:lnTo>
                    <a:pt x="1101627" y="68535"/>
                  </a:lnTo>
                  <a:lnTo>
                    <a:pt x="1088512" y="65944"/>
                  </a:lnTo>
                  <a:lnTo>
                    <a:pt x="1075398" y="63444"/>
                  </a:lnTo>
                  <a:lnTo>
                    <a:pt x="1062283" y="61072"/>
                  </a:lnTo>
                  <a:lnTo>
                    <a:pt x="1049168" y="58868"/>
                  </a:lnTo>
                  <a:lnTo>
                    <a:pt x="1036054" y="56868"/>
                  </a:lnTo>
                  <a:lnTo>
                    <a:pt x="1022939" y="55110"/>
                  </a:lnTo>
                  <a:lnTo>
                    <a:pt x="1009825" y="54059"/>
                  </a:lnTo>
                  <a:lnTo>
                    <a:pt x="996710" y="53767"/>
                  </a:lnTo>
                  <a:lnTo>
                    <a:pt x="983595" y="53826"/>
                  </a:lnTo>
                  <a:lnTo>
                    <a:pt x="970481" y="55091"/>
                  </a:lnTo>
                  <a:lnTo>
                    <a:pt x="957366" y="56846"/>
                  </a:lnTo>
                  <a:lnTo>
                    <a:pt x="944252" y="59623"/>
                  </a:lnTo>
                  <a:lnTo>
                    <a:pt x="931137" y="62901"/>
                  </a:lnTo>
                  <a:lnTo>
                    <a:pt x="918022" y="66617"/>
                  </a:lnTo>
                  <a:lnTo>
                    <a:pt x="904908" y="70709"/>
                  </a:lnTo>
                  <a:lnTo>
                    <a:pt x="891793" y="73696"/>
                  </a:lnTo>
                  <a:lnTo>
                    <a:pt x="878679" y="75570"/>
                  </a:lnTo>
                  <a:lnTo>
                    <a:pt x="865564" y="79531"/>
                  </a:lnTo>
                  <a:lnTo>
                    <a:pt x="852449" y="85143"/>
                  </a:lnTo>
                  <a:lnTo>
                    <a:pt x="839335" y="89611"/>
                  </a:lnTo>
                  <a:lnTo>
                    <a:pt x="826220" y="93090"/>
                  </a:lnTo>
                  <a:lnTo>
                    <a:pt x="813105" y="96415"/>
                  </a:lnTo>
                  <a:lnTo>
                    <a:pt x="799991" y="99545"/>
                  </a:lnTo>
                  <a:lnTo>
                    <a:pt x="786876" y="102440"/>
                  </a:lnTo>
                  <a:lnTo>
                    <a:pt x="773762" y="105060"/>
                  </a:lnTo>
                  <a:lnTo>
                    <a:pt x="760647" y="107364"/>
                  </a:lnTo>
                  <a:lnTo>
                    <a:pt x="747532" y="109312"/>
                  </a:lnTo>
                  <a:lnTo>
                    <a:pt x="734418" y="110862"/>
                  </a:lnTo>
                  <a:lnTo>
                    <a:pt x="721303" y="111975"/>
                  </a:lnTo>
                  <a:lnTo>
                    <a:pt x="708189" y="112610"/>
                  </a:lnTo>
                  <a:lnTo>
                    <a:pt x="695074" y="112726"/>
                  </a:lnTo>
                  <a:lnTo>
                    <a:pt x="681959" y="112283"/>
                  </a:lnTo>
                  <a:lnTo>
                    <a:pt x="668845" y="111512"/>
                  </a:lnTo>
                  <a:lnTo>
                    <a:pt x="655730" y="114818"/>
                  </a:lnTo>
                  <a:lnTo>
                    <a:pt x="642615" y="117822"/>
                  </a:lnTo>
                  <a:lnTo>
                    <a:pt x="629501" y="117072"/>
                  </a:lnTo>
                  <a:lnTo>
                    <a:pt x="616386" y="112324"/>
                  </a:lnTo>
                  <a:lnTo>
                    <a:pt x="603272" y="106982"/>
                  </a:lnTo>
                  <a:lnTo>
                    <a:pt x="590157" y="105299"/>
                  </a:lnTo>
                  <a:lnTo>
                    <a:pt x="577042" y="107575"/>
                  </a:lnTo>
                  <a:lnTo>
                    <a:pt x="563928" y="109761"/>
                  </a:lnTo>
                  <a:lnTo>
                    <a:pt x="550813" y="105411"/>
                  </a:lnTo>
                  <a:lnTo>
                    <a:pt x="537699" y="103455"/>
                  </a:lnTo>
                  <a:lnTo>
                    <a:pt x="524584" y="103216"/>
                  </a:lnTo>
                  <a:lnTo>
                    <a:pt x="511469" y="102801"/>
                  </a:lnTo>
                  <a:lnTo>
                    <a:pt x="498355" y="103211"/>
                  </a:lnTo>
                  <a:lnTo>
                    <a:pt x="485240" y="104549"/>
                  </a:lnTo>
                  <a:lnTo>
                    <a:pt x="472126" y="105701"/>
                  </a:lnTo>
                  <a:lnTo>
                    <a:pt x="459011" y="106656"/>
                  </a:lnTo>
                  <a:lnTo>
                    <a:pt x="445896" y="107404"/>
                  </a:lnTo>
                  <a:lnTo>
                    <a:pt x="432782" y="107935"/>
                  </a:lnTo>
                  <a:lnTo>
                    <a:pt x="419667" y="109937"/>
                  </a:lnTo>
                  <a:lnTo>
                    <a:pt x="406552" y="111960"/>
                  </a:lnTo>
                  <a:lnTo>
                    <a:pt x="393438" y="114197"/>
                  </a:lnTo>
                  <a:lnTo>
                    <a:pt x="380323" y="117706"/>
                  </a:lnTo>
                  <a:lnTo>
                    <a:pt x="367209" y="121512"/>
                  </a:lnTo>
                  <a:lnTo>
                    <a:pt x="354094" y="125631"/>
                  </a:lnTo>
                  <a:lnTo>
                    <a:pt x="340979" y="129906"/>
                  </a:lnTo>
                  <a:lnTo>
                    <a:pt x="327865" y="134645"/>
                  </a:lnTo>
                  <a:lnTo>
                    <a:pt x="314750" y="139321"/>
                  </a:lnTo>
                  <a:lnTo>
                    <a:pt x="301636" y="139766"/>
                  </a:lnTo>
                  <a:lnTo>
                    <a:pt x="288521" y="140259"/>
                  </a:lnTo>
                  <a:lnTo>
                    <a:pt x="275406" y="143153"/>
                  </a:lnTo>
                  <a:lnTo>
                    <a:pt x="262292" y="151776"/>
                  </a:lnTo>
                  <a:lnTo>
                    <a:pt x="249177" y="160526"/>
                  </a:lnTo>
                  <a:lnTo>
                    <a:pt x="236063" y="169275"/>
                  </a:lnTo>
                  <a:lnTo>
                    <a:pt x="222948" y="177900"/>
                  </a:lnTo>
                  <a:lnTo>
                    <a:pt x="209833" y="186303"/>
                  </a:lnTo>
                  <a:lnTo>
                    <a:pt x="196719" y="194272"/>
                  </a:lnTo>
                  <a:lnTo>
                    <a:pt x="183604" y="201769"/>
                  </a:lnTo>
                  <a:lnTo>
                    <a:pt x="170489" y="208639"/>
                  </a:lnTo>
                  <a:lnTo>
                    <a:pt x="157375" y="214757"/>
                  </a:lnTo>
                  <a:lnTo>
                    <a:pt x="144260" y="219996"/>
                  </a:lnTo>
                  <a:lnTo>
                    <a:pt x="131146" y="224232"/>
                  </a:lnTo>
                  <a:lnTo>
                    <a:pt x="118031" y="227340"/>
                  </a:lnTo>
                  <a:lnTo>
                    <a:pt x="104916" y="229192"/>
                  </a:lnTo>
                  <a:lnTo>
                    <a:pt x="91802" y="231266"/>
                  </a:lnTo>
                  <a:lnTo>
                    <a:pt x="78687" y="232369"/>
                  </a:lnTo>
                  <a:lnTo>
                    <a:pt x="65573" y="231879"/>
                  </a:lnTo>
                  <a:lnTo>
                    <a:pt x="52458" y="229663"/>
                  </a:lnTo>
                  <a:lnTo>
                    <a:pt x="39343" y="227770"/>
                  </a:lnTo>
                  <a:lnTo>
                    <a:pt x="26229" y="227729"/>
                  </a:lnTo>
                  <a:lnTo>
                    <a:pt x="13114" y="226336"/>
                  </a:lnTo>
                  <a:lnTo>
                    <a:pt x="0" y="2264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435073"/>
              <a:ext cx="2347515" cy="418136"/>
            </a:xfrm>
            <a:custGeom>
              <a:avLst/>
              <a:pathLst>
                <a:path w="2347515" h="418136">
                  <a:moveTo>
                    <a:pt x="0" y="180528"/>
                  </a:moveTo>
                  <a:lnTo>
                    <a:pt x="13114" y="187444"/>
                  </a:lnTo>
                  <a:lnTo>
                    <a:pt x="26229" y="192957"/>
                  </a:lnTo>
                  <a:lnTo>
                    <a:pt x="39343" y="197150"/>
                  </a:lnTo>
                  <a:lnTo>
                    <a:pt x="52458" y="200108"/>
                  </a:lnTo>
                  <a:lnTo>
                    <a:pt x="65573" y="201912"/>
                  </a:lnTo>
                  <a:lnTo>
                    <a:pt x="78687" y="202647"/>
                  </a:lnTo>
                  <a:lnTo>
                    <a:pt x="91802" y="202395"/>
                  </a:lnTo>
                  <a:lnTo>
                    <a:pt x="104916" y="201240"/>
                  </a:lnTo>
                  <a:lnTo>
                    <a:pt x="118031" y="199265"/>
                  </a:lnTo>
                  <a:lnTo>
                    <a:pt x="131146" y="196554"/>
                  </a:lnTo>
                  <a:lnTo>
                    <a:pt x="144260" y="193189"/>
                  </a:lnTo>
                  <a:lnTo>
                    <a:pt x="157375" y="189254"/>
                  </a:lnTo>
                  <a:lnTo>
                    <a:pt x="170489" y="184831"/>
                  </a:lnTo>
                  <a:lnTo>
                    <a:pt x="183604" y="180005"/>
                  </a:lnTo>
                  <a:lnTo>
                    <a:pt x="196719" y="174859"/>
                  </a:lnTo>
                  <a:lnTo>
                    <a:pt x="209833" y="169475"/>
                  </a:lnTo>
                  <a:lnTo>
                    <a:pt x="222948" y="163938"/>
                  </a:lnTo>
                  <a:lnTo>
                    <a:pt x="236063" y="158329"/>
                  </a:lnTo>
                  <a:lnTo>
                    <a:pt x="249177" y="152733"/>
                  </a:lnTo>
                  <a:lnTo>
                    <a:pt x="262292" y="147233"/>
                  </a:lnTo>
                  <a:lnTo>
                    <a:pt x="275406" y="141912"/>
                  </a:lnTo>
                  <a:lnTo>
                    <a:pt x="288521" y="136853"/>
                  </a:lnTo>
                  <a:lnTo>
                    <a:pt x="301636" y="132140"/>
                  </a:lnTo>
                  <a:lnTo>
                    <a:pt x="314750" y="127855"/>
                  </a:lnTo>
                  <a:lnTo>
                    <a:pt x="327865" y="124083"/>
                  </a:lnTo>
                  <a:lnTo>
                    <a:pt x="340979" y="120900"/>
                  </a:lnTo>
                  <a:lnTo>
                    <a:pt x="354094" y="118328"/>
                  </a:lnTo>
                  <a:lnTo>
                    <a:pt x="367209" y="116327"/>
                  </a:lnTo>
                  <a:lnTo>
                    <a:pt x="380323" y="114856"/>
                  </a:lnTo>
                  <a:lnTo>
                    <a:pt x="393438" y="113873"/>
                  </a:lnTo>
                  <a:lnTo>
                    <a:pt x="406552" y="113337"/>
                  </a:lnTo>
                  <a:lnTo>
                    <a:pt x="419667" y="113206"/>
                  </a:lnTo>
                  <a:lnTo>
                    <a:pt x="432782" y="113437"/>
                  </a:lnTo>
                  <a:lnTo>
                    <a:pt x="445896" y="113990"/>
                  </a:lnTo>
                  <a:lnTo>
                    <a:pt x="459011" y="114822"/>
                  </a:lnTo>
                  <a:lnTo>
                    <a:pt x="472126" y="115892"/>
                  </a:lnTo>
                  <a:lnTo>
                    <a:pt x="485240" y="117158"/>
                  </a:lnTo>
                  <a:lnTo>
                    <a:pt x="498355" y="118579"/>
                  </a:lnTo>
                  <a:lnTo>
                    <a:pt x="511469" y="120112"/>
                  </a:lnTo>
                  <a:lnTo>
                    <a:pt x="524584" y="121716"/>
                  </a:lnTo>
                  <a:lnTo>
                    <a:pt x="537699" y="123350"/>
                  </a:lnTo>
                  <a:lnTo>
                    <a:pt x="550813" y="124971"/>
                  </a:lnTo>
                  <a:lnTo>
                    <a:pt x="563928" y="126538"/>
                  </a:lnTo>
                  <a:lnTo>
                    <a:pt x="577042" y="128008"/>
                  </a:lnTo>
                  <a:lnTo>
                    <a:pt x="590157" y="129342"/>
                  </a:lnTo>
                  <a:lnTo>
                    <a:pt x="603272" y="130496"/>
                  </a:lnTo>
                  <a:lnTo>
                    <a:pt x="616386" y="131428"/>
                  </a:lnTo>
                  <a:lnTo>
                    <a:pt x="629501" y="132098"/>
                  </a:lnTo>
                  <a:lnTo>
                    <a:pt x="642615" y="132464"/>
                  </a:lnTo>
                  <a:lnTo>
                    <a:pt x="655730" y="132483"/>
                  </a:lnTo>
                  <a:lnTo>
                    <a:pt x="668845" y="132116"/>
                  </a:lnTo>
                  <a:lnTo>
                    <a:pt x="681959" y="131337"/>
                  </a:lnTo>
                  <a:lnTo>
                    <a:pt x="695074" y="130165"/>
                  </a:lnTo>
                  <a:lnTo>
                    <a:pt x="708189" y="128633"/>
                  </a:lnTo>
                  <a:lnTo>
                    <a:pt x="721303" y="126776"/>
                  </a:lnTo>
                  <a:lnTo>
                    <a:pt x="734418" y="124630"/>
                  </a:lnTo>
                  <a:lnTo>
                    <a:pt x="747532" y="122230"/>
                  </a:lnTo>
                  <a:lnTo>
                    <a:pt x="760647" y="119608"/>
                  </a:lnTo>
                  <a:lnTo>
                    <a:pt x="773762" y="116802"/>
                  </a:lnTo>
                  <a:lnTo>
                    <a:pt x="786876" y="113844"/>
                  </a:lnTo>
                  <a:lnTo>
                    <a:pt x="799991" y="110771"/>
                  </a:lnTo>
                  <a:lnTo>
                    <a:pt x="813105" y="107616"/>
                  </a:lnTo>
                  <a:lnTo>
                    <a:pt x="826220" y="104415"/>
                  </a:lnTo>
                  <a:lnTo>
                    <a:pt x="839335" y="101202"/>
                  </a:lnTo>
                  <a:lnTo>
                    <a:pt x="852449" y="98012"/>
                  </a:lnTo>
                  <a:lnTo>
                    <a:pt x="865564" y="94880"/>
                  </a:lnTo>
                  <a:lnTo>
                    <a:pt x="878679" y="91840"/>
                  </a:lnTo>
                  <a:lnTo>
                    <a:pt x="891793" y="88927"/>
                  </a:lnTo>
                  <a:lnTo>
                    <a:pt x="904908" y="86176"/>
                  </a:lnTo>
                  <a:lnTo>
                    <a:pt x="918022" y="83621"/>
                  </a:lnTo>
                  <a:lnTo>
                    <a:pt x="931137" y="81298"/>
                  </a:lnTo>
                  <a:lnTo>
                    <a:pt x="944252" y="79241"/>
                  </a:lnTo>
                  <a:lnTo>
                    <a:pt x="957366" y="77484"/>
                  </a:lnTo>
                  <a:lnTo>
                    <a:pt x="970481" y="76063"/>
                  </a:lnTo>
                  <a:lnTo>
                    <a:pt x="983595" y="75012"/>
                  </a:lnTo>
                  <a:lnTo>
                    <a:pt x="996710" y="74364"/>
                  </a:lnTo>
                  <a:lnTo>
                    <a:pt x="1009825" y="74148"/>
                  </a:lnTo>
                  <a:lnTo>
                    <a:pt x="1022939" y="74366"/>
                  </a:lnTo>
                  <a:lnTo>
                    <a:pt x="1036054" y="74982"/>
                  </a:lnTo>
                  <a:lnTo>
                    <a:pt x="1049168" y="75957"/>
                  </a:lnTo>
                  <a:lnTo>
                    <a:pt x="1062283" y="77250"/>
                  </a:lnTo>
                  <a:lnTo>
                    <a:pt x="1075398" y="78822"/>
                  </a:lnTo>
                  <a:lnTo>
                    <a:pt x="1088512" y="80632"/>
                  </a:lnTo>
                  <a:lnTo>
                    <a:pt x="1101627" y="82641"/>
                  </a:lnTo>
                  <a:lnTo>
                    <a:pt x="1114742" y="84809"/>
                  </a:lnTo>
                  <a:lnTo>
                    <a:pt x="1127856" y="87095"/>
                  </a:lnTo>
                  <a:lnTo>
                    <a:pt x="1140971" y="89460"/>
                  </a:lnTo>
                  <a:lnTo>
                    <a:pt x="1154085" y="91864"/>
                  </a:lnTo>
                  <a:lnTo>
                    <a:pt x="1167200" y="94268"/>
                  </a:lnTo>
                  <a:lnTo>
                    <a:pt x="1180315" y="96630"/>
                  </a:lnTo>
                  <a:lnTo>
                    <a:pt x="1193429" y="98911"/>
                  </a:lnTo>
                  <a:lnTo>
                    <a:pt x="1206544" y="101072"/>
                  </a:lnTo>
                  <a:lnTo>
                    <a:pt x="1219658" y="103071"/>
                  </a:lnTo>
                  <a:lnTo>
                    <a:pt x="1232773" y="104870"/>
                  </a:lnTo>
                  <a:lnTo>
                    <a:pt x="1245888" y="106429"/>
                  </a:lnTo>
                  <a:lnTo>
                    <a:pt x="1259002" y="107707"/>
                  </a:lnTo>
                  <a:lnTo>
                    <a:pt x="1272117" y="108664"/>
                  </a:lnTo>
                  <a:lnTo>
                    <a:pt x="1285231" y="109261"/>
                  </a:lnTo>
                  <a:lnTo>
                    <a:pt x="1298346" y="109458"/>
                  </a:lnTo>
                  <a:lnTo>
                    <a:pt x="1311461" y="109214"/>
                  </a:lnTo>
                  <a:lnTo>
                    <a:pt x="1324575" y="108491"/>
                  </a:lnTo>
                  <a:lnTo>
                    <a:pt x="1337690" y="107254"/>
                  </a:lnTo>
                  <a:lnTo>
                    <a:pt x="1350805" y="105476"/>
                  </a:lnTo>
                  <a:lnTo>
                    <a:pt x="1363919" y="103174"/>
                  </a:lnTo>
                  <a:lnTo>
                    <a:pt x="1377034" y="100391"/>
                  </a:lnTo>
                  <a:lnTo>
                    <a:pt x="1390148" y="97170"/>
                  </a:lnTo>
                  <a:lnTo>
                    <a:pt x="1403263" y="93554"/>
                  </a:lnTo>
                  <a:lnTo>
                    <a:pt x="1416378" y="89587"/>
                  </a:lnTo>
                  <a:lnTo>
                    <a:pt x="1429492" y="85310"/>
                  </a:lnTo>
                  <a:lnTo>
                    <a:pt x="1442607" y="80768"/>
                  </a:lnTo>
                  <a:lnTo>
                    <a:pt x="1455721" y="76002"/>
                  </a:lnTo>
                  <a:lnTo>
                    <a:pt x="1468836" y="71056"/>
                  </a:lnTo>
                  <a:lnTo>
                    <a:pt x="1481951" y="65973"/>
                  </a:lnTo>
                  <a:lnTo>
                    <a:pt x="1495065" y="60796"/>
                  </a:lnTo>
                  <a:lnTo>
                    <a:pt x="1508180" y="55567"/>
                  </a:lnTo>
                  <a:lnTo>
                    <a:pt x="1521295" y="50330"/>
                  </a:lnTo>
                  <a:lnTo>
                    <a:pt x="1534409" y="45128"/>
                  </a:lnTo>
                  <a:lnTo>
                    <a:pt x="1547524" y="40003"/>
                  </a:lnTo>
                  <a:lnTo>
                    <a:pt x="1560638" y="34999"/>
                  </a:lnTo>
                  <a:lnTo>
                    <a:pt x="1573753" y="30158"/>
                  </a:lnTo>
                  <a:lnTo>
                    <a:pt x="1586868" y="25524"/>
                  </a:lnTo>
                  <a:lnTo>
                    <a:pt x="1599982" y="21139"/>
                  </a:lnTo>
                  <a:lnTo>
                    <a:pt x="1613097" y="17047"/>
                  </a:lnTo>
                  <a:lnTo>
                    <a:pt x="1626211" y="13290"/>
                  </a:lnTo>
                  <a:lnTo>
                    <a:pt x="1639326" y="9913"/>
                  </a:lnTo>
                  <a:lnTo>
                    <a:pt x="1652441" y="6962"/>
                  </a:lnTo>
                  <a:lnTo>
                    <a:pt x="1665555" y="4482"/>
                  </a:lnTo>
                  <a:lnTo>
                    <a:pt x="1678670" y="2521"/>
                  </a:lnTo>
                  <a:lnTo>
                    <a:pt x="1691784" y="1114"/>
                  </a:lnTo>
                  <a:lnTo>
                    <a:pt x="1704899" y="272"/>
                  </a:lnTo>
                  <a:lnTo>
                    <a:pt x="1718014" y="0"/>
                  </a:lnTo>
                  <a:lnTo>
                    <a:pt x="1731128" y="304"/>
                  </a:lnTo>
                  <a:lnTo>
                    <a:pt x="1744243" y="1191"/>
                  </a:lnTo>
                  <a:lnTo>
                    <a:pt x="1757358" y="2667"/>
                  </a:lnTo>
                  <a:lnTo>
                    <a:pt x="1770472" y="4737"/>
                  </a:lnTo>
                  <a:lnTo>
                    <a:pt x="1783587" y="7409"/>
                  </a:lnTo>
                  <a:lnTo>
                    <a:pt x="1796701" y="10687"/>
                  </a:lnTo>
                  <a:lnTo>
                    <a:pt x="1809816" y="14579"/>
                  </a:lnTo>
                  <a:lnTo>
                    <a:pt x="1822931" y="19090"/>
                  </a:lnTo>
                  <a:lnTo>
                    <a:pt x="1836045" y="24225"/>
                  </a:lnTo>
                  <a:lnTo>
                    <a:pt x="1849160" y="29993"/>
                  </a:lnTo>
                  <a:lnTo>
                    <a:pt x="1862274" y="36397"/>
                  </a:lnTo>
                  <a:lnTo>
                    <a:pt x="1875389" y="43445"/>
                  </a:lnTo>
                  <a:lnTo>
                    <a:pt x="1888504" y="51143"/>
                  </a:lnTo>
                  <a:lnTo>
                    <a:pt x="1901618" y="59497"/>
                  </a:lnTo>
                  <a:lnTo>
                    <a:pt x="1914733" y="68512"/>
                  </a:lnTo>
                  <a:lnTo>
                    <a:pt x="1927847" y="78195"/>
                  </a:lnTo>
                  <a:lnTo>
                    <a:pt x="1940962" y="88552"/>
                  </a:lnTo>
                  <a:lnTo>
                    <a:pt x="1954077" y="99585"/>
                  </a:lnTo>
                  <a:lnTo>
                    <a:pt x="1967191" y="111291"/>
                  </a:lnTo>
                  <a:lnTo>
                    <a:pt x="1980306" y="123661"/>
                  </a:lnTo>
                  <a:lnTo>
                    <a:pt x="1993421" y="136675"/>
                  </a:lnTo>
                  <a:lnTo>
                    <a:pt x="2006535" y="150301"/>
                  </a:lnTo>
                  <a:lnTo>
                    <a:pt x="2019650" y="164499"/>
                  </a:lnTo>
                  <a:lnTo>
                    <a:pt x="2032764" y="179193"/>
                  </a:lnTo>
                  <a:lnTo>
                    <a:pt x="2045879" y="194280"/>
                  </a:lnTo>
                  <a:lnTo>
                    <a:pt x="2058994" y="209653"/>
                  </a:lnTo>
                  <a:lnTo>
                    <a:pt x="2072108" y="225208"/>
                  </a:lnTo>
                  <a:lnTo>
                    <a:pt x="2085223" y="240840"/>
                  </a:lnTo>
                  <a:lnTo>
                    <a:pt x="2098337" y="256444"/>
                  </a:lnTo>
                  <a:lnTo>
                    <a:pt x="2111452" y="271914"/>
                  </a:lnTo>
                  <a:lnTo>
                    <a:pt x="2124567" y="287146"/>
                  </a:lnTo>
                  <a:lnTo>
                    <a:pt x="2137681" y="302034"/>
                  </a:lnTo>
                  <a:lnTo>
                    <a:pt x="2150796" y="316473"/>
                  </a:lnTo>
                  <a:lnTo>
                    <a:pt x="2163911" y="330359"/>
                  </a:lnTo>
                  <a:lnTo>
                    <a:pt x="2177025" y="343586"/>
                  </a:lnTo>
                  <a:lnTo>
                    <a:pt x="2190140" y="356049"/>
                  </a:lnTo>
                  <a:lnTo>
                    <a:pt x="2203254" y="367643"/>
                  </a:lnTo>
                  <a:lnTo>
                    <a:pt x="2216369" y="378263"/>
                  </a:lnTo>
                  <a:lnTo>
                    <a:pt x="2229484" y="387803"/>
                  </a:lnTo>
                  <a:lnTo>
                    <a:pt x="2242598" y="396160"/>
                  </a:lnTo>
                  <a:lnTo>
                    <a:pt x="2255713" y="403227"/>
                  </a:lnTo>
                  <a:lnTo>
                    <a:pt x="2268827" y="408946"/>
                  </a:lnTo>
                  <a:lnTo>
                    <a:pt x="2281942" y="413292"/>
                  </a:lnTo>
                  <a:lnTo>
                    <a:pt x="2295057" y="416255"/>
                  </a:lnTo>
                  <a:lnTo>
                    <a:pt x="2308171" y="417832"/>
                  </a:lnTo>
                  <a:lnTo>
                    <a:pt x="2321286" y="418136"/>
                  </a:lnTo>
                  <a:lnTo>
                    <a:pt x="2334400" y="417235"/>
                  </a:lnTo>
                  <a:lnTo>
                    <a:pt x="2347515" y="415128"/>
                  </a:lnTo>
                  <a:lnTo>
                    <a:pt x="2347515" y="41512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41967" y="2229918"/>
              <a:ext cx="2280443" cy="557322"/>
            </a:xfrm>
            <a:custGeom>
              <a:avLst/>
              <a:pathLst>
                <a:path w="2280443" h="557322">
                  <a:moveTo>
                    <a:pt x="0" y="222768"/>
                  </a:moveTo>
                  <a:lnTo>
                    <a:pt x="12739" y="222480"/>
                  </a:lnTo>
                  <a:lnTo>
                    <a:pt x="25479" y="222191"/>
                  </a:lnTo>
                  <a:lnTo>
                    <a:pt x="38219" y="221903"/>
                  </a:lnTo>
                  <a:lnTo>
                    <a:pt x="50959" y="221614"/>
                  </a:lnTo>
                  <a:lnTo>
                    <a:pt x="63699" y="221324"/>
                  </a:lnTo>
                  <a:lnTo>
                    <a:pt x="76439" y="221034"/>
                  </a:lnTo>
                  <a:lnTo>
                    <a:pt x="89179" y="220743"/>
                  </a:lnTo>
                  <a:lnTo>
                    <a:pt x="101919" y="220451"/>
                  </a:lnTo>
                  <a:lnTo>
                    <a:pt x="114659" y="220158"/>
                  </a:lnTo>
                  <a:lnTo>
                    <a:pt x="127399" y="219862"/>
                  </a:lnTo>
                  <a:lnTo>
                    <a:pt x="140138" y="219565"/>
                  </a:lnTo>
                  <a:lnTo>
                    <a:pt x="152878" y="219266"/>
                  </a:lnTo>
                  <a:lnTo>
                    <a:pt x="165618" y="218964"/>
                  </a:lnTo>
                  <a:lnTo>
                    <a:pt x="178358" y="218660"/>
                  </a:lnTo>
                  <a:lnTo>
                    <a:pt x="191098" y="218352"/>
                  </a:lnTo>
                  <a:lnTo>
                    <a:pt x="203838" y="218041"/>
                  </a:lnTo>
                  <a:lnTo>
                    <a:pt x="216578" y="217726"/>
                  </a:lnTo>
                  <a:lnTo>
                    <a:pt x="229318" y="217406"/>
                  </a:lnTo>
                  <a:lnTo>
                    <a:pt x="242058" y="217082"/>
                  </a:lnTo>
                  <a:lnTo>
                    <a:pt x="254798" y="216754"/>
                  </a:lnTo>
                  <a:lnTo>
                    <a:pt x="267538" y="216419"/>
                  </a:lnTo>
                  <a:lnTo>
                    <a:pt x="280277" y="216080"/>
                  </a:lnTo>
                  <a:lnTo>
                    <a:pt x="293017" y="215734"/>
                  </a:lnTo>
                  <a:lnTo>
                    <a:pt x="305757" y="215381"/>
                  </a:lnTo>
                  <a:lnTo>
                    <a:pt x="318497" y="215022"/>
                  </a:lnTo>
                  <a:lnTo>
                    <a:pt x="331237" y="214656"/>
                  </a:lnTo>
                  <a:lnTo>
                    <a:pt x="343977" y="214282"/>
                  </a:lnTo>
                  <a:lnTo>
                    <a:pt x="356717" y="213900"/>
                  </a:lnTo>
                  <a:lnTo>
                    <a:pt x="369457" y="213511"/>
                  </a:lnTo>
                  <a:lnTo>
                    <a:pt x="382197" y="213112"/>
                  </a:lnTo>
                  <a:lnTo>
                    <a:pt x="394937" y="212704"/>
                  </a:lnTo>
                  <a:lnTo>
                    <a:pt x="407677" y="212287"/>
                  </a:lnTo>
                  <a:lnTo>
                    <a:pt x="420416" y="211861"/>
                  </a:lnTo>
                  <a:lnTo>
                    <a:pt x="433156" y="211424"/>
                  </a:lnTo>
                  <a:lnTo>
                    <a:pt x="445896" y="210977"/>
                  </a:lnTo>
                  <a:lnTo>
                    <a:pt x="458636" y="210519"/>
                  </a:lnTo>
                  <a:lnTo>
                    <a:pt x="471376" y="210050"/>
                  </a:lnTo>
                  <a:lnTo>
                    <a:pt x="484116" y="209570"/>
                  </a:lnTo>
                  <a:lnTo>
                    <a:pt x="496856" y="209078"/>
                  </a:lnTo>
                  <a:lnTo>
                    <a:pt x="509596" y="208574"/>
                  </a:lnTo>
                  <a:lnTo>
                    <a:pt x="522336" y="208058"/>
                  </a:lnTo>
                  <a:lnTo>
                    <a:pt x="535076" y="207529"/>
                  </a:lnTo>
                  <a:lnTo>
                    <a:pt x="547816" y="206987"/>
                  </a:lnTo>
                  <a:lnTo>
                    <a:pt x="560555" y="206432"/>
                  </a:lnTo>
                  <a:lnTo>
                    <a:pt x="573295" y="205864"/>
                  </a:lnTo>
                  <a:lnTo>
                    <a:pt x="586035" y="205282"/>
                  </a:lnTo>
                  <a:lnTo>
                    <a:pt x="598775" y="204685"/>
                  </a:lnTo>
                  <a:lnTo>
                    <a:pt x="611515" y="204075"/>
                  </a:lnTo>
                  <a:lnTo>
                    <a:pt x="624255" y="203450"/>
                  </a:lnTo>
                  <a:lnTo>
                    <a:pt x="636995" y="202810"/>
                  </a:lnTo>
                  <a:lnTo>
                    <a:pt x="649735" y="202156"/>
                  </a:lnTo>
                  <a:lnTo>
                    <a:pt x="662475" y="201486"/>
                  </a:lnTo>
                  <a:lnTo>
                    <a:pt x="675215" y="200801"/>
                  </a:lnTo>
                  <a:lnTo>
                    <a:pt x="687955" y="200101"/>
                  </a:lnTo>
                  <a:lnTo>
                    <a:pt x="700694" y="199385"/>
                  </a:lnTo>
                  <a:lnTo>
                    <a:pt x="713434" y="198653"/>
                  </a:lnTo>
                  <a:lnTo>
                    <a:pt x="726174" y="197905"/>
                  </a:lnTo>
                  <a:lnTo>
                    <a:pt x="738914" y="197141"/>
                  </a:lnTo>
                  <a:lnTo>
                    <a:pt x="751654" y="196360"/>
                  </a:lnTo>
                  <a:lnTo>
                    <a:pt x="764394" y="195563"/>
                  </a:lnTo>
                  <a:lnTo>
                    <a:pt x="777134" y="194750"/>
                  </a:lnTo>
                  <a:lnTo>
                    <a:pt x="789874" y="193920"/>
                  </a:lnTo>
                  <a:lnTo>
                    <a:pt x="802614" y="193074"/>
                  </a:lnTo>
                  <a:lnTo>
                    <a:pt x="815354" y="192210"/>
                  </a:lnTo>
                  <a:lnTo>
                    <a:pt x="828094" y="191330"/>
                  </a:lnTo>
                  <a:lnTo>
                    <a:pt x="840833" y="190433"/>
                  </a:lnTo>
                  <a:lnTo>
                    <a:pt x="853573" y="189519"/>
                  </a:lnTo>
                  <a:lnTo>
                    <a:pt x="866313" y="188588"/>
                  </a:lnTo>
                  <a:lnTo>
                    <a:pt x="879053" y="187640"/>
                  </a:lnTo>
                  <a:lnTo>
                    <a:pt x="891793" y="186675"/>
                  </a:lnTo>
                  <a:lnTo>
                    <a:pt x="904533" y="185693"/>
                  </a:lnTo>
                  <a:lnTo>
                    <a:pt x="917273" y="184694"/>
                  </a:lnTo>
                  <a:lnTo>
                    <a:pt x="930013" y="183677"/>
                  </a:lnTo>
                  <a:lnTo>
                    <a:pt x="942753" y="182644"/>
                  </a:lnTo>
                  <a:lnTo>
                    <a:pt x="955493" y="181593"/>
                  </a:lnTo>
                  <a:lnTo>
                    <a:pt x="968233" y="180526"/>
                  </a:lnTo>
                  <a:lnTo>
                    <a:pt x="980972" y="179441"/>
                  </a:lnTo>
                  <a:lnTo>
                    <a:pt x="993712" y="178340"/>
                  </a:lnTo>
                  <a:lnTo>
                    <a:pt x="1006452" y="177222"/>
                  </a:lnTo>
                  <a:lnTo>
                    <a:pt x="1019192" y="176086"/>
                  </a:lnTo>
                  <a:lnTo>
                    <a:pt x="1031932" y="174934"/>
                  </a:lnTo>
                  <a:lnTo>
                    <a:pt x="1044672" y="173765"/>
                  </a:lnTo>
                  <a:lnTo>
                    <a:pt x="1057412" y="172579"/>
                  </a:lnTo>
                  <a:lnTo>
                    <a:pt x="1070152" y="171377"/>
                  </a:lnTo>
                  <a:lnTo>
                    <a:pt x="1082892" y="170158"/>
                  </a:lnTo>
                  <a:lnTo>
                    <a:pt x="1095632" y="168922"/>
                  </a:lnTo>
                  <a:lnTo>
                    <a:pt x="1108372" y="167670"/>
                  </a:lnTo>
                  <a:lnTo>
                    <a:pt x="1121111" y="166402"/>
                  </a:lnTo>
                  <a:lnTo>
                    <a:pt x="1133851" y="165117"/>
                  </a:lnTo>
                  <a:lnTo>
                    <a:pt x="1146591" y="163815"/>
                  </a:lnTo>
                  <a:lnTo>
                    <a:pt x="1159331" y="162498"/>
                  </a:lnTo>
                  <a:lnTo>
                    <a:pt x="1172071" y="161164"/>
                  </a:lnTo>
                  <a:lnTo>
                    <a:pt x="1184811" y="159814"/>
                  </a:lnTo>
                  <a:lnTo>
                    <a:pt x="1197551" y="158448"/>
                  </a:lnTo>
                  <a:lnTo>
                    <a:pt x="1210291" y="157067"/>
                  </a:lnTo>
                  <a:lnTo>
                    <a:pt x="1223031" y="155669"/>
                  </a:lnTo>
                  <a:lnTo>
                    <a:pt x="1235771" y="154255"/>
                  </a:lnTo>
                  <a:lnTo>
                    <a:pt x="1248511" y="152825"/>
                  </a:lnTo>
                  <a:lnTo>
                    <a:pt x="1261250" y="151380"/>
                  </a:lnTo>
                  <a:lnTo>
                    <a:pt x="1273990" y="149919"/>
                  </a:lnTo>
                  <a:lnTo>
                    <a:pt x="1286730" y="148442"/>
                  </a:lnTo>
                  <a:lnTo>
                    <a:pt x="1299470" y="146949"/>
                  </a:lnTo>
                  <a:lnTo>
                    <a:pt x="1312210" y="145441"/>
                  </a:lnTo>
                  <a:lnTo>
                    <a:pt x="1324950" y="143917"/>
                  </a:lnTo>
                  <a:lnTo>
                    <a:pt x="1337690" y="142378"/>
                  </a:lnTo>
                  <a:lnTo>
                    <a:pt x="1350430" y="140823"/>
                  </a:lnTo>
                  <a:lnTo>
                    <a:pt x="1363170" y="139253"/>
                  </a:lnTo>
                  <a:lnTo>
                    <a:pt x="1375910" y="137668"/>
                  </a:lnTo>
                  <a:lnTo>
                    <a:pt x="1388650" y="136067"/>
                  </a:lnTo>
                  <a:lnTo>
                    <a:pt x="1401389" y="134451"/>
                  </a:lnTo>
                  <a:lnTo>
                    <a:pt x="1414129" y="132820"/>
                  </a:lnTo>
                  <a:lnTo>
                    <a:pt x="1426869" y="131174"/>
                  </a:lnTo>
                  <a:lnTo>
                    <a:pt x="1439609" y="129513"/>
                  </a:lnTo>
                  <a:lnTo>
                    <a:pt x="1452349" y="127837"/>
                  </a:lnTo>
                  <a:lnTo>
                    <a:pt x="1465089" y="126147"/>
                  </a:lnTo>
                  <a:lnTo>
                    <a:pt x="1477829" y="124442"/>
                  </a:lnTo>
                  <a:lnTo>
                    <a:pt x="1490569" y="122722"/>
                  </a:lnTo>
                  <a:lnTo>
                    <a:pt x="1503309" y="120989"/>
                  </a:lnTo>
                  <a:lnTo>
                    <a:pt x="1516049" y="119241"/>
                  </a:lnTo>
                  <a:lnTo>
                    <a:pt x="1528789" y="117479"/>
                  </a:lnTo>
                  <a:lnTo>
                    <a:pt x="1541528" y="115703"/>
                  </a:lnTo>
                  <a:lnTo>
                    <a:pt x="1554268" y="113914"/>
                  </a:lnTo>
                  <a:lnTo>
                    <a:pt x="1567008" y="112112"/>
                  </a:lnTo>
                  <a:lnTo>
                    <a:pt x="1579748" y="110297"/>
                  </a:lnTo>
                  <a:lnTo>
                    <a:pt x="1592488" y="108469"/>
                  </a:lnTo>
                  <a:lnTo>
                    <a:pt x="1605228" y="106628"/>
                  </a:lnTo>
                  <a:lnTo>
                    <a:pt x="1617968" y="104775"/>
                  </a:lnTo>
                  <a:lnTo>
                    <a:pt x="1630708" y="102911"/>
                  </a:lnTo>
                  <a:lnTo>
                    <a:pt x="1643448" y="101034"/>
                  </a:lnTo>
                  <a:lnTo>
                    <a:pt x="1656188" y="99147"/>
                  </a:lnTo>
                  <a:lnTo>
                    <a:pt x="1668928" y="97249"/>
                  </a:lnTo>
                  <a:lnTo>
                    <a:pt x="1681667" y="95340"/>
                  </a:lnTo>
                  <a:lnTo>
                    <a:pt x="1694407" y="93421"/>
                  </a:lnTo>
                  <a:lnTo>
                    <a:pt x="1707147" y="91492"/>
                  </a:lnTo>
                  <a:lnTo>
                    <a:pt x="1719887" y="89554"/>
                  </a:lnTo>
                  <a:lnTo>
                    <a:pt x="1732627" y="87607"/>
                  </a:lnTo>
                  <a:lnTo>
                    <a:pt x="1745367" y="85651"/>
                  </a:lnTo>
                  <a:lnTo>
                    <a:pt x="1758107" y="83687"/>
                  </a:lnTo>
                  <a:lnTo>
                    <a:pt x="1770847" y="81715"/>
                  </a:lnTo>
                  <a:lnTo>
                    <a:pt x="1783587" y="79736"/>
                  </a:lnTo>
                  <a:lnTo>
                    <a:pt x="1796327" y="77750"/>
                  </a:lnTo>
                  <a:lnTo>
                    <a:pt x="1809067" y="75758"/>
                  </a:lnTo>
                  <a:lnTo>
                    <a:pt x="1821806" y="73759"/>
                  </a:lnTo>
                  <a:lnTo>
                    <a:pt x="1834546" y="71755"/>
                  </a:lnTo>
                  <a:lnTo>
                    <a:pt x="1847286" y="69745"/>
                  </a:lnTo>
                  <a:lnTo>
                    <a:pt x="1860026" y="67730"/>
                  </a:lnTo>
                  <a:lnTo>
                    <a:pt x="1872766" y="65711"/>
                  </a:lnTo>
                  <a:lnTo>
                    <a:pt x="1885506" y="63687"/>
                  </a:lnTo>
                  <a:lnTo>
                    <a:pt x="1898246" y="61659"/>
                  </a:lnTo>
                  <a:lnTo>
                    <a:pt x="1910986" y="59627"/>
                  </a:lnTo>
                  <a:lnTo>
                    <a:pt x="1923726" y="57593"/>
                  </a:lnTo>
                  <a:lnTo>
                    <a:pt x="1936466" y="55555"/>
                  </a:lnTo>
                  <a:lnTo>
                    <a:pt x="1949206" y="53514"/>
                  </a:lnTo>
                  <a:lnTo>
                    <a:pt x="1961945" y="51471"/>
                  </a:lnTo>
                  <a:lnTo>
                    <a:pt x="1974685" y="49425"/>
                  </a:lnTo>
                  <a:lnTo>
                    <a:pt x="1987425" y="47377"/>
                  </a:lnTo>
                  <a:lnTo>
                    <a:pt x="2000165" y="45328"/>
                  </a:lnTo>
                  <a:lnTo>
                    <a:pt x="2012905" y="43276"/>
                  </a:lnTo>
                  <a:lnTo>
                    <a:pt x="2025645" y="41223"/>
                  </a:lnTo>
                  <a:lnTo>
                    <a:pt x="2038385" y="39169"/>
                  </a:lnTo>
                  <a:lnTo>
                    <a:pt x="2051125" y="37113"/>
                  </a:lnTo>
                  <a:lnTo>
                    <a:pt x="2063865" y="35057"/>
                  </a:lnTo>
                  <a:lnTo>
                    <a:pt x="2076605" y="32999"/>
                  </a:lnTo>
                  <a:lnTo>
                    <a:pt x="2089345" y="30940"/>
                  </a:lnTo>
                  <a:lnTo>
                    <a:pt x="2102084" y="28880"/>
                  </a:lnTo>
                  <a:lnTo>
                    <a:pt x="2114824" y="26820"/>
                  </a:lnTo>
                  <a:lnTo>
                    <a:pt x="2127564" y="24759"/>
                  </a:lnTo>
                  <a:lnTo>
                    <a:pt x="2140304" y="22698"/>
                  </a:lnTo>
                  <a:lnTo>
                    <a:pt x="2153044" y="20636"/>
                  </a:lnTo>
                  <a:lnTo>
                    <a:pt x="2165784" y="18573"/>
                  </a:lnTo>
                  <a:lnTo>
                    <a:pt x="2178524" y="16510"/>
                  </a:lnTo>
                  <a:lnTo>
                    <a:pt x="2191264" y="14447"/>
                  </a:lnTo>
                  <a:lnTo>
                    <a:pt x="2204004" y="12383"/>
                  </a:lnTo>
                  <a:lnTo>
                    <a:pt x="2216744" y="10320"/>
                  </a:lnTo>
                  <a:lnTo>
                    <a:pt x="2229484" y="8256"/>
                  </a:lnTo>
                  <a:lnTo>
                    <a:pt x="2242223" y="6192"/>
                  </a:lnTo>
                  <a:lnTo>
                    <a:pt x="2254963" y="4128"/>
                  </a:lnTo>
                  <a:lnTo>
                    <a:pt x="2267703" y="2064"/>
                  </a:lnTo>
                  <a:lnTo>
                    <a:pt x="2280443" y="0"/>
                  </a:lnTo>
                  <a:lnTo>
                    <a:pt x="2280443" y="124840"/>
                  </a:lnTo>
                  <a:lnTo>
                    <a:pt x="2267703" y="127443"/>
                  </a:lnTo>
                  <a:lnTo>
                    <a:pt x="2254963" y="130045"/>
                  </a:lnTo>
                  <a:lnTo>
                    <a:pt x="2242223" y="132648"/>
                  </a:lnTo>
                  <a:lnTo>
                    <a:pt x="2229484" y="135251"/>
                  </a:lnTo>
                  <a:lnTo>
                    <a:pt x="2216744" y="137853"/>
                  </a:lnTo>
                  <a:lnTo>
                    <a:pt x="2204004" y="140456"/>
                  </a:lnTo>
                  <a:lnTo>
                    <a:pt x="2191264" y="143058"/>
                  </a:lnTo>
                  <a:lnTo>
                    <a:pt x="2178524" y="145661"/>
                  </a:lnTo>
                  <a:lnTo>
                    <a:pt x="2165784" y="148263"/>
                  </a:lnTo>
                  <a:lnTo>
                    <a:pt x="2153044" y="150865"/>
                  </a:lnTo>
                  <a:lnTo>
                    <a:pt x="2140304" y="153467"/>
                  </a:lnTo>
                  <a:lnTo>
                    <a:pt x="2127564" y="156070"/>
                  </a:lnTo>
                  <a:lnTo>
                    <a:pt x="2114824" y="158671"/>
                  </a:lnTo>
                  <a:lnTo>
                    <a:pt x="2102084" y="161273"/>
                  </a:lnTo>
                  <a:lnTo>
                    <a:pt x="2089345" y="163875"/>
                  </a:lnTo>
                  <a:lnTo>
                    <a:pt x="2076605" y="166476"/>
                  </a:lnTo>
                  <a:lnTo>
                    <a:pt x="2063865" y="169077"/>
                  </a:lnTo>
                  <a:lnTo>
                    <a:pt x="2051125" y="171678"/>
                  </a:lnTo>
                  <a:lnTo>
                    <a:pt x="2038385" y="174279"/>
                  </a:lnTo>
                  <a:lnTo>
                    <a:pt x="2025645" y="176879"/>
                  </a:lnTo>
                  <a:lnTo>
                    <a:pt x="2012905" y="179479"/>
                  </a:lnTo>
                  <a:lnTo>
                    <a:pt x="2000165" y="182078"/>
                  </a:lnTo>
                  <a:lnTo>
                    <a:pt x="1987425" y="184677"/>
                  </a:lnTo>
                  <a:lnTo>
                    <a:pt x="1974685" y="187274"/>
                  </a:lnTo>
                  <a:lnTo>
                    <a:pt x="1961945" y="189871"/>
                  </a:lnTo>
                  <a:lnTo>
                    <a:pt x="1949206" y="192467"/>
                  </a:lnTo>
                  <a:lnTo>
                    <a:pt x="1936466" y="195062"/>
                  </a:lnTo>
                  <a:lnTo>
                    <a:pt x="1923726" y="197656"/>
                  </a:lnTo>
                  <a:lnTo>
                    <a:pt x="1910986" y="200248"/>
                  </a:lnTo>
                  <a:lnTo>
                    <a:pt x="1898246" y="202839"/>
                  </a:lnTo>
                  <a:lnTo>
                    <a:pt x="1885506" y="205428"/>
                  </a:lnTo>
                  <a:lnTo>
                    <a:pt x="1872766" y="208015"/>
                  </a:lnTo>
                  <a:lnTo>
                    <a:pt x="1860026" y="210600"/>
                  </a:lnTo>
                  <a:lnTo>
                    <a:pt x="1847286" y="213182"/>
                  </a:lnTo>
                  <a:lnTo>
                    <a:pt x="1834546" y="215762"/>
                  </a:lnTo>
                  <a:lnTo>
                    <a:pt x="1821806" y="218339"/>
                  </a:lnTo>
                  <a:lnTo>
                    <a:pt x="1809067" y="220914"/>
                  </a:lnTo>
                  <a:lnTo>
                    <a:pt x="1796327" y="223485"/>
                  </a:lnTo>
                  <a:lnTo>
                    <a:pt x="1783587" y="226052"/>
                  </a:lnTo>
                  <a:lnTo>
                    <a:pt x="1770847" y="228616"/>
                  </a:lnTo>
                  <a:lnTo>
                    <a:pt x="1758107" y="231176"/>
                  </a:lnTo>
                  <a:lnTo>
                    <a:pt x="1745367" y="233731"/>
                  </a:lnTo>
                  <a:lnTo>
                    <a:pt x="1732627" y="236283"/>
                  </a:lnTo>
                  <a:lnTo>
                    <a:pt x="1719887" y="238830"/>
                  </a:lnTo>
                  <a:lnTo>
                    <a:pt x="1707147" y="241372"/>
                  </a:lnTo>
                  <a:lnTo>
                    <a:pt x="1694407" y="243909"/>
                  </a:lnTo>
                  <a:lnTo>
                    <a:pt x="1681667" y="246441"/>
                  </a:lnTo>
                  <a:lnTo>
                    <a:pt x="1668928" y="248967"/>
                  </a:lnTo>
                  <a:lnTo>
                    <a:pt x="1656188" y="251489"/>
                  </a:lnTo>
                  <a:lnTo>
                    <a:pt x="1643448" y="254004"/>
                  </a:lnTo>
                  <a:lnTo>
                    <a:pt x="1630708" y="256514"/>
                  </a:lnTo>
                  <a:lnTo>
                    <a:pt x="1617968" y="259018"/>
                  </a:lnTo>
                  <a:lnTo>
                    <a:pt x="1605228" y="261517"/>
                  </a:lnTo>
                  <a:lnTo>
                    <a:pt x="1592488" y="264009"/>
                  </a:lnTo>
                  <a:lnTo>
                    <a:pt x="1579748" y="266495"/>
                  </a:lnTo>
                  <a:lnTo>
                    <a:pt x="1567008" y="268975"/>
                  </a:lnTo>
                  <a:lnTo>
                    <a:pt x="1554268" y="271450"/>
                  </a:lnTo>
                  <a:lnTo>
                    <a:pt x="1541528" y="273918"/>
                  </a:lnTo>
                  <a:lnTo>
                    <a:pt x="1528789" y="276380"/>
                  </a:lnTo>
                  <a:lnTo>
                    <a:pt x="1516049" y="278836"/>
                  </a:lnTo>
                  <a:lnTo>
                    <a:pt x="1503309" y="281286"/>
                  </a:lnTo>
                  <a:lnTo>
                    <a:pt x="1490569" y="283731"/>
                  </a:lnTo>
                  <a:lnTo>
                    <a:pt x="1477829" y="286169"/>
                  </a:lnTo>
                  <a:lnTo>
                    <a:pt x="1465089" y="288602"/>
                  </a:lnTo>
                  <a:lnTo>
                    <a:pt x="1452349" y="291029"/>
                  </a:lnTo>
                  <a:lnTo>
                    <a:pt x="1439609" y="293451"/>
                  </a:lnTo>
                  <a:lnTo>
                    <a:pt x="1426869" y="295868"/>
                  </a:lnTo>
                  <a:lnTo>
                    <a:pt x="1414129" y="298279"/>
                  </a:lnTo>
                  <a:lnTo>
                    <a:pt x="1401389" y="300686"/>
                  </a:lnTo>
                  <a:lnTo>
                    <a:pt x="1388650" y="303087"/>
                  </a:lnTo>
                  <a:lnTo>
                    <a:pt x="1375910" y="305484"/>
                  </a:lnTo>
                  <a:lnTo>
                    <a:pt x="1363170" y="307876"/>
                  </a:lnTo>
                  <a:lnTo>
                    <a:pt x="1350430" y="310264"/>
                  </a:lnTo>
                  <a:lnTo>
                    <a:pt x="1337690" y="312648"/>
                  </a:lnTo>
                  <a:lnTo>
                    <a:pt x="1324950" y="315028"/>
                  </a:lnTo>
                  <a:lnTo>
                    <a:pt x="1312210" y="317404"/>
                  </a:lnTo>
                  <a:lnTo>
                    <a:pt x="1299470" y="319776"/>
                  </a:lnTo>
                  <a:lnTo>
                    <a:pt x="1286730" y="322144"/>
                  </a:lnTo>
                  <a:lnTo>
                    <a:pt x="1273990" y="324510"/>
                  </a:lnTo>
                  <a:lnTo>
                    <a:pt x="1261250" y="326872"/>
                  </a:lnTo>
                  <a:lnTo>
                    <a:pt x="1248511" y="329231"/>
                  </a:lnTo>
                  <a:lnTo>
                    <a:pt x="1235771" y="331587"/>
                  </a:lnTo>
                  <a:lnTo>
                    <a:pt x="1223031" y="333941"/>
                  </a:lnTo>
                  <a:lnTo>
                    <a:pt x="1210291" y="336292"/>
                  </a:lnTo>
                  <a:lnTo>
                    <a:pt x="1197551" y="338641"/>
                  </a:lnTo>
                  <a:lnTo>
                    <a:pt x="1184811" y="340987"/>
                  </a:lnTo>
                  <a:lnTo>
                    <a:pt x="1172071" y="343331"/>
                  </a:lnTo>
                  <a:lnTo>
                    <a:pt x="1159331" y="345673"/>
                  </a:lnTo>
                  <a:lnTo>
                    <a:pt x="1146591" y="348013"/>
                  </a:lnTo>
                  <a:lnTo>
                    <a:pt x="1133851" y="350351"/>
                  </a:lnTo>
                  <a:lnTo>
                    <a:pt x="1121111" y="352688"/>
                  </a:lnTo>
                  <a:lnTo>
                    <a:pt x="1108372" y="355023"/>
                  </a:lnTo>
                  <a:lnTo>
                    <a:pt x="1095632" y="357356"/>
                  </a:lnTo>
                  <a:lnTo>
                    <a:pt x="1082892" y="359688"/>
                  </a:lnTo>
                  <a:lnTo>
                    <a:pt x="1070152" y="362018"/>
                  </a:lnTo>
                  <a:lnTo>
                    <a:pt x="1057412" y="364347"/>
                  </a:lnTo>
                  <a:lnTo>
                    <a:pt x="1044672" y="366675"/>
                  </a:lnTo>
                  <a:lnTo>
                    <a:pt x="1031932" y="369002"/>
                  </a:lnTo>
                  <a:lnTo>
                    <a:pt x="1019192" y="371327"/>
                  </a:lnTo>
                  <a:lnTo>
                    <a:pt x="1006452" y="373651"/>
                  </a:lnTo>
                  <a:lnTo>
                    <a:pt x="993712" y="375974"/>
                  </a:lnTo>
                  <a:lnTo>
                    <a:pt x="980972" y="378296"/>
                  </a:lnTo>
                  <a:lnTo>
                    <a:pt x="968233" y="380618"/>
                  </a:lnTo>
                  <a:lnTo>
                    <a:pt x="955493" y="382938"/>
                  </a:lnTo>
                  <a:lnTo>
                    <a:pt x="942753" y="385257"/>
                  </a:lnTo>
                  <a:lnTo>
                    <a:pt x="930013" y="387575"/>
                  </a:lnTo>
                  <a:lnTo>
                    <a:pt x="917273" y="389893"/>
                  </a:lnTo>
                  <a:lnTo>
                    <a:pt x="904533" y="392210"/>
                  </a:lnTo>
                  <a:lnTo>
                    <a:pt x="891793" y="394526"/>
                  </a:lnTo>
                  <a:lnTo>
                    <a:pt x="879053" y="396841"/>
                  </a:lnTo>
                  <a:lnTo>
                    <a:pt x="866313" y="399156"/>
                  </a:lnTo>
                  <a:lnTo>
                    <a:pt x="853573" y="401470"/>
                  </a:lnTo>
                  <a:lnTo>
                    <a:pt x="840833" y="403783"/>
                  </a:lnTo>
                  <a:lnTo>
                    <a:pt x="828094" y="406096"/>
                  </a:lnTo>
                  <a:lnTo>
                    <a:pt x="815354" y="408408"/>
                  </a:lnTo>
                  <a:lnTo>
                    <a:pt x="802614" y="410720"/>
                  </a:lnTo>
                  <a:lnTo>
                    <a:pt x="789874" y="413031"/>
                  </a:lnTo>
                  <a:lnTo>
                    <a:pt x="777134" y="415342"/>
                  </a:lnTo>
                  <a:lnTo>
                    <a:pt x="764394" y="417653"/>
                  </a:lnTo>
                  <a:lnTo>
                    <a:pt x="751654" y="419963"/>
                  </a:lnTo>
                  <a:lnTo>
                    <a:pt x="738914" y="422273"/>
                  </a:lnTo>
                  <a:lnTo>
                    <a:pt x="726174" y="424583"/>
                  </a:lnTo>
                  <a:lnTo>
                    <a:pt x="713434" y="426892"/>
                  </a:lnTo>
                  <a:lnTo>
                    <a:pt x="700694" y="429202"/>
                  </a:lnTo>
                  <a:lnTo>
                    <a:pt x="687955" y="431511"/>
                  </a:lnTo>
                  <a:lnTo>
                    <a:pt x="675215" y="433821"/>
                  </a:lnTo>
                  <a:lnTo>
                    <a:pt x="662475" y="436130"/>
                  </a:lnTo>
                  <a:lnTo>
                    <a:pt x="649735" y="438440"/>
                  </a:lnTo>
                  <a:lnTo>
                    <a:pt x="636995" y="440750"/>
                  </a:lnTo>
                  <a:lnTo>
                    <a:pt x="624255" y="443060"/>
                  </a:lnTo>
                  <a:lnTo>
                    <a:pt x="611515" y="445370"/>
                  </a:lnTo>
                  <a:lnTo>
                    <a:pt x="598775" y="447681"/>
                  </a:lnTo>
                  <a:lnTo>
                    <a:pt x="586035" y="449992"/>
                  </a:lnTo>
                  <a:lnTo>
                    <a:pt x="573295" y="452304"/>
                  </a:lnTo>
                  <a:lnTo>
                    <a:pt x="560555" y="454616"/>
                  </a:lnTo>
                  <a:lnTo>
                    <a:pt x="547816" y="456929"/>
                  </a:lnTo>
                  <a:lnTo>
                    <a:pt x="535076" y="459242"/>
                  </a:lnTo>
                  <a:lnTo>
                    <a:pt x="522336" y="461556"/>
                  </a:lnTo>
                  <a:lnTo>
                    <a:pt x="509596" y="463871"/>
                  </a:lnTo>
                  <a:lnTo>
                    <a:pt x="496856" y="466187"/>
                  </a:lnTo>
                  <a:lnTo>
                    <a:pt x="484116" y="468504"/>
                  </a:lnTo>
                  <a:lnTo>
                    <a:pt x="471376" y="470822"/>
                  </a:lnTo>
                  <a:lnTo>
                    <a:pt x="458636" y="473140"/>
                  </a:lnTo>
                  <a:lnTo>
                    <a:pt x="445896" y="475460"/>
                  </a:lnTo>
                  <a:lnTo>
                    <a:pt x="433156" y="477781"/>
                  </a:lnTo>
                  <a:lnTo>
                    <a:pt x="420416" y="480103"/>
                  </a:lnTo>
                  <a:lnTo>
                    <a:pt x="407677" y="482426"/>
                  </a:lnTo>
                  <a:lnTo>
                    <a:pt x="394937" y="484751"/>
                  </a:lnTo>
                  <a:lnTo>
                    <a:pt x="382197" y="487077"/>
                  </a:lnTo>
                  <a:lnTo>
                    <a:pt x="369457" y="489403"/>
                  </a:lnTo>
                  <a:lnTo>
                    <a:pt x="356717" y="491732"/>
                  </a:lnTo>
                  <a:lnTo>
                    <a:pt x="343977" y="494061"/>
                  </a:lnTo>
                  <a:lnTo>
                    <a:pt x="331237" y="496392"/>
                  </a:lnTo>
                  <a:lnTo>
                    <a:pt x="318497" y="498724"/>
                  </a:lnTo>
                  <a:lnTo>
                    <a:pt x="305757" y="501057"/>
                  </a:lnTo>
                  <a:lnTo>
                    <a:pt x="293017" y="503392"/>
                  </a:lnTo>
                  <a:lnTo>
                    <a:pt x="280277" y="505728"/>
                  </a:lnTo>
                  <a:lnTo>
                    <a:pt x="267538" y="508065"/>
                  </a:lnTo>
                  <a:lnTo>
                    <a:pt x="254798" y="510403"/>
                  </a:lnTo>
                  <a:lnTo>
                    <a:pt x="242058" y="512742"/>
                  </a:lnTo>
                  <a:lnTo>
                    <a:pt x="229318" y="515083"/>
                  </a:lnTo>
                  <a:lnTo>
                    <a:pt x="216578" y="517424"/>
                  </a:lnTo>
                  <a:lnTo>
                    <a:pt x="203838" y="519767"/>
                  </a:lnTo>
                  <a:lnTo>
                    <a:pt x="191098" y="522110"/>
                  </a:lnTo>
                  <a:lnTo>
                    <a:pt x="178358" y="524454"/>
                  </a:lnTo>
                  <a:lnTo>
                    <a:pt x="165618" y="526799"/>
                  </a:lnTo>
                  <a:lnTo>
                    <a:pt x="152878" y="529145"/>
                  </a:lnTo>
                  <a:lnTo>
                    <a:pt x="140138" y="531491"/>
                  </a:lnTo>
                  <a:lnTo>
                    <a:pt x="127399" y="533838"/>
                  </a:lnTo>
                  <a:lnTo>
                    <a:pt x="114659" y="536185"/>
                  </a:lnTo>
                  <a:lnTo>
                    <a:pt x="101919" y="538533"/>
                  </a:lnTo>
                  <a:lnTo>
                    <a:pt x="89179" y="540881"/>
                  </a:lnTo>
                  <a:lnTo>
                    <a:pt x="76439" y="543229"/>
                  </a:lnTo>
                  <a:lnTo>
                    <a:pt x="63699" y="545578"/>
                  </a:lnTo>
                  <a:lnTo>
                    <a:pt x="50959" y="547927"/>
                  </a:lnTo>
                  <a:lnTo>
                    <a:pt x="38219" y="550275"/>
                  </a:lnTo>
                  <a:lnTo>
                    <a:pt x="25479" y="552624"/>
                  </a:lnTo>
                  <a:lnTo>
                    <a:pt x="12739" y="554973"/>
                  </a:lnTo>
                  <a:lnTo>
                    <a:pt x="0" y="55732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41967" y="2229918"/>
              <a:ext cx="2280443" cy="222768"/>
            </a:xfrm>
            <a:custGeom>
              <a:avLst/>
              <a:pathLst>
                <a:path w="2280443" h="222768">
                  <a:moveTo>
                    <a:pt x="0" y="222768"/>
                  </a:moveTo>
                  <a:lnTo>
                    <a:pt x="12739" y="222480"/>
                  </a:lnTo>
                  <a:lnTo>
                    <a:pt x="25479" y="222191"/>
                  </a:lnTo>
                  <a:lnTo>
                    <a:pt x="38219" y="221903"/>
                  </a:lnTo>
                  <a:lnTo>
                    <a:pt x="50959" y="221614"/>
                  </a:lnTo>
                  <a:lnTo>
                    <a:pt x="63699" y="221324"/>
                  </a:lnTo>
                  <a:lnTo>
                    <a:pt x="76439" y="221034"/>
                  </a:lnTo>
                  <a:lnTo>
                    <a:pt x="89179" y="220743"/>
                  </a:lnTo>
                  <a:lnTo>
                    <a:pt x="101919" y="220451"/>
                  </a:lnTo>
                  <a:lnTo>
                    <a:pt x="114659" y="220158"/>
                  </a:lnTo>
                  <a:lnTo>
                    <a:pt x="127399" y="219862"/>
                  </a:lnTo>
                  <a:lnTo>
                    <a:pt x="140138" y="219565"/>
                  </a:lnTo>
                  <a:lnTo>
                    <a:pt x="152878" y="219266"/>
                  </a:lnTo>
                  <a:lnTo>
                    <a:pt x="165618" y="218964"/>
                  </a:lnTo>
                  <a:lnTo>
                    <a:pt x="178358" y="218660"/>
                  </a:lnTo>
                  <a:lnTo>
                    <a:pt x="191098" y="218352"/>
                  </a:lnTo>
                  <a:lnTo>
                    <a:pt x="203838" y="218041"/>
                  </a:lnTo>
                  <a:lnTo>
                    <a:pt x="216578" y="217726"/>
                  </a:lnTo>
                  <a:lnTo>
                    <a:pt x="229318" y="217406"/>
                  </a:lnTo>
                  <a:lnTo>
                    <a:pt x="242058" y="217082"/>
                  </a:lnTo>
                  <a:lnTo>
                    <a:pt x="254798" y="216754"/>
                  </a:lnTo>
                  <a:lnTo>
                    <a:pt x="267538" y="216419"/>
                  </a:lnTo>
                  <a:lnTo>
                    <a:pt x="280277" y="216080"/>
                  </a:lnTo>
                  <a:lnTo>
                    <a:pt x="293017" y="215734"/>
                  </a:lnTo>
                  <a:lnTo>
                    <a:pt x="305757" y="215381"/>
                  </a:lnTo>
                  <a:lnTo>
                    <a:pt x="318497" y="215022"/>
                  </a:lnTo>
                  <a:lnTo>
                    <a:pt x="331237" y="214656"/>
                  </a:lnTo>
                  <a:lnTo>
                    <a:pt x="343977" y="214282"/>
                  </a:lnTo>
                  <a:lnTo>
                    <a:pt x="356717" y="213900"/>
                  </a:lnTo>
                  <a:lnTo>
                    <a:pt x="369457" y="213511"/>
                  </a:lnTo>
                  <a:lnTo>
                    <a:pt x="382197" y="213112"/>
                  </a:lnTo>
                  <a:lnTo>
                    <a:pt x="394937" y="212704"/>
                  </a:lnTo>
                  <a:lnTo>
                    <a:pt x="407677" y="212287"/>
                  </a:lnTo>
                  <a:lnTo>
                    <a:pt x="420416" y="211861"/>
                  </a:lnTo>
                  <a:lnTo>
                    <a:pt x="433156" y="211424"/>
                  </a:lnTo>
                  <a:lnTo>
                    <a:pt x="445896" y="210977"/>
                  </a:lnTo>
                  <a:lnTo>
                    <a:pt x="458636" y="210519"/>
                  </a:lnTo>
                  <a:lnTo>
                    <a:pt x="471376" y="210050"/>
                  </a:lnTo>
                  <a:lnTo>
                    <a:pt x="484116" y="209570"/>
                  </a:lnTo>
                  <a:lnTo>
                    <a:pt x="496856" y="209078"/>
                  </a:lnTo>
                  <a:lnTo>
                    <a:pt x="509596" y="208574"/>
                  </a:lnTo>
                  <a:lnTo>
                    <a:pt x="522336" y="208058"/>
                  </a:lnTo>
                  <a:lnTo>
                    <a:pt x="535076" y="207529"/>
                  </a:lnTo>
                  <a:lnTo>
                    <a:pt x="547816" y="206987"/>
                  </a:lnTo>
                  <a:lnTo>
                    <a:pt x="560555" y="206432"/>
                  </a:lnTo>
                  <a:lnTo>
                    <a:pt x="573295" y="205864"/>
                  </a:lnTo>
                  <a:lnTo>
                    <a:pt x="586035" y="205282"/>
                  </a:lnTo>
                  <a:lnTo>
                    <a:pt x="598775" y="204685"/>
                  </a:lnTo>
                  <a:lnTo>
                    <a:pt x="611515" y="204075"/>
                  </a:lnTo>
                  <a:lnTo>
                    <a:pt x="624255" y="203450"/>
                  </a:lnTo>
                  <a:lnTo>
                    <a:pt x="636995" y="202810"/>
                  </a:lnTo>
                  <a:lnTo>
                    <a:pt x="649735" y="202156"/>
                  </a:lnTo>
                  <a:lnTo>
                    <a:pt x="662475" y="201486"/>
                  </a:lnTo>
                  <a:lnTo>
                    <a:pt x="675215" y="200801"/>
                  </a:lnTo>
                  <a:lnTo>
                    <a:pt x="687955" y="200101"/>
                  </a:lnTo>
                  <a:lnTo>
                    <a:pt x="700694" y="199385"/>
                  </a:lnTo>
                  <a:lnTo>
                    <a:pt x="713434" y="198653"/>
                  </a:lnTo>
                  <a:lnTo>
                    <a:pt x="726174" y="197905"/>
                  </a:lnTo>
                  <a:lnTo>
                    <a:pt x="738914" y="197141"/>
                  </a:lnTo>
                  <a:lnTo>
                    <a:pt x="751654" y="196360"/>
                  </a:lnTo>
                  <a:lnTo>
                    <a:pt x="764394" y="195563"/>
                  </a:lnTo>
                  <a:lnTo>
                    <a:pt x="777134" y="194750"/>
                  </a:lnTo>
                  <a:lnTo>
                    <a:pt x="789874" y="193920"/>
                  </a:lnTo>
                  <a:lnTo>
                    <a:pt x="802614" y="193074"/>
                  </a:lnTo>
                  <a:lnTo>
                    <a:pt x="815354" y="192210"/>
                  </a:lnTo>
                  <a:lnTo>
                    <a:pt x="828094" y="191330"/>
                  </a:lnTo>
                  <a:lnTo>
                    <a:pt x="840833" y="190433"/>
                  </a:lnTo>
                  <a:lnTo>
                    <a:pt x="853573" y="189519"/>
                  </a:lnTo>
                  <a:lnTo>
                    <a:pt x="866313" y="188588"/>
                  </a:lnTo>
                  <a:lnTo>
                    <a:pt x="879053" y="187640"/>
                  </a:lnTo>
                  <a:lnTo>
                    <a:pt x="891793" y="186675"/>
                  </a:lnTo>
                  <a:lnTo>
                    <a:pt x="904533" y="185693"/>
                  </a:lnTo>
                  <a:lnTo>
                    <a:pt x="917273" y="184694"/>
                  </a:lnTo>
                  <a:lnTo>
                    <a:pt x="930013" y="183677"/>
                  </a:lnTo>
                  <a:lnTo>
                    <a:pt x="942753" y="182644"/>
                  </a:lnTo>
                  <a:lnTo>
                    <a:pt x="955493" y="181593"/>
                  </a:lnTo>
                  <a:lnTo>
                    <a:pt x="968233" y="180526"/>
                  </a:lnTo>
                  <a:lnTo>
                    <a:pt x="980972" y="179441"/>
                  </a:lnTo>
                  <a:lnTo>
                    <a:pt x="993712" y="178340"/>
                  </a:lnTo>
                  <a:lnTo>
                    <a:pt x="1006452" y="177222"/>
                  </a:lnTo>
                  <a:lnTo>
                    <a:pt x="1019192" y="176086"/>
                  </a:lnTo>
                  <a:lnTo>
                    <a:pt x="1031932" y="174934"/>
                  </a:lnTo>
                  <a:lnTo>
                    <a:pt x="1044672" y="173765"/>
                  </a:lnTo>
                  <a:lnTo>
                    <a:pt x="1057412" y="172579"/>
                  </a:lnTo>
                  <a:lnTo>
                    <a:pt x="1070152" y="171377"/>
                  </a:lnTo>
                  <a:lnTo>
                    <a:pt x="1082892" y="170158"/>
                  </a:lnTo>
                  <a:lnTo>
                    <a:pt x="1095632" y="168922"/>
                  </a:lnTo>
                  <a:lnTo>
                    <a:pt x="1108372" y="167670"/>
                  </a:lnTo>
                  <a:lnTo>
                    <a:pt x="1121111" y="166402"/>
                  </a:lnTo>
                  <a:lnTo>
                    <a:pt x="1133851" y="165117"/>
                  </a:lnTo>
                  <a:lnTo>
                    <a:pt x="1146591" y="163815"/>
                  </a:lnTo>
                  <a:lnTo>
                    <a:pt x="1159331" y="162498"/>
                  </a:lnTo>
                  <a:lnTo>
                    <a:pt x="1172071" y="161164"/>
                  </a:lnTo>
                  <a:lnTo>
                    <a:pt x="1184811" y="159814"/>
                  </a:lnTo>
                  <a:lnTo>
                    <a:pt x="1197551" y="158448"/>
                  </a:lnTo>
                  <a:lnTo>
                    <a:pt x="1210291" y="157067"/>
                  </a:lnTo>
                  <a:lnTo>
                    <a:pt x="1223031" y="155669"/>
                  </a:lnTo>
                  <a:lnTo>
                    <a:pt x="1235771" y="154255"/>
                  </a:lnTo>
                  <a:lnTo>
                    <a:pt x="1248511" y="152825"/>
                  </a:lnTo>
                  <a:lnTo>
                    <a:pt x="1261250" y="151380"/>
                  </a:lnTo>
                  <a:lnTo>
                    <a:pt x="1273990" y="149919"/>
                  </a:lnTo>
                  <a:lnTo>
                    <a:pt x="1286730" y="148442"/>
                  </a:lnTo>
                  <a:lnTo>
                    <a:pt x="1299470" y="146949"/>
                  </a:lnTo>
                  <a:lnTo>
                    <a:pt x="1312210" y="145441"/>
                  </a:lnTo>
                  <a:lnTo>
                    <a:pt x="1324950" y="143917"/>
                  </a:lnTo>
                  <a:lnTo>
                    <a:pt x="1337690" y="142378"/>
                  </a:lnTo>
                  <a:lnTo>
                    <a:pt x="1350430" y="140823"/>
                  </a:lnTo>
                  <a:lnTo>
                    <a:pt x="1363170" y="139253"/>
                  </a:lnTo>
                  <a:lnTo>
                    <a:pt x="1375910" y="137668"/>
                  </a:lnTo>
                  <a:lnTo>
                    <a:pt x="1388650" y="136067"/>
                  </a:lnTo>
                  <a:lnTo>
                    <a:pt x="1401389" y="134451"/>
                  </a:lnTo>
                  <a:lnTo>
                    <a:pt x="1414129" y="132820"/>
                  </a:lnTo>
                  <a:lnTo>
                    <a:pt x="1426869" y="131174"/>
                  </a:lnTo>
                  <a:lnTo>
                    <a:pt x="1439609" y="129513"/>
                  </a:lnTo>
                  <a:lnTo>
                    <a:pt x="1452349" y="127837"/>
                  </a:lnTo>
                  <a:lnTo>
                    <a:pt x="1465089" y="126147"/>
                  </a:lnTo>
                  <a:lnTo>
                    <a:pt x="1477829" y="124442"/>
                  </a:lnTo>
                  <a:lnTo>
                    <a:pt x="1490569" y="122722"/>
                  </a:lnTo>
                  <a:lnTo>
                    <a:pt x="1503309" y="120989"/>
                  </a:lnTo>
                  <a:lnTo>
                    <a:pt x="1516049" y="119241"/>
                  </a:lnTo>
                  <a:lnTo>
                    <a:pt x="1528789" y="117479"/>
                  </a:lnTo>
                  <a:lnTo>
                    <a:pt x="1541528" y="115703"/>
                  </a:lnTo>
                  <a:lnTo>
                    <a:pt x="1554268" y="113914"/>
                  </a:lnTo>
                  <a:lnTo>
                    <a:pt x="1567008" y="112112"/>
                  </a:lnTo>
                  <a:lnTo>
                    <a:pt x="1579748" y="110297"/>
                  </a:lnTo>
                  <a:lnTo>
                    <a:pt x="1592488" y="108469"/>
                  </a:lnTo>
                  <a:lnTo>
                    <a:pt x="1605228" y="106628"/>
                  </a:lnTo>
                  <a:lnTo>
                    <a:pt x="1617968" y="104775"/>
                  </a:lnTo>
                  <a:lnTo>
                    <a:pt x="1630708" y="102911"/>
                  </a:lnTo>
                  <a:lnTo>
                    <a:pt x="1643448" y="101034"/>
                  </a:lnTo>
                  <a:lnTo>
                    <a:pt x="1656188" y="99147"/>
                  </a:lnTo>
                  <a:lnTo>
                    <a:pt x="1668928" y="97249"/>
                  </a:lnTo>
                  <a:lnTo>
                    <a:pt x="1681667" y="95340"/>
                  </a:lnTo>
                  <a:lnTo>
                    <a:pt x="1694407" y="93421"/>
                  </a:lnTo>
                  <a:lnTo>
                    <a:pt x="1707147" y="91492"/>
                  </a:lnTo>
                  <a:lnTo>
                    <a:pt x="1719887" y="89554"/>
                  </a:lnTo>
                  <a:lnTo>
                    <a:pt x="1732627" y="87607"/>
                  </a:lnTo>
                  <a:lnTo>
                    <a:pt x="1745367" y="85651"/>
                  </a:lnTo>
                  <a:lnTo>
                    <a:pt x="1758107" y="83687"/>
                  </a:lnTo>
                  <a:lnTo>
                    <a:pt x="1770847" y="81715"/>
                  </a:lnTo>
                  <a:lnTo>
                    <a:pt x="1783587" y="79736"/>
                  </a:lnTo>
                  <a:lnTo>
                    <a:pt x="1796327" y="77750"/>
                  </a:lnTo>
                  <a:lnTo>
                    <a:pt x="1809067" y="75758"/>
                  </a:lnTo>
                  <a:lnTo>
                    <a:pt x="1821806" y="73759"/>
                  </a:lnTo>
                  <a:lnTo>
                    <a:pt x="1834546" y="71755"/>
                  </a:lnTo>
                  <a:lnTo>
                    <a:pt x="1847286" y="69745"/>
                  </a:lnTo>
                  <a:lnTo>
                    <a:pt x="1860026" y="67730"/>
                  </a:lnTo>
                  <a:lnTo>
                    <a:pt x="1872766" y="65711"/>
                  </a:lnTo>
                  <a:lnTo>
                    <a:pt x="1885506" y="63687"/>
                  </a:lnTo>
                  <a:lnTo>
                    <a:pt x="1898246" y="61659"/>
                  </a:lnTo>
                  <a:lnTo>
                    <a:pt x="1910986" y="59627"/>
                  </a:lnTo>
                  <a:lnTo>
                    <a:pt x="1923726" y="57593"/>
                  </a:lnTo>
                  <a:lnTo>
                    <a:pt x="1936466" y="55555"/>
                  </a:lnTo>
                  <a:lnTo>
                    <a:pt x="1949206" y="53514"/>
                  </a:lnTo>
                  <a:lnTo>
                    <a:pt x="1961945" y="51471"/>
                  </a:lnTo>
                  <a:lnTo>
                    <a:pt x="1974685" y="49425"/>
                  </a:lnTo>
                  <a:lnTo>
                    <a:pt x="1987425" y="47377"/>
                  </a:lnTo>
                  <a:lnTo>
                    <a:pt x="2000165" y="45328"/>
                  </a:lnTo>
                  <a:lnTo>
                    <a:pt x="2012905" y="43276"/>
                  </a:lnTo>
                  <a:lnTo>
                    <a:pt x="2025645" y="41223"/>
                  </a:lnTo>
                  <a:lnTo>
                    <a:pt x="2038385" y="39169"/>
                  </a:lnTo>
                  <a:lnTo>
                    <a:pt x="2051125" y="37113"/>
                  </a:lnTo>
                  <a:lnTo>
                    <a:pt x="2063865" y="35057"/>
                  </a:lnTo>
                  <a:lnTo>
                    <a:pt x="2076605" y="32999"/>
                  </a:lnTo>
                  <a:lnTo>
                    <a:pt x="2089345" y="30940"/>
                  </a:lnTo>
                  <a:lnTo>
                    <a:pt x="2102084" y="28880"/>
                  </a:lnTo>
                  <a:lnTo>
                    <a:pt x="2114824" y="26820"/>
                  </a:lnTo>
                  <a:lnTo>
                    <a:pt x="2127564" y="24759"/>
                  </a:lnTo>
                  <a:lnTo>
                    <a:pt x="2140304" y="22698"/>
                  </a:lnTo>
                  <a:lnTo>
                    <a:pt x="2153044" y="20636"/>
                  </a:lnTo>
                  <a:lnTo>
                    <a:pt x="2165784" y="18573"/>
                  </a:lnTo>
                  <a:lnTo>
                    <a:pt x="2178524" y="16510"/>
                  </a:lnTo>
                  <a:lnTo>
                    <a:pt x="2191264" y="14447"/>
                  </a:lnTo>
                  <a:lnTo>
                    <a:pt x="2204004" y="12383"/>
                  </a:lnTo>
                  <a:lnTo>
                    <a:pt x="2216744" y="10320"/>
                  </a:lnTo>
                  <a:lnTo>
                    <a:pt x="2229484" y="8256"/>
                  </a:lnTo>
                  <a:lnTo>
                    <a:pt x="2242223" y="6192"/>
                  </a:lnTo>
                  <a:lnTo>
                    <a:pt x="2254963" y="4128"/>
                  </a:lnTo>
                  <a:lnTo>
                    <a:pt x="2267703" y="2064"/>
                  </a:lnTo>
                  <a:lnTo>
                    <a:pt x="2280443" y="0"/>
                  </a:lnTo>
                  <a:lnTo>
                    <a:pt x="22804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41967" y="2354759"/>
              <a:ext cx="2280443" cy="432481"/>
            </a:xfrm>
            <a:custGeom>
              <a:avLst/>
              <a:pathLst>
                <a:path w="2280443" h="432481">
                  <a:moveTo>
                    <a:pt x="2280443" y="0"/>
                  </a:moveTo>
                  <a:lnTo>
                    <a:pt x="2267703" y="2602"/>
                  </a:lnTo>
                  <a:lnTo>
                    <a:pt x="2254963" y="5205"/>
                  </a:lnTo>
                  <a:lnTo>
                    <a:pt x="2242223" y="7807"/>
                  </a:lnTo>
                  <a:lnTo>
                    <a:pt x="2229484" y="10410"/>
                  </a:lnTo>
                  <a:lnTo>
                    <a:pt x="2216744" y="13012"/>
                  </a:lnTo>
                  <a:lnTo>
                    <a:pt x="2204004" y="15615"/>
                  </a:lnTo>
                  <a:lnTo>
                    <a:pt x="2191264" y="18217"/>
                  </a:lnTo>
                  <a:lnTo>
                    <a:pt x="2178524" y="20820"/>
                  </a:lnTo>
                  <a:lnTo>
                    <a:pt x="2165784" y="23422"/>
                  </a:lnTo>
                  <a:lnTo>
                    <a:pt x="2153044" y="26025"/>
                  </a:lnTo>
                  <a:lnTo>
                    <a:pt x="2140304" y="28627"/>
                  </a:lnTo>
                  <a:lnTo>
                    <a:pt x="2127564" y="31229"/>
                  </a:lnTo>
                  <a:lnTo>
                    <a:pt x="2114824" y="33831"/>
                  </a:lnTo>
                  <a:lnTo>
                    <a:pt x="2102084" y="36432"/>
                  </a:lnTo>
                  <a:lnTo>
                    <a:pt x="2089345" y="39034"/>
                  </a:lnTo>
                  <a:lnTo>
                    <a:pt x="2076605" y="41636"/>
                  </a:lnTo>
                  <a:lnTo>
                    <a:pt x="2063865" y="44237"/>
                  </a:lnTo>
                  <a:lnTo>
                    <a:pt x="2051125" y="46838"/>
                  </a:lnTo>
                  <a:lnTo>
                    <a:pt x="2038385" y="49438"/>
                  </a:lnTo>
                  <a:lnTo>
                    <a:pt x="2025645" y="52038"/>
                  </a:lnTo>
                  <a:lnTo>
                    <a:pt x="2012905" y="54638"/>
                  </a:lnTo>
                  <a:lnTo>
                    <a:pt x="2000165" y="57237"/>
                  </a:lnTo>
                  <a:lnTo>
                    <a:pt x="1987425" y="59836"/>
                  </a:lnTo>
                  <a:lnTo>
                    <a:pt x="1974685" y="62434"/>
                  </a:lnTo>
                  <a:lnTo>
                    <a:pt x="1961945" y="65031"/>
                  </a:lnTo>
                  <a:lnTo>
                    <a:pt x="1949206" y="67627"/>
                  </a:lnTo>
                  <a:lnTo>
                    <a:pt x="1936466" y="70222"/>
                  </a:lnTo>
                  <a:lnTo>
                    <a:pt x="1923726" y="72815"/>
                  </a:lnTo>
                  <a:lnTo>
                    <a:pt x="1910986" y="75408"/>
                  </a:lnTo>
                  <a:lnTo>
                    <a:pt x="1898246" y="77998"/>
                  </a:lnTo>
                  <a:lnTo>
                    <a:pt x="1885506" y="80587"/>
                  </a:lnTo>
                  <a:lnTo>
                    <a:pt x="1872766" y="83174"/>
                  </a:lnTo>
                  <a:lnTo>
                    <a:pt x="1860026" y="85759"/>
                  </a:lnTo>
                  <a:lnTo>
                    <a:pt x="1847286" y="88342"/>
                  </a:lnTo>
                  <a:lnTo>
                    <a:pt x="1834546" y="90922"/>
                  </a:lnTo>
                  <a:lnTo>
                    <a:pt x="1821806" y="93499"/>
                  </a:lnTo>
                  <a:lnTo>
                    <a:pt x="1809067" y="96073"/>
                  </a:lnTo>
                  <a:lnTo>
                    <a:pt x="1796327" y="98644"/>
                  </a:lnTo>
                  <a:lnTo>
                    <a:pt x="1783587" y="101211"/>
                  </a:lnTo>
                  <a:lnTo>
                    <a:pt x="1770847" y="103775"/>
                  </a:lnTo>
                  <a:lnTo>
                    <a:pt x="1758107" y="106335"/>
                  </a:lnTo>
                  <a:lnTo>
                    <a:pt x="1745367" y="108891"/>
                  </a:lnTo>
                  <a:lnTo>
                    <a:pt x="1732627" y="111442"/>
                  </a:lnTo>
                  <a:lnTo>
                    <a:pt x="1719887" y="113989"/>
                  </a:lnTo>
                  <a:lnTo>
                    <a:pt x="1707147" y="116531"/>
                  </a:lnTo>
                  <a:lnTo>
                    <a:pt x="1694407" y="119068"/>
                  </a:lnTo>
                  <a:lnTo>
                    <a:pt x="1681667" y="121600"/>
                  </a:lnTo>
                  <a:lnTo>
                    <a:pt x="1668928" y="124127"/>
                  </a:lnTo>
                  <a:lnTo>
                    <a:pt x="1656188" y="126648"/>
                  </a:lnTo>
                  <a:lnTo>
                    <a:pt x="1643448" y="129163"/>
                  </a:lnTo>
                  <a:lnTo>
                    <a:pt x="1630708" y="131673"/>
                  </a:lnTo>
                  <a:lnTo>
                    <a:pt x="1617968" y="134178"/>
                  </a:lnTo>
                  <a:lnTo>
                    <a:pt x="1605228" y="136676"/>
                  </a:lnTo>
                  <a:lnTo>
                    <a:pt x="1592488" y="139168"/>
                  </a:lnTo>
                  <a:lnTo>
                    <a:pt x="1579748" y="141654"/>
                  </a:lnTo>
                  <a:lnTo>
                    <a:pt x="1567008" y="144135"/>
                  </a:lnTo>
                  <a:lnTo>
                    <a:pt x="1554268" y="146609"/>
                  </a:lnTo>
                  <a:lnTo>
                    <a:pt x="1541528" y="149077"/>
                  </a:lnTo>
                  <a:lnTo>
                    <a:pt x="1528789" y="151539"/>
                  </a:lnTo>
                  <a:lnTo>
                    <a:pt x="1516049" y="153995"/>
                  </a:lnTo>
                  <a:lnTo>
                    <a:pt x="1503309" y="156446"/>
                  </a:lnTo>
                  <a:lnTo>
                    <a:pt x="1490569" y="158890"/>
                  </a:lnTo>
                  <a:lnTo>
                    <a:pt x="1477829" y="161328"/>
                  </a:lnTo>
                  <a:lnTo>
                    <a:pt x="1465089" y="163761"/>
                  </a:lnTo>
                  <a:lnTo>
                    <a:pt x="1452349" y="166189"/>
                  </a:lnTo>
                  <a:lnTo>
                    <a:pt x="1439609" y="168611"/>
                  </a:lnTo>
                  <a:lnTo>
                    <a:pt x="1426869" y="171027"/>
                  </a:lnTo>
                  <a:lnTo>
                    <a:pt x="1414129" y="173439"/>
                  </a:lnTo>
                  <a:lnTo>
                    <a:pt x="1401389" y="175845"/>
                  </a:lnTo>
                  <a:lnTo>
                    <a:pt x="1388650" y="178246"/>
                  </a:lnTo>
                  <a:lnTo>
                    <a:pt x="1375910" y="180643"/>
                  </a:lnTo>
                  <a:lnTo>
                    <a:pt x="1363170" y="183036"/>
                  </a:lnTo>
                  <a:lnTo>
                    <a:pt x="1350430" y="185423"/>
                  </a:lnTo>
                  <a:lnTo>
                    <a:pt x="1337690" y="187807"/>
                  </a:lnTo>
                  <a:lnTo>
                    <a:pt x="1324950" y="190187"/>
                  </a:lnTo>
                  <a:lnTo>
                    <a:pt x="1312210" y="192563"/>
                  </a:lnTo>
                  <a:lnTo>
                    <a:pt x="1299470" y="194935"/>
                  </a:lnTo>
                  <a:lnTo>
                    <a:pt x="1286730" y="197304"/>
                  </a:lnTo>
                  <a:lnTo>
                    <a:pt x="1273990" y="199669"/>
                  </a:lnTo>
                  <a:lnTo>
                    <a:pt x="1261250" y="202031"/>
                  </a:lnTo>
                  <a:lnTo>
                    <a:pt x="1248511" y="204390"/>
                  </a:lnTo>
                  <a:lnTo>
                    <a:pt x="1235771" y="206747"/>
                  </a:lnTo>
                  <a:lnTo>
                    <a:pt x="1223031" y="209100"/>
                  </a:lnTo>
                  <a:lnTo>
                    <a:pt x="1210291" y="211451"/>
                  </a:lnTo>
                  <a:lnTo>
                    <a:pt x="1197551" y="213800"/>
                  </a:lnTo>
                  <a:lnTo>
                    <a:pt x="1184811" y="216146"/>
                  </a:lnTo>
                  <a:lnTo>
                    <a:pt x="1172071" y="218490"/>
                  </a:lnTo>
                  <a:lnTo>
                    <a:pt x="1159331" y="220832"/>
                  </a:lnTo>
                  <a:lnTo>
                    <a:pt x="1146591" y="223172"/>
                  </a:lnTo>
                  <a:lnTo>
                    <a:pt x="1133851" y="225511"/>
                  </a:lnTo>
                  <a:lnTo>
                    <a:pt x="1121111" y="227847"/>
                  </a:lnTo>
                  <a:lnTo>
                    <a:pt x="1108372" y="230182"/>
                  </a:lnTo>
                  <a:lnTo>
                    <a:pt x="1095632" y="232515"/>
                  </a:lnTo>
                  <a:lnTo>
                    <a:pt x="1082892" y="234847"/>
                  </a:lnTo>
                  <a:lnTo>
                    <a:pt x="1070152" y="237177"/>
                  </a:lnTo>
                  <a:lnTo>
                    <a:pt x="1057412" y="239506"/>
                  </a:lnTo>
                  <a:lnTo>
                    <a:pt x="1044672" y="241834"/>
                  </a:lnTo>
                  <a:lnTo>
                    <a:pt x="1031932" y="244161"/>
                  </a:lnTo>
                  <a:lnTo>
                    <a:pt x="1019192" y="246486"/>
                  </a:lnTo>
                  <a:lnTo>
                    <a:pt x="1006452" y="248810"/>
                  </a:lnTo>
                  <a:lnTo>
                    <a:pt x="993712" y="251133"/>
                  </a:lnTo>
                  <a:lnTo>
                    <a:pt x="980972" y="253456"/>
                  </a:lnTo>
                  <a:lnTo>
                    <a:pt x="968233" y="255777"/>
                  </a:lnTo>
                  <a:lnTo>
                    <a:pt x="955493" y="258097"/>
                  </a:lnTo>
                  <a:lnTo>
                    <a:pt x="942753" y="260416"/>
                  </a:lnTo>
                  <a:lnTo>
                    <a:pt x="930013" y="262735"/>
                  </a:lnTo>
                  <a:lnTo>
                    <a:pt x="917273" y="265052"/>
                  </a:lnTo>
                  <a:lnTo>
                    <a:pt x="904533" y="267369"/>
                  </a:lnTo>
                  <a:lnTo>
                    <a:pt x="891793" y="269685"/>
                  </a:lnTo>
                  <a:lnTo>
                    <a:pt x="879053" y="272001"/>
                  </a:lnTo>
                  <a:lnTo>
                    <a:pt x="866313" y="274315"/>
                  </a:lnTo>
                  <a:lnTo>
                    <a:pt x="853573" y="276629"/>
                  </a:lnTo>
                  <a:lnTo>
                    <a:pt x="840833" y="278943"/>
                  </a:lnTo>
                  <a:lnTo>
                    <a:pt x="828094" y="281255"/>
                  </a:lnTo>
                  <a:lnTo>
                    <a:pt x="815354" y="283568"/>
                  </a:lnTo>
                  <a:lnTo>
                    <a:pt x="802614" y="285879"/>
                  </a:lnTo>
                  <a:lnTo>
                    <a:pt x="789874" y="288191"/>
                  </a:lnTo>
                  <a:lnTo>
                    <a:pt x="777134" y="290502"/>
                  </a:lnTo>
                  <a:lnTo>
                    <a:pt x="764394" y="292812"/>
                  </a:lnTo>
                  <a:lnTo>
                    <a:pt x="751654" y="295122"/>
                  </a:lnTo>
                  <a:lnTo>
                    <a:pt x="738914" y="297432"/>
                  </a:lnTo>
                  <a:lnTo>
                    <a:pt x="726174" y="299742"/>
                  </a:lnTo>
                  <a:lnTo>
                    <a:pt x="713434" y="302052"/>
                  </a:lnTo>
                  <a:lnTo>
                    <a:pt x="700694" y="304361"/>
                  </a:lnTo>
                  <a:lnTo>
                    <a:pt x="687955" y="306671"/>
                  </a:lnTo>
                  <a:lnTo>
                    <a:pt x="675215" y="308980"/>
                  </a:lnTo>
                  <a:lnTo>
                    <a:pt x="662475" y="311289"/>
                  </a:lnTo>
                  <a:lnTo>
                    <a:pt x="649735" y="313599"/>
                  </a:lnTo>
                  <a:lnTo>
                    <a:pt x="636995" y="315909"/>
                  </a:lnTo>
                  <a:lnTo>
                    <a:pt x="624255" y="318219"/>
                  </a:lnTo>
                  <a:lnTo>
                    <a:pt x="611515" y="320529"/>
                  </a:lnTo>
                  <a:lnTo>
                    <a:pt x="598775" y="322840"/>
                  </a:lnTo>
                  <a:lnTo>
                    <a:pt x="586035" y="325151"/>
                  </a:lnTo>
                  <a:lnTo>
                    <a:pt x="573295" y="327463"/>
                  </a:lnTo>
                  <a:lnTo>
                    <a:pt x="560555" y="329775"/>
                  </a:lnTo>
                  <a:lnTo>
                    <a:pt x="547816" y="332088"/>
                  </a:lnTo>
                  <a:lnTo>
                    <a:pt x="535076" y="334401"/>
                  </a:lnTo>
                  <a:lnTo>
                    <a:pt x="522336" y="336715"/>
                  </a:lnTo>
                  <a:lnTo>
                    <a:pt x="509596" y="339031"/>
                  </a:lnTo>
                  <a:lnTo>
                    <a:pt x="496856" y="341346"/>
                  </a:lnTo>
                  <a:lnTo>
                    <a:pt x="484116" y="343663"/>
                  </a:lnTo>
                  <a:lnTo>
                    <a:pt x="471376" y="345981"/>
                  </a:lnTo>
                  <a:lnTo>
                    <a:pt x="458636" y="348300"/>
                  </a:lnTo>
                  <a:lnTo>
                    <a:pt x="445896" y="350619"/>
                  </a:lnTo>
                  <a:lnTo>
                    <a:pt x="433156" y="352940"/>
                  </a:lnTo>
                  <a:lnTo>
                    <a:pt x="420416" y="355262"/>
                  </a:lnTo>
                  <a:lnTo>
                    <a:pt x="407677" y="357586"/>
                  </a:lnTo>
                  <a:lnTo>
                    <a:pt x="394937" y="359910"/>
                  </a:lnTo>
                  <a:lnTo>
                    <a:pt x="382197" y="362236"/>
                  </a:lnTo>
                  <a:lnTo>
                    <a:pt x="369457" y="364563"/>
                  </a:lnTo>
                  <a:lnTo>
                    <a:pt x="356717" y="366891"/>
                  </a:lnTo>
                  <a:lnTo>
                    <a:pt x="343977" y="369220"/>
                  </a:lnTo>
                  <a:lnTo>
                    <a:pt x="331237" y="371551"/>
                  </a:lnTo>
                  <a:lnTo>
                    <a:pt x="318497" y="373883"/>
                  </a:lnTo>
                  <a:lnTo>
                    <a:pt x="305757" y="376217"/>
                  </a:lnTo>
                  <a:lnTo>
                    <a:pt x="293017" y="378551"/>
                  </a:lnTo>
                  <a:lnTo>
                    <a:pt x="280277" y="380887"/>
                  </a:lnTo>
                  <a:lnTo>
                    <a:pt x="267538" y="383224"/>
                  </a:lnTo>
                  <a:lnTo>
                    <a:pt x="254798" y="385562"/>
                  </a:lnTo>
                  <a:lnTo>
                    <a:pt x="242058" y="387902"/>
                  </a:lnTo>
                  <a:lnTo>
                    <a:pt x="229318" y="390242"/>
                  </a:lnTo>
                  <a:lnTo>
                    <a:pt x="216578" y="392583"/>
                  </a:lnTo>
                  <a:lnTo>
                    <a:pt x="203838" y="394926"/>
                  </a:lnTo>
                  <a:lnTo>
                    <a:pt x="191098" y="397269"/>
                  </a:lnTo>
                  <a:lnTo>
                    <a:pt x="178358" y="399613"/>
                  </a:lnTo>
                  <a:lnTo>
                    <a:pt x="165618" y="401958"/>
                  </a:lnTo>
                  <a:lnTo>
                    <a:pt x="152878" y="404304"/>
                  </a:lnTo>
                  <a:lnTo>
                    <a:pt x="140138" y="406650"/>
                  </a:lnTo>
                  <a:lnTo>
                    <a:pt x="127399" y="408997"/>
                  </a:lnTo>
                  <a:lnTo>
                    <a:pt x="114659" y="411344"/>
                  </a:lnTo>
                  <a:lnTo>
                    <a:pt x="101919" y="413692"/>
                  </a:lnTo>
                  <a:lnTo>
                    <a:pt x="89179" y="416040"/>
                  </a:lnTo>
                  <a:lnTo>
                    <a:pt x="76439" y="418388"/>
                  </a:lnTo>
                  <a:lnTo>
                    <a:pt x="63699" y="420737"/>
                  </a:lnTo>
                  <a:lnTo>
                    <a:pt x="50959" y="423086"/>
                  </a:lnTo>
                  <a:lnTo>
                    <a:pt x="38219" y="425435"/>
                  </a:lnTo>
                  <a:lnTo>
                    <a:pt x="25479" y="427783"/>
                  </a:lnTo>
                  <a:lnTo>
                    <a:pt x="12739" y="430132"/>
                  </a:lnTo>
                  <a:lnTo>
                    <a:pt x="0" y="4324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41967" y="2292053"/>
              <a:ext cx="2280443" cy="333622"/>
            </a:xfrm>
            <a:custGeom>
              <a:avLst/>
              <a:pathLst>
                <a:path w="2280443" h="333622">
                  <a:moveTo>
                    <a:pt x="0" y="333622"/>
                  </a:moveTo>
                  <a:lnTo>
                    <a:pt x="12739" y="332245"/>
                  </a:lnTo>
                  <a:lnTo>
                    <a:pt x="25479" y="330868"/>
                  </a:lnTo>
                  <a:lnTo>
                    <a:pt x="38219" y="329491"/>
                  </a:lnTo>
                  <a:lnTo>
                    <a:pt x="50959" y="328113"/>
                  </a:lnTo>
                  <a:lnTo>
                    <a:pt x="63699" y="326736"/>
                  </a:lnTo>
                  <a:lnTo>
                    <a:pt x="76439" y="325359"/>
                  </a:lnTo>
                  <a:lnTo>
                    <a:pt x="89179" y="323981"/>
                  </a:lnTo>
                  <a:lnTo>
                    <a:pt x="101919" y="322603"/>
                  </a:lnTo>
                  <a:lnTo>
                    <a:pt x="114659" y="321224"/>
                  </a:lnTo>
                  <a:lnTo>
                    <a:pt x="127399" y="319845"/>
                  </a:lnTo>
                  <a:lnTo>
                    <a:pt x="140138" y="318465"/>
                  </a:lnTo>
                  <a:lnTo>
                    <a:pt x="152878" y="317085"/>
                  </a:lnTo>
                  <a:lnTo>
                    <a:pt x="165618" y="315704"/>
                  </a:lnTo>
                  <a:lnTo>
                    <a:pt x="178358" y="314321"/>
                  </a:lnTo>
                  <a:lnTo>
                    <a:pt x="191098" y="312938"/>
                  </a:lnTo>
                  <a:lnTo>
                    <a:pt x="203838" y="311554"/>
                  </a:lnTo>
                  <a:lnTo>
                    <a:pt x="216578" y="310168"/>
                  </a:lnTo>
                  <a:lnTo>
                    <a:pt x="229318" y="308780"/>
                  </a:lnTo>
                  <a:lnTo>
                    <a:pt x="242058" y="307391"/>
                  </a:lnTo>
                  <a:lnTo>
                    <a:pt x="254798" y="306001"/>
                  </a:lnTo>
                  <a:lnTo>
                    <a:pt x="267538" y="304608"/>
                  </a:lnTo>
                  <a:lnTo>
                    <a:pt x="280277" y="303214"/>
                  </a:lnTo>
                  <a:lnTo>
                    <a:pt x="293017" y="301817"/>
                  </a:lnTo>
                  <a:lnTo>
                    <a:pt x="305757" y="300418"/>
                  </a:lnTo>
                  <a:lnTo>
                    <a:pt x="318497" y="299016"/>
                  </a:lnTo>
                  <a:lnTo>
                    <a:pt x="331237" y="297611"/>
                  </a:lnTo>
                  <a:lnTo>
                    <a:pt x="343977" y="296204"/>
                  </a:lnTo>
                  <a:lnTo>
                    <a:pt x="356717" y="294794"/>
                  </a:lnTo>
                  <a:lnTo>
                    <a:pt x="369457" y="293380"/>
                  </a:lnTo>
                  <a:lnTo>
                    <a:pt x="382197" y="291964"/>
                  </a:lnTo>
                  <a:lnTo>
                    <a:pt x="394937" y="290543"/>
                  </a:lnTo>
                  <a:lnTo>
                    <a:pt x="407677" y="289119"/>
                  </a:lnTo>
                  <a:lnTo>
                    <a:pt x="420416" y="287691"/>
                  </a:lnTo>
                  <a:lnTo>
                    <a:pt x="433156" y="286259"/>
                  </a:lnTo>
                  <a:lnTo>
                    <a:pt x="445896" y="284823"/>
                  </a:lnTo>
                  <a:lnTo>
                    <a:pt x="458636" y="283382"/>
                  </a:lnTo>
                  <a:lnTo>
                    <a:pt x="471376" y="281936"/>
                  </a:lnTo>
                  <a:lnTo>
                    <a:pt x="484116" y="280486"/>
                  </a:lnTo>
                  <a:lnTo>
                    <a:pt x="496856" y="279031"/>
                  </a:lnTo>
                  <a:lnTo>
                    <a:pt x="509596" y="277571"/>
                  </a:lnTo>
                  <a:lnTo>
                    <a:pt x="522336" y="276105"/>
                  </a:lnTo>
                  <a:lnTo>
                    <a:pt x="535076" y="274634"/>
                  </a:lnTo>
                  <a:lnTo>
                    <a:pt x="547816" y="273157"/>
                  </a:lnTo>
                  <a:lnTo>
                    <a:pt x="560555" y="271674"/>
                  </a:lnTo>
                  <a:lnTo>
                    <a:pt x="573295" y="270186"/>
                  </a:lnTo>
                  <a:lnTo>
                    <a:pt x="586035" y="268691"/>
                  </a:lnTo>
                  <a:lnTo>
                    <a:pt x="598775" y="267190"/>
                  </a:lnTo>
                  <a:lnTo>
                    <a:pt x="611515" y="265682"/>
                  </a:lnTo>
                  <a:lnTo>
                    <a:pt x="624255" y="264168"/>
                  </a:lnTo>
                  <a:lnTo>
                    <a:pt x="636995" y="262647"/>
                  </a:lnTo>
                  <a:lnTo>
                    <a:pt x="649735" y="261119"/>
                  </a:lnTo>
                  <a:lnTo>
                    <a:pt x="662475" y="259584"/>
                  </a:lnTo>
                  <a:lnTo>
                    <a:pt x="675215" y="258042"/>
                  </a:lnTo>
                  <a:lnTo>
                    <a:pt x="687955" y="256493"/>
                  </a:lnTo>
                  <a:lnTo>
                    <a:pt x="700694" y="254936"/>
                  </a:lnTo>
                  <a:lnTo>
                    <a:pt x="713434" y="253372"/>
                  </a:lnTo>
                  <a:lnTo>
                    <a:pt x="726174" y="251800"/>
                  </a:lnTo>
                  <a:lnTo>
                    <a:pt x="738914" y="250220"/>
                  </a:lnTo>
                  <a:lnTo>
                    <a:pt x="751654" y="248633"/>
                  </a:lnTo>
                  <a:lnTo>
                    <a:pt x="764394" y="247037"/>
                  </a:lnTo>
                  <a:lnTo>
                    <a:pt x="777134" y="245434"/>
                  </a:lnTo>
                  <a:lnTo>
                    <a:pt x="789874" y="243823"/>
                  </a:lnTo>
                  <a:lnTo>
                    <a:pt x="802614" y="242203"/>
                  </a:lnTo>
                  <a:lnTo>
                    <a:pt x="815354" y="240576"/>
                  </a:lnTo>
                  <a:lnTo>
                    <a:pt x="828094" y="238940"/>
                  </a:lnTo>
                  <a:lnTo>
                    <a:pt x="840833" y="237296"/>
                  </a:lnTo>
                  <a:lnTo>
                    <a:pt x="853573" y="235643"/>
                  </a:lnTo>
                  <a:lnTo>
                    <a:pt x="866313" y="233982"/>
                  </a:lnTo>
                  <a:lnTo>
                    <a:pt x="879053" y="232313"/>
                  </a:lnTo>
                  <a:lnTo>
                    <a:pt x="891793" y="230635"/>
                  </a:lnTo>
                  <a:lnTo>
                    <a:pt x="904533" y="228949"/>
                  </a:lnTo>
                  <a:lnTo>
                    <a:pt x="917273" y="227254"/>
                  </a:lnTo>
                  <a:lnTo>
                    <a:pt x="930013" y="225551"/>
                  </a:lnTo>
                  <a:lnTo>
                    <a:pt x="942753" y="223840"/>
                  </a:lnTo>
                  <a:lnTo>
                    <a:pt x="955493" y="222119"/>
                  </a:lnTo>
                  <a:lnTo>
                    <a:pt x="968233" y="220390"/>
                  </a:lnTo>
                  <a:lnTo>
                    <a:pt x="980972" y="218653"/>
                  </a:lnTo>
                  <a:lnTo>
                    <a:pt x="993712" y="216907"/>
                  </a:lnTo>
                  <a:lnTo>
                    <a:pt x="1006452" y="215153"/>
                  </a:lnTo>
                  <a:lnTo>
                    <a:pt x="1019192" y="213390"/>
                  </a:lnTo>
                  <a:lnTo>
                    <a:pt x="1031932" y="211618"/>
                  </a:lnTo>
                  <a:lnTo>
                    <a:pt x="1044672" y="209838"/>
                  </a:lnTo>
                  <a:lnTo>
                    <a:pt x="1057412" y="208049"/>
                  </a:lnTo>
                  <a:lnTo>
                    <a:pt x="1070152" y="206252"/>
                  </a:lnTo>
                  <a:lnTo>
                    <a:pt x="1082892" y="204446"/>
                  </a:lnTo>
                  <a:lnTo>
                    <a:pt x="1095632" y="202631"/>
                  </a:lnTo>
                  <a:lnTo>
                    <a:pt x="1108372" y="200808"/>
                  </a:lnTo>
                  <a:lnTo>
                    <a:pt x="1121111" y="198976"/>
                  </a:lnTo>
                  <a:lnTo>
                    <a:pt x="1133851" y="197136"/>
                  </a:lnTo>
                  <a:lnTo>
                    <a:pt x="1146591" y="195287"/>
                  </a:lnTo>
                  <a:lnTo>
                    <a:pt x="1159331" y="193429"/>
                  </a:lnTo>
                  <a:lnTo>
                    <a:pt x="1172071" y="191563"/>
                  </a:lnTo>
                  <a:lnTo>
                    <a:pt x="1184811" y="189688"/>
                  </a:lnTo>
                  <a:lnTo>
                    <a:pt x="1197551" y="187804"/>
                  </a:lnTo>
                  <a:lnTo>
                    <a:pt x="1210291" y="185911"/>
                  </a:lnTo>
                  <a:lnTo>
                    <a:pt x="1223031" y="184010"/>
                  </a:lnTo>
                  <a:lnTo>
                    <a:pt x="1235771" y="182099"/>
                  </a:lnTo>
                  <a:lnTo>
                    <a:pt x="1248511" y="180180"/>
                  </a:lnTo>
                  <a:lnTo>
                    <a:pt x="1261250" y="178252"/>
                  </a:lnTo>
                  <a:lnTo>
                    <a:pt x="1273990" y="176314"/>
                  </a:lnTo>
                  <a:lnTo>
                    <a:pt x="1286730" y="174368"/>
                  </a:lnTo>
                  <a:lnTo>
                    <a:pt x="1299470" y="172412"/>
                  </a:lnTo>
                  <a:lnTo>
                    <a:pt x="1312210" y="170448"/>
                  </a:lnTo>
                  <a:lnTo>
                    <a:pt x="1324950" y="168473"/>
                  </a:lnTo>
                  <a:lnTo>
                    <a:pt x="1337690" y="166490"/>
                  </a:lnTo>
                  <a:lnTo>
                    <a:pt x="1350430" y="164497"/>
                  </a:lnTo>
                  <a:lnTo>
                    <a:pt x="1363170" y="162495"/>
                  </a:lnTo>
                  <a:lnTo>
                    <a:pt x="1375910" y="160483"/>
                  </a:lnTo>
                  <a:lnTo>
                    <a:pt x="1388650" y="158461"/>
                  </a:lnTo>
                  <a:lnTo>
                    <a:pt x="1401389" y="156430"/>
                  </a:lnTo>
                  <a:lnTo>
                    <a:pt x="1414129" y="154389"/>
                  </a:lnTo>
                  <a:lnTo>
                    <a:pt x="1426869" y="152338"/>
                  </a:lnTo>
                  <a:lnTo>
                    <a:pt x="1439609" y="150277"/>
                  </a:lnTo>
                  <a:lnTo>
                    <a:pt x="1452349" y="148207"/>
                  </a:lnTo>
                  <a:lnTo>
                    <a:pt x="1465089" y="146127"/>
                  </a:lnTo>
                  <a:lnTo>
                    <a:pt x="1477829" y="144036"/>
                  </a:lnTo>
                  <a:lnTo>
                    <a:pt x="1490569" y="141936"/>
                  </a:lnTo>
                  <a:lnTo>
                    <a:pt x="1503309" y="139827"/>
                  </a:lnTo>
                  <a:lnTo>
                    <a:pt x="1516049" y="137707"/>
                  </a:lnTo>
                  <a:lnTo>
                    <a:pt x="1528789" y="135578"/>
                  </a:lnTo>
                  <a:lnTo>
                    <a:pt x="1541528" y="133439"/>
                  </a:lnTo>
                  <a:lnTo>
                    <a:pt x="1554268" y="131290"/>
                  </a:lnTo>
                  <a:lnTo>
                    <a:pt x="1567008" y="129132"/>
                  </a:lnTo>
                  <a:lnTo>
                    <a:pt x="1579748" y="126964"/>
                  </a:lnTo>
                  <a:lnTo>
                    <a:pt x="1592488" y="124787"/>
                  </a:lnTo>
                  <a:lnTo>
                    <a:pt x="1605228" y="122601"/>
                  </a:lnTo>
                  <a:lnTo>
                    <a:pt x="1617968" y="120406"/>
                  </a:lnTo>
                  <a:lnTo>
                    <a:pt x="1630708" y="118203"/>
                  </a:lnTo>
                  <a:lnTo>
                    <a:pt x="1643448" y="115991"/>
                  </a:lnTo>
                  <a:lnTo>
                    <a:pt x="1656188" y="113770"/>
                  </a:lnTo>
                  <a:lnTo>
                    <a:pt x="1668928" y="111541"/>
                  </a:lnTo>
                  <a:lnTo>
                    <a:pt x="1681667" y="109305"/>
                  </a:lnTo>
                  <a:lnTo>
                    <a:pt x="1694407" y="107060"/>
                  </a:lnTo>
                  <a:lnTo>
                    <a:pt x="1707147" y="104809"/>
                  </a:lnTo>
                  <a:lnTo>
                    <a:pt x="1719887" y="102550"/>
                  </a:lnTo>
                  <a:lnTo>
                    <a:pt x="1732627" y="100285"/>
                  </a:lnTo>
                  <a:lnTo>
                    <a:pt x="1745367" y="98013"/>
                  </a:lnTo>
                  <a:lnTo>
                    <a:pt x="1758107" y="95735"/>
                  </a:lnTo>
                  <a:lnTo>
                    <a:pt x="1770847" y="93451"/>
                  </a:lnTo>
                  <a:lnTo>
                    <a:pt x="1783587" y="91161"/>
                  </a:lnTo>
                  <a:lnTo>
                    <a:pt x="1796327" y="88866"/>
                  </a:lnTo>
                  <a:lnTo>
                    <a:pt x="1809067" y="86566"/>
                  </a:lnTo>
                  <a:lnTo>
                    <a:pt x="1821806" y="84262"/>
                  </a:lnTo>
                  <a:lnTo>
                    <a:pt x="1834546" y="81953"/>
                  </a:lnTo>
                  <a:lnTo>
                    <a:pt x="1847286" y="79640"/>
                  </a:lnTo>
                  <a:lnTo>
                    <a:pt x="1860026" y="77324"/>
                  </a:lnTo>
                  <a:lnTo>
                    <a:pt x="1872766" y="75004"/>
                  </a:lnTo>
                  <a:lnTo>
                    <a:pt x="1885506" y="72681"/>
                  </a:lnTo>
                  <a:lnTo>
                    <a:pt x="1898246" y="70354"/>
                  </a:lnTo>
                  <a:lnTo>
                    <a:pt x="1910986" y="68026"/>
                  </a:lnTo>
                  <a:lnTo>
                    <a:pt x="1923726" y="65694"/>
                  </a:lnTo>
                  <a:lnTo>
                    <a:pt x="1936466" y="63361"/>
                  </a:lnTo>
                  <a:lnTo>
                    <a:pt x="1949206" y="61025"/>
                  </a:lnTo>
                  <a:lnTo>
                    <a:pt x="1961945" y="58688"/>
                  </a:lnTo>
                  <a:lnTo>
                    <a:pt x="1974685" y="56349"/>
                  </a:lnTo>
                  <a:lnTo>
                    <a:pt x="1987425" y="54009"/>
                  </a:lnTo>
                  <a:lnTo>
                    <a:pt x="2000165" y="51667"/>
                  </a:lnTo>
                  <a:lnTo>
                    <a:pt x="2012905" y="49324"/>
                  </a:lnTo>
                  <a:lnTo>
                    <a:pt x="2025645" y="46980"/>
                  </a:lnTo>
                  <a:lnTo>
                    <a:pt x="2038385" y="44636"/>
                  </a:lnTo>
                  <a:lnTo>
                    <a:pt x="2051125" y="42290"/>
                  </a:lnTo>
                  <a:lnTo>
                    <a:pt x="2063865" y="39944"/>
                  </a:lnTo>
                  <a:lnTo>
                    <a:pt x="2076605" y="37597"/>
                  </a:lnTo>
                  <a:lnTo>
                    <a:pt x="2089345" y="35249"/>
                  </a:lnTo>
                  <a:lnTo>
                    <a:pt x="2102084" y="32901"/>
                  </a:lnTo>
                  <a:lnTo>
                    <a:pt x="2114824" y="30552"/>
                  </a:lnTo>
                  <a:lnTo>
                    <a:pt x="2127564" y="28203"/>
                  </a:lnTo>
                  <a:lnTo>
                    <a:pt x="2140304" y="25854"/>
                  </a:lnTo>
                  <a:lnTo>
                    <a:pt x="2153044" y="23505"/>
                  </a:lnTo>
                  <a:lnTo>
                    <a:pt x="2165784" y="21155"/>
                  </a:lnTo>
                  <a:lnTo>
                    <a:pt x="2178524" y="18805"/>
                  </a:lnTo>
                  <a:lnTo>
                    <a:pt x="2191264" y="16454"/>
                  </a:lnTo>
                  <a:lnTo>
                    <a:pt x="2204004" y="14104"/>
                  </a:lnTo>
                  <a:lnTo>
                    <a:pt x="2216744" y="11753"/>
                  </a:lnTo>
                  <a:lnTo>
                    <a:pt x="2229484" y="9403"/>
                  </a:lnTo>
                  <a:lnTo>
                    <a:pt x="2242223" y="7052"/>
                  </a:lnTo>
                  <a:lnTo>
                    <a:pt x="2254963" y="4701"/>
                  </a:lnTo>
                  <a:lnTo>
                    <a:pt x="2267703" y="2350"/>
                  </a:lnTo>
                  <a:lnTo>
                    <a:pt x="2280443" y="0"/>
                  </a:lnTo>
                  <a:lnTo>
                    <a:pt x="2280443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3037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2940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1917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0545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1086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611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1776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9932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303499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305806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7908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6549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12164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12780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13260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2960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4011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4128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4217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4142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4358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4384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356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838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215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592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968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345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721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98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474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851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28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04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81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57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34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4407" y="1036556"/>
              <a:ext cx="2189796" cy="2037964"/>
            </a:xfrm>
            <a:custGeom>
              <a:avLst/>
              <a:pathLst>
                <a:path w="2189796" h="2037964">
                  <a:moveTo>
                    <a:pt x="0" y="1837458"/>
                  </a:moveTo>
                  <a:lnTo>
                    <a:pt x="12233" y="1842821"/>
                  </a:lnTo>
                  <a:lnTo>
                    <a:pt x="24466" y="1848704"/>
                  </a:lnTo>
                  <a:lnTo>
                    <a:pt x="36700" y="1853872"/>
                  </a:lnTo>
                  <a:lnTo>
                    <a:pt x="48933" y="1858337"/>
                  </a:lnTo>
                  <a:lnTo>
                    <a:pt x="61167" y="1861453"/>
                  </a:lnTo>
                  <a:lnTo>
                    <a:pt x="73400" y="1860851"/>
                  </a:lnTo>
                  <a:lnTo>
                    <a:pt x="85634" y="1862893"/>
                  </a:lnTo>
                  <a:lnTo>
                    <a:pt x="97867" y="1864315"/>
                  </a:lnTo>
                  <a:lnTo>
                    <a:pt x="110101" y="1862849"/>
                  </a:lnTo>
                  <a:lnTo>
                    <a:pt x="122334" y="1860693"/>
                  </a:lnTo>
                  <a:lnTo>
                    <a:pt x="134568" y="1858173"/>
                  </a:lnTo>
                  <a:lnTo>
                    <a:pt x="146801" y="1855295"/>
                  </a:lnTo>
                  <a:lnTo>
                    <a:pt x="159035" y="1852067"/>
                  </a:lnTo>
                  <a:lnTo>
                    <a:pt x="171268" y="1848493"/>
                  </a:lnTo>
                  <a:lnTo>
                    <a:pt x="183502" y="1844582"/>
                  </a:lnTo>
                  <a:lnTo>
                    <a:pt x="195735" y="1840338"/>
                  </a:lnTo>
                  <a:lnTo>
                    <a:pt x="207969" y="1835770"/>
                  </a:lnTo>
                  <a:lnTo>
                    <a:pt x="220202" y="1830821"/>
                  </a:lnTo>
                  <a:lnTo>
                    <a:pt x="232436" y="1824009"/>
                  </a:lnTo>
                  <a:lnTo>
                    <a:pt x="244669" y="1817016"/>
                  </a:lnTo>
                  <a:lnTo>
                    <a:pt x="256903" y="1809845"/>
                  </a:lnTo>
                  <a:lnTo>
                    <a:pt x="269136" y="1802498"/>
                  </a:lnTo>
                  <a:lnTo>
                    <a:pt x="281370" y="1795824"/>
                  </a:lnTo>
                  <a:lnTo>
                    <a:pt x="293603" y="1789357"/>
                  </a:lnTo>
                  <a:lnTo>
                    <a:pt x="305837" y="1782551"/>
                  </a:lnTo>
                  <a:lnTo>
                    <a:pt x="318070" y="1775416"/>
                  </a:lnTo>
                  <a:lnTo>
                    <a:pt x="330304" y="1767960"/>
                  </a:lnTo>
                  <a:lnTo>
                    <a:pt x="342537" y="1759789"/>
                  </a:lnTo>
                  <a:lnTo>
                    <a:pt x="354771" y="1750473"/>
                  </a:lnTo>
                  <a:lnTo>
                    <a:pt x="367004" y="1741015"/>
                  </a:lnTo>
                  <a:lnTo>
                    <a:pt x="379238" y="1732501"/>
                  </a:lnTo>
                  <a:lnTo>
                    <a:pt x="391471" y="1724175"/>
                  </a:lnTo>
                  <a:lnTo>
                    <a:pt x="403705" y="1715595"/>
                  </a:lnTo>
                  <a:lnTo>
                    <a:pt x="415938" y="1705534"/>
                  </a:lnTo>
                  <a:lnTo>
                    <a:pt x="428172" y="1695381"/>
                  </a:lnTo>
                  <a:lnTo>
                    <a:pt x="440405" y="1685856"/>
                  </a:lnTo>
                  <a:lnTo>
                    <a:pt x="452639" y="1675317"/>
                  </a:lnTo>
                  <a:lnTo>
                    <a:pt x="464872" y="1664129"/>
                  </a:lnTo>
                  <a:lnTo>
                    <a:pt x="477106" y="1652785"/>
                  </a:lnTo>
                  <a:lnTo>
                    <a:pt x="489339" y="1641293"/>
                  </a:lnTo>
                  <a:lnTo>
                    <a:pt x="501573" y="1629661"/>
                  </a:lnTo>
                  <a:lnTo>
                    <a:pt x="513806" y="1617896"/>
                  </a:lnTo>
                  <a:lnTo>
                    <a:pt x="526040" y="1606676"/>
                  </a:lnTo>
                  <a:lnTo>
                    <a:pt x="538273" y="1595039"/>
                  </a:lnTo>
                  <a:lnTo>
                    <a:pt x="550507" y="1582517"/>
                  </a:lnTo>
                  <a:lnTo>
                    <a:pt x="562740" y="1570800"/>
                  </a:lnTo>
                  <a:lnTo>
                    <a:pt x="574974" y="1558476"/>
                  </a:lnTo>
                  <a:lnTo>
                    <a:pt x="587207" y="1546072"/>
                  </a:lnTo>
                  <a:lnTo>
                    <a:pt x="599441" y="1533594"/>
                  </a:lnTo>
                  <a:lnTo>
                    <a:pt x="611674" y="1521049"/>
                  </a:lnTo>
                  <a:lnTo>
                    <a:pt x="623908" y="1508444"/>
                  </a:lnTo>
                  <a:lnTo>
                    <a:pt x="636141" y="1495786"/>
                  </a:lnTo>
                  <a:lnTo>
                    <a:pt x="648375" y="1483082"/>
                  </a:lnTo>
                  <a:lnTo>
                    <a:pt x="660608" y="1470339"/>
                  </a:lnTo>
                  <a:lnTo>
                    <a:pt x="672842" y="1457335"/>
                  </a:lnTo>
                  <a:lnTo>
                    <a:pt x="685075" y="1444080"/>
                  </a:lnTo>
                  <a:lnTo>
                    <a:pt x="697309" y="1430811"/>
                  </a:lnTo>
                  <a:lnTo>
                    <a:pt x="709542" y="1417766"/>
                  </a:lnTo>
                  <a:lnTo>
                    <a:pt x="721776" y="1404901"/>
                  </a:lnTo>
                  <a:lnTo>
                    <a:pt x="734009" y="1392038"/>
                  </a:lnTo>
                  <a:lnTo>
                    <a:pt x="746243" y="1379184"/>
                  </a:lnTo>
                  <a:lnTo>
                    <a:pt x="758476" y="1366532"/>
                  </a:lnTo>
                  <a:lnTo>
                    <a:pt x="770710" y="1353997"/>
                  </a:lnTo>
                  <a:lnTo>
                    <a:pt x="782943" y="1340683"/>
                  </a:lnTo>
                  <a:lnTo>
                    <a:pt x="795177" y="1327873"/>
                  </a:lnTo>
                  <a:lnTo>
                    <a:pt x="807410" y="1315076"/>
                  </a:lnTo>
                  <a:lnTo>
                    <a:pt x="819644" y="1302472"/>
                  </a:lnTo>
                  <a:lnTo>
                    <a:pt x="831877" y="1290161"/>
                  </a:lnTo>
                  <a:lnTo>
                    <a:pt x="844111" y="1277190"/>
                  </a:lnTo>
                  <a:lnTo>
                    <a:pt x="856344" y="1264036"/>
                  </a:lnTo>
                  <a:lnTo>
                    <a:pt x="868578" y="1251318"/>
                  </a:lnTo>
                  <a:lnTo>
                    <a:pt x="880811" y="1238618"/>
                  </a:lnTo>
                  <a:lnTo>
                    <a:pt x="893045" y="1225938"/>
                  </a:lnTo>
                  <a:lnTo>
                    <a:pt x="905278" y="1213278"/>
                  </a:lnTo>
                  <a:lnTo>
                    <a:pt x="917512" y="1200639"/>
                  </a:lnTo>
                  <a:lnTo>
                    <a:pt x="929745" y="1187534"/>
                  </a:lnTo>
                  <a:lnTo>
                    <a:pt x="941979" y="1174228"/>
                  </a:lnTo>
                  <a:lnTo>
                    <a:pt x="954212" y="1160940"/>
                  </a:lnTo>
                  <a:lnTo>
                    <a:pt x="966446" y="1147672"/>
                  </a:lnTo>
                  <a:lnTo>
                    <a:pt x="978679" y="1133948"/>
                  </a:lnTo>
                  <a:lnTo>
                    <a:pt x="990913" y="1120257"/>
                  </a:lnTo>
                  <a:lnTo>
                    <a:pt x="1003146" y="1107238"/>
                  </a:lnTo>
                  <a:lnTo>
                    <a:pt x="1015380" y="1094198"/>
                  </a:lnTo>
                  <a:lnTo>
                    <a:pt x="1027613" y="1080608"/>
                  </a:lnTo>
                  <a:lnTo>
                    <a:pt x="1039847" y="1067065"/>
                  </a:lnTo>
                  <a:lnTo>
                    <a:pt x="1052080" y="1053571"/>
                  </a:lnTo>
                  <a:lnTo>
                    <a:pt x="1064314" y="1040129"/>
                  </a:lnTo>
                  <a:lnTo>
                    <a:pt x="1076547" y="1026742"/>
                  </a:lnTo>
                  <a:lnTo>
                    <a:pt x="1088781" y="1013742"/>
                  </a:lnTo>
                  <a:lnTo>
                    <a:pt x="1101014" y="1001135"/>
                  </a:lnTo>
                  <a:lnTo>
                    <a:pt x="1113248" y="988779"/>
                  </a:lnTo>
                  <a:lnTo>
                    <a:pt x="1125481" y="976496"/>
                  </a:lnTo>
                  <a:lnTo>
                    <a:pt x="1137715" y="964290"/>
                  </a:lnTo>
                  <a:lnTo>
                    <a:pt x="1149948" y="952165"/>
                  </a:lnTo>
                  <a:lnTo>
                    <a:pt x="1162182" y="940124"/>
                  </a:lnTo>
                  <a:lnTo>
                    <a:pt x="1174415" y="927595"/>
                  </a:lnTo>
                  <a:lnTo>
                    <a:pt x="1186649" y="915118"/>
                  </a:lnTo>
                  <a:lnTo>
                    <a:pt x="1198882" y="902121"/>
                  </a:lnTo>
                  <a:lnTo>
                    <a:pt x="1211116" y="888910"/>
                  </a:lnTo>
                  <a:lnTo>
                    <a:pt x="1223349" y="875863"/>
                  </a:lnTo>
                  <a:lnTo>
                    <a:pt x="1235583" y="862879"/>
                  </a:lnTo>
                  <a:lnTo>
                    <a:pt x="1247816" y="849963"/>
                  </a:lnTo>
                  <a:lnTo>
                    <a:pt x="1260050" y="837116"/>
                  </a:lnTo>
                  <a:lnTo>
                    <a:pt x="1272283" y="824623"/>
                  </a:lnTo>
                  <a:lnTo>
                    <a:pt x="1284517" y="813006"/>
                  </a:lnTo>
                  <a:lnTo>
                    <a:pt x="1296750" y="801526"/>
                  </a:lnTo>
                  <a:lnTo>
                    <a:pt x="1308984" y="790186"/>
                  </a:lnTo>
                  <a:lnTo>
                    <a:pt x="1321217" y="778991"/>
                  </a:lnTo>
                  <a:lnTo>
                    <a:pt x="1333451" y="767944"/>
                  </a:lnTo>
                  <a:lnTo>
                    <a:pt x="1345684" y="755353"/>
                  </a:lnTo>
                  <a:lnTo>
                    <a:pt x="1357918" y="742448"/>
                  </a:lnTo>
                  <a:lnTo>
                    <a:pt x="1370151" y="729558"/>
                  </a:lnTo>
                  <a:lnTo>
                    <a:pt x="1382385" y="717604"/>
                  </a:lnTo>
                  <a:lnTo>
                    <a:pt x="1394618" y="704834"/>
                  </a:lnTo>
                  <a:lnTo>
                    <a:pt x="1406852" y="693313"/>
                  </a:lnTo>
                  <a:lnTo>
                    <a:pt x="1419085" y="682721"/>
                  </a:lnTo>
                  <a:lnTo>
                    <a:pt x="1431319" y="670558"/>
                  </a:lnTo>
                  <a:lnTo>
                    <a:pt x="1443552" y="658343"/>
                  </a:lnTo>
                  <a:lnTo>
                    <a:pt x="1455786" y="646190"/>
                  </a:lnTo>
                  <a:lnTo>
                    <a:pt x="1468019" y="634102"/>
                  </a:lnTo>
                  <a:lnTo>
                    <a:pt x="1480253" y="622078"/>
                  </a:lnTo>
                  <a:lnTo>
                    <a:pt x="1492486" y="610725"/>
                  </a:lnTo>
                  <a:lnTo>
                    <a:pt x="1504720" y="599950"/>
                  </a:lnTo>
                  <a:lnTo>
                    <a:pt x="1516953" y="589298"/>
                  </a:lnTo>
                  <a:lnTo>
                    <a:pt x="1529187" y="578767"/>
                  </a:lnTo>
                  <a:lnTo>
                    <a:pt x="1541420" y="568357"/>
                  </a:lnTo>
                  <a:lnTo>
                    <a:pt x="1553654" y="558067"/>
                  </a:lnTo>
                  <a:lnTo>
                    <a:pt x="1565887" y="547896"/>
                  </a:lnTo>
                  <a:lnTo>
                    <a:pt x="1578121" y="537534"/>
                  </a:lnTo>
                  <a:lnTo>
                    <a:pt x="1590354" y="527060"/>
                  </a:lnTo>
                  <a:lnTo>
                    <a:pt x="1602588" y="516482"/>
                  </a:lnTo>
                  <a:lnTo>
                    <a:pt x="1614821" y="505280"/>
                  </a:lnTo>
                  <a:lnTo>
                    <a:pt x="1627055" y="493548"/>
                  </a:lnTo>
                  <a:lnTo>
                    <a:pt x="1639288" y="481858"/>
                  </a:lnTo>
                  <a:lnTo>
                    <a:pt x="1651522" y="470209"/>
                  </a:lnTo>
                  <a:lnTo>
                    <a:pt x="1663755" y="458601"/>
                  </a:lnTo>
                  <a:lnTo>
                    <a:pt x="1675989" y="447032"/>
                  </a:lnTo>
                  <a:lnTo>
                    <a:pt x="1688222" y="435503"/>
                  </a:lnTo>
                  <a:lnTo>
                    <a:pt x="1700456" y="424013"/>
                  </a:lnTo>
                  <a:lnTo>
                    <a:pt x="1712689" y="412560"/>
                  </a:lnTo>
                  <a:lnTo>
                    <a:pt x="1724923" y="401144"/>
                  </a:lnTo>
                  <a:lnTo>
                    <a:pt x="1737156" y="389765"/>
                  </a:lnTo>
                  <a:lnTo>
                    <a:pt x="1749390" y="378421"/>
                  </a:lnTo>
                  <a:lnTo>
                    <a:pt x="1761623" y="367112"/>
                  </a:lnTo>
                  <a:lnTo>
                    <a:pt x="1773857" y="355837"/>
                  </a:lnTo>
                  <a:lnTo>
                    <a:pt x="1786090" y="344595"/>
                  </a:lnTo>
                  <a:lnTo>
                    <a:pt x="1798324" y="333386"/>
                  </a:lnTo>
                  <a:lnTo>
                    <a:pt x="1810557" y="322635"/>
                  </a:lnTo>
                  <a:lnTo>
                    <a:pt x="1822791" y="312963"/>
                  </a:lnTo>
                  <a:lnTo>
                    <a:pt x="1835024" y="303381"/>
                  </a:lnTo>
                  <a:lnTo>
                    <a:pt x="1847258" y="293888"/>
                  </a:lnTo>
                  <a:lnTo>
                    <a:pt x="1859491" y="283657"/>
                  </a:lnTo>
                  <a:lnTo>
                    <a:pt x="1871725" y="272034"/>
                  </a:lnTo>
                  <a:lnTo>
                    <a:pt x="1883958" y="260461"/>
                  </a:lnTo>
                  <a:lnTo>
                    <a:pt x="1896192" y="248940"/>
                  </a:lnTo>
                  <a:lnTo>
                    <a:pt x="1908425" y="237473"/>
                  </a:lnTo>
                  <a:lnTo>
                    <a:pt x="1920659" y="226059"/>
                  </a:lnTo>
                  <a:lnTo>
                    <a:pt x="1932892" y="214701"/>
                  </a:lnTo>
                  <a:lnTo>
                    <a:pt x="1945126" y="203399"/>
                  </a:lnTo>
                  <a:lnTo>
                    <a:pt x="1957359" y="192399"/>
                  </a:lnTo>
                  <a:lnTo>
                    <a:pt x="1969593" y="182115"/>
                  </a:lnTo>
                  <a:lnTo>
                    <a:pt x="1981826" y="170876"/>
                  </a:lnTo>
                  <a:lnTo>
                    <a:pt x="1994060" y="158776"/>
                  </a:lnTo>
                  <a:lnTo>
                    <a:pt x="2006293" y="147771"/>
                  </a:lnTo>
                  <a:lnTo>
                    <a:pt x="2018527" y="136829"/>
                  </a:lnTo>
                  <a:lnTo>
                    <a:pt x="2030760" y="125951"/>
                  </a:lnTo>
                  <a:lnTo>
                    <a:pt x="2042994" y="115138"/>
                  </a:lnTo>
                  <a:lnTo>
                    <a:pt x="2055227" y="104390"/>
                  </a:lnTo>
                  <a:lnTo>
                    <a:pt x="2067461" y="94528"/>
                  </a:lnTo>
                  <a:lnTo>
                    <a:pt x="2079694" y="86480"/>
                  </a:lnTo>
                  <a:lnTo>
                    <a:pt x="2091928" y="78530"/>
                  </a:lnTo>
                  <a:lnTo>
                    <a:pt x="2104161" y="70305"/>
                  </a:lnTo>
                  <a:lnTo>
                    <a:pt x="2116395" y="60233"/>
                  </a:lnTo>
                  <a:lnTo>
                    <a:pt x="2128628" y="50172"/>
                  </a:lnTo>
                  <a:lnTo>
                    <a:pt x="2140862" y="40121"/>
                  </a:lnTo>
                  <a:lnTo>
                    <a:pt x="2153095" y="30080"/>
                  </a:lnTo>
                  <a:lnTo>
                    <a:pt x="2165329" y="20046"/>
                  </a:lnTo>
                  <a:lnTo>
                    <a:pt x="2177562" y="10020"/>
                  </a:lnTo>
                  <a:lnTo>
                    <a:pt x="2189796" y="0"/>
                  </a:lnTo>
                  <a:lnTo>
                    <a:pt x="2189796" y="405725"/>
                  </a:lnTo>
                  <a:lnTo>
                    <a:pt x="2177562" y="408505"/>
                  </a:lnTo>
                  <a:lnTo>
                    <a:pt x="2165329" y="409949"/>
                  </a:lnTo>
                  <a:lnTo>
                    <a:pt x="2153095" y="412877"/>
                  </a:lnTo>
                  <a:lnTo>
                    <a:pt x="2140862" y="415847"/>
                  </a:lnTo>
                  <a:lnTo>
                    <a:pt x="2128628" y="418861"/>
                  </a:lnTo>
                  <a:lnTo>
                    <a:pt x="2116395" y="421922"/>
                  </a:lnTo>
                  <a:lnTo>
                    <a:pt x="2104161" y="425030"/>
                  </a:lnTo>
                  <a:lnTo>
                    <a:pt x="2091928" y="428190"/>
                  </a:lnTo>
                  <a:lnTo>
                    <a:pt x="2079694" y="430503"/>
                  </a:lnTo>
                  <a:lnTo>
                    <a:pt x="2067461" y="433890"/>
                  </a:lnTo>
                  <a:lnTo>
                    <a:pt x="2055227" y="437374"/>
                  </a:lnTo>
                  <a:lnTo>
                    <a:pt x="2042994" y="440956"/>
                  </a:lnTo>
                  <a:lnTo>
                    <a:pt x="2030760" y="444639"/>
                  </a:lnTo>
                  <a:lnTo>
                    <a:pt x="2018527" y="448422"/>
                  </a:lnTo>
                  <a:lnTo>
                    <a:pt x="2006293" y="452307"/>
                  </a:lnTo>
                  <a:lnTo>
                    <a:pt x="1994060" y="456295"/>
                  </a:lnTo>
                  <a:lnTo>
                    <a:pt x="1981826" y="460387"/>
                  </a:lnTo>
                  <a:lnTo>
                    <a:pt x="1969593" y="464585"/>
                  </a:lnTo>
                  <a:lnTo>
                    <a:pt x="1957359" y="468889"/>
                  </a:lnTo>
                  <a:lnTo>
                    <a:pt x="1945126" y="473300"/>
                  </a:lnTo>
                  <a:lnTo>
                    <a:pt x="1932892" y="478169"/>
                  </a:lnTo>
                  <a:lnTo>
                    <a:pt x="1920659" y="483955"/>
                  </a:lnTo>
                  <a:lnTo>
                    <a:pt x="1908425" y="489812"/>
                  </a:lnTo>
                  <a:lnTo>
                    <a:pt x="1896192" y="495131"/>
                  </a:lnTo>
                  <a:lnTo>
                    <a:pt x="1883958" y="500008"/>
                  </a:lnTo>
                  <a:lnTo>
                    <a:pt x="1871725" y="504989"/>
                  </a:lnTo>
                  <a:lnTo>
                    <a:pt x="1859491" y="510073"/>
                  </a:lnTo>
                  <a:lnTo>
                    <a:pt x="1847258" y="515263"/>
                  </a:lnTo>
                  <a:lnTo>
                    <a:pt x="1835024" y="520560"/>
                  </a:lnTo>
                  <a:lnTo>
                    <a:pt x="1822791" y="525965"/>
                  </a:lnTo>
                  <a:lnTo>
                    <a:pt x="1810557" y="531479"/>
                  </a:lnTo>
                  <a:lnTo>
                    <a:pt x="1798324" y="537103"/>
                  </a:lnTo>
                  <a:lnTo>
                    <a:pt x="1786090" y="542839"/>
                  </a:lnTo>
                  <a:lnTo>
                    <a:pt x="1773857" y="548688"/>
                  </a:lnTo>
                  <a:lnTo>
                    <a:pt x="1761623" y="554651"/>
                  </a:lnTo>
                  <a:lnTo>
                    <a:pt x="1749390" y="560730"/>
                  </a:lnTo>
                  <a:lnTo>
                    <a:pt x="1737156" y="566925"/>
                  </a:lnTo>
                  <a:lnTo>
                    <a:pt x="1724923" y="573239"/>
                  </a:lnTo>
                  <a:lnTo>
                    <a:pt x="1712689" y="579671"/>
                  </a:lnTo>
                  <a:lnTo>
                    <a:pt x="1700456" y="586224"/>
                  </a:lnTo>
                  <a:lnTo>
                    <a:pt x="1688222" y="594265"/>
                  </a:lnTo>
                  <a:lnTo>
                    <a:pt x="1675989" y="602710"/>
                  </a:lnTo>
                  <a:lnTo>
                    <a:pt x="1663755" y="613339"/>
                  </a:lnTo>
                  <a:lnTo>
                    <a:pt x="1651522" y="623980"/>
                  </a:lnTo>
                  <a:lnTo>
                    <a:pt x="1639288" y="634631"/>
                  </a:lnTo>
                  <a:lnTo>
                    <a:pt x="1627055" y="645292"/>
                  </a:lnTo>
                  <a:lnTo>
                    <a:pt x="1614821" y="653054"/>
                  </a:lnTo>
                  <a:lnTo>
                    <a:pt x="1602588" y="660865"/>
                  </a:lnTo>
                  <a:lnTo>
                    <a:pt x="1590354" y="668762"/>
                  </a:lnTo>
                  <a:lnTo>
                    <a:pt x="1578121" y="676746"/>
                  </a:lnTo>
                  <a:lnTo>
                    <a:pt x="1565887" y="686231"/>
                  </a:lnTo>
                  <a:lnTo>
                    <a:pt x="1553654" y="694280"/>
                  </a:lnTo>
                  <a:lnTo>
                    <a:pt x="1541420" y="702991"/>
                  </a:lnTo>
                  <a:lnTo>
                    <a:pt x="1529187" y="713808"/>
                  </a:lnTo>
                  <a:lnTo>
                    <a:pt x="1516953" y="724666"/>
                  </a:lnTo>
                  <a:lnTo>
                    <a:pt x="1504720" y="735564"/>
                  </a:lnTo>
                  <a:lnTo>
                    <a:pt x="1492486" y="746499"/>
                  </a:lnTo>
                  <a:lnTo>
                    <a:pt x="1480253" y="757470"/>
                  </a:lnTo>
                  <a:lnTo>
                    <a:pt x="1468019" y="767924"/>
                  </a:lnTo>
                  <a:lnTo>
                    <a:pt x="1455786" y="777456"/>
                  </a:lnTo>
                  <a:lnTo>
                    <a:pt x="1443552" y="787782"/>
                  </a:lnTo>
                  <a:lnTo>
                    <a:pt x="1431319" y="799061"/>
                  </a:lnTo>
                  <a:lnTo>
                    <a:pt x="1419085" y="810333"/>
                  </a:lnTo>
                  <a:lnTo>
                    <a:pt x="1406852" y="821601"/>
                  </a:lnTo>
                  <a:lnTo>
                    <a:pt x="1394618" y="832863"/>
                  </a:lnTo>
                  <a:lnTo>
                    <a:pt x="1382385" y="844122"/>
                  </a:lnTo>
                  <a:lnTo>
                    <a:pt x="1370151" y="855377"/>
                  </a:lnTo>
                  <a:lnTo>
                    <a:pt x="1357918" y="866630"/>
                  </a:lnTo>
                  <a:lnTo>
                    <a:pt x="1345684" y="877880"/>
                  </a:lnTo>
                  <a:lnTo>
                    <a:pt x="1333451" y="889129"/>
                  </a:lnTo>
                  <a:lnTo>
                    <a:pt x="1321217" y="900378"/>
                  </a:lnTo>
                  <a:lnTo>
                    <a:pt x="1308984" y="911626"/>
                  </a:lnTo>
                  <a:lnTo>
                    <a:pt x="1296750" y="922875"/>
                  </a:lnTo>
                  <a:lnTo>
                    <a:pt x="1284517" y="934126"/>
                  </a:lnTo>
                  <a:lnTo>
                    <a:pt x="1272283" y="945378"/>
                  </a:lnTo>
                  <a:lnTo>
                    <a:pt x="1260050" y="956633"/>
                  </a:lnTo>
                  <a:lnTo>
                    <a:pt x="1247816" y="967892"/>
                  </a:lnTo>
                  <a:lnTo>
                    <a:pt x="1235583" y="979154"/>
                  </a:lnTo>
                  <a:lnTo>
                    <a:pt x="1223349" y="990850"/>
                  </a:lnTo>
                  <a:lnTo>
                    <a:pt x="1211116" y="1002563"/>
                  </a:lnTo>
                  <a:lnTo>
                    <a:pt x="1198882" y="1014268"/>
                  </a:lnTo>
                  <a:lnTo>
                    <a:pt x="1186649" y="1025967"/>
                  </a:lnTo>
                  <a:lnTo>
                    <a:pt x="1174415" y="1037662"/>
                  </a:lnTo>
                  <a:lnTo>
                    <a:pt x="1162182" y="1049354"/>
                  </a:lnTo>
                  <a:lnTo>
                    <a:pt x="1149948" y="1061044"/>
                  </a:lnTo>
                  <a:lnTo>
                    <a:pt x="1137715" y="1072733"/>
                  </a:lnTo>
                  <a:lnTo>
                    <a:pt x="1125481" y="1084423"/>
                  </a:lnTo>
                  <a:lnTo>
                    <a:pt x="1113248" y="1096116"/>
                  </a:lnTo>
                  <a:lnTo>
                    <a:pt x="1101014" y="1107812"/>
                  </a:lnTo>
                  <a:lnTo>
                    <a:pt x="1088781" y="1119513"/>
                  </a:lnTo>
                  <a:lnTo>
                    <a:pt x="1076547" y="1131221"/>
                  </a:lnTo>
                  <a:lnTo>
                    <a:pt x="1064314" y="1142937"/>
                  </a:lnTo>
                  <a:lnTo>
                    <a:pt x="1052080" y="1154662"/>
                  </a:lnTo>
                  <a:lnTo>
                    <a:pt x="1039847" y="1166397"/>
                  </a:lnTo>
                  <a:lnTo>
                    <a:pt x="1027613" y="1178049"/>
                  </a:lnTo>
                  <a:lnTo>
                    <a:pt x="1015380" y="1189516"/>
                  </a:lnTo>
                  <a:lnTo>
                    <a:pt x="1003146" y="1201682"/>
                  </a:lnTo>
                  <a:lnTo>
                    <a:pt x="990913" y="1213474"/>
                  </a:lnTo>
                  <a:lnTo>
                    <a:pt x="978679" y="1225649"/>
                  </a:lnTo>
                  <a:lnTo>
                    <a:pt x="966446" y="1239134"/>
                  </a:lnTo>
                  <a:lnTo>
                    <a:pt x="954212" y="1252634"/>
                  </a:lnTo>
                  <a:lnTo>
                    <a:pt x="941979" y="1264515"/>
                  </a:lnTo>
                  <a:lnTo>
                    <a:pt x="929745" y="1276173"/>
                  </a:lnTo>
                  <a:lnTo>
                    <a:pt x="917512" y="1288311"/>
                  </a:lnTo>
                  <a:lnTo>
                    <a:pt x="905278" y="1301441"/>
                  </a:lnTo>
                  <a:lnTo>
                    <a:pt x="893045" y="1313147"/>
                  </a:lnTo>
                  <a:lnTo>
                    <a:pt x="880811" y="1325321"/>
                  </a:lnTo>
                  <a:lnTo>
                    <a:pt x="868578" y="1338113"/>
                  </a:lnTo>
                  <a:lnTo>
                    <a:pt x="856344" y="1351125"/>
                  </a:lnTo>
                  <a:lnTo>
                    <a:pt x="844111" y="1364136"/>
                  </a:lnTo>
                  <a:lnTo>
                    <a:pt x="831877" y="1377378"/>
                  </a:lnTo>
                  <a:lnTo>
                    <a:pt x="819644" y="1391290"/>
                  </a:lnTo>
                  <a:lnTo>
                    <a:pt x="807410" y="1405201"/>
                  </a:lnTo>
                  <a:lnTo>
                    <a:pt x="795177" y="1418749"/>
                  </a:lnTo>
                  <a:lnTo>
                    <a:pt x="782943" y="1432071"/>
                  </a:lnTo>
                  <a:lnTo>
                    <a:pt x="770710" y="1445247"/>
                  </a:lnTo>
                  <a:lnTo>
                    <a:pt x="758476" y="1458130"/>
                  </a:lnTo>
                  <a:lnTo>
                    <a:pt x="746243" y="1470970"/>
                  </a:lnTo>
                  <a:lnTo>
                    <a:pt x="734009" y="1483764"/>
                  </a:lnTo>
                  <a:lnTo>
                    <a:pt x="721776" y="1496510"/>
                  </a:lnTo>
                  <a:lnTo>
                    <a:pt x="709542" y="1509200"/>
                  </a:lnTo>
                  <a:lnTo>
                    <a:pt x="697309" y="1521828"/>
                  </a:lnTo>
                  <a:lnTo>
                    <a:pt x="685075" y="1534628"/>
                  </a:lnTo>
                  <a:lnTo>
                    <a:pt x="672842" y="1547596"/>
                  </a:lnTo>
                  <a:lnTo>
                    <a:pt x="660608" y="1560471"/>
                  </a:lnTo>
                  <a:lnTo>
                    <a:pt x="648375" y="1573246"/>
                  </a:lnTo>
                  <a:lnTo>
                    <a:pt x="636141" y="1585918"/>
                  </a:lnTo>
                  <a:lnTo>
                    <a:pt x="623908" y="1598479"/>
                  </a:lnTo>
                  <a:lnTo>
                    <a:pt x="611674" y="1611323"/>
                  </a:lnTo>
                  <a:lnTo>
                    <a:pt x="599441" y="1624493"/>
                  </a:lnTo>
                  <a:lnTo>
                    <a:pt x="587207" y="1637531"/>
                  </a:lnTo>
                  <a:lnTo>
                    <a:pt x="574974" y="1650428"/>
                  </a:lnTo>
                  <a:lnTo>
                    <a:pt x="562740" y="1662582"/>
                  </a:lnTo>
                  <a:lnTo>
                    <a:pt x="550507" y="1674121"/>
                  </a:lnTo>
                  <a:lnTo>
                    <a:pt x="538273" y="1685499"/>
                  </a:lnTo>
                  <a:lnTo>
                    <a:pt x="526040" y="1696708"/>
                  </a:lnTo>
                  <a:lnTo>
                    <a:pt x="513806" y="1707747"/>
                  </a:lnTo>
                  <a:lnTo>
                    <a:pt x="501573" y="1719610"/>
                  </a:lnTo>
                  <a:lnTo>
                    <a:pt x="489339" y="1731277"/>
                  </a:lnTo>
                  <a:lnTo>
                    <a:pt x="477106" y="1742739"/>
                  </a:lnTo>
                  <a:lnTo>
                    <a:pt x="464872" y="1753985"/>
                  </a:lnTo>
                  <a:lnTo>
                    <a:pt x="452639" y="1765006"/>
                  </a:lnTo>
                  <a:lnTo>
                    <a:pt x="440405" y="1775794"/>
                  </a:lnTo>
                  <a:lnTo>
                    <a:pt x="428172" y="1786337"/>
                  </a:lnTo>
                  <a:lnTo>
                    <a:pt x="415938" y="1796628"/>
                  </a:lnTo>
                  <a:lnTo>
                    <a:pt x="403705" y="1808613"/>
                  </a:lnTo>
                  <a:lnTo>
                    <a:pt x="391471" y="1820476"/>
                  </a:lnTo>
                  <a:lnTo>
                    <a:pt x="379238" y="1830159"/>
                  </a:lnTo>
                  <a:lnTo>
                    <a:pt x="367004" y="1839291"/>
                  </a:lnTo>
                  <a:lnTo>
                    <a:pt x="354771" y="1848098"/>
                  </a:lnTo>
                  <a:lnTo>
                    <a:pt x="342537" y="1856592"/>
                  </a:lnTo>
                  <a:lnTo>
                    <a:pt x="330304" y="1864764"/>
                  </a:lnTo>
                  <a:lnTo>
                    <a:pt x="318070" y="1873627"/>
                  </a:lnTo>
                  <a:lnTo>
                    <a:pt x="305837" y="1883209"/>
                  </a:lnTo>
                  <a:lnTo>
                    <a:pt x="293603" y="1891317"/>
                  </a:lnTo>
                  <a:lnTo>
                    <a:pt x="281370" y="1899829"/>
                  </a:lnTo>
                  <a:lnTo>
                    <a:pt x="269136" y="1908112"/>
                  </a:lnTo>
                  <a:lnTo>
                    <a:pt x="256903" y="1916160"/>
                  </a:lnTo>
                  <a:lnTo>
                    <a:pt x="244669" y="1923966"/>
                  </a:lnTo>
                  <a:lnTo>
                    <a:pt x="232436" y="1931527"/>
                  </a:lnTo>
                  <a:lnTo>
                    <a:pt x="220202" y="1938834"/>
                  </a:lnTo>
                  <a:lnTo>
                    <a:pt x="207969" y="1945086"/>
                  </a:lnTo>
                  <a:lnTo>
                    <a:pt x="195735" y="1951428"/>
                  </a:lnTo>
                  <a:lnTo>
                    <a:pt x="183502" y="1959184"/>
                  </a:lnTo>
                  <a:lnTo>
                    <a:pt x="171268" y="1965424"/>
                  </a:lnTo>
                  <a:lnTo>
                    <a:pt x="159035" y="1971195"/>
                  </a:lnTo>
                  <a:lnTo>
                    <a:pt x="146801" y="1977053"/>
                  </a:lnTo>
                  <a:lnTo>
                    <a:pt x="134568" y="1982431"/>
                  </a:lnTo>
                  <a:lnTo>
                    <a:pt x="122334" y="1987966"/>
                  </a:lnTo>
                  <a:lnTo>
                    <a:pt x="110101" y="1993898"/>
                  </a:lnTo>
                  <a:lnTo>
                    <a:pt x="97867" y="1998752"/>
                  </a:lnTo>
                  <a:lnTo>
                    <a:pt x="85634" y="2003705"/>
                  </a:lnTo>
                  <a:lnTo>
                    <a:pt x="73400" y="2010436"/>
                  </a:lnTo>
                  <a:lnTo>
                    <a:pt x="61167" y="2012637"/>
                  </a:lnTo>
                  <a:lnTo>
                    <a:pt x="48933" y="2014769"/>
                  </a:lnTo>
                  <a:lnTo>
                    <a:pt x="36700" y="2021093"/>
                  </a:lnTo>
                  <a:lnTo>
                    <a:pt x="24466" y="2027718"/>
                  </a:lnTo>
                  <a:lnTo>
                    <a:pt x="12233" y="2034214"/>
                  </a:lnTo>
                  <a:lnTo>
                    <a:pt x="0" y="203796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4407" y="1036556"/>
              <a:ext cx="2189796" cy="1864315"/>
            </a:xfrm>
            <a:custGeom>
              <a:avLst/>
              <a:pathLst>
                <a:path w="2189796" h="1864315">
                  <a:moveTo>
                    <a:pt x="0" y="1837458"/>
                  </a:moveTo>
                  <a:lnTo>
                    <a:pt x="12233" y="1842821"/>
                  </a:lnTo>
                  <a:lnTo>
                    <a:pt x="24466" y="1848704"/>
                  </a:lnTo>
                  <a:lnTo>
                    <a:pt x="36700" y="1853872"/>
                  </a:lnTo>
                  <a:lnTo>
                    <a:pt x="48933" y="1858337"/>
                  </a:lnTo>
                  <a:lnTo>
                    <a:pt x="61167" y="1861453"/>
                  </a:lnTo>
                  <a:lnTo>
                    <a:pt x="73400" y="1860851"/>
                  </a:lnTo>
                  <a:lnTo>
                    <a:pt x="85634" y="1862893"/>
                  </a:lnTo>
                  <a:lnTo>
                    <a:pt x="97867" y="1864315"/>
                  </a:lnTo>
                  <a:lnTo>
                    <a:pt x="110101" y="1862849"/>
                  </a:lnTo>
                  <a:lnTo>
                    <a:pt x="122334" y="1860693"/>
                  </a:lnTo>
                  <a:lnTo>
                    <a:pt x="134568" y="1858173"/>
                  </a:lnTo>
                  <a:lnTo>
                    <a:pt x="146801" y="1855295"/>
                  </a:lnTo>
                  <a:lnTo>
                    <a:pt x="159035" y="1852067"/>
                  </a:lnTo>
                  <a:lnTo>
                    <a:pt x="171268" y="1848493"/>
                  </a:lnTo>
                  <a:lnTo>
                    <a:pt x="183502" y="1844582"/>
                  </a:lnTo>
                  <a:lnTo>
                    <a:pt x="195735" y="1840338"/>
                  </a:lnTo>
                  <a:lnTo>
                    <a:pt x="207969" y="1835770"/>
                  </a:lnTo>
                  <a:lnTo>
                    <a:pt x="220202" y="1830821"/>
                  </a:lnTo>
                  <a:lnTo>
                    <a:pt x="232436" y="1824009"/>
                  </a:lnTo>
                  <a:lnTo>
                    <a:pt x="244669" y="1817016"/>
                  </a:lnTo>
                  <a:lnTo>
                    <a:pt x="256903" y="1809845"/>
                  </a:lnTo>
                  <a:lnTo>
                    <a:pt x="269136" y="1802498"/>
                  </a:lnTo>
                  <a:lnTo>
                    <a:pt x="281370" y="1795824"/>
                  </a:lnTo>
                  <a:lnTo>
                    <a:pt x="293603" y="1789357"/>
                  </a:lnTo>
                  <a:lnTo>
                    <a:pt x="305837" y="1782551"/>
                  </a:lnTo>
                  <a:lnTo>
                    <a:pt x="318070" y="1775416"/>
                  </a:lnTo>
                  <a:lnTo>
                    <a:pt x="330304" y="1767960"/>
                  </a:lnTo>
                  <a:lnTo>
                    <a:pt x="342537" y="1759789"/>
                  </a:lnTo>
                  <a:lnTo>
                    <a:pt x="354771" y="1750473"/>
                  </a:lnTo>
                  <a:lnTo>
                    <a:pt x="367004" y="1741015"/>
                  </a:lnTo>
                  <a:lnTo>
                    <a:pt x="379238" y="1732501"/>
                  </a:lnTo>
                  <a:lnTo>
                    <a:pt x="391471" y="1724175"/>
                  </a:lnTo>
                  <a:lnTo>
                    <a:pt x="403705" y="1715595"/>
                  </a:lnTo>
                  <a:lnTo>
                    <a:pt x="415938" y="1705534"/>
                  </a:lnTo>
                  <a:lnTo>
                    <a:pt x="428172" y="1695381"/>
                  </a:lnTo>
                  <a:lnTo>
                    <a:pt x="440405" y="1685856"/>
                  </a:lnTo>
                  <a:lnTo>
                    <a:pt x="452639" y="1675317"/>
                  </a:lnTo>
                  <a:lnTo>
                    <a:pt x="464872" y="1664129"/>
                  </a:lnTo>
                  <a:lnTo>
                    <a:pt x="477106" y="1652785"/>
                  </a:lnTo>
                  <a:lnTo>
                    <a:pt x="489339" y="1641293"/>
                  </a:lnTo>
                  <a:lnTo>
                    <a:pt x="501573" y="1629661"/>
                  </a:lnTo>
                  <a:lnTo>
                    <a:pt x="513806" y="1617896"/>
                  </a:lnTo>
                  <a:lnTo>
                    <a:pt x="526040" y="1606676"/>
                  </a:lnTo>
                  <a:lnTo>
                    <a:pt x="538273" y="1595039"/>
                  </a:lnTo>
                  <a:lnTo>
                    <a:pt x="550507" y="1582517"/>
                  </a:lnTo>
                  <a:lnTo>
                    <a:pt x="562740" y="1570800"/>
                  </a:lnTo>
                  <a:lnTo>
                    <a:pt x="574974" y="1558476"/>
                  </a:lnTo>
                  <a:lnTo>
                    <a:pt x="587207" y="1546072"/>
                  </a:lnTo>
                  <a:lnTo>
                    <a:pt x="599441" y="1533594"/>
                  </a:lnTo>
                  <a:lnTo>
                    <a:pt x="611674" y="1521049"/>
                  </a:lnTo>
                  <a:lnTo>
                    <a:pt x="623908" y="1508444"/>
                  </a:lnTo>
                  <a:lnTo>
                    <a:pt x="636141" y="1495786"/>
                  </a:lnTo>
                  <a:lnTo>
                    <a:pt x="648375" y="1483082"/>
                  </a:lnTo>
                  <a:lnTo>
                    <a:pt x="660608" y="1470339"/>
                  </a:lnTo>
                  <a:lnTo>
                    <a:pt x="672842" y="1457335"/>
                  </a:lnTo>
                  <a:lnTo>
                    <a:pt x="685075" y="1444080"/>
                  </a:lnTo>
                  <a:lnTo>
                    <a:pt x="697309" y="1430811"/>
                  </a:lnTo>
                  <a:lnTo>
                    <a:pt x="709542" y="1417766"/>
                  </a:lnTo>
                  <a:lnTo>
                    <a:pt x="721776" y="1404901"/>
                  </a:lnTo>
                  <a:lnTo>
                    <a:pt x="734009" y="1392038"/>
                  </a:lnTo>
                  <a:lnTo>
                    <a:pt x="746243" y="1379184"/>
                  </a:lnTo>
                  <a:lnTo>
                    <a:pt x="758476" y="1366532"/>
                  </a:lnTo>
                  <a:lnTo>
                    <a:pt x="770710" y="1353997"/>
                  </a:lnTo>
                  <a:lnTo>
                    <a:pt x="782943" y="1340683"/>
                  </a:lnTo>
                  <a:lnTo>
                    <a:pt x="795177" y="1327873"/>
                  </a:lnTo>
                  <a:lnTo>
                    <a:pt x="807410" y="1315076"/>
                  </a:lnTo>
                  <a:lnTo>
                    <a:pt x="819644" y="1302472"/>
                  </a:lnTo>
                  <a:lnTo>
                    <a:pt x="831877" y="1290161"/>
                  </a:lnTo>
                  <a:lnTo>
                    <a:pt x="844111" y="1277190"/>
                  </a:lnTo>
                  <a:lnTo>
                    <a:pt x="856344" y="1264036"/>
                  </a:lnTo>
                  <a:lnTo>
                    <a:pt x="868578" y="1251318"/>
                  </a:lnTo>
                  <a:lnTo>
                    <a:pt x="880811" y="1238618"/>
                  </a:lnTo>
                  <a:lnTo>
                    <a:pt x="893045" y="1225938"/>
                  </a:lnTo>
                  <a:lnTo>
                    <a:pt x="905278" y="1213278"/>
                  </a:lnTo>
                  <a:lnTo>
                    <a:pt x="917512" y="1200639"/>
                  </a:lnTo>
                  <a:lnTo>
                    <a:pt x="929745" y="1187534"/>
                  </a:lnTo>
                  <a:lnTo>
                    <a:pt x="941979" y="1174228"/>
                  </a:lnTo>
                  <a:lnTo>
                    <a:pt x="954212" y="1160940"/>
                  </a:lnTo>
                  <a:lnTo>
                    <a:pt x="966446" y="1147672"/>
                  </a:lnTo>
                  <a:lnTo>
                    <a:pt x="978679" y="1133948"/>
                  </a:lnTo>
                  <a:lnTo>
                    <a:pt x="990913" y="1120257"/>
                  </a:lnTo>
                  <a:lnTo>
                    <a:pt x="1003146" y="1107238"/>
                  </a:lnTo>
                  <a:lnTo>
                    <a:pt x="1015380" y="1094198"/>
                  </a:lnTo>
                  <a:lnTo>
                    <a:pt x="1027613" y="1080608"/>
                  </a:lnTo>
                  <a:lnTo>
                    <a:pt x="1039847" y="1067065"/>
                  </a:lnTo>
                  <a:lnTo>
                    <a:pt x="1052080" y="1053571"/>
                  </a:lnTo>
                  <a:lnTo>
                    <a:pt x="1064314" y="1040129"/>
                  </a:lnTo>
                  <a:lnTo>
                    <a:pt x="1076547" y="1026742"/>
                  </a:lnTo>
                  <a:lnTo>
                    <a:pt x="1088781" y="1013742"/>
                  </a:lnTo>
                  <a:lnTo>
                    <a:pt x="1101014" y="1001135"/>
                  </a:lnTo>
                  <a:lnTo>
                    <a:pt x="1113248" y="988779"/>
                  </a:lnTo>
                  <a:lnTo>
                    <a:pt x="1125481" y="976496"/>
                  </a:lnTo>
                  <a:lnTo>
                    <a:pt x="1137715" y="964290"/>
                  </a:lnTo>
                  <a:lnTo>
                    <a:pt x="1149948" y="952165"/>
                  </a:lnTo>
                  <a:lnTo>
                    <a:pt x="1162182" y="940124"/>
                  </a:lnTo>
                  <a:lnTo>
                    <a:pt x="1174415" y="927595"/>
                  </a:lnTo>
                  <a:lnTo>
                    <a:pt x="1186649" y="915118"/>
                  </a:lnTo>
                  <a:lnTo>
                    <a:pt x="1198882" y="902121"/>
                  </a:lnTo>
                  <a:lnTo>
                    <a:pt x="1211116" y="888910"/>
                  </a:lnTo>
                  <a:lnTo>
                    <a:pt x="1223349" y="875863"/>
                  </a:lnTo>
                  <a:lnTo>
                    <a:pt x="1235583" y="862879"/>
                  </a:lnTo>
                  <a:lnTo>
                    <a:pt x="1247816" y="849963"/>
                  </a:lnTo>
                  <a:lnTo>
                    <a:pt x="1260050" y="837116"/>
                  </a:lnTo>
                  <a:lnTo>
                    <a:pt x="1272283" y="824623"/>
                  </a:lnTo>
                  <a:lnTo>
                    <a:pt x="1284517" y="813006"/>
                  </a:lnTo>
                  <a:lnTo>
                    <a:pt x="1296750" y="801526"/>
                  </a:lnTo>
                  <a:lnTo>
                    <a:pt x="1308984" y="790186"/>
                  </a:lnTo>
                  <a:lnTo>
                    <a:pt x="1321217" y="778991"/>
                  </a:lnTo>
                  <a:lnTo>
                    <a:pt x="1333451" y="767944"/>
                  </a:lnTo>
                  <a:lnTo>
                    <a:pt x="1345684" y="755353"/>
                  </a:lnTo>
                  <a:lnTo>
                    <a:pt x="1357918" y="742448"/>
                  </a:lnTo>
                  <a:lnTo>
                    <a:pt x="1370151" y="729558"/>
                  </a:lnTo>
                  <a:lnTo>
                    <a:pt x="1382385" y="717604"/>
                  </a:lnTo>
                  <a:lnTo>
                    <a:pt x="1394618" y="704834"/>
                  </a:lnTo>
                  <a:lnTo>
                    <a:pt x="1406852" y="693313"/>
                  </a:lnTo>
                  <a:lnTo>
                    <a:pt x="1419085" y="682721"/>
                  </a:lnTo>
                  <a:lnTo>
                    <a:pt x="1431319" y="670558"/>
                  </a:lnTo>
                  <a:lnTo>
                    <a:pt x="1443552" y="658343"/>
                  </a:lnTo>
                  <a:lnTo>
                    <a:pt x="1455786" y="646190"/>
                  </a:lnTo>
                  <a:lnTo>
                    <a:pt x="1468019" y="634102"/>
                  </a:lnTo>
                  <a:lnTo>
                    <a:pt x="1480253" y="622078"/>
                  </a:lnTo>
                  <a:lnTo>
                    <a:pt x="1492486" y="610725"/>
                  </a:lnTo>
                  <a:lnTo>
                    <a:pt x="1504720" y="599950"/>
                  </a:lnTo>
                  <a:lnTo>
                    <a:pt x="1516953" y="589298"/>
                  </a:lnTo>
                  <a:lnTo>
                    <a:pt x="1529187" y="578767"/>
                  </a:lnTo>
                  <a:lnTo>
                    <a:pt x="1541420" y="568357"/>
                  </a:lnTo>
                  <a:lnTo>
                    <a:pt x="1553654" y="558067"/>
                  </a:lnTo>
                  <a:lnTo>
                    <a:pt x="1565887" y="547896"/>
                  </a:lnTo>
                  <a:lnTo>
                    <a:pt x="1578121" y="537534"/>
                  </a:lnTo>
                  <a:lnTo>
                    <a:pt x="1590354" y="527060"/>
                  </a:lnTo>
                  <a:lnTo>
                    <a:pt x="1602588" y="516482"/>
                  </a:lnTo>
                  <a:lnTo>
                    <a:pt x="1614821" y="505280"/>
                  </a:lnTo>
                  <a:lnTo>
                    <a:pt x="1627055" y="493548"/>
                  </a:lnTo>
                  <a:lnTo>
                    <a:pt x="1639288" y="481858"/>
                  </a:lnTo>
                  <a:lnTo>
                    <a:pt x="1651522" y="470209"/>
                  </a:lnTo>
                  <a:lnTo>
                    <a:pt x="1663755" y="458601"/>
                  </a:lnTo>
                  <a:lnTo>
                    <a:pt x="1675989" y="447032"/>
                  </a:lnTo>
                  <a:lnTo>
                    <a:pt x="1688222" y="435503"/>
                  </a:lnTo>
                  <a:lnTo>
                    <a:pt x="1700456" y="424013"/>
                  </a:lnTo>
                  <a:lnTo>
                    <a:pt x="1712689" y="412560"/>
                  </a:lnTo>
                  <a:lnTo>
                    <a:pt x="1724923" y="401144"/>
                  </a:lnTo>
                  <a:lnTo>
                    <a:pt x="1737156" y="389765"/>
                  </a:lnTo>
                  <a:lnTo>
                    <a:pt x="1749390" y="378421"/>
                  </a:lnTo>
                  <a:lnTo>
                    <a:pt x="1761623" y="367112"/>
                  </a:lnTo>
                  <a:lnTo>
                    <a:pt x="1773857" y="355837"/>
                  </a:lnTo>
                  <a:lnTo>
                    <a:pt x="1786090" y="344595"/>
                  </a:lnTo>
                  <a:lnTo>
                    <a:pt x="1798324" y="333386"/>
                  </a:lnTo>
                  <a:lnTo>
                    <a:pt x="1810557" y="322635"/>
                  </a:lnTo>
                  <a:lnTo>
                    <a:pt x="1822791" y="312963"/>
                  </a:lnTo>
                  <a:lnTo>
                    <a:pt x="1835024" y="303381"/>
                  </a:lnTo>
                  <a:lnTo>
                    <a:pt x="1847258" y="293888"/>
                  </a:lnTo>
                  <a:lnTo>
                    <a:pt x="1859491" y="283657"/>
                  </a:lnTo>
                  <a:lnTo>
                    <a:pt x="1871725" y="272034"/>
                  </a:lnTo>
                  <a:lnTo>
                    <a:pt x="1883958" y="260461"/>
                  </a:lnTo>
                  <a:lnTo>
                    <a:pt x="1896192" y="248940"/>
                  </a:lnTo>
                  <a:lnTo>
                    <a:pt x="1908425" y="237473"/>
                  </a:lnTo>
                  <a:lnTo>
                    <a:pt x="1920659" y="226059"/>
                  </a:lnTo>
                  <a:lnTo>
                    <a:pt x="1932892" y="214701"/>
                  </a:lnTo>
                  <a:lnTo>
                    <a:pt x="1945126" y="203399"/>
                  </a:lnTo>
                  <a:lnTo>
                    <a:pt x="1957359" y="192399"/>
                  </a:lnTo>
                  <a:lnTo>
                    <a:pt x="1969593" y="182115"/>
                  </a:lnTo>
                  <a:lnTo>
                    <a:pt x="1981826" y="170876"/>
                  </a:lnTo>
                  <a:lnTo>
                    <a:pt x="1994060" y="158776"/>
                  </a:lnTo>
                  <a:lnTo>
                    <a:pt x="2006293" y="147771"/>
                  </a:lnTo>
                  <a:lnTo>
                    <a:pt x="2018527" y="136829"/>
                  </a:lnTo>
                  <a:lnTo>
                    <a:pt x="2030760" y="125951"/>
                  </a:lnTo>
                  <a:lnTo>
                    <a:pt x="2042994" y="115138"/>
                  </a:lnTo>
                  <a:lnTo>
                    <a:pt x="2055227" y="104390"/>
                  </a:lnTo>
                  <a:lnTo>
                    <a:pt x="2067461" y="94528"/>
                  </a:lnTo>
                  <a:lnTo>
                    <a:pt x="2079694" y="86480"/>
                  </a:lnTo>
                  <a:lnTo>
                    <a:pt x="2091928" y="78530"/>
                  </a:lnTo>
                  <a:lnTo>
                    <a:pt x="2104161" y="70305"/>
                  </a:lnTo>
                  <a:lnTo>
                    <a:pt x="2116395" y="60233"/>
                  </a:lnTo>
                  <a:lnTo>
                    <a:pt x="2128628" y="50172"/>
                  </a:lnTo>
                  <a:lnTo>
                    <a:pt x="2140862" y="40121"/>
                  </a:lnTo>
                  <a:lnTo>
                    <a:pt x="2153095" y="30080"/>
                  </a:lnTo>
                  <a:lnTo>
                    <a:pt x="2165329" y="20046"/>
                  </a:lnTo>
                  <a:lnTo>
                    <a:pt x="2177562" y="10020"/>
                  </a:lnTo>
                  <a:lnTo>
                    <a:pt x="218979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4407" y="1442282"/>
              <a:ext cx="2189796" cy="1632238"/>
            </a:xfrm>
            <a:custGeom>
              <a:avLst/>
              <a:pathLst>
                <a:path w="2189796" h="1632238">
                  <a:moveTo>
                    <a:pt x="2189796" y="0"/>
                  </a:moveTo>
                  <a:lnTo>
                    <a:pt x="2177562" y="2779"/>
                  </a:lnTo>
                  <a:lnTo>
                    <a:pt x="2165329" y="4223"/>
                  </a:lnTo>
                  <a:lnTo>
                    <a:pt x="2153095" y="7151"/>
                  </a:lnTo>
                  <a:lnTo>
                    <a:pt x="2140862" y="10121"/>
                  </a:lnTo>
                  <a:lnTo>
                    <a:pt x="2128628" y="13135"/>
                  </a:lnTo>
                  <a:lnTo>
                    <a:pt x="2116395" y="16196"/>
                  </a:lnTo>
                  <a:lnTo>
                    <a:pt x="2104161" y="19305"/>
                  </a:lnTo>
                  <a:lnTo>
                    <a:pt x="2091928" y="22464"/>
                  </a:lnTo>
                  <a:lnTo>
                    <a:pt x="2079694" y="24778"/>
                  </a:lnTo>
                  <a:lnTo>
                    <a:pt x="2067461" y="28164"/>
                  </a:lnTo>
                  <a:lnTo>
                    <a:pt x="2055227" y="31648"/>
                  </a:lnTo>
                  <a:lnTo>
                    <a:pt x="2042994" y="35231"/>
                  </a:lnTo>
                  <a:lnTo>
                    <a:pt x="2030760" y="38913"/>
                  </a:lnTo>
                  <a:lnTo>
                    <a:pt x="2018527" y="42696"/>
                  </a:lnTo>
                  <a:lnTo>
                    <a:pt x="2006293" y="46581"/>
                  </a:lnTo>
                  <a:lnTo>
                    <a:pt x="1994060" y="50569"/>
                  </a:lnTo>
                  <a:lnTo>
                    <a:pt x="1981826" y="54662"/>
                  </a:lnTo>
                  <a:lnTo>
                    <a:pt x="1969593" y="58859"/>
                  </a:lnTo>
                  <a:lnTo>
                    <a:pt x="1957359" y="63163"/>
                  </a:lnTo>
                  <a:lnTo>
                    <a:pt x="1945126" y="67574"/>
                  </a:lnTo>
                  <a:lnTo>
                    <a:pt x="1932892" y="72443"/>
                  </a:lnTo>
                  <a:lnTo>
                    <a:pt x="1920659" y="78229"/>
                  </a:lnTo>
                  <a:lnTo>
                    <a:pt x="1908425" y="84086"/>
                  </a:lnTo>
                  <a:lnTo>
                    <a:pt x="1896192" y="89405"/>
                  </a:lnTo>
                  <a:lnTo>
                    <a:pt x="1883958" y="94282"/>
                  </a:lnTo>
                  <a:lnTo>
                    <a:pt x="1871725" y="99263"/>
                  </a:lnTo>
                  <a:lnTo>
                    <a:pt x="1859491" y="104347"/>
                  </a:lnTo>
                  <a:lnTo>
                    <a:pt x="1847258" y="109538"/>
                  </a:lnTo>
                  <a:lnTo>
                    <a:pt x="1835024" y="114834"/>
                  </a:lnTo>
                  <a:lnTo>
                    <a:pt x="1822791" y="120239"/>
                  </a:lnTo>
                  <a:lnTo>
                    <a:pt x="1810557" y="125753"/>
                  </a:lnTo>
                  <a:lnTo>
                    <a:pt x="1798324" y="131377"/>
                  </a:lnTo>
                  <a:lnTo>
                    <a:pt x="1786090" y="137113"/>
                  </a:lnTo>
                  <a:lnTo>
                    <a:pt x="1773857" y="142963"/>
                  </a:lnTo>
                  <a:lnTo>
                    <a:pt x="1761623" y="148926"/>
                  </a:lnTo>
                  <a:lnTo>
                    <a:pt x="1749390" y="155004"/>
                  </a:lnTo>
                  <a:lnTo>
                    <a:pt x="1737156" y="161200"/>
                  </a:lnTo>
                  <a:lnTo>
                    <a:pt x="1724923" y="167513"/>
                  </a:lnTo>
                  <a:lnTo>
                    <a:pt x="1712689" y="173945"/>
                  </a:lnTo>
                  <a:lnTo>
                    <a:pt x="1700456" y="180498"/>
                  </a:lnTo>
                  <a:lnTo>
                    <a:pt x="1688222" y="188539"/>
                  </a:lnTo>
                  <a:lnTo>
                    <a:pt x="1675989" y="196984"/>
                  </a:lnTo>
                  <a:lnTo>
                    <a:pt x="1663755" y="207614"/>
                  </a:lnTo>
                  <a:lnTo>
                    <a:pt x="1651522" y="218254"/>
                  </a:lnTo>
                  <a:lnTo>
                    <a:pt x="1639288" y="228905"/>
                  </a:lnTo>
                  <a:lnTo>
                    <a:pt x="1627055" y="239567"/>
                  </a:lnTo>
                  <a:lnTo>
                    <a:pt x="1614821" y="247328"/>
                  </a:lnTo>
                  <a:lnTo>
                    <a:pt x="1602588" y="255139"/>
                  </a:lnTo>
                  <a:lnTo>
                    <a:pt x="1590354" y="263036"/>
                  </a:lnTo>
                  <a:lnTo>
                    <a:pt x="1578121" y="271020"/>
                  </a:lnTo>
                  <a:lnTo>
                    <a:pt x="1565887" y="280505"/>
                  </a:lnTo>
                  <a:lnTo>
                    <a:pt x="1553654" y="288554"/>
                  </a:lnTo>
                  <a:lnTo>
                    <a:pt x="1541420" y="297265"/>
                  </a:lnTo>
                  <a:lnTo>
                    <a:pt x="1529187" y="308082"/>
                  </a:lnTo>
                  <a:lnTo>
                    <a:pt x="1516953" y="318940"/>
                  </a:lnTo>
                  <a:lnTo>
                    <a:pt x="1504720" y="329838"/>
                  </a:lnTo>
                  <a:lnTo>
                    <a:pt x="1492486" y="340773"/>
                  </a:lnTo>
                  <a:lnTo>
                    <a:pt x="1480253" y="351744"/>
                  </a:lnTo>
                  <a:lnTo>
                    <a:pt x="1468019" y="362199"/>
                  </a:lnTo>
                  <a:lnTo>
                    <a:pt x="1455786" y="371730"/>
                  </a:lnTo>
                  <a:lnTo>
                    <a:pt x="1443552" y="382056"/>
                  </a:lnTo>
                  <a:lnTo>
                    <a:pt x="1431319" y="393335"/>
                  </a:lnTo>
                  <a:lnTo>
                    <a:pt x="1419085" y="404608"/>
                  </a:lnTo>
                  <a:lnTo>
                    <a:pt x="1406852" y="415875"/>
                  </a:lnTo>
                  <a:lnTo>
                    <a:pt x="1394618" y="427138"/>
                  </a:lnTo>
                  <a:lnTo>
                    <a:pt x="1382385" y="438396"/>
                  </a:lnTo>
                  <a:lnTo>
                    <a:pt x="1370151" y="449652"/>
                  </a:lnTo>
                  <a:lnTo>
                    <a:pt x="1357918" y="460904"/>
                  </a:lnTo>
                  <a:lnTo>
                    <a:pt x="1345684" y="472155"/>
                  </a:lnTo>
                  <a:lnTo>
                    <a:pt x="1333451" y="483404"/>
                  </a:lnTo>
                  <a:lnTo>
                    <a:pt x="1321217" y="494652"/>
                  </a:lnTo>
                  <a:lnTo>
                    <a:pt x="1308984" y="505901"/>
                  </a:lnTo>
                  <a:lnTo>
                    <a:pt x="1296750" y="517150"/>
                  </a:lnTo>
                  <a:lnTo>
                    <a:pt x="1284517" y="528400"/>
                  </a:lnTo>
                  <a:lnTo>
                    <a:pt x="1272283" y="539653"/>
                  </a:lnTo>
                  <a:lnTo>
                    <a:pt x="1260050" y="550908"/>
                  </a:lnTo>
                  <a:lnTo>
                    <a:pt x="1247816" y="562166"/>
                  </a:lnTo>
                  <a:lnTo>
                    <a:pt x="1235583" y="573429"/>
                  </a:lnTo>
                  <a:lnTo>
                    <a:pt x="1223349" y="585124"/>
                  </a:lnTo>
                  <a:lnTo>
                    <a:pt x="1211116" y="596837"/>
                  </a:lnTo>
                  <a:lnTo>
                    <a:pt x="1198882" y="608542"/>
                  </a:lnTo>
                  <a:lnTo>
                    <a:pt x="1186649" y="620242"/>
                  </a:lnTo>
                  <a:lnTo>
                    <a:pt x="1174415" y="631937"/>
                  </a:lnTo>
                  <a:lnTo>
                    <a:pt x="1162182" y="643628"/>
                  </a:lnTo>
                  <a:lnTo>
                    <a:pt x="1149948" y="655318"/>
                  </a:lnTo>
                  <a:lnTo>
                    <a:pt x="1137715" y="667007"/>
                  </a:lnTo>
                  <a:lnTo>
                    <a:pt x="1125481" y="678697"/>
                  </a:lnTo>
                  <a:lnTo>
                    <a:pt x="1113248" y="690390"/>
                  </a:lnTo>
                  <a:lnTo>
                    <a:pt x="1101014" y="702086"/>
                  </a:lnTo>
                  <a:lnTo>
                    <a:pt x="1088781" y="713787"/>
                  </a:lnTo>
                  <a:lnTo>
                    <a:pt x="1076547" y="725495"/>
                  </a:lnTo>
                  <a:lnTo>
                    <a:pt x="1064314" y="737211"/>
                  </a:lnTo>
                  <a:lnTo>
                    <a:pt x="1052080" y="748936"/>
                  </a:lnTo>
                  <a:lnTo>
                    <a:pt x="1039847" y="760671"/>
                  </a:lnTo>
                  <a:lnTo>
                    <a:pt x="1027613" y="772324"/>
                  </a:lnTo>
                  <a:lnTo>
                    <a:pt x="1015380" y="783790"/>
                  </a:lnTo>
                  <a:lnTo>
                    <a:pt x="1003146" y="795956"/>
                  </a:lnTo>
                  <a:lnTo>
                    <a:pt x="990913" y="807748"/>
                  </a:lnTo>
                  <a:lnTo>
                    <a:pt x="978679" y="819923"/>
                  </a:lnTo>
                  <a:lnTo>
                    <a:pt x="966446" y="833409"/>
                  </a:lnTo>
                  <a:lnTo>
                    <a:pt x="954212" y="846908"/>
                  </a:lnTo>
                  <a:lnTo>
                    <a:pt x="941979" y="858790"/>
                  </a:lnTo>
                  <a:lnTo>
                    <a:pt x="929745" y="870447"/>
                  </a:lnTo>
                  <a:lnTo>
                    <a:pt x="917512" y="882586"/>
                  </a:lnTo>
                  <a:lnTo>
                    <a:pt x="905278" y="895716"/>
                  </a:lnTo>
                  <a:lnTo>
                    <a:pt x="893045" y="907421"/>
                  </a:lnTo>
                  <a:lnTo>
                    <a:pt x="880811" y="919596"/>
                  </a:lnTo>
                  <a:lnTo>
                    <a:pt x="868578" y="932387"/>
                  </a:lnTo>
                  <a:lnTo>
                    <a:pt x="856344" y="945399"/>
                  </a:lnTo>
                  <a:lnTo>
                    <a:pt x="844111" y="958410"/>
                  </a:lnTo>
                  <a:lnTo>
                    <a:pt x="831877" y="971653"/>
                  </a:lnTo>
                  <a:lnTo>
                    <a:pt x="819644" y="985564"/>
                  </a:lnTo>
                  <a:lnTo>
                    <a:pt x="807410" y="999475"/>
                  </a:lnTo>
                  <a:lnTo>
                    <a:pt x="795177" y="1013024"/>
                  </a:lnTo>
                  <a:lnTo>
                    <a:pt x="782943" y="1026345"/>
                  </a:lnTo>
                  <a:lnTo>
                    <a:pt x="770710" y="1039521"/>
                  </a:lnTo>
                  <a:lnTo>
                    <a:pt x="758476" y="1052405"/>
                  </a:lnTo>
                  <a:lnTo>
                    <a:pt x="746243" y="1065245"/>
                  </a:lnTo>
                  <a:lnTo>
                    <a:pt x="734009" y="1078039"/>
                  </a:lnTo>
                  <a:lnTo>
                    <a:pt x="721776" y="1090784"/>
                  </a:lnTo>
                  <a:lnTo>
                    <a:pt x="709542" y="1103474"/>
                  </a:lnTo>
                  <a:lnTo>
                    <a:pt x="697309" y="1116103"/>
                  </a:lnTo>
                  <a:lnTo>
                    <a:pt x="685075" y="1128903"/>
                  </a:lnTo>
                  <a:lnTo>
                    <a:pt x="672842" y="1141870"/>
                  </a:lnTo>
                  <a:lnTo>
                    <a:pt x="660608" y="1154745"/>
                  </a:lnTo>
                  <a:lnTo>
                    <a:pt x="648375" y="1167521"/>
                  </a:lnTo>
                  <a:lnTo>
                    <a:pt x="636141" y="1180192"/>
                  </a:lnTo>
                  <a:lnTo>
                    <a:pt x="623908" y="1192753"/>
                  </a:lnTo>
                  <a:lnTo>
                    <a:pt x="611674" y="1205597"/>
                  </a:lnTo>
                  <a:lnTo>
                    <a:pt x="599441" y="1218767"/>
                  </a:lnTo>
                  <a:lnTo>
                    <a:pt x="587207" y="1231805"/>
                  </a:lnTo>
                  <a:lnTo>
                    <a:pt x="574974" y="1244702"/>
                  </a:lnTo>
                  <a:lnTo>
                    <a:pt x="562740" y="1256856"/>
                  </a:lnTo>
                  <a:lnTo>
                    <a:pt x="550507" y="1268395"/>
                  </a:lnTo>
                  <a:lnTo>
                    <a:pt x="538273" y="1279774"/>
                  </a:lnTo>
                  <a:lnTo>
                    <a:pt x="526040" y="1290982"/>
                  </a:lnTo>
                  <a:lnTo>
                    <a:pt x="513806" y="1302021"/>
                  </a:lnTo>
                  <a:lnTo>
                    <a:pt x="501573" y="1313884"/>
                  </a:lnTo>
                  <a:lnTo>
                    <a:pt x="489339" y="1325551"/>
                  </a:lnTo>
                  <a:lnTo>
                    <a:pt x="477106" y="1337013"/>
                  </a:lnTo>
                  <a:lnTo>
                    <a:pt x="464872" y="1348259"/>
                  </a:lnTo>
                  <a:lnTo>
                    <a:pt x="452639" y="1359281"/>
                  </a:lnTo>
                  <a:lnTo>
                    <a:pt x="440405" y="1370068"/>
                  </a:lnTo>
                  <a:lnTo>
                    <a:pt x="428172" y="1380612"/>
                  </a:lnTo>
                  <a:lnTo>
                    <a:pt x="415938" y="1390902"/>
                  </a:lnTo>
                  <a:lnTo>
                    <a:pt x="403705" y="1402887"/>
                  </a:lnTo>
                  <a:lnTo>
                    <a:pt x="391471" y="1414751"/>
                  </a:lnTo>
                  <a:lnTo>
                    <a:pt x="379238" y="1424433"/>
                  </a:lnTo>
                  <a:lnTo>
                    <a:pt x="367004" y="1433565"/>
                  </a:lnTo>
                  <a:lnTo>
                    <a:pt x="354771" y="1442372"/>
                  </a:lnTo>
                  <a:lnTo>
                    <a:pt x="342537" y="1450867"/>
                  </a:lnTo>
                  <a:lnTo>
                    <a:pt x="330304" y="1459039"/>
                  </a:lnTo>
                  <a:lnTo>
                    <a:pt x="318070" y="1467902"/>
                  </a:lnTo>
                  <a:lnTo>
                    <a:pt x="305837" y="1477483"/>
                  </a:lnTo>
                  <a:lnTo>
                    <a:pt x="293603" y="1485591"/>
                  </a:lnTo>
                  <a:lnTo>
                    <a:pt x="281370" y="1494103"/>
                  </a:lnTo>
                  <a:lnTo>
                    <a:pt x="269136" y="1502386"/>
                  </a:lnTo>
                  <a:lnTo>
                    <a:pt x="256903" y="1510434"/>
                  </a:lnTo>
                  <a:lnTo>
                    <a:pt x="244669" y="1518241"/>
                  </a:lnTo>
                  <a:lnTo>
                    <a:pt x="232436" y="1525801"/>
                  </a:lnTo>
                  <a:lnTo>
                    <a:pt x="220202" y="1533108"/>
                  </a:lnTo>
                  <a:lnTo>
                    <a:pt x="207969" y="1539361"/>
                  </a:lnTo>
                  <a:lnTo>
                    <a:pt x="195735" y="1545703"/>
                  </a:lnTo>
                  <a:lnTo>
                    <a:pt x="183502" y="1553458"/>
                  </a:lnTo>
                  <a:lnTo>
                    <a:pt x="171268" y="1559698"/>
                  </a:lnTo>
                  <a:lnTo>
                    <a:pt x="159035" y="1565469"/>
                  </a:lnTo>
                  <a:lnTo>
                    <a:pt x="146801" y="1571327"/>
                  </a:lnTo>
                  <a:lnTo>
                    <a:pt x="134568" y="1576706"/>
                  </a:lnTo>
                  <a:lnTo>
                    <a:pt x="122334" y="1582240"/>
                  </a:lnTo>
                  <a:lnTo>
                    <a:pt x="110101" y="1588172"/>
                  </a:lnTo>
                  <a:lnTo>
                    <a:pt x="97867" y="1593026"/>
                  </a:lnTo>
                  <a:lnTo>
                    <a:pt x="85634" y="1597979"/>
                  </a:lnTo>
                  <a:lnTo>
                    <a:pt x="73400" y="1604710"/>
                  </a:lnTo>
                  <a:lnTo>
                    <a:pt x="61167" y="1606911"/>
                  </a:lnTo>
                  <a:lnTo>
                    <a:pt x="48933" y="1609043"/>
                  </a:lnTo>
                  <a:lnTo>
                    <a:pt x="36700" y="1615368"/>
                  </a:lnTo>
                  <a:lnTo>
                    <a:pt x="24466" y="1621992"/>
                  </a:lnTo>
                  <a:lnTo>
                    <a:pt x="12233" y="1628489"/>
                  </a:lnTo>
                  <a:lnTo>
                    <a:pt x="0" y="16322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4407" y="1249427"/>
              <a:ext cx="2189796" cy="1725459"/>
            </a:xfrm>
            <a:custGeom>
              <a:avLst/>
              <a:pathLst>
                <a:path w="2189796" h="1725459">
                  <a:moveTo>
                    <a:pt x="0" y="1724819"/>
                  </a:moveTo>
                  <a:lnTo>
                    <a:pt x="12233" y="1725360"/>
                  </a:lnTo>
                  <a:lnTo>
                    <a:pt x="24466" y="1725459"/>
                  </a:lnTo>
                  <a:lnTo>
                    <a:pt x="36700" y="1725124"/>
                  </a:lnTo>
                  <a:lnTo>
                    <a:pt x="48933" y="1724361"/>
                  </a:lnTo>
                  <a:lnTo>
                    <a:pt x="61167" y="1723178"/>
                  </a:lnTo>
                  <a:lnTo>
                    <a:pt x="73400" y="1721583"/>
                  </a:lnTo>
                  <a:lnTo>
                    <a:pt x="85634" y="1719582"/>
                  </a:lnTo>
                  <a:lnTo>
                    <a:pt x="97867" y="1717183"/>
                  </a:lnTo>
                  <a:lnTo>
                    <a:pt x="110101" y="1714394"/>
                  </a:lnTo>
                  <a:lnTo>
                    <a:pt x="122334" y="1711222"/>
                  </a:lnTo>
                  <a:lnTo>
                    <a:pt x="134568" y="1707674"/>
                  </a:lnTo>
                  <a:lnTo>
                    <a:pt x="146801" y="1703757"/>
                  </a:lnTo>
                  <a:lnTo>
                    <a:pt x="159035" y="1699480"/>
                  </a:lnTo>
                  <a:lnTo>
                    <a:pt x="171268" y="1694848"/>
                  </a:lnTo>
                  <a:lnTo>
                    <a:pt x="183502" y="1689870"/>
                  </a:lnTo>
                  <a:lnTo>
                    <a:pt x="195735" y="1684553"/>
                  </a:lnTo>
                  <a:lnTo>
                    <a:pt x="207969" y="1678904"/>
                  </a:lnTo>
                  <a:lnTo>
                    <a:pt x="220202" y="1672931"/>
                  </a:lnTo>
                  <a:lnTo>
                    <a:pt x="232436" y="1666641"/>
                  </a:lnTo>
                  <a:lnTo>
                    <a:pt x="244669" y="1660041"/>
                  </a:lnTo>
                  <a:lnTo>
                    <a:pt x="256903" y="1653139"/>
                  </a:lnTo>
                  <a:lnTo>
                    <a:pt x="269136" y="1645942"/>
                  </a:lnTo>
                  <a:lnTo>
                    <a:pt x="281370" y="1638457"/>
                  </a:lnTo>
                  <a:lnTo>
                    <a:pt x="293603" y="1630692"/>
                  </a:lnTo>
                  <a:lnTo>
                    <a:pt x="305837" y="1622655"/>
                  </a:lnTo>
                  <a:lnTo>
                    <a:pt x="318070" y="1614351"/>
                  </a:lnTo>
                  <a:lnTo>
                    <a:pt x="330304" y="1605789"/>
                  </a:lnTo>
                  <a:lnTo>
                    <a:pt x="342537" y="1596977"/>
                  </a:lnTo>
                  <a:lnTo>
                    <a:pt x="354771" y="1587921"/>
                  </a:lnTo>
                  <a:lnTo>
                    <a:pt x="367004" y="1578629"/>
                  </a:lnTo>
                  <a:lnTo>
                    <a:pt x="379238" y="1569108"/>
                  </a:lnTo>
                  <a:lnTo>
                    <a:pt x="391471" y="1559365"/>
                  </a:lnTo>
                  <a:lnTo>
                    <a:pt x="403705" y="1549409"/>
                  </a:lnTo>
                  <a:lnTo>
                    <a:pt x="415938" y="1539245"/>
                  </a:lnTo>
                  <a:lnTo>
                    <a:pt x="428172" y="1528883"/>
                  </a:lnTo>
                  <a:lnTo>
                    <a:pt x="440405" y="1518328"/>
                  </a:lnTo>
                  <a:lnTo>
                    <a:pt x="452639" y="1507589"/>
                  </a:lnTo>
                  <a:lnTo>
                    <a:pt x="464872" y="1496672"/>
                  </a:lnTo>
                  <a:lnTo>
                    <a:pt x="477106" y="1485585"/>
                  </a:lnTo>
                  <a:lnTo>
                    <a:pt x="489339" y="1474336"/>
                  </a:lnTo>
                  <a:lnTo>
                    <a:pt x="501573" y="1462931"/>
                  </a:lnTo>
                  <a:lnTo>
                    <a:pt x="513806" y="1451378"/>
                  </a:lnTo>
                  <a:lnTo>
                    <a:pt x="526040" y="1439685"/>
                  </a:lnTo>
                  <a:lnTo>
                    <a:pt x="538273" y="1427858"/>
                  </a:lnTo>
                  <a:lnTo>
                    <a:pt x="550507" y="1415906"/>
                  </a:lnTo>
                  <a:lnTo>
                    <a:pt x="562740" y="1403835"/>
                  </a:lnTo>
                  <a:lnTo>
                    <a:pt x="574974" y="1391653"/>
                  </a:lnTo>
                  <a:lnTo>
                    <a:pt x="587207" y="1379367"/>
                  </a:lnTo>
                  <a:lnTo>
                    <a:pt x="599441" y="1366985"/>
                  </a:lnTo>
                  <a:lnTo>
                    <a:pt x="611674" y="1354513"/>
                  </a:lnTo>
                  <a:lnTo>
                    <a:pt x="623908" y="1341960"/>
                  </a:lnTo>
                  <a:lnTo>
                    <a:pt x="636141" y="1329332"/>
                  </a:lnTo>
                  <a:lnTo>
                    <a:pt x="648375" y="1316638"/>
                  </a:lnTo>
                  <a:lnTo>
                    <a:pt x="660608" y="1303883"/>
                  </a:lnTo>
                  <a:lnTo>
                    <a:pt x="672842" y="1291076"/>
                  </a:lnTo>
                  <a:lnTo>
                    <a:pt x="685075" y="1278224"/>
                  </a:lnTo>
                  <a:lnTo>
                    <a:pt x="697309" y="1265335"/>
                  </a:lnTo>
                  <a:lnTo>
                    <a:pt x="709542" y="1252415"/>
                  </a:lnTo>
                  <a:lnTo>
                    <a:pt x="721776" y="1239472"/>
                  </a:lnTo>
                  <a:lnTo>
                    <a:pt x="734009" y="1226513"/>
                  </a:lnTo>
                  <a:lnTo>
                    <a:pt x="746243" y="1213544"/>
                  </a:lnTo>
                  <a:lnTo>
                    <a:pt x="758476" y="1200566"/>
                  </a:lnTo>
                  <a:lnTo>
                    <a:pt x="770710" y="1187581"/>
                  </a:lnTo>
                  <a:lnTo>
                    <a:pt x="782943" y="1174590"/>
                  </a:lnTo>
                  <a:lnTo>
                    <a:pt x="795177" y="1161596"/>
                  </a:lnTo>
                  <a:lnTo>
                    <a:pt x="807410" y="1148600"/>
                  </a:lnTo>
                  <a:lnTo>
                    <a:pt x="819644" y="1135602"/>
                  </a:lnTo>
                  <a:lnTo>
                    <a:pt x="831877" y="1122606"/>
                  </a:lnTo>
                  <a:lnTo>
                    <a:pt x="844111" y="1109613"/>
                  </a:lnTo>
                  <a:lnTo>
                    <a:pt x="856344" y="1096624"/>
                  </a:lnTo>
                  <a:lnTo>
                    <a:pt x="868578" y="1083641"/>
                  </a:lnTo>
                  <a:lnTo>
                    <a:pt x="880811" y="1070666"/>
                  </a:lnTo>
                  <a:lnTo>
                    <a:pt x="893045" y="1057700"/>
                  </a:lnTo>
                  <a:lnTo>
                    <a:pt x="905278" y="1044745"/>
                  </a:lnTo>
                  <a:lnTo>
                    <a:pt x="917512" y="1031802"/>
                  </a:lnTo>
                  <a:lnTo>
                    <a:pt x="929745" y="1018873"/>
                  </a:lnTo>
                  <a:lnTo>
                    <a:pt x="941979" y="1005961"/>
                  </a:lnTo>
                  <a:lnTo>
                    <a:pt x="954212" y="993065"/>
                  </a:lnTo>
                  <a:lnTo>
                    <a:pt x="966446" y="980189"/>
                  </a:lnTo>
                  <a:lnTo>
                    <a:pt x="978679" y="967333"/>
                  </a:lnTo>
                  <a:lnTo>
                    <a:pt x="990913" y="954500"/>
                  </a:lnTo>
                  <a:lnTo>
                    <a:pt x="1003146" y="941690"/>
                  </a:lnTo>
                  <a:lnTo>
                    <a:pt x="1015380" y="928906"/>
                  </a:lnTo>
                  <a:lnTo>
                    <a:pt x="1027613" y="916149"/>
                  </a:lnTo>
                  <a:lnTo>
                    <a:pt x="1039847" y="903421"/>
                  </a:lnTo>
                  <a:lnTo>
                    <a:pt x="1052080" y="890724"/>
                  </a:lnTo>
                  <a:lnTo>
                    <a:pt x="1064314" y="878059"/>
                  </a:lnTo>
                  <a:lnTo>
                    <a:pt x="1076547" y="865427"/>
                  </a:lnTo>
                  <a:lnTo>
                    <a:pt x="1088781" y="852831"/>
                  </a:lnTo>
                  <a:lnTo>
                    <a:pt x="1101014" y="840271"/>
                  </a:lnTo>
                  <a:lnTo>
                    <a:pt x="1113248" y="827751"/>
                  </a:lnTo>
                  <a:lnTo>
                    <a:pt x="1125481" y="815270"/>
                  </a:lnTo>
                  <a:lnTo>
                    <a:pt x="1137715" y="802832"/>
                  </a:lnTo>
                  <a:lnTo>
                    <a:pt x="1149948" y="790437"/>
                  </a:lnTo>
                  <a:lnTo>
                    <a:pt x="1162182" y="778087"/>
                  </a:lnTo>
                  <a:lnTo>
                    <a:pt x="1174415" y="765784"/>
                  </a:lnTo>
                  <a:lnTo>
                    <a:pt x="1186649" y="753529"/>
                  </a:lnTo>
                  <a:lnTo>
                    <a:pt x="1198882" y="741324"/>
                  </a:lnTo>
                  <a:lnTo>
                    <a:pt x="1211116" y="729171"/>
                  </a:lnTo>
                  <a:lnTo>
                    <a:pt x="1223349" y="717072"/>
                  </a:lnTo>
                  <a:lnTo>
                    <a:pt x="1235583" y="705027"/>
                  </a:lnTo>
                  <a:lnTo>
                    <a:pt x="1247816" y="693039"/>
                  </a:lnTo>
                  <a:lnTo>
                    <a:pt x="1260050" y="681109"/>
                  </a:lnTo>
                  <a:lnTo>
                    <a:pt x="1272283" y="669238"/>
                  </a:lnTo>
                  <a:lnTo>
                    <a:pt x="1284517" y="657430"/>
                  </a:lnTo>
                  <a:lnTo>
                    <a:pt x="1296750" y="645684"/>
                  </a:lnTo>
                  <a:lnTo>
                    <a:pt x="1308984" y="634003"/>
                  </a:lnTo>
                  <a:lnTo>
                    <a:pt x="1321217" y="622389"/>
                  </a:lnTo>
                  <a:lnTo>
                    <a:pt x="1333451" y="610842"/>
                  </a:lnTo>
                  <a:lnTo>
                    <a:pt x="1345684" y="599365"/>
                  </a:lnTo>
                  <a:lnTo>
                    <a:pt x="1357918" y="587960"/>
                  </a:lnTo>
                  <a:lnTo>
                    <a:pt x="1370151" y="576627"/>
                  </a:lnTo>
                  <a:lnTo>
                    <a:pt x="1382385" y="565369"/>
                  </a:lnTo>
                  <a:lnTo>
                    <a:pt x="1394618" y="554187"/>
                  </a:lnTo>
                  <a:lnTo>
                    <a:pt x="1406852" y="543082"/>
                  </a:lnTo>
                  <a:lnTo>
                    <a:pt x="1419085" y="532058"/>
                  </a:lnTo>
                  <a:lnTo>
                    <a:pt x="1431319" y="521114"/>
                  </a:lnTo>
                  <a:lnTo>
                    <a:pt x="1443552" y="510253"/>
                  </a:lnTo>
                  <a:lnTo>
                    <a:pt x="1455786" y="499476"/>
                  </a:lnTo>
                  <a:lnTo>
                    <a:pt x="1468019" y="488785"/>
                  </a:lnTo>
                  <a:lnTo>
                    <a:pt x="1480253" y="478180"/>
                  </a:lnTo>
                  <a:lnTo>
                    <a:pt x="1492486" y="467661"/>
                  </a:lnTo>
                  <a:lnTo>
                    <a:pt x="1504720" y="457227"/>
                  </a:lnTo>
                  <a:lnTo>
                    <a:pt x="1516953" y="446879"/>
                  </a:lnTo>
                  <a:lnTo>
                    <a:pt x="1529187" y="436616"/>
                  </a:lnTo>
                  <a:lnTo>
                    <a:pt x="1541420" y="426438"/>
                  </a:lnTo>
                  <a:lnTo>
                    <a:pt x="1553654" y="416344"/>
                  </a:lnTo>
                  <a:lnTo>
                    <a:pt x="1565887" y="406334"/>
                  </a:lnTo>
                  <a:lnTo>
                    <a:pt x="1578121" y="396407"/>
                  </a:lnTo>
                  <a:lnTo>
                    <a:pt x="1590354" y="386565"/>
                  </a:lnTo>
                  <a:lnTo>
                    <a:pt x="1602588" y="376805"/>
                  </a:lnTo>
                  <a:lnTo>
                    <a:pt x="1614821" y="367128"/>
                  </a:lnTo>
                  <a:lnTo>
                    <a:pt x="1627055" y="357534"/>
                  </a:lnTo>
                  <a:lnTo>
                    <a:pt x="1639288" y="348022"/>
                  </a:lnTo>
                  <a:lnTo>
                    <a:pt x="1651522" y="338591"/>
                  </a:lnTo>
                  <a:lnTo>
                    <a:pt x="1663755" y="329243"/>
                  </a:lnTo>
                  <a:lnTo>
                    <a:pt x="1675989" y="319975"/>
                  </a:lnTo>
                  <a:lnTo>
                    <a:pt x="1688222" y="310789"/>
                  </a:lnTo>
                  <a:lnTo>
                    <a:pt x="1700456" y="301683"/>
                  </a:lnTo>
                  <a:lnTo>
                    <a:pt x="1712689" y="292657"/>
                  </a:lnTo>
                  <a:lnTo>
                    <a:pt x="1724923" y="283712"/>
                  </a:lnTo>
                  <a:lnTo>
                    <a:pt x="1737156" y="274846"/>
                  </a:lnTo>
                  <a:lnTo>
                    <a:pt x="1749390" y="266060"/>
                  </a:lnTo>
                  <a:lnTo>
                    <a:pt x="1761623" y="257353"/>
                  </a:lnTo>
                  <a:lnTo>
                    <a:pt x="1773857" y="248724"/>
                  </a:lnTo>
                  <a:lnTo>
                    <a:pt x="1786090" y="240174"/>
                  </a:lnTo>
                  <a:lnTo>
                    <a:pt x="1798324" y="231703"/>
                  </a:lnTo>
                  <a:lnTo>
                    <a:pt x="1810557" y="223309"/>
                  </a:lnTo>
                  <a:lnTo>
                    <a:pt x="1822791" y="214993"/>
                  </a:lnTo>
                  <a:lnTo>
                    <a:pt x="1835024" y="206753"/>
                  </a:lnTo>
                  <a:lnTo>
                    <a:pt x="1847258" y="198591"/>
                  </a:lnTo>
                  <a:lnTo>
                    <a:pt x="1859491" y="190506"/>
                  </a:lnTo>
                  <a:lnTo>
                    <a:pt x="1871725" y="182497"/>
                  </a:lnTo>
                  <a:lnTo>
                    <a:pt x="1883958" y="174563"/>
                  </a:lnTo>
                  <a:lnTo>
                    <a:pt x="1896192" y="166706"/>
                  </a:lnTo>
                  <a:lnTo>
                    <a:pt x="1908425" y="158924"/>
                  </a:lnTo>
                  <a:lnTo>
                    <a:pt x="1920659" y="151217"/>
                  </a:lnTo>
                  <a:lnTo>
                    <a:pt x="1932892" y="143585"/>
                  </a:lnTo>
                  <a:lnTo>
                    <a:pt x="1945126" y="136027"/>
                  </a:lnTo>
                  <a:lnTo>
                    <a:pt x="1957359" y="128543"/>
                  </a:lnTo>
                  <a:lnTo>
                    <a:pt x="1969593" y="121133"/>
                  </a:lnTo>
                  <a:lnTo>
                    <a:pt x="1981826" y="113797"/>
                  </a:lnTo>
                  <a:lnTo>
                    <a:pt x="1994060" y="106534"/>
                  </a:lnTo>
                  <a:lnTo>
                    <a:pt x="2006293" y="99344"/>
                  </a:lnTo>
                  <a:lnTo>
                    <a:pt x="2018527" y="92226"/>
                  </a:lnTo>
                  <a:lnTo>
                    <a:pt x="2030760" y="85181"/>
                  </a:lnTo>
                  <a:lnTo>
                    <a:pt x="2042994" y="78208"/>
                  </a:lnTo>
                  <a:lnTo>
                    <a:pt x="2055227" y="71306"/>
                  </a:lnTo>
                  <a:lnTo>
                    <a:pt x="2067461" y="64476"/>
                  </a:lnTo>
                  <a:lnTo>
                    <a:pt x="2079694" y="57717"/>
                  </a:lnTo>
                  <a:lnTo>
                    <a:pt x="2091928" y="51029"/>
                  </a:lnTo>
                  <a:lnTo>
                    <a:pt x="2104161" y="44411"/>
                  </a:lnTo>
                  <a:lnTo>
                    <a:pt x="2116395" y="37863"/>
                  </a:lnTo>
                  <a:lnTo>
                    <a:pt x="2128628" y="31383"/>
                  </a:lnTo>
                  <a:lnTo>
                    <a:pt x="2140862" y="24972"/>
                  </a:lnTo>
                  <a:lnTo>
                    <a:pt x="2153095" y="18628"/>
                  </a:lnTo>
                  <a:lnTo>
                    <a:pt x="2165329" y="12352"/>
                  </a:lnTo>
                  <a:lnTo>
                    <a:pt x="2177562" y="6142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723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827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93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4034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37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9395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9043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1465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50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535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944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067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798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5780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4540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1212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7119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4776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0980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9900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446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8352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91702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96489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8637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02138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05367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08944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1284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2591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37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936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185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686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074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461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849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236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623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11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398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786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173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561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48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36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23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165848"/>
              <a:ext cx="2346210" cy="977143"/>
            </a:xfrm>
            <a:custGeom>
              <a:avLst/>
              <a:pathLst>
                <a:path w="2346210" h="977143">
                  <a:moveTo>
                    <a:pt x="0" y="564978"/>
                  </a:moveTo>
                  <a:lnTo>
                    <a:pt x="13107" y="551525"/>
                  </a:lnTo>
                  <a:lnTo>
                    <a:pt x="26214" y="539379"/>
                  </a:lnTo>
                  <a:lnTo>
                    <a:pt x="39321" y="526897"/>
                  </a:lnTo>
                  <a:lnTo>
                    <a:pt x="52429" y="514856"/>
                  </a:lnTo>
                  <a:lnTo>
                    <a:pt x="65536" y="503249"/>
                  </a:lnTo>
                  <a:lnTo>
                    <a:pt x="78643" y="492069"/>
                  </a:lnTo>
                  <a:lnTo>
                    <a:pt x="91751" y="481307"/>
                  </a:lnTo>
                  <a:lnTo>
                    <a:pt x="104858" y="470956"/>
                  </a:lnTo>
                  <a:lnTo>
                    <a:pt x="117965" y="460629"/>
                  </a:lnTo>
                  <a:lnTo>
                    <a:pt x="131073" y="450679"/>
                  </a:lnTo>
                  <a:lnTo>
                    <a:pt x="144180" y="441237"/>
                  </a:lnTo>
                  <a:lnTo>
                    <a:pt x="157287" y="430609"/>
                  </a:lnTo>
                  <a:lnTo>
                    <a:pt x="170395" y="421006"/>
                  </a:lnTo>
                  <a:lnTo>
                    <a:pt x="183502" y="413100"/>
                  </a:lnTo>
                  <a:lnTo>
                    <a:pt x="196609" y="405494"/>
                  </a:lnTo>
                  <a:lnTo>
                    <a:pt x="209717" y="396085"/>
                  </a:lnTo>
                  <a:lnTo>
                    <a:pt x="222824" y="387314"/>
                  </a:lnTo>
                  <a:lnTo>
                    <a:pt x="235931" y="380147"/>
                  </a:lnTo>
                  <a:lnTo>
                    <a:pt x="249039" y="373476"/>
                  </a:lnTo>
                  <a:lnTo>
                    <a:pt x="262146" y="366664"/>
                  </a:lnTo>
                  <a:lnTo>
                    <a:pt x="275253" y="359525"/>
                  </a:lnTo>
                  <a:lnTo>
                    <a:pt x="288361" y="353468"/>
                  </a:lnTo>
                  <a:lnTo>
                    <a:pt x="301468" y="348355"/>
                  </a:lnTo>
                  <a:lnTo>
                    <a:pt x="314575" y="343657"/>
                  </a:lnTo>
                  <a:lnTo>
                    <a:pt x="327682" y="339362"/>
                  </a:lnTo>
                  <a:lnTo>
                    <a:pt x="340790" y="334968"/>
                  </a:lnTo>
                  <a:lnTo>
                    <a:pt x="353897" y="330359"/>
                  </a:lnTo>
                  <a:lnTo>
                    <a:pt x="367004" y="326215"/>
                  </a:lnTo>
                  <a:lnTo>
                    <a:pt x="380112" y="322518"/>
                  </a:lnTo>
                  <a:lnTo>
                    <a:pt x="393219" y="319247"/>
                  </a:lnTo>
                  <a:lnTo>
                    <a:pt x="406326" y="314885"/>
                  </a:lnTo>
                  <a:lnTo>
                    <a:pt x="419434" y="310539"/>
                  </a:lnTo>
                  <a:lnTo>
                    <a:pt x="432541" y="307597"/>
                  </a:lnTo>
                  <a:lnTo>
                    <a:pt x="445648" y="305220"/>
                  </a:lnTo>
                  <a:lnTo>
                    <a:pt x="458756" y="303077"/>
                  </a:lnTo>
                  <a:lnTo>
                    <a:pt x="471863" y="301159"/>
                  </a:lnTo>
                  <a:lnTo>
                    <a:pt x="484970" y="299455"/>
                  </a:lnTo>
                  <a:lnTo>
                    <a:pt x="498078" y="297954"/>
                  </a:lnTo>
                  <a:lnTo>
                    <a:pt x="511185" y="296648"/>
                  </a:lnTo>
                  <a:lnTo>
                    <a:pt x="524292" y="295527"/>
                  </a:lnTo>
                  <a:lnTo>
                    <a:pt x="537400" y="294848"/>
                  </a:lnTo>
                  <a:lnTo>
                    <a:pt x="550507" y="294368"/>
                  </a:lnTo>
                  <a:lnTo>
                    <a:pt x="563614" y="293256"/>
                  </a:lnTo>
                  <a:lnTo>
                    <a:pt x="576722" y="292444"/>
                  </a:lnTo>
                  <a:lnTo>
                    <a:pt x="589829" y="291475"/>
                  </a:lnTo>
                  <a:lnTo>
                    <a:pt x="602936" y="290784"/>
                  </a:lnTo>
                  <a:lnTo>
                    <a:pt x="616043" y="290210"/>
                  </a:lnTo>
                  <a:lnTo>
                    <a:pt x="629151" y="289743"/>
                  </a:lnTo>
                  <a:lnTo>
                    <a:pt x="642258" y="289369"/>
                  </a:lnTo>
                  <a:lnTo>
                    <a:pt x="655365" y="289079"/>
                  </a:lnTo>
                  <a:lnTo>
                    <a:pt x="668473" y="288750"/>
                  </a:lnTo>
                  <a:lnTo>
                    <a:pt x="681580" y="288071"/>
                  </a:lnTo>
                  <a:lnTo>
                    <a:pt x="694687" y="287591"/>
                  </a:lnTo>
                  <a:lnTo>
                    <a:pt x="707795" y="288515"/>
                  </a:lnTo>
                  <a:lnTo>
                    <a:pt x="720902" y="289718"/>
                  </a:lnTo>
                  <a:lnTo>
                    <a:pt x="734009" y="290078"/>
                  </a:lnTo>
                  <a:lnTo>
                    <a:pt x="747117" y="290526"/>
                  </a:lnTo>
                  <a:lnTo>
                    <a:pt x="760224" y="291740"/>
                  </a:lnTo>
                  <a:lnTo>
                    <a:pt x="773331" y="291664"/>
                  </a:lnTo>
                  <a:lnTo>
                    <a:pt x="786439" y="292282"/>
                  </a:lnTo>
                  <a:lnTo>
                    <a:pt x="799546" y="292539"/>
                  </a:lnTo>
                  <a:lnTo>
                    <a:pt x="812653" y="292780"/>
                  </a:lnTo>
                  <a:lnTo>
                    <a:pt x="825761" y="293002"/>
                  </a:lnTo>
                  <a:lnTo>
                    <a:pt x="838868" y="293163"/>
                  </a:lnTo>
                  <a:lnTo>
                    <a:pt x="851975" y="293028"/>
                  </a:lnTo>
                  <a:lnTo>
                    <a:pt x="865083" y="292876"/>
                  </a:lnTo>
                  <a:lnTo>
                    <a:pt x="878190" y="293143"/>
                  </a:lnTo>
                  <a:lnTo>
                    <a:pt x="891297" y="293718"/>
                  </a:lnTo>
                  <a:lnTo>
                    <a:pt x="904405" y="294348"/>
                  </a:lnTo>
                  <a:lnTo>
                    <a:pt x="917512" y="294645"/>
                  </a:lnTo>
                  <a:lnTo>
                    <a:pt x="930619" y="294402"/>
                  </a:lnTo>
                  <a:lnTo>
                    <a:pt x="943726" y="294108"/>
                  </a:lnTo>
                  <a:lnTo>
                    <a:pt x="956834" y="293761"/>
                  </a:lnTo>
                  <a:lnTo>
                    <a:pt x="969941" y="293360"/>
                  </a:lnTo>
                  <a:lnTo>
                    <a:pt x="983048" y="293036"/>
                  </a:lnTo>
                  <a:lnTo>
                    <a:pt x="996156" y="293158"/>
                  </a:lnTo>
                  <a:lnTo>
                    <a:pt x="1009263" y="293554"/>
                  </a:lnTo>
                  <a:lnTo>
                    <a:pt x="1022370" y="293926"/>
                  </a:lnTo>
                  <a:lnTo>
                    <a:pt x="1035478" y="293670"/>
                  </a:lnTo>
                  <a:lnTo>
                    <a:pt x="1048585" y="293376"/>
                  </a:lnTo>
                  <a:lnTo>
                    <a:pt x="1061692" y="293428"/>
                  </a:lnTo>
                  <a:lnTo>
                    <a:pt x="1074800" y="293592"/>
                  </a:lnTo>
                  <a:lnTo>
                    <a:pt x="1087907" y="293639"/>
                  </a:lnTo>
                  <a:lnTo>
                    <a:pt x="1101014" y="291941"/>
                  </a:lnTo>
                  <a:lnTo>
                    <a:pt x="1114122" y="291191"/>
                  </a:lnTo>
                  <a:lnTo>
                    <a:pt x="1127229" y="290402"/>
                  </a:lnTo>
                  <a:lnTo>
                    <a:pt x="1140336" y="288540"/>
                  </a:lnTo>
                  <a:lnTo>
                    <a:pt x="1153444" y="286544"/>
                  </a:lnTo>
                  <a:lnTo>
                    <a:pt x="1166551" y="284410"/>
                  </a:lnTo>
                  <a:lnTo>
                    <a:pt x="1179658" y="282137"/>
                  </a:lnTo>
                  <a:lnTo>
                    <a:pt x="1192766" y="279725"/>
                  </a:lnTo>
                  <a:lnTo>
                    <a:pt x="1205873" y="277170"/>
                  </a:lnTo>
                  <a:lnTo>
                    <a:pt x="1218980" y="275098"/>
                  </a:lnTo>
                  <a:lnTo>
                    <a:pt x="1232087" y="273156"/>
                  </a:lnTo>
                  <a:lnTo>
                    <a:pt x="1245195" y="271094"/>
                  </a:lnTo>
                  <a:lnTo>
                    <a:pt x="1258302" y="268907"/>
                  </a:lnTo>
                  <a:lnTo>
                    <a:pt x="1271409" y="266593"/>
                  </a:lnTo>
                  <a:lnTo>
                    <a:pt x="1284517" y="264149"/>
                  </a:lnTo>
                  <a:lnTo>
                    <a:pt x="1297624" y="261572"/>
                  </a:lnTo>
                  <a:lnTo>
                    <a:pt x="1310731" y="258525"/>
                  </a:lnTo>
                  <a:lnTo>
                    <a:pt x="1323839" y="254606"/>
                  </a:lnTo>
                  <a:lnTo>
                    <a:pt x="1336946" y="250599"/>
                  </a:lnTo>
                  <a:lnTo>
                    <a:pt x="1350053" y="246505"/>
                  </a:lnTo>
                  <a:lnTo>
                    <a:pt x="1363161" y="242326"/>
                  </a:lnTo>
                  <a:lnTo>
                    <a:pt x="1376268" y="238128"/>
                  </a:lnTo>
                  <a:lnTo>
                    <a:pt x="1389375" y="234475"/>
                  </a:lnTo>
                  <a:lnTo>
                    <a:pt x="1402483" y="230675"/>
                  </a:lnTo>
                  <a:lnTo>
                    <a:pt x="1415590" y="226723"/>
                  </a:lnTo>
                  <a:lnTo>
                    <a:pt x="1428697" y="222619"/>
                  </a:lnTo>
                  <a:lnTo>
                    <a:pt x="1441805" y="218359"/>
                  </a:lnTo>
                  <a:lnTo>
                    <a:pt x="1454912" y="213939"/>
                  </a:lnTo>
                  <a:lnTo>
                    <a:pt x="1468019" y="209358"/>
                  </a:lnTo>
                  <a:lnTo>
                    <a:pt x="1481127" y="205069"/>
                  </a:lnTo>
                  <a:lnTo>
                    <a:pt x="1494234" y="201607"/>
                  </a:lnTo>
                  <a:lnTo>
                    <a:pt x="1507341" y="197303"/>
                  </a:lnTo>
                  <a:lnTo>
                    <a:pt x="1520448" y="190932"/>
                  </a:lnTo>
                  <a:lnTo>
                    <a:pt x="1533556" y="183931"/>
                  </a:lnTo>
                  <a:lnTo>
                    <a:pt x="1546663" y="177539"/>
                  </a:lnTo>
                  <a:lnTo>
                    <a:pt x="1559770" y="170511"/>
                  </a:lnTo>
                  <a:lnTo>
                    <a:pt x="1572878" y="163932"/>
                  </a:lnTo>
                  <a:lnTo>
                    <a:pt x="1585985" y="155813"/>
                  </a:lnTo>
                  <a:lnTo>
                    <a:pt x="1599092" y="148209"/>
                  </a:lnTo>
                  <a:lnTo>
                    <a:pt x="1612200" y="140492"/>
                  </a:lnTo>
                  <a:lnTo>
                    <a:pt x="1625307" y="132704"/>
                  </a:lnTo>
                  <a:lnTo>
                    <a:pt x="1638414" y="124887"/>
                  </a:lnTo>
                  <a:lnTo>
                    <a:pt x="1651522" y="114347"/>
                  </a:lnTo>
                  <a:lnTo>
                    <a:pt x="1664629" y="102678"/>
                  </a:lnTo>
                  <a:lnTo>
                    <a:pt x="1677736" y="93036"/>
                  </a:lnTo>
                  <a:lnTo>
                    <a:pt x="1690844" y="84716"/>
                  </a:lnTo>
                  <a:lnTo>
                    <a:pt x="1703951" y="78140"/>
                  </a:lnTo>
                  <a:lnTo>
                    <a:pt x="1717058" y="71902"/>
                  </a:lnTo>
                  <a:lnTo>
                    <a:pt x="1730166" y="65959"/>
                  </a:lnTo>
                  <a:lnTo>
                    <a:pt x="1743273" y="58630"/>
                  </a:lnTo>
                  <a:lnTo>
                    <a:pt x="1756380" y="50198"/>
                  </a:lnTo>
                  <a:lnTo>
                    <a:pt x="1769488" y="44204"/>
                  </a:lnTo>
                  <a:lnTo>
                    <a:pt x="1782595" y="36943"/>
                  </a:lnTo>
                  <a:lnTo>
                    <a:pt x="1795702" y="29249"/>
                  </a:lnTo>
                  <a:lnTo>
                    <a:pt x="1808810" y="23947"/>
                  </a:lnTo>
                  <a:lnTo>
                    <a:pt x="1821917" y="21058"/>
                  </a:lnTo>
                  <a:lnTo>
                    <a:pt x="1835024" y="18894"/>
                  </a:lnTo>
                  <a:lnTo>
                    <a:pt x="1848131" y="17504"/>
                  </a:lnTo>
                  <a:lnTo>
                    <a:pt x="1861239" y="16938"/>
                  </a:lnTo>
                  <a:lnTo>
                    <a:pt x="1874346" y="17244"/>
                  </a:lnTo>
                  <a:lnTo>
                    <a:pt x="1887453" y="17798"/>
                  </a:lnTo>
                  <a:lnTo>
                    <a:pt x="1900561" y="12971"/>
                  </a:lnTo>
                  <a:lnTo>
                    <a:pt x="1913668" y="8385"/>
                  </a:lnTo>
                  <a:lnTo>
                    <a:pt x="1926775" y="4057"/>
                  </a:lnTo>
                  <a:lnTo>
                    <a:pt x="1939883" y="0"/>
                  </a:lnTo>
                  <a:lnTo>
                    <a:pt x="1952990" y="5612"/>
                  </a:lnTo>
                  <a:lnTo>
                    <a:pt x="1966097" y="9269"/>
                  </a:lnTo>
                  <a:lnTo>
                    <a:pt x="1979205" y="9243"/>
                  </a:lnTo>
                  <a:lnTo>
                    <a:pt x="1992312" y="14035"/>
                  </a:lnTo>
                  <a:lnTo>
                    <a:pt x="2005419" y="21898"/>
                  </a:lnTo>
                  <a:lnTo>
                    <a:pt x="2018527" y="25812"/>
                  </a:lnTo>
                  <a:lnTo>
                    <a:pt x="2031634" y="30606"/>
                  </a:lnTo>
                  <a:lnTo>
                    <a:pt x="2044741" y="36237"/>
                  </a:lnTo>
                  <a:lnTo>
                    <a:pt x="2057849" y="40551"/>
                  </a:lnTo>
                  <a:lnTo>
                    <a:pt x="2070956" y="45718"/>
                  </a:lnTo>
                  <a:lnTo>
                    <a:pt x="2084063" y="51768"/>
                  </a:lnTo>
                  <a:lnTo>
                    <a:pt x="2097171" y="61814"/>
                  </a:lnTo>
                  <a:lnTo>
                    <a:pt x="2110278" y="73566"/>
                  </a:lnTo>
                  <a:lnTo>
                    <a:pt x="2123385" y="81797"/>
                  </a:lnTo>
                  <a:lnTo>
                    <a:pt x="2136492" y="94417"/>
                  </a:lnTo>
                  <a:lnTo>
                    <a:pt x="2149600" y="100761"/>
                  </a:lnTo>
                  <a:lnTo>
                    <a:pt x="2162707" y="110919"/>
                  </a:lnTo>
                  <a:lnTo>
                    <a:pt x="2175814" y="121293"/>
                  </a:lnTo>
                  <a:lnTo>
                    <a:pt x="2188922" y="135457"/>
                  </a:lnTo>
                  <a:lnTo>
                    <a:pt x="2202029" y="144990"/>
                  </a:lnTo>
                  <a:lnTo>
                    <a:pt x="2215136" y="155215"/>
                  </a:lnTo>
                  <a:lnTo>
                    <a:pt x="2228244" y="168789"/>
                  </a:lnTo>
                  <a:lnTo>
                    <a:pt x="2241351" y="183412"/>
                  </a:lnTo>
                  <a:lnTo>
                    <a:pt x="2254458" y="199111"/>
                  </a:lnTo>
                  <a:lnTo>
                    <a:pt x="2267566" y="215911"/>
                  </a:lnTo>
                  <a:lnTo>
                    <a:pt x="2280673" y="227295"/>
                  </a:lnTo>
                  <a:lnTo>
                    <a:pt x="2293780" y="240372"/>
                  </a:lnTo>
                  <a:lnTo>
                    <a:pt x="2306888" y="251657"/>
                  </a:lnTo>
                  <a:lnTo>
                    <a:pt x="2319995" y="264948"/>
                  </a:lnTo>
                  <a:lnTo>
                    <a:pt x="2333102" y="279257"/>
                  </a:lnTo>
                  <a:lnTo>
                    <a:pt x="2346210" y="299733"/>
                  </a:lnTo>
                  <a:lnTo>
                    <a:pt x="2346210" y="977143"/>
                  </a:lnTo>
                  <a:lnTo>
                    <a:pt x="2275381" y="977143"/>
                  </a:lnTo>
                  <a:lnTo>
                    <a:pt x="2267566" y="941773"/>
                  </a:lnTo>
                  <a:lnTo>
                    <a:pt x="2254458" y="882623"/>
                  </a:lnTo>
                  <a:lnTo>
                    <a:pt x="2241351" y="826136"/>
                  </a:lnTo>
                  <a:lnTo>
                    <a:pt x="2228244" y="775011"/>
                  </a:lnTo>
                  <a:lnTo>
                    <a:pt x="2215136" y="724856"/>
                  </a:lnTo>
                  <a:lnTo>
                    <a:pt x="2202029" y="671720"/>
                  </a:lnTo>
                  <a:lnTo>
                    <a:pt x="2188922" y="623044"/>
                  </a:lnTo>
                  <a:lnTo>
                    <a:pt x="2175814" y="581727"/>
                  </a:lnTo>
                  <a:lnTo>
                    <a:pt x="2162707" y="537655"/>
                  </a:lnTo>
                  <a:lnTo>
                    <a:pt x="2149600" y="497154"/>
                  </a:lnTo>
                  <a:lnTo>
                    <a:pt x="2136492" y="461262"/>
                  </a:lnTo>
                  <a:lnTo>
                    <a:pt x="2123385" y="427454"/>
                  </a:lnTo>
                  <a:lnTo>
                    <a:pt x="2110278" y="395677"/>
                  </a:lnTo>
                  <a:lnTo>
                    <a:pt x="2097171" y="364910"/>
                  </a:lnTo>
                  <a:lnTo>
                    <a:pt x="2084063" y="336123"/>
                  </a:lnTo>
                  <a:lnTo>
                    <a:pt x="2070956" y="309290"/>
                  </a:lnTo>
                  <a:lnTo>
                    <a:pt x="2057849" y="287865"/>
                  </a:lnTo>
                  <a:lnTo>
                    <a:pt x="2044741" y="268755"/>
                  </a:lnTo>
                  <a:lnTo>
                    <a:pt x="2031634" y="256819"/>
                  </a:lnTo>
                  <a:lnTo>
                    <a:pt x="2018527" y="246018"/>
                  </a:lnTo>
                  <a:lnTo>
                    <a:pt x="2005419" y="236314"/>
                  </a:lnTo>
                  <a:lnTo>
                    <a:pt x="1992312" y="224799"/>
                  </a:lnTo>
                  <a:lnTo>
                    <a:pt x="1979205" y="210060"/>
                  </a:lnTo>
                  <a:lnTo>
                    <a:pt x="1966097" y="201477"/>
                  </a:lnTo>
                  <a:lnTo>
                    <a:pt x="1952990" y="188535"/>
                  </a:lnTo>
                  <a:lnTo>
                    <a:pt x="1939883" y="183816"/>
                  </a:lnTo>
                  <a:lnTo>
                    <a:pt x="1926775" y="180738"/>
                  </a:lnTo>
                  <a:lnTo>
                    <a:pt x="1913668" y="179197"/>
                  </a:lnTo>
                  <a:lnTo>
                    <a:pt x="1900561" y="177372"/>
                  </a:lnTo>
                  <a:lnTo>
                    <a:pt x="1887453" y="174497"/>
                  </a:lnTo>
                  <a:lnTo>
                    <a:pt x="1874346" y="173842"/>
                  </a:lnTo>
                  <a:lnTo>
                    <a:pt x="1861239" y="173822"/>
                  </a:lnTo>
                  <a:lnTo>
                    <a:pt x="1848131" y="174339"/>
                  </a:lnTo>
                  <a:lnTo>
                    <a:pt x="1835024" y="174379"/>
                  </a:lnTo>
                  <a:lnTo>
                    <a:pt x="1821917" y="175712"/>
                  </a:lnTo>
                  <a:lnTo>
                    <a:pt x="1808810" y="177700"/>
                  </a:lnTo>
                  <a:lnTo>
                    <a:pt x="1795702" y="180023"/>
                  </a:lnTo>
                  <a:lnTo>
                    <a:pt x="1782595" y="183553"/>
                  </a:lnTo>
                  <a:lnTo>
                    <a:pt x="1769488" y="187283"/>
                  </a:lnTo>
                  <a:lnTo>
                    <a:pt x="1756380" y="191196"/>
                  </a:lnTo>
                  <a:lnTo>
                    <a:pt x="1743273" y="195272"/>
                  </a:lnTo>
                  <a:lnTo>
                    <a:pt x="1730166" y="199495"/>
                  </a:lnTo>
                  <a:lnTo>
                    <a:pt x="1717058" y="203844"/>
                  </a:lnTo>
                  <a:lnTo>
                    <a:pt x="1703951" y="208302"/>
                  </a:lnTo>
                  <a:lnTo>
                    <a:pt x="1690844" y="212851"/>
                  </a:lnTo>
                  <a:lnTo>
                    <a:pt x="1677736" y="217472"/>
                  </a:lnTo>
                  <a:lnTo>
                    <a:pt x="1664629" y="221732"/>
                  </a:lnTo>
                  <a:lnTo>
                    <a:pt x="1651522" y="226218"/>
                  </a:lnTo>
                  <a:lnTo>
                    <a:pt x="1638414" y="231583"/>
                  </a:lnTo>
                  <a:lnTo>
                    <a:pt x="1625307" y="236309"/>
                  </a:lnTo>
                  <a:lnTo>
                    <a:pt x="1612200" y="241014"/>
                  </a:lnTo>
                  <a:lnTo>
                    <a:pt x="1599092" y="246713"/>
                  </a:lnTo>
                  <a:lnTo>
                    <a:pt x="1585985" y="254921"/>
                  </a:lnTo>
                  <a:lnTo>
                    <a:pt x="1572878" y="262529"/>
                  </a:lnTo>
                  <a:lnTo>
                    <a:pt x="1559770" y="267859"/>
                  </a:lnTo>
                  <a:lnTo>
                    <a:pt x="1546663" y="274260"/>
                  </a:lnTo>
                  <a:lnTo>
                    <a:pt x="1533556" y="280918"/>
                  </a:lnTo>
                  <a:lnTo>
                    <a:pt x="1520448" y="288534"/>
                  </a:lnTo>
                  <a:lnTo>
                    <a:pt x="1507341" y="295574"/>
                  </a:lnTo>
                  <a:lnTo>
                    <a:pt x="1494234" y="301566"/>
                  </a:lnTo>
                  <a:lnTo>
                    <a:pt x="1481127" y="307203"/>
                  </a:lnTo>
                  <a:lnTo>
                    <a:pt x="1468019" y="311241"/>
                  </a:lnTo>
                  <a:lnTo>
                    <a:pt x="1454912" y="314344"/>
                  </a:lnTo>
                  <a:lnTo>
                    <a:pt x="1441805" y="319812"/>
                  </a:lnTo>
                  <a:lnTo>
                    <a:pt x="1428697" y="325030"/>
                  </a:lnTo>
                  <a:lnTo>
                    <a:pt x="1415590" y="330003"/>
                  </a:lnTo>
                  <a:lnTo>
                    <a:pt x="1402483" y="334108"/>
                  </a:lnTo>
                  <a:lnTo>
                    <a:pt x="1389375" y="337531"/>
                  </a:lnTo>
                  <a:lnTo>
                    <a:pt x="1376268" y="340678"/>
                  </a:lnTo>
                  <a:lnTo>
                    <a:pt x="1363161" y="343557"/>
                  </a:lnTo>
                  <a:lnTo>
                    <a:pt x="1350053" y="346178"/>
                  </a:lnTo>
                  <a:lnTo>
                    <a:pt x="1336946" y="348710"/>
                  </a:lnTo>
                  <a:lnTo>
                    <a:pt x="1323839" y="351692"/>
                  </a:lnTo>
                  <a:lnTo>
                    <a:pt x="1310731" y="354437"/>
                  </a:lnTo>
                  <a:lnTo>
                    <a:pt x="1297624" y="356953"/>
                  </a:lnTo>
                  <a:lnTo>
                    <a:pt x="1284517" y="359247"/>
                  </a:lnTo>
                  <a:lnTo>
                    <a:pt x="1271409" y="361326"/>
                  </a:lnTo>
                  <a:lnTo>
                    <a:pt x="1258302" y="363592"/>
                  </a:lnTo>
                  <a:lnTo>
                    <a:pt x="1245195" y="365885"/>
                  </a:lnTo>
                  <a:lnTo>
                    <a:pt x="1232087" y="368016"/>
                  </a:lnTo>
                  <a:lnTo>
                    <a:pt x="1218980" y="369988"/>
                  </a:lnTo>
                  <a:lnTo>
                    <a:pt x="1205873" y="371806"/>
                  </a:lnTo>
                  <a:lnTo>
                    <a:pt x="1192766" y="373472"/>
                  </a:lnTo>
                  <a:lnTo>
                    <a:pt x="1179658" y="374990"/>
                  </a:lnTo>
                  <a:lnTo>
                    <a:pt x="1166551" y="375894"/>
                  </a:lnTo>
                  <a:lnTo>
                    <a:pt x="1153444" y="377193"/>
                  </a:lnTo>
                  <a:lnTo>
                    <a:pt x="1140336" y="378236"/>
                  </a:lnTo>
                  <a:lnTo>
                    <a:pt x="1127229" y="379658"/>
                  </a:lnTo>
                  <a:lnTo>
                    <a:pt x="1114122" y="380503"/>
                  </a:lnTo>
                  <a:lnTo>
                    <a:pt x="1101014" y="382005"/>
                  </a:lnTo>
                  <a:lnTo>
                    <a:pt x="1087907" y="382938"/>
                  </a:lnTo>
                  <a:lnTo>
                    <a:pt x="1074800" y="383771"/>
                  </a:lnTo>
                  <a:lnTo>
                    <a:pt x="1061692" y="384326"/>
                  </a:lnTo>
                  <a:lnTo>
                    <a:pt x="1048585" y="383622"/>
                  </a:lnTo>
                  <a:lnTo>
                    <a:pt x="1035478" y="382979"/>
                  </a:lnTo>
                  <a:lnTo>
                    <a:pt x="1022370" y="383007"/>
                  </a:lnTo>
                  <a:lnTo>
                    <a:pt x="1009263" y="382936"/>
                  </a:lnTo>
                  <a:lnTo>
                    <a:pt x="996156" y="383187"/>
                  </a:lnTo>
                  <a:lnTo>
                    <a:pt x="983048" y="383967"/>
                  </a:lnTo>
                  <a:lnTo>
                    <a:pt x="969941" y="384664"/>
                  </a:lnTo>
                  <a:lnTo>
                    <a:pt x="956834" y="385282"/>
                  </a:lnTo>
                  <a:lnTo>
                    <a:pt x="943726" y="386006"/>
                  </a:lnTo>
                  <a:lnTo>
                    <a:pt x="930619" y="386772"/>
                  </a:lnTo>
                  <a:lnTo>
                    <a:pt x="917512" y="387140"/>
                  </a:lnTo>
                  <a:lnTo>
                    <a:pt x="904405" y="387008"/>
                  </a:lnTo>
                  <a:lnTo>
                    <a:pt x="891297" y="387157"/>
                  </a:lnTo>
                  <a:lnTo>
                    <a:pt x="878190" y="386506"/>
                  </a:lnTo>
                  <a:lnTo>
                    <a:pt x="865083" y="386166"/>
                  </a:lnTo>
                  <a:lnTo>
                    <a:pt x="851975" y="385807"/>
                  </a:lnTo>
                  <a:lnTo>
                    <a:pt x="838868" y="385408"/>
                  </a:lnTo>
                  <a:lnTo>
                    <a:pt x="825761" y="385256"/>
                  </a:lnTo>
                  <a:lnTo>
                    <a:pt x="812653" y="384507"/>
                  </a:lnTo>
                  <a:lnTo>
                    <a:pt x="799546" y="384012"/>
                  </a:lnTo>
                  <a:lnTo>
                    <a:pt x="786439" y="382901"/>
                  </a:lnTo>
                  <a:lnTo>
                    <a:pt x="773331" y="381494"/>
                  </a:lnTo>
                  <a:lnTo>
                    <a:pt x="760224" y="381216"/>
                  </a:lnTo>
                  <a:lnTo>
                    <a:pt x="747117" y="381683"/>
                  </a:lnTo>
                  <a:lnTo>
                    <a:pt x="734009" y="381283"/>
                  </a:lnTo>
                  <a:lnTo>
                    <a:pt x="720902" y="381385"/>
                  </a:lnTo>
                  <a:lnTo>
                    <a:pt x="707795" y="382227"/>
                  </a:lnTo>
                  <a:lnTo>
                    <a:pt x="694687" y="383122"/>
                  </a:lnTo>
                  <a:lnTo>
                    <a:pt x="681580" y="384074"/>
                  </a:lnTo>
                  <a:lnTo>
                    <a:pt x="668473" y="383873"/>
                  </a:lnTo>
                  <a:lnTo>
                    <a:pt x="655365" y="383462"/>
                  </a:lnTo>
                  <a:lnTo>
                    <a:pt x="642258" y="382852"/>
                  </a:lnTo>
                  <a:lnTo>
                    <a:pt x="629151" y="382285"/>
                  </a:lnTo>
                  <a:lnTo>
                    <a:pt x="616043" y="381771"/>
                  </a:lnTo>
                  <a:lnTo>
                    <a:pt x="602936" y="383008"/>
                  </a:lnTo>
                  <a:lnTo>
                    <a:pt x="589829" y="383402"/>
                  </a:lnTo>
                  <a:lnTo>
                    <a:pt x="576722" y="383626"/>
                  </a:lnTo>
                  <a:lnTo>
                    <a:pt x="563614" y="385435"/>
                  </a:lnTo>
                  <a:lnTo>
                    <a:pt x="550507" y="387203"/>
                  </a:lnTo>
                  <a:lnTo>
                    <a:pt x="537400" y="387977"/>
                  </a:lnTo>
                  <a:lnTo>
                    <a:pt x="524292" y="388900"/>
                  </a:lnTo>
                  <a:lnTo>
                    <a:pt x="511185" y="389982"/>
                  </a:lnTo>
                  <a:lnTo>
                    <a:pt x="498078" y="391234"/>
                  </a:lnTo>
                  <a:lnTo>
                    <a:pt x="484970" y="393389"/>
                  </a:lnTo>
                  <a:lnTo>
                    <a:pt x="471863" y="396731"/>
                  </a:lnTo>
                  <a:lnTo>
                    <a:pt x="458756" y="400216"/>
                  </a:lnTo>
                  <a:lnTo>
                    <a:pt x="445648" y="403845"/>
                  </a:lnTo>
                  <a:lnTo>
                    <a:pt x="432541" y="407618"/>
                  </a:lnTo>
                  <a:lnTo>
                    <a:pt x="419434" y="411537"/>
                  </a:lnTo>
                  <a:lnTo>
                    <a:pt x="406326" y="415603"/>
                  </a:lnTo>
                  <a:lnTo>
                    <a:pt x="393219" y="419964"/>
                  </a:lnTo>
                  <a:lnTo>
                    <a:pt x="380112" y="425629"/>
                  </a:lnTo>
                  <a:lnTo>
                    <a:pt x="367004" y="428696"/>
                  </a:lnTo>
                  <a:lnTo>
                    <a:pt x="353897" y="433362"/>
                  </a:lnTo>
                  <a:lnTo>
                    <a:pt x="340790" y="438182"/>
                  </a:lnTo>
                  <a:lnTo>
                    <a:pt x="327682" y="443431"/>
                  </a:lnTo>
                  <a:lnTo>
                    <a:pt x="314575" y="449674"/>
                  </a:lnTo>
                  <a:lnTo>
                    <a:pt x="301468" y="456229"/>
                  </a:lnTo>
                  <a:lnTo>
                    <a:pt x="288361" y="463104"/>
                  </a:lnTo>
                  <a:lnTo>
                    <a:pt x="275253" y="469776"/>
                  </a:lnTo>
                  <a:lnTo>
                    <a:pt x="262146" y="475239"/>
                  </a:lnTo>
                  <a:lnTo>
                    <a:pt x="249039" y="481029"/>
                  </a:lnTo>
                  <a:lnTo>
                    <a:pt x="235931" y="489993"/>
                  </a:lnTo>
                  <a:lnTo>
                    <a:pt x="222824" y="499357"/>
                  </a:lnTo>
                  <a:lnTo>
                    <a:pt x="209717" y="509127"/>
                  </a:lnTo>
                  <a:lnTo>
                    <a:pt x="196609" y="519312"/>
                  </a:lnTo>
                  <a:lnTo>
                    <a:pt x="183502" y="529919"/>
                  </a:lnTo>
                  <a:lnTo>
                    <a:pt x="170395" y="540601"/>
                  </a:lnTo>
                  <a:lnTo>
                    <a:pt x="157287" y="551575"/>
                  </a:lnTo>
                  <a:lnTo>
                    <a:pt x="144180" y="561965"/>
                  </a:lnTo>
                  <a:lnTo>
                    <a:pt x="131073" y="573256"/>
                  </a:lnTo>
                  <a:lnTo>
                    <a:pt x="117965" y="587265"/>
                  </a:lnTo>
                  <a:lnTo>
                    <a:pt x="104858" y="598900"/>
                  </a:lnTo>
                  <a:lnTo>
                    <a:pt x="91751" y="613429"/>
                  </a:lnTo>
                  <a:lnTo>
                    <a:pt x="78643" y="628537"/>
                  </a:lnTo>
                  <a:lnTo>
                    <a:pt x="65536" y="645695"/>
                  </a:lnTo>
                  <a:lnTo>
                    <a:pt x="52429" y="660960"/>
                  </a:lnTo>
                  <a:lnTo>
                    <a:pt x="39321" y="677448"/>
                  </a:lnTo>
                  <a:lnTo>
                    <a:pt x="26214" y="694986"/>
                  </a:lnTo>
                  <a:lnTo>
                    <a:pt x="13107" y="713159"/>
                  </a:lnTo>
                  <a:lnTo>
                    <a:pt x="0" y="73326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165848"/>
              <a:ext cx="2346210" cy="564978"/>
            </a:xfrm>
            <a:custGeom>
              <a:avLst/>
              <a:pathLst>
                <a:path w="2346210" h="564978">
                  <a:moveTo>
                    <a:pt x="0" y="564978"/>
                  </a:moveTo>
                  <a:lnTo>
                    <a:pt x="13107" y="551525"/>
                  </a:lnTo>
                  <a:lnTo>
                    <a:pt x="26214" y="539379"/>
                  </a:lnTo>
                  <a:lnTo>
                    <a:pt x="39321" y="526897"/>
                  </a:lnTo>
                  <a:lnTo>
                    <a:pt x="52429" y="514856"/>
                  </a:lnTo>
                  <a:lnTo>
                    <a:pt x="65536" y="503249"/>
                  </a:lnTo>
                  <a:lnTo>
                    <a:pt x="78643" y="492069"/>
                  </a:lnTo>
                  <a:lnTo>
                    <a:pt x="91751" y="481307"/>
                  </a:lnTo>
                  <a:lnTo>
                    <a:pt x="104858" y="470956"/>
                  </a:lnTo>
                  <a:lnTo>
                    <a:pt x="117965" y="460629"/>
                  </a:lnTo>
                  <a:lnTo>
                    <a:pt x="131073" y="450679"/>
                  </a:lnTo>
                  <a:lnTo>
                    <a:pt x="144180" y="441237"/>
                  </a:lnTo>
                  <a:lnTo>
                    <a:pt x="157287" y="430609"/>
                  </a:lnTo>
                  <a:lnTo>
                    <a:pt x="170395" y="421006"/>
                  </a:lnTo>
                  <a:lnTo>
                    <a:pt x="183502" y="413100"/>
                  </a:lnTo>
                  <a:lnTo>
                    <a:pt x="196609" y="405494"/>
                  </a:lnTo>
                  <a:lnTo>
                    <a:pt x="209717" y="396085"/>
                  </a:lnTo>
                  <a:lnTo>
                    <a:pt x="222824" y="387314"/>
                  </a:lnTo>
                  <a:lnTo>
                    <a:pt x="235931" y="380147"/>
                  </a:lnTo>
                  <a:lnTo>
                    <a:pt x="249039" y="373476"/>
                  </a:lnTo>
                  <a:lnTo>
                    <a:pt x="262146" y="366664"/>
                  </a:lnTo>
                  <a:lnTo>
                    <a:pt x="275253" y="359525"/>
                  </a:lnTo>
                  <a:lnTo>
                    <a:pt x="288361" y="353468"/>
                  </a:lnTo>
                  <a:lnTo>
                    <a:pt x="301468" y="348355"/>
                  </a:lnTo>
                  <a:lnTo>
                    <a:pt x="314575" y="343657"/>
                  </a:lnTo>
                  <a:lnTo>
                    <a:pt x="327682" y="339362"/>
                  </a:lnTo>
                  <a:lnTo>
                    <a:pt x="340790" y="334968"/>
                  </a:lnTo>
                  <a:lnTo>
                    <a:pt x="353897" y="330359"/>
                  </a:lnTo>
                  <a:lnTo>
                    <a:pt x="367004" y="326215"/>
                  </a:lnTo>
                  <a:lnTo>
                    <a:pt x="380112" y="322518"/>
                  </a:lnTo>
                  <a:lnTo>
                    <a:pt x="393219" y="319247"/>
                  </a:lnTo>
                  <a:lnTo>
                    <a:pt x="406326" y="314885"/>
                  </a:lnTo>
                  <a:lnTo>
                    <a:pt x="419434" y="310539"/>
                  </a:lnTo>
                  <a:lnTo>
                    <a:pt x="432541" y="307597"/>
                  </a:lnTo>
                  <a:lnTo>
                    <a:pt x="445648" y="305220"/>
                  </a:lnTo>
                  <a:lnTo>
                    <a:pt x="458756" y="303077"/>
                  </a:lnTo>
                  <a:lnTo>
                    <a:pt x="471863" y="301159"/>
                  </a:lnTo>
                  <a:lnTo>
                    <a:pt x="484970" y="299455"/>
                  </a:lnTo>
                  <a:lnTo>
                    <a:pt x="498078" y="297954"/>
                  </a:lnTo>
                  <a:lnTo>
                    <a:pt x="511185" y="296648"/>
                  </a:lnTo>
                  <a:lnTo>
                    <a:pt x="524292" y="295527"/>
                  </a:lnTo>
                  <a:lnTo>
                    <a:pt x="537400" y="294848"/>
                  </a:lnTo>
                  <a:lnTo>
                    <a:pt x="550507" y="294368"/>
                  </a:lnTo>
                  <a:lnTo>
                    <a:pt x="563614" y="293256"/>
                  </a:lnTo>
                  <a:lnTo>
                    <a:pt x="576722" y="292444"/>
                  </a:lnTo>
                  <a:lnTo>
                    <a:pt x="589829" y="291475"/>
                  </a:lnTo>
                  <a:lnTo>
                    <a:pt x="602936" y="290784"/>
                  </a:lnTo>
                  <a:lnTo>
                    <a:pt x="616043" y="290210"/>
                  </a:lnTo>
                  <a:lnTo>
                    <a:pt x="629151" y="289743"/>
                  </a:lnTo>
                  <a:lnTo>
                    <a:pt x="642258" y="289369"/>
                  </a:lnTo>
                  <a:lnTo>
                    <a:pt x="655365" y="289079"/>
                  </a:lnTo>
                  <a:lnTo>
                    <a:pt x="668473" y="288750"/>
                  </a:lnTo>
                  <a:lnTo>
                    <a:pt x="681580" y="288071"/>
                  </a:lnTo>
                  <a:lnTo>
                    <a:pt x="694687" y="287591"/>
                  </a:lnTo>
                  <a:lnTo>
                    <a:pt x="707795" y="288515"/>
                  </a:lnTo>
                  <a:lnTo>
                    <a:pt x="720902" y="289718"/>
                  </a:lnTo>
                  <a:lnTo>
                    <a:pt x="734009" y="290078"/>
                  </a:lnTo>
                  <a:lnTo>
                    <a:pt x="747117" y="290526"/>
                  </a:lnTo>
                  <a:lnTo>
                    <a:pt x="760224" y="291740"/>
                  </a:lnTo>
                  <a:lnTo>
                    <a:pt x="773331" y="291664"/>
                  </a:lnTo>
                  <a:lnTo>
                    <a:pt x="786439" y="292282"/>
                  </a:lnTo>
                  <a:lnTo>
                    <a:pt x="799546" y="292539"/>
                  </a:lnTo>
                  <a:lnTo>
                    <a:pt x="812653" y="292780"/>
                  </a:lnTo>
                  <a:lnTo>
                    <a:pt x="825761" y="293002"/>
                  </a:lnTo>
                  <a:lnTo>
                    <a:pt x="838868" y="293163"/>
                  </a:lnTo>
                  <a:lnTo>
                    <a:pt x="851975" y="293028"/>
                  </a:lnTo>
                  <a:lnTo>
                    <a:pt x="865083" y="292876"/>
                  </a:lnTo>
                  <a:lnTo>
                    <a:pt x="878190" y="293143"/>
                  </a:lnTo>
                  <a:lnTo>
                    <a:pt x="891297" y="293718"/>
                  </a:lnTo>
                  <a:lnTo>
                    <a:pt x="904405" y="294348"/>
                  </a:lnTo>
                  <a:lnTo>
                    <a:pt x="917512" y="294645"/>
                  </a:lnTo>
                  <a:lnTo>
                    <a:pt x="930619" y="294402"/>
                  </a:lnTo>
                  <a:lnTo>
                    <a:pt x="943726" y="294108"/>
                  </a:lnTo>
                  <a:lnTo>
                    <a:pt x="956834" y="293761"/>
                  </a:lnTo>
                  <a:lnTo>
                    <a:pt x="969941" y="293360"/>
                  </a:lnTo>
                  <a:lnTo>
                    <a:pt x="983048" y="293036"/>
                  </a:lnTo>
                  <a:lnTo>
                    <a:pt x="996156" y="293158"/>
                  </a:lnTo>
                  <a:lnTo>
                    <a:pt x="1009263" y="293554"/>
                  </a:lnTo>
                  <a:lnTo>
                    <a:pt x="1022370" y="293926"/>
                  </a:lnTo>
                  <a:lnTo>
                    <a:pt x="1035478" y="293670"/>
                  </a:lnTo>
                  <a:lnTo>
                    <a:pt x="1048585" y="293376"/>
                  </a:lnTo>
                  <a:lnTo>
                    <a:pt x="1061692" y="293428"/>
                  </a:lnTo>
                  <a:lnTo>
                    <a:pt x="1074800" y="293592"/>
                  </a:lnTo>
                  <a:lnTo>
                    <a:pt x="1087907" y="293639"/>
                  </a:lnTo>
                  <a:lnTo>
                    <a:pt x="1101014" y="291941"/>
                  </a:lnTo>
                  <a:lnTo>
                    <a:pt x="1114122" y="291191"/>
                  </a:lnTo>
                  <a:lnTo>
                    <a:pt x="1127229" y="290402"/>
                  </a:lnTo>
                  <a:lnTo>
                    <a:pt x="1140336" y="288540"/>
                  </a:lnTo>
                  <a:lnTo>
                    <a:pt x="1153444" y="286544"/>
                  </a:lnTo>
                  <a:lnTo>
                    <a:pt x="1166551" y="284410"/>
                  </a:lnTo>
                  <a:lnTo>
                    <a:pt x="1179658" y="282137"/>
                  </a:lnTo>
                  <a:lnTo>
                    <a:pt x="1192766" y="279725"/>
                  </a:lnTo>
                  <a:lnTo>
                    <a:pt x="1205873" y="277170"/>
                  </a:lnTo>
                  <a:lnTo>
                    <a:pt x="1218980" y="275098"/>
                  </a:lnTo>
                  <a:lnTo>
                    <a:pt x="1232087" y="273156"/>
                  </a:lnTo>
                  <a:lnTo>
                    <a:pt x="1245195" y="271094"/>
                  </a:lnTo>
                  <a:lnTo>
                    <a:pt x="1258302" y="268907"/>
                  </a:lnTo>
                  <a:lnTo>
                    <a:pt x="1271409" y="266593"/>
                  </a:lnTo>
                  <a:lnTo>
                    <a:pt x="1284517" y="264149"/>
                  </a:lnTo>
                  <a:lnTo>
                    <a:pt x="1297624" y="261572"/>
                  </a:lnTo>
                  <a:lnTo>
                    <a:pt x="1310731" y="258525"/>
                  </a:lnTo>
                  <a:lnTo>
                    <a:pt x="1323839" y="254606"/>
                  </a:lnTo>
                  <a:lnTo>
                    <a:pt x="1336946" y="250599"/>
                  </a:lnTo>
                  <a:lnTo>
                    <a:pt x="1350053" y="246505"/>
                  </a:lnTo>
                  <a:lnTo>
                    <a:pt x="1363161" y="242326"/>
                  </a:lnTo>
                  <a:lnTo>
                    <a:pt x="1376268" y="238128"/>
                  </a:lnTo>
                  <a:lnTo>
                    <a:pt x="1389375" y="234475"/>
                  </a:lnTo>
                  <a:lnTo>
                    <a:pt x="1402483" y="230675"/>
                  </a:lnTo>
                  <a:lnTo>
                    <a:pt x="1415590" y="226723"/>
                  </a:lnTo>
                  <a:lnTo>
                    <a:pt x="1428697" y="222619"/>
                  </a:lnTo>
                  <a:lnTo>
                    <a:pt x="1441805" y="218359"/>
                  </a:lnTo>
                  <a:lnTo>
                    <a:pt x="1454912" y="213939"/>
                  </a:lnTo>
                  <a:lnTo>
                    <a:pt x="1468019" y="209358"/>
                  </a:lnTo>
                  <a:lnTo>
                    <a:pt x="1481127" y="205069"/>
                  </a:lnTo>
                  <a:lnTo>
                    <a:pt x="1494234" y="201607"/>
                  </a:lnTo>
                  <a:lnTo>
                    <a:pt x="1507341" y="197303"/>
                  </a:lnTo>
                  <a:lnTo>
                    <a:pt x="1520448" y="190932"/>
                  </a:lnTo>
                  <a:lnTo>
                    <a:pt x="1533556" y="183931"/>
                  </a:lnTo>
                  <a:lnTo>
                    <a:pt x="1546663" y="177539"/>
                  </a:lnTo>
                  <a:lnTo>
                    <a:pt x="1559770" y="170511"/>
                  </a:lnTo>
                  <a:lnTo>
                    <a:pt x="1572878" y="163932"/>
                  </a:lnTo>
                  <a:lnTo>
                    <a:pt x="1585985" y="155813"/>
                  </a:lnTo>
                  <a:lnTo>
                    <a:pt x="1599092" y="148209"/>
                  </a:lnTo>
                  <a:lnTo>
                    <a:pt x="1612200" y="140492"/>
                  </a:lnTo>
                  <a:lnTo>
                    <a:pt x="1625307" y="132704"/>
                  </a:lnTo>
                  <a:lnTo>
                    <a:pt x="1638414" y="124887"/>
                  </a:lnTo>
                  <a:lnTo>
                    <a:pt x="1651522" y="114347"/>
                  </a:lnTo>
                  <a:lnTo>
                    <a:pt x="1664629" y="102678"/>
                  </a:lnTo>
                  <a:lnTo>
                    <a:pt x="1677736" y="93036"/>
                  </a:lnTo>
                  <a:lnTo>
                    <a:pt x="1690844" y="84716"/>
                  </a:lnTo>
                  <a:lnTo>
                    <a:pt x="1703951" y="78140"/>
                  </a:lnTo>
                  <a:lnTo>
                    <a:pt x="1717058" y="71902"/>
                  </a:lnTo>
                  <a:lnTo>
                    <a:pt x="1730166" y="65959"/>
                  </a:lnTo>
                  <a:lnTo>
                    <a:pt x="1743273" y="58630"/>
                  </a:lnTo>
                  <a:lnTo>
                    <a:pt x="1756380" y="50198"/>
                  </a:lnTo>
                  <a:lnTo>
                    <a:pt x="1769488" y="44204"/>
                  </a:lnTo>
                  <a:lnTo>
                    <a:pt x="1782595" y="36943"/>
                  </a:lnTo>
                  <a:lnTo>
                    <a:pt x="1795702" y="29249"/>
                  </a:lnTo>
                  <a:lnTo>
                    <a:pt x="1808810" y="23947"/>
                  </a:lnTo>
                  <a:lnTo>
                    <a:pt x="1821917" y="21058"/>
                  </a:lnTo>
                  <a:lnTo>
                    <a:pt x="1835024" y="18894"/>
                  </a:lnTo>
                  <a:lnTo>
                    <a:pt x="1848131" y="17504"/>
                  </a:lnTo>
                  <a:lnTo>
                    <a:pt x="1861239" y="16938"/>
                  </a:lnTo>
                  <a:lnTo>
                    <a:pt x="1874346" y="17244"/>
                  </a:lnTo>
                  <a:lnTo>
                    <a:pt x="1887453" y="17798"/>
                  </a:lnTo>
                  <a:lnTo>
                    <a:pt x="1900561" y="12971"/>
                  </a:lnTo>
                  <a:lnTo>
                    <a:pt x="1913668" y="8385"/>
                  </a:lnTo>
                  <a:lnTo>
                    <a:pt x="1926775" y="4057"/>
                  </a:lnTo>
                  <a:lnTo>
                    <a:pt x="1939883" y="0"/>
                  </a:lnTo>
                  <a:lnTo>
                    <a:pt x="1952990" y="5612"/>
                  </a:lnTo>
                  <a:lnTo>
                    <a:pt x="1966097" y="9269"/>
                  </a:lnTo>
                  <a:lnTo>
                    <a:pt x="1979205" y="9243"/>
                  </a:lnTo>
                  <a:lnTo>
                    <a:pt x="1992312" y="14035"/>
                  </a:lnTo>
                  <a:lnTo>
                    <a:pt x="2005419" y="21898"/>
                  </a:lnTo>
                  <a:lnTo>
                    <a:pt x="2018527" y="25812"/>
                  </a:lnTo>
                  <a:lnTo>
                    <a:pt x="2031634" y="30606"/>
                  </a:lnTo>
                  <a:lnTo>
                    <a:pt x="2044741" y="36237"/>
                  </a:lnTo>
                  <a:lnTo>
                    <a:pt x="2057849" y="40551"/>
                  </a:lnTo>
                  <a:lnTo>
                    <a:pt x="2070956" y="45718"/>
                  </a:lnTo>
                  <a:lnTo>
                    <a:pt x="2084063" y="51768"/>
                  </a:lnTo>
                  <a:lnTo>
                    <a:pt x="2097171" y="61814"/>
                  </a:lnTo>
                  <a:lnTo>
                    <a:pt x="2110278" y="73566"/>
                  </a:lnTo>
                  <a:lnTo>
                    <a:pt x="2123385" y="81797"/>
                  </a:lnTo>
                  <a:lnTo>
                    <a:pt x="2136492" y="94417"/>
                  </a:lnTo>
                  <a:lnTo>
                    <a:pt x="2149600" y="100761"/>
                  </a:lnTo>
                  <a:lnTo>
                    <a:pt x="2162707" y="110919"/>
                  </a:lnTo>
                  <a:lnTo>
                    <a:pt x="2175814" y="121293"/>
                  </a:lnTo>
                  <a:lnTo>
                    <a:pt x="2188922" y="135457"/>
                  </a:lnTo>
                  <a:lnTo>
                    <a:pt x="2202029" y="144990"/>
                  </a:lnTo>
                  <a:lnTo>
                    <a:pt x="2215136" y="155215"/>
                  </a:lnTo>
                  <a:lnTo>
                    <a:pt x="2228244" y="168789"/>
                  </a:lnTo>
                  <a:lnTo>
                    <a:pt x="2241351" y="183412"/>
                  </a:lnTo>
                  <a:lnTo>
                    <a:pt x="2254458" y="199111"/>
                  </a:lnTo>
                  <a:lnTo>
                    <a:pt x="2267566" y="215911"/>
                  </a:lnTo>
                  <a:lnTo>
                    <a:pt x="2280673" y="227295"/>
                  </a:lnTo>
                  <a:lnTo>
                    <a:pt x="2293780" y="240372"/>
                  </a:lnTo>
                  <a:lnTo>
                    <a:pt x="2306888" y="251657"/>
                  </a:lnTo>
                  <a:lnTo>
                    <a:pt x="2319995" y="264948"/>
                  </a:lnTo>
                  <a:lnTo>
                    <a:pt x="2333102" y="279257"/>
                  </a:lnTo>
                  <a:lnTo>
                    <a:pt x="2346210" y="299733"/>
                  </a:lnTo>
                  <a:lnTo>
                    <a:pt x="2346210" y="2997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339671"/>
              <a:ext cx="2275381" cy="803320"/>
            </a:xfrm>
            <a:custGeom>
              <a:avLst/>
              <a:pathLst>
                <a:path w="2275381" h="803320">
                  <a:moveTo>
                    <a:pt x="2275381" y="803320"/>
                  </a:moveTo>
                  <a:lnTo>
                    <a:pt x="2267566" y="767950"/>
                  </a:lnTo>
                  <a:lnTo>
                    <a:pt x="2254458" y="708800"/>
                  </a:lnTo>
                  <a:lnTo>
                    <a:pt x="2241351" y="652313"/>
                  </a:lnTo>
                  <a:lnTo>
                    <a:pt x="2228244" y="601188"/>
                  </a:lnTo>
                  <a:lnTo>
                    <a:pt x="2215136" y="551034"/>
                  </a:lnTo>
                  <a:lnTo>
                    <a:pt x="2202029" y="497897"/>
                  </a:lnTo>
                  <a:lnTo>
                    <a:pt x="2188922" y="449221"/>
                  </a:lnTo>
                  <a:lnTo>
                    <a:pt x="2175814" y="407904"/>
                  </a:lnTo>
                  <a:lnTo>
                    <a:pt x="2162707" y="363832"/>
                  </a:lnTo>
                  <a:lnTo>
                    <a:pt x="2149600" y="323331"/>
                  </a:lnTo>
                  <a:lnTo>
                    <a:pt x="2136492" y="287439"/>
                  </a:lnTo>
                  <a:lnTo>
                    <a:pt x="2123385" y="253631"/>
                  </a:lnTo>
                  <a:lnTo>
                    <a:pt x="2110278" y="221854"/>
                  </a:lnTo>
                  <a:lnTo>
                    <a:pt x="2097171" y="191087"/>
                  </a:lnTo>
                  <a:lnTo>
                    <a:pt x="2084063" y="162300"/>
                  </a:lnTo>
                  <a:lnTo>
                    <a:pt x="2070956" y="135467"/>
                  </a:lnTo>
                  <a:lnTo>
                    <a:pt x="2057849" y="114042"/>
                  </a:lnTo>
                  <a:lnTo>
                    <a:pt x="2044741" y="94932"/>
                  </a:lnTo>
                  <a:lnTo>
                    <a:pt x="2031634" y="82996"/>
                  </a:lnTo>
                  <a:lnTo>
                    <a:pt x="2018527" y="72195"/>
                  </a:lnTo>
                  <a:lnTo>
                    <a:pt x="2005419" y="62491"/>
                  </a:lnTo>
                  <a:lnTo>
                    <a:pt x="1992312" y="50976"/>
                  </a:lnTo>
                  <a:lnTo>
                    <a:pt x="1979205" y="36237"/>
                  </a:lnTo>
                  <a:lnTo>
                    <a:pt x="1966097" y="27654"/>
                  </a:lnTo>
                  <a:lnTo>
                    <a:pt x="1952990" y="14712"/>
                  </a:lnTo>
                  <a:lnTo>
                    <a:pt x="1939883" y="9993"/>
                  </a:lnTo>
                  <a:lnTo>
                    <a:pt x="1926775" y="6916"/>
                  </a:lnTo>
                  <a:lnTo>
                    <a:pt x="1913668" y="5375"/>
                  </a:lnTo>
                  <a:lnTo>
                    <a:pt x="1900561" y="3550"/>
                  </a:lnTo>
                  <a:lnTo>
                    <a:pt x="1887453" y="674"/>
                  </a:lnTo>
                  <a:lnTo>
                    <a:pt x="1874346" y="19"/>
                  </a:lnTo>
                  <a:lnTo>
                    <a:pt x="1861239" y="0"/>
                  </a:lnTo>
                  <a:lnTo>
                    <a:pt x="1848131" y="516"/>
                  </a:lnTo>
                  <a:lnTo>
                    <a:pt x="1835024" y="556"/>
                  </a:lnTo>
                  <a:lnTo>
                    <a:pt x="1821917" y="1889"/>
                  </a:lnTo>
                  <a:lnTo>
                    <a:pt x="1808810" y="3877"/>
                  </a:lnTo>
                  <a:lnTo>
                    <a:pt x="1795702" y="6200"/>
                  </a:lnTo>
                  <a:lnTo>
                    <a:pt x="1782595" y="9730"/>
                  </a:lnTo>
                  <a:lnTo>
                    <a:pt x="1769488" y="13460"/>
                  </a:lnTo>
                  <a:lnTo>
                    <a:pt x="1756380" y="17373"/>
                  </a:lnTo>
                  <a:lnTo>
                    <a:pt x="1743273" y="21449"/>
                  </a:lnTo>
                  <a:lnTo>
                    <a:pt x="1730166" y="25672"/>
                  </a:lnTo>
                  <a:lnTo>
                    <a:pt x="1717058" y="30021"/>
                  </a:lnTo>
                  <a:lnTo>
                    <a:pt x="1703951" y="34480"/>
                  </a:lnTo>
                  <a:lnTo>
                    <a:pt x="1690844" y="39028"/>
                  </a:lnTo>
                  <a:lnTo>
                    <a:pt x="1677736" y="43649"/>
                  </a:lnTo>
                  <a:lnTo>
                    <a:pt x="1664629" y="47909"/>
                  </a:lnTo>
                  <a:lnTo>
                    <a:pt x="1651522" y="52395"/>
                  </a:lnTo>
                  <a:lnTo>
                    <a:pt x="1638414" y="57761"/>
                  </a:lnTo>
                  <a:lnTo>
                    <a:pt x="1625307" y="62486"/>
                  </a:lnTo>
                  <a:lnTo>
                    <a:pt x="1612200" y="67191"/>
                  </a:lnTo>
                  <a:lnTo>
                    <a:pt x="1599092" y="72890"/>
                  </a:lnTo>
                  <a:lnTo>
                    <a:pt x="1585985" y="81098"/>
                  </a:lnTo>
                  <a:lnTo>
                    <a:pt x="1572878" y="88706"/>
                  </a:lnTo>
                  <a:lnTo>
                    <a:pt x="1559770" y="94037"/>
                  </a:lnTo>
                  <a:lnTo>
                    <a:pt x="1546663" y="100437"/>
                  </a:lnTo>
                  <a:lnTo>
                    <a:pt x="1533556" y="107095"/>
                  </a:lnTo>
                  <a:lnTo>
                    <a:pt x="1520448" y="114711"/>
                  </a:lnTo>
                  <a:lnTo>
                    <a:pt x="1507341" y="121752"/>
                  </a:lnTo>
                  <a:lnTo>
                    <a:pt x="1494234" y="127743"/>
                  </a:lnTo>
                  <a:lnTo>
                    <a:pt x="1481127" y="133380"/>
                  </a:lnTo>
                  <a:lnTo>
                    <a:pt x="1468019" y="137418"/>
                  </a:lnTo>
                  <a:lnTo>
                    <a:pt x="1454912" y="140522"/>
                  </a:lnTo>
                  <a:lnTo>
                    <a:pt x="1441805" y="145989"/>
                  </a:lnTo>
                  <a:lnTo>
                    <a:pt x="1428697" y="151207"/>
                  </a:lnTo>
                  <a:lnTo>
                    <a:pt x="1415590" y="156181"/>
                  </a:lnTo>
                  <a:lnTo>
                    <a:pt x="1402483" y="160285"/>
                  </a:lnTo>
                  <a:lnTo>
                    <a:pt x="1389375" y="163708"/>
                  </a:lnTo>
                  <a:lnTo>
                    <a:pt x="1376268" y="166855"/>
                  </a:lnTo>
                  <a:lnTo>
                    <a:pt x="1363161" y="169734"/>
                  </a:lnTo>
                  <a:lnTo>
                    <a:pt x="1350053" y="172355"/>
                  </a:lnTo>
                  <a:lnTo>
                    <a:pt x="1336946" y="174887"/>
                  </a:lnTo>
                  <a:lnTo>
                    <a:pt x="1323839" y="177869"/>
                  </a:lnTo>
                  <a:lnTo>
                    <a:pt x="1310731" y="180615"/>
                  </a:lnTo>
                  <a:lnTo>
                    <a:pt x="1297624" y="183130"/>
                  </a:lnTo>
                  <a:lnTo>
                    <a:pt x="1284517" y="185424"/>
                  </a:lnTo>
                  <a:lnTo>
                    <a:pt x="1271409" y="187503"/>
                  </a:lnTo>
                  <a:lnTo>
                    <a:pt x="1258302" y="189769"/>
                  </a:lnTo>
                  <a:lnTo>
                    <a:pt x="1245195" y="192062"/>
                  </a:lnTo>
                  <a:lnTo>
                    <a:pt x="1232087" y="194193"/>
                  </a:lnTo>
                  <a:lnTo>
                    <a:pt x="1218980" y="196165"/>
                  </a:lnTo>
                  <a:lnTo>
                    <a:pt x="1205873" y="197983"/>
                  </a:lnTo>
                  <a:lnTo>
                    <a:pt x="1192766" y="199649"/>
                  </a:lnTo>
                  <a:lnTo>
                    <a:pt x="1179658" y="201167"/>
                  </a:lnTo>
                  <a:lnTo>
                    <a:pt x="1166551" y="202071"/>
                  </a:lnTo>
                  <a:lnTo>
                    <a:pt x="1153444" y="203370"/>
                  </a:lnTo>
                  <a:lnTo>
                    <a:pt x="1140336" y="204413"/>
                  </a:lnTo>
                  <a:lnTo>
                    <a:pt x="1127229" y="205835"/>
                  </a:lnTo>
                  <a:lnTo>
                    <a:pt x="1114122" y="206680"/>
                  </a:lnTo>
                  <a:lnTo>
                    <a:pt x="1101014" y="208182"/>
                  </a:lnTo>
                  <a:lnTo>
                    <a:pt x="1087907" y="209116"/>
                  </a:lnTo>
                  <a:lnTo>
                    <a:pt x="1074800" y="209948"/>
                  </a:lnTo>
                  <a:lnTo>
                    <a:pt x="1061692" y="210503"/>
                  </a:lnTo>
                  <a:lnTo>
                    <a:pt x="1048585" y="209799"/>
                  </a:lnTo>
                  <a:lnTo>
                    <a:pt x="1035478" y="209156"/>
                  </a:lnTo>
                  <a:lnTo>
                    <a:pt x="1022370" y="209185"/>
                  </a:lnTo>
                  <a:lnTo>
                    <a:pt x="1009263" y="209113"/>
                  </a:lnTo>
                  <a:lnTo>
                    <a:pt x="996156" y="209364"/>
                  </a:lnTo>
                  <a:lnTo>
                    <a:pt x="983048" y="210144"/>
                  </a:lnTo>
                  <a:lnTo>
                    <a:pt x="969941" y="210842"/>
                  </a:lnTo>
                  <a:lnTo>
                    <a:pt x="956834" y="211459"/>
                  </a:lnTo>
                  <a:lnTo>
                    <a:pt x="943726" y="212183"/>
                  </a:lnTo>
                  <a:lnTo>
                    <a:pt x="930619" y="212950"/>
                  </a:lnTo>
                  <a:lnTo>
                    <a:pt x="917512" y="213317"/>
                  </a:lnTo>
                  <a:lnTo>
                    <a:pt x="904405" y="213185"/>
                  </a:lnTo>
                  <a:lnTo>
                    <a:pt x="891297" y="213334"/>
                  </a:lnTo>
                  <a:lnTo>
                    <a:pt x="878190" y="212683"/>
                  </a:lnTo>
                  <a:lnTo>
                    <a:pt x="865083" y="212343"/>
                  </a:lnTo>
                  <a:lnTo>
                    <a:pt x="851975" y="211984"/>
                  </a:lnTo>
                  <a:lnTo>
                    <a:pt x="838868" y="211585"/>
                  </a:lnTo>
                  <a:lnTo>
                    <a:pt x="825761" y="211434"/>
                  </a:lnTo>
                  <a:lnTo>
                    <a:pt x="812653" y="210685"/>
                  </a:lnTo>
                  <a:lnTo>
                    <a:pt x="799546" y="210189"/>
                  </a:lnTo>
                  <a:lnTo>
                    <a:pt x="786439" y="209078"/>
                  </a:lnTo>
                  <a:lnTo>
                    <a:pt x="773331" y="207671"/>
                  </a:lnTo>
                  <a:lnTo>
                    <a:pt x="760224" y="207393"/>
                  </a:lnTo>
                  <a:lnTo>
                    <a:pt x="747117" y="207860"/>
                  </a:lnTo>
                  <a:lnTo>
                    <a:pt x="734009" y="207461"/>
                  </a:lnTo>
                  <a:lnTo>
                    <a:pt x="720902" y="207562"/>
                  </a:lnTo>
                  <a:lnTo>
                    <a:pt x="707795" y="208404"/>
                  </a:lnTo>
                  <a:lnTo>
                    <a:pt x="694687" y="209299"/>
                  </a:lnTo>
                  <a:lnTo>
                    <a:pt x="681580" y="210251"/>
                  </a:lnTo>
                  <a:lnTo>
                    <a:pt x="668473" y="210051"/>
                  </a:lnTo>
                  <a:lnTo>
                    <a:pt x="655365" y="209639"/>
                  </a:lnTo>
                  <a:lnTo>
                    <a:pt x="642258" y="209030"/>
                  </a:lnTo>
                  <a:lnTo>
                    <a:pt x="629151" y="208462"/>
                  </a:lnTo>
                  <a:lnTo>
                    <a:pt x="616043" y="207948"/>
                  </a:lnTo>
                  <a:lnTo>
                    <a:pt x="602936" y="209185"/>
                  </a:lnTo>
                  <a:lnTo>
                    <a:pt x="589829" y="209579"/>
                  </a:lnTo>
                  <a:lnTo>
                    <a:pt x="576722" y="209804"/>
                  </a:lnTo>
                  <a:lnTo>
                    <a:pt x="563614" y="211613"/>
                  </a:lnTo>
                  <a:lnTo>
                    <a:pt x="550507" y="213380"/>
                  </a:lnTo>
                  <a:lnTo>
                    <a:pt x="537400" y="214154"/>
                  </a:lnTo>
                  <a:lnTo>
                    <a:pt x="524292" y="215077"/>
                  </a:lnTo>
                  <a:lnTo>
                    <a:pt x="511185" y="216160"/>
                  </a:lnTo>
                  <a:lnTo>
                    <a:pt x="498078" y="217411"/>
                  </a:lnTo>
                  <a:lnTo>
                    <a:pt x="484970" y="219566"/>
                  </a:lnTo>
                  <a:lnTo>
                    <a:pt x="471863" y="222908"/>
                  </a:lnTo>
                  <a:lnTo>
                    <a:pt x="458756" y="226393"/>
                  </a:lnTo>
                  <a:lnTo>
                    <a:pt x="445648" y="230022"/>
                  </a:lnTo>
                  <a:lnTo>
                    <a:pt x="432541" y="233795"/>
                  </a:lnTo>
                  <a:lnTo>
                    <a:pt x="419434" y="237714"/>
                  </a:lnTo>
                  <a:lnTo>
                    <a:pt x="406326" y="241780"/>
                  </a:lnTo>
                  <a:lnTo>
                    <a:pt x="393219" y="246141"/>
                  </a:lnTo>
                  <a:lnTo>
                    <a:pt x="380112" y="251806"/>
                  </a:lnTo>
                  <a:lnTo>
                    <a:pt x="367004" y="254873"/>
                  </a:lnTo>
                  <a:lnTo>
                    <a:pt x="353897" y="259540"/>
                  </a:lnTo>
                  <a:lnTo>
                    <a:pt x="340790" y="264359"/>
                  </a:lnTo>
                  <a:lnTo>
                    <a:pt x="327682" y="269608"/>
                  </a:lnTo>
                  <a:lnTo>
                    <a:pt x="314575" y="275851"/>
                  </a:lnTo>
                  <a:lnTo>
                    <a:pt x="301468" y="282406"/>
                  </a:lnTo>
                  <a:lnTo>
                    <a:pt x="288361" y="289281"/>
                  </a:lnTo>
                  <a:lnTo>
                    <a:pt x="275253" y="295953"/>
                  </a:lnTo>
                  <a:lnTo>
                    <a:pt x="262146" y="301417"/>
                  </a:lnTo>
                  <a:lnTo>
                    <a:pt x="249039" y="307206"/>
                  </a:lnTo>
                  <a:lnTo>
                    <a:pt x="235931" y="316171"/>
                  </a:lnTo>
                  <a:lnTo>
                    <a:pt x="222824" y="325534"/>
                  </a:lnTo>
                  <a:lnTo>
                    <a:pt x="209717" y="335304"/>
                  </a:lnTo>
                  <a:lnTo>
                    <a:pt x="196609" y="345489"/>
                  </a:lnTo>
                  <a:lnTo>
                    <a:pt x="183502" y="356096"/>
                  </a:lnTo>
                  <a:lnTo>
                    <a:pt x="170395" y="366778"/>
                  </a:lnTo>
                  <a:lnTo>
                    <a:pt x="157287" y="377752"/>
                  </a:lnTo>
                  <a:lnTo>
                    <a:pt x="144180" y="388142"/>
                  </a:lnTo>
                  <a:lnTo>
                    <a:pt x="131073" y="399433"/>
                  </a:lnTo>
                  <a:lnTo>
                    <a:pt x="117965" y="413442"/>
                  </a:lnTo>
                  <a:lnTo>
                    <a:pt x="104858" y="425078"/>
                  </a:lnTo>
                  <a:lnTo>
                    <a:pt x="91751" y="439606"/>
                  </a:lnTo>
                  <a:lnTo>
                    <a:pt x="78643" y="454714"/>
                  </a:lnTo>
                  <a:lnTo>
                    <a:pt x="65536" y="471872"/>
                  </a:lnTo>
                  <a:lnTo>
                    <a:pt x="52429" y="487137"/>
                  </a:lnTo>
                  <a:lnTo>
                    <a:pt x="39321" y="503625"/>
                  </a:lnTo>
                  <a:lnTo>
                    <a:pt x="26214" y="521163"/>
                  </a:lnTo>
                  <a:lnTo>
                    <a:pt x="13107" y="539336"/>
                  </a:lnTo>
                  <a:lnTo>
                    <a:pt x="0" y="5594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256640"/>
              <a:ext cx="2346210" cy="712097"/>
            </a:xfrm>
            <a:custGeom>
              <a:avLst/>
              <a:pathLst>
                <a:path w="2346210" h="712097">
                  <a:moveTo>
                    <a:pt x="0" y="555680"/>
                  </a:moveTo>
                  <a:lnTo>
                    <a:pt x="13107" y="539705"/>
                  </a:lnTo>
                  <a:lnTo>
                    <a:pt x="26214" y="524275"/>
                  </a:lnTo>
                  <a:lnTo>
                    <a:pt x="39321" y="509382"/>
                  </a:lnTo>
                  <a:lnTo>
                    <a:pt x="52429" y="495017"/>
                  </a:lnTo>
                  <a:lnTo>
                    <a:pt x="65536" y="481169"/>
                  </a:lnTo>
                  <a:lnTo>
                    <a:pt x="78643" y="467830"/>
                  </a:lnTo>
                  <a:lnTo>
                    <a:pt x="91751" y="454991"/>
                  </a:lnTo>
                  <a:lnTo>
                    <a:pt x="104858" y="442641"/>
                  </a:lnTo>
                  <a:lnTo>
                    <a:pt x="117965" y="430773"/>
                  </a:lnTo>
                  <a:lnTo>
                    <a:pt x="131073" y="419376"/>
                  </a:lnTo>
                  <a:lnTo>
                    <a:pt x="144180" y="408442"/>
                  </a:lnTo>
                  <a:lnTo>
                    <a:pt x="157287" y="397961"/>
                  </a:lnTo>
                  <a:lnTo>
                    <a:pt x="170395" y="387923"/>
                  </a:lnTo>
                  <a:lnTo>
                    <a:pt x="183502" y="378321"/>
                  </a:lnTo>
                  <a:lnTo>
                    <a:pt x="196609" y="369143"/>
                  </a:lnTo>
                  <a:lnTo>
                    <a:pt x="209717" y="360382"/>
                  </a:lnTo>
                  <a:lnTo>
                    <a:pt x="222824" y="352028"/>
                  </a:lnTo>
                  <a:lnTo>
                    <a:pt x="235931" y="344071"/>
                  </a:lnTo>
                  <a:lnTo>
                    <a:pt x="249039" y="336503"/>
                  </a:lnTo>
                  <a:lnTo>
                    <a:pt x="262146" y="329314"/>
                  </a:lnTo>
                  <a:lnTo>
                    <a:pt x="275253" y="322494"/>
                  </a:lnTo>
                  <a:lnTo>
                    <a:pt x="288361" y="316036"/>
                  </a:lnTo>
                  <a:lnTo>
                    <a:pt x="301468" y="309928"/>
                  </a:lnTo>
                  <a:lnTo>
                    <a:pt x="314575" y="304163"/>
                  </a:lnTo>
                  <a:lnTo>
                    <a:pt x="327682" y="298730"/>
                  </a:lnTo>
                  <a:lnTo>
                    <a:pt x="340790" y="293621"/>
                  </a:lnTo>
                  <a:lnTo>
                    <a:pt x="353897" y="288826"/>
                  </a:lnTo>
                  <a:lnTo>
                    <a:pt x="367004" y="284336"/>
                  </a:lnTo>
                  <a:lnTo>
                    <a:pt x="380112" y="280142"/>
                  </a:lnTo>
                  <a:lnTo>
                    <a:pt x="393219" y="276234"/>
                  </a:lnTo>
                  <a:lnTo>
                    <a:pt x="406326" y="272604"/>
                  </a:lnTo>
                  <a:lnTo>
                    <a:pt x="419434" y="269242"/>
                  </a:lnTo>
                  <a:lnTo>
                    <a:pt x="432541" y="266138"/>
                  </a:lnTo>
                  <a:lnTo>
                    <a:pt x="445648" y="263284"/>
                  </a:lnTo>
                  <a:lnTo>
                    <a:pt x="458756" y="260670"/>
                  </a:lnTo>
                  <a:lnTo>
                    <a:pt x="471863" y="258287"/>
                  </a:lnTo>
                  <a:lnTo>
                    <a:pt x="484970" y="256125"/>
                  </a:lnTo>
                  <a:lnTo>
                    <a:pt x="498078" y="254176"/>
                  </a:lnTo>
                  <a:lnTo>
                    <a:pt x="511185" y="252431"/>
                  </a:lnTo>
                  <a:lnTo>
                    <a:pt x="524292" y="250879"/>
                  </a:lnTo>
                  <a:lnTo>
                    <a:pt x="537400" y="249512"/>
                  </a:lnTo>
                  <a:lnTo>
                    <a:pt x="550507" y="248320"/>
                  </a:lnTo>
                  <a:lnTo>
                    <a:pt x="563614" y="247294"/>
                  </a:lnTo>
                  <a:lnTo>
                    <a:pt x="576722" y="246426"/>
                  </a:lnTo>
                  <a:lnTo>
                    <a:pt x="589829" y="245704"/>
                  </a:lnTo>
                  <a:lnTo>
                    <a:pt x="602936" y="245122"/>
                  </a:lnTo>
                  <a:lnTo>
                    <a:pt x="616043" y="244668"/>
                  </a:lnTo>
                  <a:lnTo>
                    <a:pt x="629151" y="244334"/>
                  </a:lnTo>
                  <a:lnTo>
                    <a:pt x="642258" y="244111"/>
                  </a:lnTo>
                  <a:lnTo>
                    <a:pt x="655365" y="243989"/>
                  </a:lnTo>
                  <a:lnTo>
                    <a:pt x="668473" y="243959"/>
                  </a:lnTo>
                  <a:lnTo>
                    <a:pt x="681580" y="244012"/>
                  </a:lnTo>
                  <a:lnTo>
                    <a:pt x="694687" y="244139"/>
                  </a:lnTo>
                  <a:lnTo>
                    <a:pt x="707795" y="244330"/>
                  </a:lnTo>
                  <a:lnTo>
                    <a:pt x="720902" y="244575"/>
                  </a:lnTo>
                  <a:lnTo>
                    <a:pt x="734009" y="244867"/>
                  </a:lnTo>
                  <a:lnTo>
                    <a:pt x="747117" y="245195"/>
                  </a:lnTo>
                  <a:lnTo>
                    <a:pt x="760224" y="245551"/>
                  </a:lnTo>
                  <a:lnTo>
                    <a:pt x="773331" y="245924"/>
                  </a:lnTo>
                  <a:lnTo>
                    <a:pt x="786439" y="246306"/>
                  </a:lnTo>
                  <a:lnTo>
                    <a:pt x="799546" y="246690"/>
                  </a:lnTo>
                  <a:lnTo>
                    <a:pt x="812653" y="247072"/>
                  </a:lnTo>
                  <a:lnTo>
                    <a:pt x="825761" y="247448"/>
                  </a:lnTo>
                  <a:lnTo>
                    <a:pt x="838868" y="247813"/>
                  </a:lnTo>
                  <a:lnTo>
                    <a:pt x="851975" y="248164"/>
                  </a:lnTo>
                  <a:lnTo>
                    <a:pt x="865083" y="248496"/>
                  </a:lnTo>
                  <a:lnTo>
                    <a:pt x="878190" y="248806"/>
                  </a:lnTo>
                  <a:lnTo>
                    <a:pt x="891297" y="249090"/>
                  </a:lnTo>
                  <a:lnTo>
                    <a:pt x="904405" y="249343"/>
                  </a:lnTo>
                  <a:lnTo>
                    <a:pt x="917512" y="249562"/>
                  </a:lnTo>
                  <a:lnTo>
                    <a:pt x="930619" y="249742"/>
                  </a:lnTo>
                  <a:lnTo>
                    <a:pt x="943726" y="249880"/>
                  </a:lnTo>
                  <a:lnTo>
                    <a:pt x="956834" y="249972"/>
                  </a:lnTo>
                  <a:lnTo>
                    <a:pt x="969941" y="250013"/>
                  </a:lnTo>
                  <a:lnTo>
                    <a:pt x="983048" y="250000"/>
                  </a:lnTo>
                  <a:lnTo>
                    <a:pt x="996156" y="249928"/>
                  </a:lnTo>
                  <a:lnTo>
                    <a:pt x="1009263" y="249793"/>
                  </a:lnTo>
                  <a:lnTo>
                    <a:pt x="1022370" y="249592"/>
                  </a:lnTo>
                  <a:lnTo>
                    <a:pt x="1035478" y="249321"/>
                  </a:lnTo>
                  <a:lnTo>
                    <a:pt x="1048585" y="248975"/>
                  </a:lnTo>
                  <a:lnTo>
                    <a:pt x="1061692" y="248551"/>
                  </a:lnTo>
                  <a:lnTo>
                    <a:pt x="1074800" y="248044"/>
                  </a:lnTo>
                  <a:lnTo>
                    <a:pt x="1087907" y="247450"/>
                  </a:lnTo>
                  <a:lnTo>
                    <a:pt x="1101014" y="246766"/>
                  </a:lnTo>
                  <a:lnTo>
                    <a:pt x="1114122" y="245987"/>
                  </a:lnTo>
                  <a:lnTo>
                    <a:pt x="1127229" y="245110"/>
                  </a:lnTo>
                  <a:lnTo>
                    <a:pt x="1140336" y="244130"/>
                  </a:lnTo>
                  <a:lnTo>
                    <a:pt x="1153444" y="243044"/>
                  </a:lnTo>
                  <a:lnTo>
                    <a:pt x="1166551" y="241847"/>
                  </a:lnTo>
                  <a:lnTo>
                    <a:pt x="1179658" y="240535"/>
                  </a:lnTo>
                  <a:lnTo>
                    <a:pt x="1192766" y="239104"/>
                  </a:lnTo>
                  <a:lnTo>
                    <a:pt x="1205873" y="237551"/>
                  </a:lnTo>
                  <a:lnTo>
                    <a:pt x="1218980" y="235872"/>
                  </a:lnTo>
                  <a:lnTo>
                    <a:pt x="1232087" y="234061"/>
                  </a:lnTo>
                  <a:lnTo>
                    <a:pt x="1245195" y="232116"/>
                  </a:lnTo>
                  <a:lnTo>
                    <a:pt x="1258302" y="230032"/>
                  </a:lnTo>
                  <a:lnTo>
                    <a:pt x="1271409" y="227806"/>
                  </a:lnTo>
                  <a:lnTo>
                    <a:pt x="1284517" y="225433"/>
                  </a:lnTo>
                  <a:lnTo>
                    <a:pt x="1297624" y="222909"/>
                  </a:lnTo>
                  <a:lnTo>
                    <a:pt x="1310731" y="220230"/>
                  </a:lnTo>
                  <a:lnTo>
                    <a:pt x="1323839" y="217393"/>
                  </a:lnTo>
                  <a:lnTo>
                    <a:pt x="1336946" y="214392"/>
                  </a:lnTo>
                  <a:lnTo>
                    <a:pt x="1350053" y="211226"/>
                  </a:lnTo>
                  <a:lnTo>
                    <a:pt x="1363161" y="207888"/>
                  </a:lnTo>
                  <a:lnTo>
                    <a:pt x="1376268" y="204375"/>
                  </a:lnTo>
                  <a:lnTo>
                    <a:pt x="1389375" y="200684"/>
                  </a:lnTo>
                  <a:lnTo>
                    <a:pt x="1402483" y="196810"/>
                  </a:lnTo>
                  <a:lnTo>
                    <a:pt x="1415590" y="192749"/>
                  </a:lnTo>
                  <a:lnTo>
                    <a:pt x="1428697" y="188497"/>
                  </a:lnTo>
                  <a:lnTo>
                    <a:pt x="1441805" y="184050"/>
                  </a:lnTo>
                  <a:lnTo>
                    <a:pt x="1454912" y="179405"/>
                  </a:lnTo>
                  <a:lnTo>
                    <a:pt x="1468019" y="174556"/>
                  </a:lnTo>
                  <a:lnTo>
                    <a:pt x="1481127" y="169501"/>
                  </a:lnTo>
                  <a:lnTo>
                    <a:pt x="1494234" y="164235"/>
                  </a:lnTo>
                  <a:lnTo>
                    <a:pt x="1507341" y="158754"/>
                  </a:lnTo>
                  <a:lnTo>
                    <a:pt x="1520448" y="153054"/>
                  </a:lnTo>
                  <a:lnTo>
                    <a:pt x="1533556" y="147132"/>
                  </a:lnTo>
                  <a:lnTo>
                    <a:pt x="1546663" y="140986"/>
                  </a:lnTo>
                  <a:lnTo>
                    <a:pt x="1559770" y="134614"/>
                  </a:lnTo>
                  <a:lnTo>
                    <a:pt x="1572878" y="128022"/>
                  </a:lnTo>
                  <a:lnTo>
                    <a:pt x="1585985" y="121235"/>
                  </a:lnTo>
                  <a:lnTo>
                    <a:pt x="1599092" y="114292"/>
                  </a:lnTo>
                  <a:lnTo>
                    <a:pt x="1612200" y="107230"/>
                  </a:lnTo>
                  <a:lnTo>
                    <a:pt x="1625307" y="100089"/>
                  </a:lnTo>
                  <a:lnTo>
                    <a:pt x="1638414" y="92906"/>
                  </a:lnTo>
                  <a:lnTo>
                    <a:pt x="1651522" y="85722"/>
                  </a:lnTo>
                  <a:lnTo>
                    <a:pt x="1664629" y="78574"/>
                  </a:lnTo>
                  <a:lnTo>
                    <a:pt x="1677736" y="71500"/>
                  </a:lnTo>
                  <a:lnTo>
                    <a:pt x="1690844" y="64540"/>
                  </a:lnTo>
                  <a:lnTo>
                    <a:pt x="1703951" y="57732"/>
                  </a:lnTo>
                  <a:lnTo>
                    <a:pt x="1717058" y="51115"/>
                  </a:lnTo>
                  <a:lnTo>
                    <a:pt x="1730166" y="44727"/>
                  </a:lnTo>
                  <a:lnTo>
                    <a:pt x="1743273" y="38607"/>
                  </a:lnTo>
                  <a:lnTo>
                    <a:pt x="1756380" y="32793"/>
                  </a:lnTo>
                  <a:lnTo>
                    <a:pt x="1769488" y="27325"/>
                  </a:lnTo>
                  <a:lnTo>
                    <a:pt x="1782595" y="22240"/>
                  </a:lnTo>
                  <a:lnTo>
                    <a:pt x="1795702" y="17577"/>
                  </a:lnTo>
                  <a:lnTo>
                    <a:pt x="1808810" y="13375"/>
                  </a:lnTo>
                  <a:lnTo>
                    <a:pt x="1821917" y="9672"/>
                  </a:lnTo>
                  <a:lnTo>
                    <a:pt x="1835024" y="6507"/>
                  </a:lnTo>
                  <a:lnTo>
                    <a:pt x="1848131" y="3919"/>
                  </a:lnTo>
                  <a:lnTo>
                    <a:pt x="1861239" y="1946"/>
                  </a:lnTo>
                  <a:lnTo>
                    <a:pt x="1874346" y="626"/>
                  </a:lnTo>
                  <a:lnTo>
                    <a:pt x="1887453" y="0"/>
                  </a:lnTo>
                  <a:lnTo>
                    <a:pt x="1900561" y="103"/>
                  </a:lnTo>
                  <a:lnTo>
                    <a:pt x="1913668" y="977"/>
                  </a:lnTo>
                  <a:lnTo>
                    <a:pt x="1926775" y="2658"/>
                  </a:lnTo>
                  <a:lnTo>
                    <a:pt x="1939883" y="5187"/>
                  </a:lnTo>
                  <a:lnTo>
                    <a:pt x="1952990" y="8600"/>
                  </a:lnTo>
                  <a:lnTo>
                    <a:pt x="1966097" y="12938"/>
                  </a:lnTo>
                  <a:lnTo>
                    <a:pt x="1979205" y="18238"/>
                  </a:lnTo>
                  <a:lnTo>
                    <a:pt x="1992312" y="24539"/>
                  </a:lnTo>
                  <a:lnTo>
                    <a:pt x="2005419" y="31879"/>
                  </a:lnTo>
                  <a:lnTo>
                    <a:pt x="2018527" y="40298"/>
                  </a:lnTo>
                  <a:lnTo>
                    <a:pt x="2031634" y="49834"/>
                  </a:lnTo>
                  <a:lnTo>
                    <a:pt x="2044741" y="60525"/>
                  </a:lnTo>
                  <a:lnTo>
                    <a:pt x="2057849" y="72410"/>
                  </a:lnTo>
                  <a:lnTo>
                    <a:pt x="2070956" y="85528"/>
                  </a:lnTo>
                  <a:lnTo>
                    <a:pt x="2084063" y="99917"/>
                  </a:lnTo>
                  <a:lnTo>
                    <a:pt x="2097171" y="115616"/>
                  </a:lnTo>
                  <a:lnTo>
                    <a:pt x="2110278" y="132663"/>
                  </a:lnTo>
                  <a:lnTo>
                    <a:pt x="2123385" y="151097"/>
                  </a:lnTo>
                  <a:lnTo>
                    <a:pt x="2136492" y="170957"/>
                  </a:lnTo>
                  <a:lnTo>
                    <a:pt x="2149600" y="192281"/>
                  </a:lnTo>
                  <a:lnTo>
                    <a:pt x="2162707" y="215108"/>
                  </a:lnTo>
                  <a:lnTo>
                    <a:pt x="2175814" y="239476"/>
                  </a:lnTo>
                  <a:lnTo>
                    <a:pt x="2188922" y="265424"/>
                  </a:lnTo>
                  <a:lnTo>
                    <a:pt x="2202029" y="292990"/>
                  </a:lnTo>
                  <a:lnTo>
                    <a:pt x="2215136" y="322214"/>
                  </a:lnTo>
                  <a:lnTo>
                    <a:pt x="2228244" y="353134"/>
                  </a:lnTo>
                  <a:lnTo>
                    <a:pt x="2241351" y="385787"/>
                  </a:lnTo>
                  <a:lnTo>
                    <a:pt x="2254458" y="420212"/>
                  </a:lnTo>
                  <a:lnTo>
                    <a:pt x="2267566" y="456438"/>
                  </a:lnTo>
                  <a:lnTo>
                    <a:pt x="2280673" y="494490"/>
                  </a:lnTo>
                  <a:lnTo>
                    <a:pt x="2293780" y="534394"/>
                  </a:lnTo>
                  <a:lnTo>
                    <a:pt x="2306888" y="576164"/>
                  </a:lnTo>
                  <a:lnTo>
                    <a:pt x="2319995" y="619752"/>
                  </a:lnTo>
                  <a:lnTo>
                    <a:pt x="2333102" y="665075"/>
                  </a:lnTo>
                  <a:lnTo>
                    <a:pt x="2346210" y="712097"/>
                  </a:lnTo>
                  <a:lnTo>
                    <a:pt x="2346210" y="71209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147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664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819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9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216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33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977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344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711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2077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444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811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177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544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911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77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44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7010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77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44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76752" y="2097631"/>
              <a:ext cx="2245658" cy="714917"/>
            </a:xfrm>
            <a:custGeom>
              <a:avLst/>
              <a:pathLst>
                <a:path w="2245658" h="714917">
                  <a:moveTo>
                    <a:pt x="0" y="628757"/>
                  </a:moveTo>
                  <a:lnTo>
                    <a:pt x="12545" y="625293"/>
                  </a:lnTo>
                  <a:lnTo>
                    <a:pt x="25091" y="621828"/>
                  </a:lnTo>
                  <a:lnTo>
                    <a:pt x="37636" y="618363"/>
                  </a:lnTo>
                  <a:lnTo>
                    <a:pt x="50182" y="614898"/>
                  </a:lnTo>
                  <a:lnTo>
                    <a:pt x="62727" y="611433"/>
                  </a:lnTo>
                  <a:lnTo>
                    <a:pt x="75273" y="607969"/>
                  </a:lnTo>
                  <a:lnTo>
                    <a:pt x="87819" y="604504"/>
                  </a:lnTo>
                  <a:lnTo>
                    <a:pt x="100364" y="601039"/>
                  </a:lnTo>
                  <a:lnTo>
                    <a:pt x="112910" y="597574"/>
                  </a:lnTo>
                  <a:lnTo>
                    <a:pt x="125455" y="594109"/>
                  </a:lnTo>
                  <a:lnTo>
                    <a:pt x="138001" y="590644"/>
                  </a:lnTo>
                  <a:lnTo>
                    <a:pt x="150546" y="587179"/>
                  </a:lnTo>
                  <a:lnTo>
                    <a:pt x="163092" y="583714"/>
                  </a:lnTo>
                  <a:lnTo>
                    <a:pt x="175638" y="580249"/>
                  </a:lnTo>
                  <a:lnTo>
                    <a:pt x="188183" y="576784"/>
                  </a:lnTo>
                  <a:lnTo>
                    <a:pt x="200729" y="573318"/>
                  </a:lnTo>
                  <a:lnTo>
                    <a:pt x="213274" y="569853"/>
                  </a:lnTo>
                  <a:lnTo>
                    <a:pt x="225820" y="566387"/>
                  </a:lnTo>
                  <a:lnTo>
                    <a:pt x="238365" y="562922"/>
                  </a:lnTo>
                  <a:lnTo>
                    <a:pt x="250911" y="559456"/>
                  </a:lnTo>
                  <a:lnTo>
                    <a:pt x="263457" y="555990"/>
                  </a:lnTo>
                  <a:lnTo>
                    <a:pt x="276002" y="552523"/>
                  </a:lnTo>
                  <a:lnTo>
                    <a:pt x="288548" y="549057"/>
                  </a:lnTo>
                  <a:lnTo>
                    <a:pt x="301093" y="545590"/>
                  </a:lnTo>
                  <a:lnTo>
                    <a:pt x="313639" y="542124"/>
                  </a:lnTo>
                  <a:lnTo>
                    <a:pt x="326184" y="538657"/>
                  </a:lnTo>
                  <a:lnTo>
                    <a:pt x="338730" y="535189"/>
                  </a:lnTo>
                  <a:lnTo>
                    <a:pt x="351276" y="531722"/>
                  </a:lnTo>
                  <a:lnTo>
                    <a:pt x="363821" y="528254"/>
                  </a:lnTo>
                  <a:lnTo>
                    <a:pt x="376367" y="524786"/>
                  </a:lnTo>
                  <a:lnTo>
                    <a:pt x="388912" y="521317"/>
                  </a:lnTo>
                  <a:lnTo>
                    <a:pt x="401458" y="517849"/>
                  </a:lnTo>
                  <a:lnTo>
                    <a:pt x="414004" y="514379"/>
                  </a:lnTo>
                  <a:lnTo>
                    <a:pt x="426549" y="510910"/>
                  </a:lnTo>
                  <a:lnTo>
                    <a:pt x="439095" y="507440"/>
                  </a:lnTo>
                  <a:lnTo>
                    <a:pt x="451640" y="503970"/>
                  </a:lnTo>
                  <a:lnTo>
                    <a:pt x="464186" y="500499"/>
                  </a:lnTo>
                  <a:lnTo>
                    <a:pt x="476731" y="497028"/>
                  </a:lnTo>
                  <a:lnTo>
                    <a:pt x="489277" y="493557"/>
                  </a:lnTo>
                  <a:lnTo>
                    <a:pt x="501823" y="490085"/>
                  </a:lnTo>
                  <a:lnTo>
                    <a:pt x="514368" y="486612"/>
                  </a:lnTo>
                  <a:lnTo>
                    <a:pt x="526914" y="483139"/>
                  </a:lnTo>
                  <a:lnTo>
                    <a:pt x="539459" y="479666"/>
                  </a:lnTo>
                  <a:lnTo>
                    <a:pt x="552005" y="476192"/>
                  </a:lnTo>
                  <a:lnTo>
                    <a:pt x="564550" y="472717"/>
                  </a:lnTo>
                  <a:lnTo>
                    <a:pt x="577096" y="469242"/>
                  </a:lnTo>
                  <a:lnTo>
                    <a:pt x="589642" y="465767"/>
                  </a:lnTo>
                  <a:lnTo>
                    <a:pt x="602187" y="462290"/>
                  </a:lnTo>
                  <a:lnTo>
                    <a:pt x="614733" y="458814"/>
                  </a:lnTo>
                  <a:lnTo>
                    <a:pt x="627278" y="455336"/>
                  </a:lnTo>
                  <a:lnTo>
                    <a:pt x="639824" y="451858"/>
                  </a:lnTo>
                  <a:lnTo>
                    <a:pt x="652369" y="448379"/>
                  </a:lnTo>
                  <a:lnTo>
                    <a:pt x="664915" y="444900"/>
                  </a:lnTo>
                  <a:lnTo>
                    <a:pt x="677461" y="441420"/>
                  </a:lnTo>
                  <a:lnTo>
                    <a:pt x="690006" y="437939"/>
                  </a:lnTo>
                  <a:lnTo>
                    <a:pt x="702552" y="434457"/>
                  </a:lnTo>
                  <a:lnTo>
                    <a:pt x="715097" y="430975"/>
                  </a:lnTo>
                  <a:lnTo>
                    <a:pt x="727643" y="427492"/>
                  </a:lnTo>
                  <a:lnTo>
                    <a:pt x="740189" y="424008"/>
                  </a:lnTo>
                  <a:lnTo>
                    <a:pt x="752734" y="420524"/>
                  </a:lnTo>
                  <a:lnTo>
                    <a:pt x="765280" y="417038"/>
                  </a:lnTo>
                  <a:lnTo>
                    <a:pt x="777825" y="413552"/>
                  </a:lnTo>
                  <a:lnTo>
                    <a:pt x="790371" y="410065"/>
                  </a:lnTo>
                  <a:lnTo>
                    <a:pt x="802916" y="406577"/>
                  </a:lnTo>
                  <a:lnTo>
                    <a:pt x="815462" y="403089"/>
                  </a:lnTo>
                  <a:lnTo>
                    <a:pt x="828008" y="399599"/>
                  </a:lnTo>
                  <a:lnTo>
                    <a:pt x="840553" y="396109"/>
                  </a:lnTo>
                  <a:lnTo>
                    <a:pt x="853099" y="392618"/>
                  </a:lnTo>
                  <a:lnTo>
                    <a:pt x="865644" y="389125"/>
                  </a:lnTo>
                  <a:lnTo>
                    <a:pt x="878190" y="385633"/>
                  </a:lnTo>
                  <a:lnTo>
                    <a:pt x="890735" y="382139"/>
                  </a:lnTo>
                  <a:lnTo>
                    <a:pt x="903281" y="378644"/>
                  </a:lnTo>
                  <a:lnTo>
                    <a:pt x="915827" y="375148"/>
                  </a:lnTo>
                  <a:lnTo>
                    <a:pt x="928372" y="371652"/>
                  </a:lnTo>
                  <a:lnTo>
                    <a:pt x="940918" y="368154"/>
                  </a:lnTo>
                  <a:lnTo>
                    <a:pt x="953463" y="364656"/>
                  </a:lnTo>
                  <a:lnTo>
                    <a:pt x="966009" y="361156"/>
                  </a:lnTo>
                  <a:lnTo>
                    <a:pt x="978554" y="357656"/>
                  </a:lnTo>
                  <a:lnTo>
                    <a:pt x="991100" y="354155"/>
                  </a:lnTo>
                  <a:lnTo>
                    <a:pt x="1003646" y="350652"/>
                  </a:lnTo>
                  <a:lnTo>
                    <a:pt x="1016191" y="347149"/>
                  </a:lnTo>
                  <a:lnTo>
                    <a:pt x="1028737" y="343645"/>
                  </a:lnTo>
                  <a:lnTo>
                    <a:pt x="1041282" y="340140"/>
                  </a:lnTo>
                  <a:lnTo>
                    <a:pt x="1053828" y="336634"/>
                  </a:lnTo>
                  <a:lnTo>
                    <a:pt x="1066374" y="333127"/>
                  </a:lnTo>
                  <a:lnTo>
                    <a:pt x="1078919" y="329619"/>
                  </a:lnTo>
                  <a:lnTo>
                    <a:pt x="1091465" y="326109"/>
                  </a:lnTo>
                  <a:lnTo>
                    <a:pt x="1104010" y="322599"/>
                  </a:lnTo>
                  <a:lnTo>
                    <a:pt x="1116556" y="319088"/>
                  </a:lnTo>
                  <a:lnTo>
                    <a:pt x="1129101" y="315576"/>
                  </a:lnTo>
                  <a:lnTo>
                    <a:pt x="1141647" y="312063"/>
                  </a:lnTo>
                  <a:lnTo>
                    <a:pt x="1154193" y="308549"/>
                  </a:lnTo>
                  <a:lnTo>
                    <a:pt x="1166738" y="305034"/>
                  </a:lnTo>
                  <a:lnTo>
                    <a:pt x="1179284" y="301518"/>
                  </a:lnTo>
                  <a:lnTo>
                    <a:pt x="1191829" y="298001"/>
                  </a:lnTo>
                  <a:lnTo>
                    <a:pt x="1204375" y="294483"/>
                  </a:lnTo>
                  <a:lnTo>
                    <a:pt x="1216920" y="290964"/>
                  </a:lnTo>
                  <a:lnTo>
                    <a:pt x="1229466" y="287444"/>
                  </a:lnTo>
                  <a:lnTo>
                    <a:pt x="1242012" y="283923"/>
                  </a:lnTo>
                  <a:lnTo>
                    <a:pt x="1254557" y="280401"/>
                  </a:lnTo>
                  <a:lnTo>
                    <a:pt x="1267103" y="276878"/>
                  </a:lnTo>
                  <a:lnTo>
                    <a:pt x="1279648" y="273354"/>
                  </a:lnTo>
                  <a:lnTo>
                    <a:pt x="1292194" y="269830"/>
                  </a:lnTo>
                  <a:lnTo>
                    <a:pt x="1304739" y="266304"/>
                  </a:lnTo>
                  <a:lnTo>
                    <a:pt x="1317285" y="262777"/>
                  </a:lnTo>
                  <a:lnTo>
                    <a:pt x="1329831" y="259249"/>
                  </a:lnTo>
                  <a:lnTo>
                    <a:pt x="1342376" y="255721"/>
                  </a:lnTo>
                  <a:lnTo>
                    <a:pt x="1354922" y="252191"/>
                  </a:lnTo>
                  <a:lnTo>
                    <a:pt x="1367467" y="248660"/>
                  </a:lnTo>
                  <a:lnTo>
                    <a:pt x="1380013" y="245129"/>
                  </a:lnTo>
                  <a:lnTo>
                    <a:pt x="1392559" y="241596"/>
                  </a:lnTo>
                  <a:lnTo>
                    <a:pt x="1405104" y="238063"/>
                  </a:lnTo>
                  <a:lnTo>
                    <a:pt x="1417650" y="234529"/>
                  </a:lnTo>
                  <a:lnTo>
                    <a:pt x="1430195" y="230994"/>
                  </a:lnTo>
                  <a:lnTo>
                    <a:pt x="1442741" y="227458"/>
                  </a:lnTo>
                  <a:lnTo>
                    <a:pt x="1455286" y="223921"/>
                  </a:lnTo>
                  <a:lnTo>
                    <a:pt x="1467832" y="220383"/>
                  </a:lnTo>
                  <a:lnTo>
                    <a:pt x="1480378" y="216845"/>
                  </a:lnTo>
                  <a:lnTo>
                    <a:pt x="1492923" y="213305"/>
                  </a:lnTo>
                  <a:lnTo>
                    <a:pt x="1505469" y="209765"/>
                  </a:lnTo>
                  <a:lnTo>
                    <a:pt x="1518014" y="206224"/>
                  </a:lnTo>
                  <a:lnTo>
                    <a:pt x="1530560" y="202682"/>
                  </a:lnTo>
                  <a:lnTo>
                    <a:pt x="1543105" y="199139"/>
                  </a:lnTo>
                  <a:lnTo>
                    <a:pt x="1555651" y="195596"/>
                  </a:lnTo>
                  <a:lnTo>
                    <a:pt x="1568197" y="192052"/>
                  </a:lnTo>
                  <a:lnTo>
                    <a:pt x="1580742" y="188507"/>
                  </a:lnTo>
                  <a:lnTo>
                    <a:pt x="1593288" y="184961"/>
                  </a:lnTo>
                  <a:lnTo>
                    <a:pt x="1605833" y="181415"/>
                  </a:lnTo>
                  <a:lnTo>
                    <a:pt x="1618379" y="177868"/>
                  </a:lnTo>
                  <a:lnTo>
                    <a:pt x="1630924" y="174320"/>
                  </a:lnTo>
                  <a:lnTo>
                    <a:pt x="1643470" y="170771"/>
                  </a:lnTo>
                  <a:lnTo>
                    <a:pt x="1656016" y="167222"/>
                  </a:lnTo>
                  <a:lnTo>
                    <a:pt x="1668561" y="163673"/>
                  </a:lnTo>
                  <a:lnTo>
                    <a:pt x="1681107" y="160122"/>
                  </a:lnTo>
                  <a:lnTo>
                    <a:pt x="1693652" y="156571"/>
                  </a:lnTo>
                  <a:lnTo>
                    <a:pt x="1706198" y="153020"/>
                  </a:lnTo>
                  <a:lnTo>
                    <a:pt x="1718743" y="149468"/>
                  </a:lnTo>
                  <a:lnTo>
                    <a:pt x="1731289" y="145915"/>
                  </a:lnTo>
                  <a:lnTo>
                    <a:pt x="1743835" y="142362"/>
                  </a:lnTo>
                  <a:lnTo>
                    <a:pt x="1756380" y="138808"/>
                  </a:lnTo>
                  <a:lnTo>
                    <a:pt x="1768926" y="135254"/>
                  </a:lnTo>
                  <a:lnTo>
                    <a:pt x="1781471" y="131699"/>
                  </a:lnTo>
                  <a:lnTo>
                    <a:pt x="1794017" y="128144"/>
                  </a:lnTo>
                  <a:lnTo>
                    <a:pt x="1806563" y="124589"/>
                  </a:lnTo>
                  <a:lnTo>
                    <a:pt x="1819108" y="121033"/>
                  </a:lnTo>
                  <a:lnTo>
                    <a:pt x="1831654" y="117476"/>
                  </a:lnTo>
                  <a:lnTo>
                    <a:pt x="1844199" y="113920"/>
                  </a:lnTo>
                  <a:lnTo>
                    <a:pt x="1856745" y="110363"/>
                  </a:lnTo>
                  <a:lnTo>
                    <a:pt x="1869290" y="106805"/>
                  </a:lnTo>
                  <a:lnTo>
                    <a:pt x="1881836" y="103247"/>
                  </a:lnTo>
                  <a:lnTo>
                    <a:pt x="1894382" y="99689"/>
                  </a:lnTo>
                  <a:lnTo>
                    <a:pt x="1906927" y="96131"/>
                  </a:lnTo>
                  <a:lnTo>
                    <a:pt x="1919473" y="92572"/>
                  </a:lnTo>
                  <a:lnTo>
                    <a:pt x="1932018" y="89014"/>
                  </a:lnTo>
                  <a:lnTo>
                    <a:pt x="1944564" y="85455"/>
                  </a:lnTo>
                  <a:lnTo>
                    <a:pt x="1957109" y="81895"/>
                  </a:lnTo>
                  <a:lnTo>
                    <a:pt x="1969655" y="78336"/>
                  </a:lnTo>
                  <a:lnTo>
                    <a:pt x="1982201" y="74776"/>
                  </a:lnTo>
                  <a:lnTo>
                    <a:pt x="1994746" y="71216"/>
                  </a:lnTo>
                  <a:lnTo>
                    <a:pt x="2007292" y="67656"/>
                  </a:lnTo>
                  <a:lnTo>
                    <a:pt x="2019837" y="64096"/>
                  </a:lnTo>
                  <a:lnTo>
                    <a:pt x="2032383" y="60535"/>
                  </a:lnTo>
                  <a:lnTo>
                    <a:pt x="2044928" y="56975"/>
                  </a:lnTo>
                  <a:lnTo>
                    <a:pt x="2057474" y="53414"/>
                  </a:lnTo>
                  <a:lnTo>
                    <a:pt x="2070020" y="49854"/>
                  </a:lnTo>
                  <a:lnTo>
                    <a:pt x="2082565" y="46293"/>
                  </a:lnTo>
                  <a:lnTo>
                    <a:pt x="2095111" y="42732"/>
                  </a:lnTo>
                  <a:lnTo>
                    <a:pt x="2107656" y="39171"/>
                  </a:lnTo>
                  <a:lnTo>
                    <a:pt x="2120202" y="35610"/>
                  </a:lnTo>
                  <a:lnTo>
                    <a:pt x="2132748" y="32049"/>
                  </a:lnTo>
                  <a:lnTo>
                    <a:pt x="2145293" y="28488"/>
                  </a:lnTo>
                  <a:lnTo>
                    <a:pt x="2157839" y="24927"/>
                  </a:lnTo>
                  <a:lnTo>
                    <a:pt x="2170384" y="21366"/>
                  </a:lnTo>
                  <a:lnTo>
                    <a:pt x="2182930" y="17805"/>
                  </a:lnTo>
                  <a:lnTo>
                    <a:pt x="2195475" y="14244"/>
                  </a:lnTo>
                  <a:lnTo>
                    <a:pt x="2208021" y="10683"/>
                  </a:lnTo>
                  <a:lnTo>
                    <a:pt x="2220567" y="7122"/>
                  </a:lnTo>
                  <a:lnTo>
                    <a:pt x="2233112" y="3561"/>
                  </a:lnTo>
                  <a:lnTo>
                    <a:pt x="2245658" y="0"/>
                  </a:lnTo>
                  <a:lnTo>
                    <a:pt x="2245658" y="108137"/>
                  </a:lnTo>
                  <a:lnTo>
                    <a:pt x="2233112" y="111533"/>
                  </a:lnTo>
                  <a:lnTo>
                    <a:pt x="2220567" y="114928"/>
                  </a:lnTo>
                  <a:lnTo>
                    <a:pt x="2208021" y="118324"/>
                  </a:lnTo>
                  <a:lnTo>
                    <a:pt x="2195475" y="121720"/>
                  </a:lnTo>
                  <a:lnTo>
                    <a:pt x="2182930" y="125115"/>
                  </a:lnTo>
                  <a:lnTo>
                    <a:pt x="2170384" y="128511"/>
                  </a:lnTo>
                  <a:lnTo>
                    <a:pt x="2157839" y="131907"/>
                  </a:lnTo>
                  <a:lnTo>
                    <a:pt x="2145293" y="135302"/>
                  </a:lnTo>
                  <a:lnTo>
                    <a:pt x="2132748" y="138698"/>
                  </a:lnTo>
                  <a:lnTo>
                    <a:pt x="2120202" y="142093"/>
                  </a:lnTo>
                  <a:lnTo>
                    <a:pt x="2107656" y="145489"/>
                  </a:lnTo>
                  <a:lnTo>
                    <a:pt x="2095111" y="148884"/>
                  </a:lnTo>
                  <a:lnTo>
                    <a:pt x="2082565" y="152280"/>
                  </a:lnTo>
                  <a:lnTo>
                    <a:pt x="2070020" y="155676"/>
                  </a:lnTo>
                  <a:lnTo>
                    <a:pt x="2057474" y="159071"/>
                  </a:lnTo>
                  <a:lnTo>
                    <a:pt x="2044928" y="162467"/>
                  </a:lnTo>
                  <a:lnTo>
                    <a:pt x="2032383" y="165862"/>
                  </a:lnTo>
                  <a:lnTo>
                    <a:pt x="2019837" y="169258"/>
                  </a:lnTo>
                  <a:lnTo>
                    <a:pt x="2007292" y="172653"/>
                  </a:lnTo>
                  <a:lnTo>
                    <a:pt x="1994746" y="176049"/>
                  </a:lnTo>
                  <a:lnTo>
                    <a:pt x="1982201" y="179444"/>
                  </a:lnTo>
                  <a:lnTo>
                    <a:pt x="1969655" y="182840"/>
                  </a:lnTo>
                  <a:lnTo>
                    <a:pt x="1957109" y="186235"/>
                  </a:lnTo>
                  <a:lnTo>
                    <a:pt x="1944564" y="189631"/>
                  </a:lnTo>
                  <a:lnTo>
                    <a:pt x="1932018" y="193026"/>
                  </a:lnTo>
                  <a:lnTo>
                    <a:pt x="1919473" y="196422"/>
                  </a:lnTo>
                  <a:lnTo>
                    <a:pt x="1906927" y="199817"/>
                  </a:lnTo>
                  <a:lnTo>
                    <a:pt x="1894382" y="203213"/>
                  </a:lnTo>
                  <a:lnTo>
                    <a:pt x="1881836" y="206608"/>
                  </a:lnTo>
                  <a:lnTo>
                    <a:pt x="1869290" y="210003"/>
                  </a:lnTo>
                  <a:lnTo>
                    <a:pt x="1856745" y="213399"/>
                  </a:lnTo>
                  <a:lnTo>
                    <a:pt x="1844199" y="216794"/>
                  </a:lnTo>
                  <a:lnTo>
                    <a:pt x="1831654" y="220189"/>
                  </a:lnTo>
                  <a:lnTo>
                    <a:pt x="1819108" y="223584"/>
                  </a:lnTo>
                  <a:lnTo>
                    <a:pt x="1806563" y="226980"/>
                  </a:lnTo>
                  <a:lnTo>
                    <a:pt x="1794017" y="230375"/>
                  </a:lnTo>
                  <a:lnTo>
                    <a:pt x="1781471" y="233770"/>
                  </a:lnTo>
                  <a:lnTo>
                    <a:pt x="1768926" y="237165"/>
                  </a:lnTo>
                  <a:lnTo>
                    <a:pt x="1756380" y="240560"/>
                  </a:lnTo>
                  <a:lnTo>
                    <a:pt x="1743835" y="243955"/>
                  </a:lnTo>
                  <a:lnTo>
                    <a:pt x="1731289" y="247350"/>
                  </a:lnTo>
                  <a:lnTo>
                    <a:pt x="1718743" y="250745"/>
                  </a:lnTo>
                  <a:lnTo>
                    <a:pt x="1706198" y="254140"/>
                  </a:lnTo>
                  <a:lnTo>
                    <a:pt x="1693652" y="257535"/>
                  </a:lnTo>
                  <a:lnTo>
                    <a:pt x="1681107" y="260930"/>
                  </a:lnTo>
                  <a:lnTo>
                    <a:pt x="1668561" y="264325"/>
                  </a:lnTo>
                  <a:lnTo>
                    <a:pt x="1656016" y="267720"/>
                  </a:lnTo>
                  <a:lnTo>
                    <a:pt x="1643470" y="271114"/>
                  </a:lnTo>
                  <a:lnTo>
                    <a:pt x="1630924" y="274509"/>
                  </a:lnTo>
                  <a:lnTo>
                    <a:pt x="1618379" y="277903"/>
                  </a:lnTo>
                  <a:lnTo>
                    <a:pt x="1605833" y="281298"/>
                  </a:lnTo>
                  <a:lnTo>
                    <a:pt x="1593288" y="284692"/>
                  </a:lnTo>
                  <a:lnTo>
                    <a:pt x="1580742" y="288087"/>
                  </a:lnTo>
                  <a:lnTo>
                    <a:pt x="1568197" y="291481"/>
                  </a:lnTo>
                  <a:lnTo>
                    <a:pt x="1555651" y="294875"/>
                  </a:lnTo>
                  <a:lnTo>
                    <a:pt x="1543105" y="298269"/>
                  </a:lnTo>
                  <a:lnTo>
                    <a:pt x="1530560" y="301664"/>
                  </a:lnTo>
                  <a:lnTo>
                    <a:pt x="1518014" y="305058"/>
                  </a:lnTo>
                  <a:lnTo>
                    <a:pt x="1505469" y="308452"/>
                  </a:lnTo>
                  <a:lnTo>
                    <a:pt x="1492923" y="311845"/>
                  </a:lnTo>
                  <a:lnTo>
                    <a:pt x="1480378" y="315239"/>
                  </a:lnTo>
                  <a:lnTo>
                    <a:pt x="1467832" y="318633"/>
                  </a:lnTo>
                  <a:lnTo>
                    <a:pt x="1455286" y="322026"/>
                  </a:lnTo>
                  <a:lnTo>
                    <a:pt x="1442741" y="325420"/>
                  </a:lnTo>
                  <a:lnTo>
                    <a:pt x="1430195" y="328813"/>
                  </a:lnTo>
                  <a:lnTo>
                    <a:pt x="1417650" y="332207"/>
                  </a:lnTo>
                  <a:lnTo>
                    <a:pt x="1405104" y="335600"/>
                  </a:lnTo>
                  <a:lnTo>
                    <a:pt x="1392559" y="338993"/>
                  </a:lnTo>
                  <a:lnTo>
                    <a:pt x="1380013" y="342386"/>
                  </a:lnTo>
                  <a:lnTo>
                    <a:pt x="1367467" y="345779"/>
                  </a:lnTo>
                  <a:lnTo>
                    <a:pt x="1354922" y="349172"/>
                  </a:lnTo>
                  <a:lnTo>
                    <a:pt x="1342376" y="352564"/>
                  </a:lnTo>
                  <a:lnTo>
                    <a:pt x="1329831" y="355957"/>
                  </a:lnTo>
                  <a:lnTo>
                    <a:pt x="1317285" y="359349"/>
                  </a:lnTo>
                  <a:lnTo>
                    <a:pt x="1304739" y="362742"/>
                  </a:lnTo>
                  <a:lnTo>
                    <a:pt x="1292194" y="366134"/>
                  </a:lnTo>
                  <a:lnTo>
                    <a:pt x="1279648" y="369526"/>
                  </a:lnTo>
                  <a:lnTo>
                    <a:pt x="1267103" y="372918"/>
                  </a:lnTo>
                  <a:lnTo>
                    <a:pt x="1254557" y="376309"/>
                  </a:lnTo>
                  <a:lnTo>
                    <a:pt x="1242012" y="379701"/>
                  </a:lnTo>
                  <a:lnTo>
                    <a:pt x="1229466" y="383093"/>
                  </a:lnTo>
                  <a:lnTo>
                    <a:pt x="1216920" y="386484"/>
                  </a:lnTo>
                  <a:lnTo>
                    <a:pt x="1204375" y="389875"/>
                  </a:lnTo>
                  <a:lnTo>
                    <a:pt x="1191829" y="393266"/>
                  </a:lnTo>
                  <a:lnTo>
                    <a:pt x="1179284" y="396657"/>
                  </a:lnTo>
                  <a:lnTo>
                    <a:pt x="1166738" y="400048"/>
                  </a:lnTo>
                  <a:lnTo>
                    <a:pt x="1154193" y="403438"/>
                  </a:lnTo>
                  <a:lnTo>
                    <a:pt x="1141647" y="406829"/>
                  </a:lnTo>
                  <a:lnTo>
                    <a:pt x="1129101" y="410219"/>
                  </a:lnTo>
                  <a:lnTo>
                    <a:pt x="1116556" y="413609"/>
                  </a:lnTo>
                  <a:lnTo>
                    <a:pt x="1104010" y="416999"/>
                  </a:lnTo>
                  <a:lnTo>
                    <a:pt x="1091465" y="420389"/>
                  </a:lnTo>
                  <a:lnTo>
                    <a:pt x="1078919" y="423778"/>
                  </a:lnTo>
                  <a:lnTo>
                    <a:pt x="1066374" y="427168"/>
                  </a:lnTo>
                  <a:lnTo>
                    <a:pt x="1053828" y="430557"/>
                  </a:lnTo>
                  <a:lnTo>
                    <a:pt x="1041282" y="433946"/>
                  </a:lnTo>
                  <a:lnTo>
                    <a:pt x="1028737" y="437335"/>
                  </a:lnTo>
                  <a:lnTo>
                    <a:pt x="1016191" y="440724"/>
                  </a:lnTo>
                  <a:lnTo>
                    <a:pt x="1003646" y="444112"/>
                  </a:lnTo>
                  <a:lnTo>
                    <a:pt x="991100" y="447500"/>
                  </a:lnTo>
                  <a:lnTo>
                    <a:pt x="978554" y="450889"/>
                  </a:lnTo>
                  <a:lnTo>
                    <a:pt x="966009" y="454277"/>
                  </a:lnTo>
                  <a:lnTo>
                    <a:pt x="953463" y="457665"/>
                  </a:lnTo>
                  <a:lnTo>
                    <a:pt x="940918" y="461052"/>
                  </a:lnTo>
                  <a:lnTo>
                    <a:pt x="928372" y="464440"/>
                  </a:lnTo>
                  <a:lnTo>
                    <a:pt x="915827" y="467827"/>
                  </a:lnTo>
                  <a:lnTo>
                    <a:pt x="903281" y="471215"/>
                  </a:lnTo>
                  <a:lnTo>
                    <a:pt x="890735" y="474602"/>
                  </a:lnTo>
                  <a:lnTo>
                    <a:pt x="878190" y="477989"/>
                  </a:lnTo>
                  <a:lnTo>
                    <a:pt x="865644" y="481375"/>
                  </a:lnTo>
                  <a:lnTo>
                    <a:pt x="853099" y="484762"/>
                  </a:lnTo>
                  <a:lnTo>
                    <a:pt x="840553" y="488149"/>
                  </a:lnTo>
                  <a:lnTo>
                    <a:pt x="828008" y="491535"/>
                  </a:lnTo>
                  <a:lnTo>
                    <a:pt x="815462" y="494921"/>
                  </a:lnTo>
                  <a:lnTo>
                    <a:pt x="802916" y="498307"/>
                  </a:lnTo>
                  <a:lnTo>
                    <a:pt x="790371" y="501693"/>
                  </a:lnTo>
                  <a:lnTo>
                    <a:pt x="777825" y="505079"/>
                  </a:lnTo>
                  <a:lnTo>
                    <a:pt x="765280" y="508465"/>
                  </a:lnTo>
                  <a:lnTo>
                    <a:pt x="752734" y="511850"/>
                  </a:lnTo>
                  <a:lnTo>
                    <a:pt x="740189" y="515236"/>
                  </a:lnTo>
                  <a:lnTo>
                    <a:pt x="727643" y="518621"/>
                  </a:lnTo>
                  <a:lnTo>
                    <a:pt x="715097" y="522006"/>
                  </a:lnTo>
                  <a:lnTo>
                    <a:pt x="702552" y="525392"/>
                  </a:lnTo>
                  <a:lnTo>
                    <a:pt x="690006" y="528777"/>
                  </a:lnTo>
                  <a:lnTo>
                    <a:pt x="677461" y="532162"/>
                  </a:lnTo>
                  <a:lnTo>
                    <a:pt x="664915" y="535547"/>
                  </a:lnTo>
                  <a:lnTo>
                    <a:pt x="652369" y="538931"/>
                  </a:lnTo>
                  <a:lnTo>
                    <a:pt x="639824" y="542316"/>
                  </a:lnTo>
                  <a:lnTo>
                    <a:pt x="627278" y="545701"/>
                  </a:lnTo>
                  <a:lnTo>
                    <a:pt x="614733" y="549085"/>
                  </a:lnTo>
                  <a:lnTo>
                    <a:pt x="602187" y="552470"/>
                  </a:lnTo>
                  <a:lnTo>
                    <a:pt x="589642" y="555854"/>
                  </a:lnTo>
                  <a:lnTo>
                    <a:pt x="577096" y="559239"/>
                  </a:lnTo>
                  <a:lnTo>
                    <a:pt x="564550" y="562623"/>
                  </a:lnTo>
                  <a:lnTo>
                    <a:pt x="552005" y="566007"/>
                  </a:lnTo>
                  <a:lnTo>
                    <a:pt x="539459" y="569392"/>
                  </a:lnTo>
                  <a:lnTo>
                    <a:pt x="526914" y="572776"/>
                  </a:lnTo>
                  <a:lnTo>
                    <a:pt x="514368" y="576160"/>
                  </a:lnTo>
                  <a:lnTo>
                    <a:pt x="501823" y="579544"/>
                  </a:lnTo>
                  <a:lnTo>
                    <a:pt x="489277" y="582928"/>
                  </a:lnTo>
                  <a:lnTo>
                    <a:pt x="476731" y="586313"/>
                  </a:lnTo>
                  <a:lnTo>
                    <a:pt x="464186" y="589697"/>
                  </a:lnTo>
                  <a:lnTo>
                    <a:pt x="451640" y="593081"/>
                  </a:lnTo>
                  <a:lnTo>
                    <a:pt x="439095" y="596465"/>
                  </a:lnTo>
                  <a:lnTo>
                    <a:pt x="426549" y="599849"/>
                  </a:lnTo>
                  <a:lnTo>
                    <a:pt x="414004" y="603233"/>
                  </a:lnTo>
                  <a:lnTo>
                    <a:pt x="401458" y="606617"/>
                  </a:lnTo>
                  <a:lnTo>
                    <a:pt x="388912" y="610001"/>
                  </a:lnTo>
                  <a:lnTo>
                    <a:pt x="376367" y="613386"/>
                  </a:lnTo>
                  <a:lnTo>
                    <a:pt x="363821" y="616770"/>
                  </a:lnTo>
                  <a:lnTo>
                    <a:pt x="351276" y="620154"/>
                  </a:lnTo>
                  <a:lnTo>
                    <a:pt x="338730" y="623538"/>
                  </a:lnTo>
                  <a:lnTo>
                    <a:pt x="326184" y="626922"/>
                  </a:lnTo>
                  <a:lnTo>
                    <a:pt x="313639" y="630307"/>
                  </a:lnTo>
                  <a:lnTo>
                    <a:pt x="301093" y="633691"/>
                  </a:lnTo>
                  <a:lnTo>
                    <a:pt x="288548" y="637075"/>
                  </a:lnTo>
                  <a:lnTo>
                    <a:pt x="276002" y="640459"/>
                  </a:lnTo>
                  <a:lnTo>
                    <a:pt x="263457" y="643844"/>
                  </a:lnTo>
                  <a:lnTo>
                    <a:pt x="250911" y="647228"/>
                  </a:lnTo>
                  <a:lnTo>
                    <a:pt x="238365" y="650612"/>
                  </a:lnTo>
                  <a:lnTo>
                    <a:pt x="225820" y="653997"/>
                  </a:lnTo>
                  <a:lnTo>
                    <a:pt x="213274" y="657381"/>
                  </a:lnTo>
                  <a:lnTo>
                    <a:pt x="200729" y="660766"/>
                  </a:lnTo>
                  <a:lnTo>
                    <a:pt x="188183" y="664150"/>
                  </a:lnTo>
                  <a:lnTo>
                    <a:pt x="175638" y="667534"/>
                  </a:lnTo>
                  <a:lnTo>
                    <a:pt x="163092" y="670919"/>
                  </a:lnTo>
                  <a:lnTo>
                    <a:pt x="150546" y="674303"/>
                  </a:lnTo>
                  <a:lnTo>
                    <a:pt x="138001" y="677688"/>
                  </a:lnTo>
                  <a:lnTo>
                    <a:pt x="125455" y="681072"/>
                  </a:lnTo>
                  <a:lnTo>
                    <a:pt x="112910" y="684457"/>
                  </a:lnTo>
                  <a:lnTo>
                    <a:pt x="100364" y="687841"/>
                  </a:lnTo>
                  <a:lnTo>
                    <a:pt x="87819" y="691226"/>
                  </a:lnTo>
                  <a:lnTo>
                    <a:pt x="75273" y="694610"/>
                  </a:lnTo>
                  <a:lnTo>
                    <a:pt x="62727" y="697995"/>
                  </a:lnTo>
                  <a:lnTo>
                    <a:pt x="50182" y="701379"/>
                  </a:lnTo>
                  <a:lnTo>
                    <a:pt x="37636" y="704764"/>
                  </a:lnTo>
                  <a:lnTo>
                    <a:pt x="25091" y="708148"/>
                  </a:lnTo>
                  <a:lnTo>
                    <a:pt x="12545" y="711533"/>
                  </a:lnTo>
                  <a:lnTo>
                    <a:pt x="0" y="71491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76752" y="2097631"/>
              <a:ext cx="2245658" cy="628757"/>
            </a:xfrm>
            <a:custGeom>
              <a:avLst/>
              <a:pathLst>
                <a:path w="2245658" h="628757">
                  <a:moveTo>
                    <a:pt x="0" y="628757"/>
                  </a:moveTo>
                  <a:lnTo>
                    <a:pt x="12545" y="625293"/>
                  </a:lnTo>
                  <a:lnTo>
                    <a:pt x="25091" y="621828"/>
                  </a:lnTo>
                  <a:lnTo>
                    <a:pt x="37636" y="618363"/>
                  </a:lnTo>
                  <a:lnTo>
                    <a:pt x="50182" y="614898"/>
                  </a:lnTo>
                  <a:lnTo>
                    <a:pt x="62727" y="611433"/>
                  </a:lnTo>
                  <a:lnTo>
                    <a:pt x="75273" y="607969"/>
                  </a:lnTo>
                  <a:lnTo>
                    <a:pt x="87819" y="604504"/>
                  </a:lnTo>
                  <a:lnTo>
                    <a:pt x="100364" y="601039"/>
                  </a:lnTo>
                  <a:lnTo>
                    <a:pt x="112910" y="597574"/>
                  </a:lnTo>
                  <a:lnTo>
                    <a:pt x="125455" y="594109"/>
                  </a:lnTo>
                  <a:lnTo>
                    <a:pt x="138001" y="590644"/>
                  </a:lnTo>
                  <a:lnTo>
                    <a:pt x="150546" y="587179"/>
                  </a:lnTo>
                  <a:lnTo>
                    <a:pt x="163092" y="583714"/>
                  </a:lnTo>
                  <a:lnTo>
                    <a:pt x="175638" y="580249"/>
                  </a:lnTo>
                  <a:lnTo>
                    <a:pt x="188183" y="576784"/>
                  </a:lnTo>
                  <a:lnTo>
                    <a:pt x="200729" y="573318"/>
                  </a:lnTo>
                  <a:lnTo>
                    <a:pt x="213274" y="569853"/>
                  </a:lnTo>
                  <a:lnTo>
                    <a:pt x="225820" y="566387"/>
                  </a:lnTo>
                  <a:lnTo>
                    <a:pt x="238365" y="562922"/>
                  </a:lnTo>
                  <a:lnTo>
                    <a:pt x="250911" y="559456"/>
                  </a:lnTo>
                  <a:lnTo>
                    <a:pt x="263457" y="555990"/>
                  </a:lnTo>
                  <a:lnTo>
                    <a:pt x="276002" y="552523"/>
                  </a:lnTo>
                  <a:lnTo>
                    <a:pt x="288548" y="549057"/>
                  </a:lnTo>
                  <a:lnTo>
                    <a:pt x="301093" y="545590"/>
                  </a:lnTo>
                  <a:lnTo>
                    <a:pt x="313639" y="542124"/>
                  </a:lnTo>
                  <a:lnTo>
                    <a:pt x="326184" y="538657"/>
                  </a:lnTo>
                  <a:lnTo>
                    <a:pt x="338730" y="535189"/>
                  </a:lnTo>
                  <a:lnTo>
                    <a:pt x="351276" y="531722"/>
                  </a:lnTo>
                  <a:lnTo>
                    <a:pt x="363821" y="528254"/>
                  </a:lnTo>
                  <a:lnTo>
                    <a:pt x="376367" y="524786"/>
                  </a:lnTo>
                  <a:lnTo>
                    <a:pt x="388912" y="521317"/>
                  </a:lnTo>
                  <a:lnTo>
                    <a:pt x="401458" y="517849"/>
                  </a:lnTo>
                  <a:lnTo>
                    <a:pt x="414004" y="514379"/>
                  </a:lnTo>
                  <a:lnTo>
                    <a:pt x="426549" y="510910"/>
                  </a:lnTo>
                  <a:lnTo>
                    <a:pt x="439095" y="507440"/>
                  </a:lnTo>
                  <a:lnTo>
                    <a:pt x="451640" y="503970"/>
                  </a:lnTo>
                  <a:lnTo>
                    <a:pt x="464186" y="500499"/>
                  </a:lnTo>
                  <a:lnTo>
                    <a:pt x="476731" y="497028"/>
                  </a:lnTo>
                  <a:lnTo>
                    <a:pt x="489277" y="493557"/>
                  </a:lnTo>
                  <a:lnTo>
                    <a:pt x="501823" y="490085"/>
                  </a:lnTo>
                  <a:lnTo>
                    <a:pt x="514368" y="486612"/>
                  </a:lnTo>
                  <a:lnTo>
                    <a:pt x="526914" y="483139"/>
                  </a:lnTo>
                  <a:lnTo>
                    <a:pt x="539459" y="479666"/>
                  </a:lnTo>
                  <a:lnTo>
                    <a:pt x="552005" y="476192"/>
                  </a:lnTo>
                  <a:lnTo>
                    <a:pt x="564550" y="472717"/>
                  </a:lnTo>
                  <a:lnTo>
                    <a:pt x="577096" y="469242"/>
                  </a:lnTo>
                  <a:lnTo>
                    <a:pt x="589642" y="465767"/>
                  </a:lnTo>
                  <a:lnTo>
                    <a:pt x="602187" y="462290"/>
                  </a:lnTo>
                  <a:lnTo>
                    <a:pt x="614733" y="458814"/>
                  </a:lnTo>
                  <a:lnTo>
                    <a:pt x="627278" y="455336"/>
                  </a:lnTo>
                  <a:lnTo>
                    <a:pt x="639824" y="451858"/>
                  </a:lnTo>
                  <a:lnTo>
                    <a:pt x="652369" y="448379"/>
                  </a:lnTo>
                  <a:lnTo>
                    <a:pt x="664915" y="444900"/>
                  </a:lnTo>
                  <a:lnTo>
                    <a:pt x="677461" y="441420"/>
                  </a:lnTo>
                  <a:lnTo>
                    <a:pt x="690006" y="437939"/>
                  </a:lnTo>
                  <a:lnTo>
                    <a:pt x="702552" y="434457"/>
                  </a:lnTo>
                  <a:lnTo>
                    <a:pt x="715097" y="430975"/>
                  </a:lnTo>
                  <a:lnTo>
                    <a:pt x="727643" y="427492"/>
                  </a:lnTo>
                  <a:lnTo>
                    <a:pt x="740189" y="424008"/>
                  </a:lnTo>
                  <a:lnTo>
                    <a:pt x="752734" y="420524"/>
                  </a:lnTo>
                  <a:lnTo>
                    <a:pt x="765280" y="417038"/>
                  </a:lnTo>
                  <a:lnTo>
                    <a:pt x="777825" y="413552"/>
                  </a:lnTo>
                  <a:lnTo>
                    <a:pt x="790371" y="410065"/>
                  </a:lnTo>
                  <a:lnTo>
                    <a:pt x="802916" y="406577"/>
                  </a:lnTo>
                  <a:lnTo>
                    <a:pt x="815462" y="403089"/>
                  </a:lnTo>
                  <a:lnTo>
                    <a:pt x="828008" y="399599"/>
                  </a:lnTo>
                  <a:lnTo>
                    <a:pt x="840553" y="396109"/>
                  </a:lnTo>
                  <a:lnTo>
                    <a:pt x="853099" y="392618"/>
                  </a:lnTo>
                  <a:lnTo>
                    <a:pt x="865644" y="389125"/>
                  </a:lnTo>
                  <a:lnTo>
                    <a:pt x="878190" y="385633"/>
                  </a:lnTo>
                  <a:lnTo>
                    <a:pt x="890735" y="382139"/>
                  </a:lnTo>
                  <a:lnTo>
                    <a:pt x="903281" y="378644"/>
                  </a:lnTo>
                  <a:lnTo>
                    <a:pt x="915827" y="375148"/>
                  </a:lnTo>
                  <a:lnTo>
                    <a:pt x="928372" y="371652"/>
                  </a:lnTo>
                  <a:lnTo>
                    <a:pt x="940918" y="368154"/>
                  </a:lnTo>
                  <a:lnTo>
                    <a:pt x="953463" y="364656"/>
                  </a:lnTo>
                  <a:lnTo>
                    <a:pt x="966009" y="361156"/>
                  </a:lnTo>
                  <a:lnTo>
                    <a:pt x="978554" y="357656"/>
                  </a:lnTo>
                  <a:lnTo>
                    <a:pt x="991100" y="354155"/>
                  </a:lnTo>
                  <a:lnTo>
                    <a:pt x="1003646" y="350652"/>
                  </a:lnTo>
                  <a:lnTo>
                    <a:pt x="1016191" y="347149"/>
                  </a:lnTo>
                  <a:lnTo>
                    <a:pt x="1028737" y="343645"/>
                  </a:lnTo>
                  <a:lnTo>
                    <a:pt x="1041282" y="340140"/>
                  </a:lnTo>
                  <a:lnTo>
                    <a:pt x="1053828" y="336634"/>
                  </a:lnTo>
                  <a:lnTo>
                    <a:pt x="1066374" y="333127"/>
                  </a:lnTo>
                  <a:lnTo>
                    <a:pt x="1078919" y="329619"/>
                  </a:lnTo>
                  <a:lnTo>
                    <a:pt x="1091465" y="326109"/>
                  </a:lnTo>
                  <a:lnTo>
                    <a:pt x="1104010" y="322599"/>
                  </a:lnTo>
                  <a:lnTo>
                    <a:pt x="1116556" y="319088"/>
                  </a:lnTo>
                  <a:lnTo>
                    <a:pt x="1129101" y="315576"/>
                  </a:lnTo>
                  <a:lnTo>
                    <a:pt x="1141647" y="312063"/>
                  </a:lnTo>
                  <a:lnTo>
                    <a:pt x="1154193" y="308549"/>
                  </a:lnTo>
                  <a:lnTo>
                    <a:pt x="1166738" y="305034"/>
                  </a:lnTo>
                  <a:lnTo>
                    <a:pt x="1179284" y="301518"/>
                  </a:lnTo>
                  <a:lnTo>
                    <a:pt x="1191829" y="298001"/>
                  </a:lnTo>
                  <a:lnTo>
                    <a:pt x="1204375" y="294483"/>
                  </a:lnTo>
                  <a:lnTo>
                    <a:pt x="1216920" y="290964"/>
                  </a:lnTo>
                  <a:lnTo>
                    <a:pt x="1229466" y="287444"/>
                  </a:lnTo>
                  <a:lnTo>
                    <a:pt x="1242012" y="283923"/>
                  </a:lnTo>
                  <a:lnTo>
                    <a:pt x="1254557" y="280401"/>
                  </a:lnTo>
                  <a:lnTo>
                    <a:pt x="1267103" y="276878"/>
                  </a:lnTo>
                  <a:lnTo>
                    <a:pt x="1279648" y="273354"/>
                  </a:lnTo>
                  <a:lnTo>
                    <a:pt x="1292194" y="269830"/>
                  </a:lnTo>
                  <a:lnTo>
                    <a:pt x="1304739" y="266304"/>
                  </a:lnTo>
                  <a:lnTo>
                    <a:pt x="1317285" y="262777"/>
                  </a:lnTo>
                  <a:lnTo>
                    <a:pt x="1329831" y="259249"/>
                  </a:lnTo>
                  <a:lnTo>
                    <a:pt x="1342376" y="255721"/>
                  </a:lnTo>
                  <a:lnTo>
                    <a:pt x="1354922" y="252191"/>
                  </a:lnTo>
                  <a:lnTo>
                    <a:pt x="1367467" y="248660"/>
                  </a:lnTo>
                  <a:lnTo>
                    <a:pt x="1380013" y="245129"/>
                  </a:lnTo>
                  <a:lnTo>
                    <a:pt x="1392559" y="241596"/>
                  </a:lnTo>
                  <a:lnTo>
                    <a:pt x="1405104" y="238063"/>
                  </a:lnTo>
                  <a:lnTo>
                    <a:pt x="1417650" y="234529"/>
                  </a:lnTo>
                  <a:lnTo>
                    <a:pt x="1430195" y="230994"/>
                  </a:lnTo>
                  <a:lnTo>
                    <a:pt x="1442741" y="227458"/>
                  </a:lnTo>
                  <a:lnTo>
                    <a:pt x="1455286" y="223921"/>
                  </a:lnTo>
                  <a:lnTo>
                    <a:pt x="1467832" y="220383"/>
                  </a:lnTo>
                  <a:lnTo>
                    <a:pt x="1480378" y="216845"/>
                  </a:lnTo>
                  <a:lnTo>
                    <a:pt x="1492923" y="213305"/>
                  </a:lnTo>
                  <a:lnTo>
                    <a:pt x="1505469" y="209765"/>
                  </a:lnTo>
                  <a:lnTo>
                    <a:pt x="1518014" y="206224"/>
                  </a:lnTo>
                  <a:lnTo>
                    <a:pt x="1530560" y="202682"/>
                  </a:lnTo>
                  <a:lnTo>
                    <a:pt x="1543105" y="199139"/>
                  </a:lnTo>
                  <a:lnTo>
                    <a:pt x="1555651" y="195596"/>
                  </a:lnTo>
                  <a:lnTo>
                    <a:pt x="1568197" y="192052"/>
                  </a:lnTo>
                  <a:lnTo>
                    <a:pt x="1580742" y="188507"/>
                  </a:lnTo>
                  <a:lnTo>
                    <a:pt x="1593288" y="184961"/>
                  </a:lnTo>
                  <a:lnTo>
                    <a:pt x="1605833" y="181415"/>
                  </a:lnTo>
                  <a:lnTo>
                    <a:pt x="1618379" y="177868"/>
                  </a:lnTo>
                  <a:lnTo>
                    <a:pt x="1630924" y="174320"/>
                  </a:lnTo>
                  <a:lnTo>
                    <a:pt x="1643470" y="170771"/>
                  </a:lnTo>
                  <a:lnTo>
                    <a:pt x="1656016" y="167222"/>
                  </a:lnTo>
                  <a:lnTo>
                    <a:pt x="1668561" y="163673"/>
                  </a:lnTo>
                  <a:lnTo>
                    <a:pt x="1681107" y="160122"/>
                  </a:lnTo>
                  <a:lnTo>
                    <a:pt x="1693652" y="156571"/>
                  </a:lnTo>
                  <a:lnTo>
                    <a:pt x="1706198" y="153020"/>
                  </a:lnTo>
                  <a:lnTo>
                    <a:pt x="1718743" y="149468"/>
                  </a:lnTo>
                  <a:lnTo>
                    <a:pt x="1731289" y="145915"/>
                  </a:lnTo>
                  <a:lnTo>
                    <a:pt x="1743835" y="142362"/>
                  </a:lnTo>
                  <a:lnTo>
                    <a:pt x="1756380" y="138808"/>
                  </a:lnTo>
                  <a:lnTo>
                    <a:pt x="1768926" y="135254"/>
                  </a:lnTo>
                  <a:lnTo>
                    <a:pt x="1781471" y="131699"/>
                  </a:lnTo>
                  <a:lnTo>
                    <a:pt x="1794017" y="128144"/>
                  </a:lnTo>
                  <a:lnTo>
                    <a:pt x="1806563" y="124589"/>
                  </a:lnTo>
                  <a:lnTo>
                    <a:pt x="1819108" y="121033"/>
                  </a:lnTo>
                  <a:lnTo>
                    <a:pt x="1831654" y="117476"/>
                  </a:lnTo>
                  <a:lnTo>
                    <a:pt x="1844199" y="113920"/>
                  </a:lnTo>
                  <a:lnTo>
                    <a:pt x="1856745" y="110363"/>
                  </a:lnTo>
                  <a:lnTo>
                    <a:pt x="1869290" y="106805"/>
                  </a:lnTo>
                  <a:lnTo>
                    <a:pt x="1881836" y="103247"/>
                  </a:lnTo>
                  <a:lnTo>
                    <a:pt x="1894382" y="99689"/>
                  </a:lnTo>
                  <a:lnTo>
                    <a:pt x="1906927" y="96131"/>
                  </a:lnTo>
                  <a:lnTo>
                    <a:pt x="1919473" y="92572"/>
                  </a:lnTo>
                  <a:lnTo>
                    <a:pt x="1932018" y="89014"/>
                  </a:lnTo>
                  <a:lnTo>
                    <a:pt x="1944564" y="85455"/>
                  </a:lnTo>
                  <a:lnTo>
                    <a:pt x="1957109" y="81895"/>
                  </a:lnTo>
                  <a:lnTo>
                    <a:pt x="1969655" y="78336"/>
                  </a:lnTo>
                  <a:lnTo>
                    <a:pt x="1982201" y="74776"/>
                  </a:lnTo>
                  <a:lnTo>
                    <a:pt x="1994746" y="71216"/>
                  </a:lnTo>
                  <a:lnTo>
                    <a:pt x="2007292" y="67656"/>
                  </a:lnTo>
                  <a:lnTo>
                    <a:pt x="2019837" y="64096"/>
                  </a:lnTo>
                  <a:lnTo>
                    <a:pt x="2032383" y="60535"/>
                  </a:lnTo>
                  <a:lnTo>
                    <a:pt x="2044928" y="56975"/>
                  </a:lnTo>
                  <a:lnTo>
                    <a:pt x="2057474" y="53414"/>
                  </a:lnTo>
                  <a:lnTo>
                    <a:pt x="2070020" y="49854"/>
                  </a:lnTo>
                  <a:lnTo>
                    <a:pt x="2082565" y="46293"/>
                  </a:lnTo>
                  <a:lnTo>
                    <a:pt x="2095111" y="42732"/>
                  </a:lnTo>
                  <a:lnTo>
                    <a:pt x="2107656" y="39171"/>
                  </a:lnTo>
                  <a:lnTo>
                    <a:pt x="2120202" y="35610"/>
                  </a:lnTo>
                  <a:lnTo>
                    <a:pt x="2132748" y="32049"/>
                  </a:lnTo>
                  <a:lnTo>
                    <a:pt x="2145293" y="28488"/>
                  </a:lnTo>
                  <a:lnTo>
                    <a:pt x="2157839" y="24927"/>
                  </a:lnTo>
                  <a:lnTo>
                    <a:pt x="2170384" y="21366"/>
                  </a:lnTo>
                  <a:lnTo>
                    <a:pt x="2182930" y="17805"/>
                  </a:lnTo>
                  <a:lnTo>
                    <a:pt x="2195475" y="14244"/>
                  </a:lnTo>
                  <a:lnTo>
                    <a:pt x="2208021" y="10683"/>
                  </a:lnTo>
                  <a:lnTo>
                    <a:pt x="2220567" y="7122"/>
                  </a:lnTo>
                  <a:lnTo>
                    <a:pt x="2233112" y="3561"/>
                  </a:lnTo>
                  <a:lnTo>
                    <a:pt x="2245658" y="0"/>
                  </a:lnTo>
                  <a:lnTo>
                    <a:pt x="224565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76752" y="2205769"/>
              <a:ext cx="2245658" cy="606780"/>
            </a:xfrm>
            <a:custGeom>
              <a:avLst/>
              <a:pathLst>
                <a:path w="2245658" h="606780">
                  <a:moveTo>
                    <a:pt x="2245658" y="0"/>
                  </a:moveTo>
                  <a:lnTo>
                    <a:pt x="2233112" y="3395"/>
                  </a:lnTo>
                  <a:lnTo>
                    <a:pt x="2220567" y="6791"/>
                  </a:lnTo>
                  <a:lnTo>
                    <a:pt x="2208021" y="10186"/>
                  </a:lnTo>
                  <a:lnTo>
                    <a:pt x="2195475" y="13582"/>
                  </a:lnTo>
                  <a:lnTo>
                    <a:pt x="2182930" y="16978"/>
                  </a:lnTo>
                  <a:lnTo>
                    <a:pt x="2170384" y="20373"/>
                  </a:lnTo>
                  <a:lnTo>
                    <a:pt x="2157839" y="23769"/>
                  </a:lnTo>
                  <a:lnTo>
                    <a:pt x="2145293" y="27164"/>
                  </a:lnTo>
                  <a:lnTo>
                    <a:pt x="2132748" y="30560"/>
                  </a:lnTo>
                  <a:lnTo>
                    <a:pt x="2120202" y="33956"/>
                  </a:lnTo>
                  <a:lnTo>
                    <a:pt x="2107656" y="37351"/>
                  </a:lnTo>
                  <a:lnTo>
                    <a:pt x="2095111" y="40747"/>
                  </a:lnTo>
                  <a:lnTo>
                    <a:pt x="2082565" y="44142"/>
                  </a:lnTo>
                  <a:lnTo>
                    <a:pt x="2070020" y="47538"/>
                  </a:lnTo>
                  <a:lnTo>
                    <a:pt x="2057474" y="50933"/>
                  </a:lnTo>
                  <a:lnTo>
                    <a:pt x="2044928" y="54329"/>
                  </a:lnTo>
                  <a:lnTo>
                    <a:pt x="2032383" y="57725"/>
                  </a:lnTo>
                  <a:lnTo>
                    <a:pt x="2019837" y="61120"/>
                  </a:lnTo>
                  <a:lnTo>
                    <a:pt x="2007292" y="64516"/>
                  </a:lnTo>
                  <a:lnTo>
                    <a:pt x="1994746" y="67911"/>
                  </a:lnTo>
                  <a:lnTo>
                    <a:pt x="1982201" y="71307"/>
                  </a:lnTo>
                  <a:lnTo>
                    <a:pt x="1969655" y="74702"/>
                  </a:lnTo>
                  <a:lnTo>
                    <a:pt x="1957109" y="78098"/>
                  </a:lnTo>
                  <a:lnTo>
                    <a:pt x="1944564" y="81493"/>
                  </a:lnTo>
                  <a:lnTo>
                    <a:pt x="1932018" y="84888"/>
                  </a:lnTo>
                  <a:lnTo>
                    <a:pt x="1919473" y="88284"/>
                  </a:lnTo>
                  <a:lnTo>
                    <a:pt x="1906927" y="91679"/>
                  </a:lnTo>
                  <a:lnTo>
                    <a:pt x="1894382" y="95075"/>
                  </a:lnTo>
                  <a:lnTo>
                    <a:pt x="1881836" y="98470"/>
                  </a:lnTo>
                  <a:lnTo>
                    <a:pt x="1869290" y="101865"/>
                  </a:lnTo>
                  <a:lnTo>
                    <a:pt x="1856745" y="105261"/>
                  </a:lnTo>
                  <a:lnTo>
                    <a:pt x="1844199" y="108656"/>
                  </a:lnTo>
                  <a:lnTo>
                    <a:pt x="1831654" y="112051"/>
                  </a:lnTo>
                  <a:lnTo>
                    <a:pt x="1819108" y="115447"/>
                  </a:lnTo>
                  <a:lnTo>
                    <a:pt x="1806563" y="118842"/>
                  </a:lnTo>
                  <a:lnTo>
                    <a:pt x="1794017" y="122237"/>
                  </a:lnTo>
                  <a:lnTo>
                    <a:pt x="1781471" y="125632"/>
                  </a:lnTo>
                  <a:lnTo>
                    <a:pt x="1768926" y="129027"/>
                  </a:lnTo>
                  <a:lnTo>
                    <a:pt x="1756380" y="132422"/>
                  </a:lnTo>
                  <a:lnTo>
                    <a:pt x="1743835" y="135818"/>
                  </a:lnTo>
                  <a:lnTo>
                    <a:pt x="1731289" y="139213"/>
                  </a:lnTo>
                  <a:lnTo>
                    <a:pt x="1718743" y="142608"/>
                  </a:lnTo>
                  <a:lnTo>
                    <a:pt x="1706198" y="146002"/>
                  </a:lnTo>
                  <a:lnTo>
                    <a:pt x="1693652" y="149397"/>
                  </a:lnTo>
                  <a:lnTo>
                    <a:pt x="1681107" y="152792"/>
                  </a:lnTo>
                  <a:lnTo>
                    <a:pt x="1668561" y="156187"/>
                  </a:lnTo>
                  <a:lnTo>
                    <a:pt x="1656016" y="159582"/>
                  </a:lnTo>
                  <a:lnTo>
                    <a:pt x="1643470" y="162976"/>
                  </a:lnTo>
                  <a:lnTo>
                    <a:pt x="1630924" y="166371"/>
                  </a:lnTo>
                  <a:lnTo>
                    <a:pt x="1618379" y="169766"/>
                  </a:lnTo>
                  <a:lnTo>
                    <a:pt x="1605833" y="173160"/>
                  </a:lnTo>
                  <a:lnTo>
                    <a:pt x="1593288" y="176555"/>
                  </a:lnTo>
                  <a:lnTo>
                    <a:pt x="1580742" y="179949"/>
                  </a:lnTo>
                  <a:lnTo>
                    <a:pt x="1568197" y="183343"/>
                  </a:lnTo>
                  <a:lnTo>
                    <a:pt x="1555651" y="186738"/>
                  </a:lnTo>
                  <a:lnTo>
                    <a:pt x="1543105" y="190132"/>
                  </a:lnTo>
                  <a:lnTo>
                    <a:pt x="1530560" y="193526"/>
                  </a:lnTo>
                  <a:lnTo>
                    <a:pt x="1518014" y="196920"/>
                  </a:lnTo>
                  <a:lnTo>
                    <a:pt x="1505469" y="200314"/>
                  </a:lnTo>
                  <a:lnTo>
                    <a:pt x="1492923" y="203708"/>
                  </a:lnTo>
                  <a:lnTo>
                    <a:pt x="1480378" y="207101"/>
                  </a:lnTo>
                  <a:lnTo>
                    <a:pt x="1467832" y="210495"/>
                  </a:lnTo>
                  <a:lnTo>
                    <a:pt x="1455286" y="213889"/>
                  </a:lnTo>
                  <a:lnTo>
                    <a:pt x="1442741" y="217282"/>
                  </a:lnTo>
                  <a:lnTo>
                    <a:pt x="1430195" y="220676"/>
                  </a:lnTo>
                  <a:lnTo>
                    <a:pt x="1417650" y="224069"/>
                  </a:lnTo>
                  <a:lnTo>
                    <a:pt x="1405104" y="227462"/>
                  </a:lnTo>
                  <a:lnTo>
                    <a:pt x="1392559" y="230855"/>
                  </a:lnTo>
                  <a:lnTo>
                    <a:pt x="1380013" y="234248"/>
                  </a:lnTo>
                  <a:lnTo>
                    <a:pt x="1367467" y="237641"/>
                  </a:lnTo>
                  <a:lnTo>
                    <a:pt x="1354922" y="241034"/>
                  </a:lnTo>
                  <a:lnTo>
                    <a:pt x="1342376" y="244427"/>
                  </a:lnTo>
                  <a:lnTo>
                    <a:pt x="1329831" y="247819"/>
                  </a:lnTo>
                  <a:lnTo>
                    <a:pt x="1317285" y="251212"/>
                  </a:lnTo>
                  <a:lnTo>
                    <a:pt x="1304739" y="254604"/>
                  </a:lnTo>
                  <a:lnTo>
                    <a:pt x="1292194" y="257996"/>
                  </a:lnTo>
                  <a:lnTo>
                    <a:pt x="1279648" y="261388"/>
                  </a:lnTo>
                  <a:lnTo>
                    <a:pt x="1267103" y="264780"/>
                  </a:lnTo>
                  <a:lnTo>
                    <a:pt x="1254557" y="268172"/>
                  </a:lnTo>
                  <a:lnTo>
                    <a:pt x="1242012" y="271563"/>
                  </a:lnTo>
                  <a:lnTo>
                    <a:pt x="1229466" y="274955"/>
                  </a:lnTo>
                  <a:lnTo>
                    <a:pt x="1216920" y="278346"/>
                  </a:lnTo>
                  <a:lnTo>
                    <a:pt x="1204375" y="281737"/>
                  </a:lnTo>
                  <a:lnTo>
                    <a:pt x="1191829" y="285128"/>
                  </a:lnTo>
                  <a:lnTo>
                    <a:pt x="1179284" y="288519"/>
                  </a:lnTo>
                  <a:lnTo>
                    <a:pt x="1166738" y="291910"/>
                  </a:lnTo>
                  <a:lnTo>
                    <a:pt x="1154193" y="295300"/>
                  </a:lnTo>
                  <a:lnTo>
                    <a:pt x="1141647" y="298691"/>
                  </a:lnTo>
                  <a:lnTo>
                    <a:pt x="1129101" y="302081"/>
                  </a:lnTo>
                  <a:lnTo>
                    <a:pt x="1116556" y="305471"/>
                  </a:lnTo>
                  <a:lnTo>
                    <a:pt x="1104010" y="308861"/>
                  </a:lnTo>
                  <a:lnTo>
                    <a:pt x="1091465" y="312251"/>
                  </a:lnTo>
                  <a:lnTo>
                    <a:pt x="1078919" y="315640"/>
                  </a:lnTo>
                  <a:lnTo>
                    <a:pt x="1066374" y="319030"/>
                  </a:lnTo>
                  <a:lnTo>
                    <a:pt x="1053828" y="322419"/>
                  </a:lnTo>
                  <a:lnTo>
                    <a:pt x="1041282" y="325808"/>
                  </a:lnTo>
                  <a:lnTo>
                    <a:pt x="1028737" y="329197"/>
                  </a:lnTo>
                  <a:lnTo>
                    <a:pt x="1016191" y="332586"/>
                  </a:lnTo>
                  <a:lnTo>
                    <a:pt x="1003646" y="335974"/>
                  </a:lnTo>
                  <a:lnTo>
                    <a:pt x="991100" y="339363"/>
                  </a:lnTo>
                  <a:lnTo>
                    <a:pt x="978554" y="342751"/>
                  </a:lnTo>
                  <a:lnTo>
                    <a:pt x="966009" y="346139"/>
                  </a:lnTo>
                  <a:lnTo>
                    <a:pt x="953463" y="349527"/>
                  </a:lnTo>
                  <a:lnTo>
                    <a:pt x="940918" y="352915"/>
                  </a:lnTo>
                  <a:lnTo>
                    <a:pt x="928372" y="356302"/>
                  </a:lnTo>
                  <a:lnTo>
                    <a:pt x="915827" y="359690"/>
                  </a:lnTo>
                  <a:lnTo>
                    <a:pt x="903281" y="363077"/>
                  </a:lnTo>
                  <a:lnTo>
                    <a:pt x="890735" y="366464"/>
                  </a:lnTo>
                  <a:lnTo>
                    <a:pt x="878190" y="369851"/>
                  </a:lnTo>
                  <a:lnTo>
                    <a:pt x="865644" y="373238"/>
                  </a:lnTo>
                  <a:lnTo>
                    <a:pt x="853099" y="376624"/>
                  </a:lnTo>
                  <a:lnTo>
                    <a:pt x="840553" y="380011"/>
                  </a:lnTo>
                  <a:lnTo>
                    <a:pt x="828008" y="383397"/>
                  </a:lnTo>
                  <a:lnTo>
                    <a:pt x="815462" y="386783"/>
                  </a:lnTo>
                  <a:lnTo>
                    <a:pt x="802916" y="390170"/>
                  </a:lnTo>
                  <a:lnTo>
                    <a:pt x="790371" y="393555"/>
                  </a:lnTo>
                  <a:lnTo>
                    <a:pt x="777825" y="396941"/>
                  </a:lnTo>
                  <a:lnTo>
                    <a:pt x="765280" y="400327"/>
                  </a:lnTo>
                  <a:lnTo>
                    <a:pt x="752734" y="403713"/>
                  </a:lnTo>
                  <a:lnTo>
                    <a:pt x="740189" y="407098"/>
                  </a:lnTo>
                  <a:lnTo>
                    <a:pt x="727643" y="410483"/>
                  </a:lnTo>
                  <a:lnTo>
                    <a:pt x="715097" y="413869"/>
                  </a:lnTo>
                  <a:lnTo>
                    <a:pt x="702552" y="417254"/>
                  </a:lnTo>
                  <a:lnTo>
                    <a:pt x="690006" y="420639"/>
                  </a:lnTo>
                  <a:lnTo>
                    <a:pt x="677461" y="424024"/>
                  </a:lnTo>
                  <a:lnTo>
                    <a:pt x="664915" y="427409"/>
                  </a:lnTo>
                  <a:lnTo>
                    <a:pt x="652369" y="430794"/>
                  </a:lnTo>
                  <a:lnTo>
                    <a:pt x="639824" y="434178"/>
                  </a:lnTo>
                  <a:lnTo>
                    <a:pt x="627278" y="437563"/>
                  </a:lnTo>
                  <a:lnTo>
                    <a:pt x="614733" y="440947"/>
                  </a:lnTo>
                  <a:lnTo>
                    <a:pt x="602187" y="444332"/>
                  </a:lnTo>
                  <a:lnTo>
                    <a:pt x="589642" y="447716"/>
                  </a:lnTo>
                  <a:lnTo>
                    <a:pt x="577096" y="451101"/>
                  </a:lnTo>
                  <a:lnTo>
                    <a:pt x="564550" y="454485"/>
                  </a:lnTo>
                  <a:lnTo>
                    <a:pt x="552005" y="457870"/>
                  </a:lnTo>
                  <a:lnTo>
                    <a:pt x="539459" y="461254"/>
                  </a:lnTo>
                  <a:lnTo>
                    <a:pt x="526914" y="464638"/>
                  </a:lnTo>
                  <a:lnTo>
                    <a:pt x="514368" y="468022"/>
                  </a:lnTo>
                  <a:lnTo>
                    <a:pt x="501823" y="471406"/>
                  </a:lnTo>
                  <a:lnTo>
                    <a:pt x="489277" y="474791"/>
                  </a:lnTo>
                  <a:lnTo>
                    <a:pt x="476731" y="478175"/>
                  </a:lnTo>
                  <a:lnTo>
                    <a:pt x="464186" y="481559"/>
                  </a:lnTo>
                  <a:lnTo>
                    <a:pt x="451640" y="484943"/>
                  </a:lnTo>
                  <a:lnTo>
                    <a:pt x="439095" y="488327"/>
                  </a:lnTo>
                  <a:lnTo>
                    <a:pt x="426549" y="491711"/>
                  </a:lnTo>
                  <a:lnTo>
                    <a:pt x="414004" y="495095"/>
                  </a:lnTo>
                  <a:lnTo>
                    <a:pt x="401458" y="498479"/>
                  </a:lnTo>
                  <a:lnTo>
                    <a:pt x="388912" y="501864"/>
                  </a:lnTo>
                  <a:lnTo>
                    <a:pt x="376367" y="505248"/>
                  </a:lnTo>
                  <a:lnTo>
                    <a:pt x="363821" y="508632"/>
                  </a:lnTo>
                  <a:lnTo>
                    <a:pt x="351276" y="512016"/>
                  </a:lnTo>
                  <a:lnTo>
                    <a:pt x="338730" y="515400"/>
                  </a:lnTo>
                  <a:lnTo>
                    <a:pt x="326184" y="518785"/>
                  </a:lnTo>
                  <a:lnTo>
                    <a:pt x="313639" y="522169"/>
                  </a:lnTo>
                  <a:lnTo>
                    <a:pt x="301093" y="525553"/>
                  </a:lnTo>
                  <a:lnTo>
                    <a:pt x="288548" y="528937"/>
                  </a:lnTo>
                  <a:lnTo>
                    <a:pt x="276002" y="532322"/>
                  </a:lnTo>
                  <a:lnTo>
                    <a:pt x="263457" y="535706"/>
                  </a:lnTo>
                  <a:lnTo>
                    <a:pt x="250911" y="539090"/>
                  </a:lnTo>
                  <a:lnTo>
                    <a:pt x="238365" y="542475"/>
                  </a:lnTo>
                  <a:lnTo>
                    <a:pt x="225820" y="545859"/>
                  </a:lnTo>
                  <a:lnTo>
                    <a:pt x="213274" y="549243"/>
                  </a:lnTo>
                  <a:lnTo>
                    <a:pt x="200729" y="552628"/>
                  </a:lnTo>
                  <a:lnTo>
                    <a:pt x="188183" y="556012"/>
                  </a:lnTo>
                  <a:lnTo>
                    <a:pt x="175638" y="559397"/>
                  </a:lnTo>
                  <a:lnTo>
                    <a:pt x="163092" y="562781"/>
                  </a:lnTo>
                  <a:lnTo>
                    <a:pt x="150546" y="566166"/>
                  </a:lnTo>
                  <a:lnTo>
                    <a:pt x="138001" y="569550"/>
                  </a:lnTo>
                  <a:lnTo>
                    <a:pt x="125455" y="572934"/>
                  </a:lnTo>
                  <a:lnTo>
                    <a:pt x="112910" y="576319"/>
                  </a:lnTo>
                  <a:lnTo>
                    <a:pt x="100364" y="579703"/>
                  </a:lnTo>
                  <a:lnTo>
                    <a:pt x="87819" y="583088"/>
                  </a:lnTo>
                  <a:lnTo>
                    <a:pt x="75273" y="586472"/>
                  </a:lnTo>
                  <a:lnTo>
                    <a:pt x="62727" y="589857"/>
                  </a:lnTo>
                  <a:lnTo>
                    <a:pt x="50182" y="593241"/>
                  </a:lnTo>
                  <a:lnTo>
                    <a:pt x="37636" y="596626"/>
                  </a:lnTo>
                  <a:lnTo>
                    <a:pt x="25091" y="600010"/>
                  </a:lnTo>
                  <a:lnTo>
                    <a:pt x="12545" y="603395"/>
                  </a:lnTo>
                  <a:lnTo>
                    <a:pt x="0" y="6067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76752" y="2157257"/>
              <a:ext cx="2245658" cy="612867"/>
            </a:xfrm>
            <a:custGeom>
              <a:avLst/>
              <a:pathLst>
                <a:path w="2245658" h="612867">
                  <a:moveTo>
                    <a:pt x="0" y="612867"/>
                  </a:moveTo>
                  <a:lnTo>
                    <a:pt x="12545" y="609467"/>
                  </a:lnTo>
                  <a:lnTo>
                    <a:pt x="25091" y="606067"/>
                  </a:lnTo>
                  <a:lnTo>
                    <a:pt x="37636" y="602667"/>
                  </a:lnTo>
                  <a:lnTo>
                    <a:pt x="50182" y="599267"/>
                  </a:lnTo>
                  <a:lnTo>
                    <a:pt x="62727" y="595867"/>
                  </a:lnTo>
                  <a:lnTo>
                    <a:pt x="75273" y="592466"/>
                  </a:lnTo>
                  <a:lnTo>
                    <a:pt x="87819" y="589066"/>
                  </a:lnTo>
                  <a:lnTo>
                    <a:pt x="100364" y="585666"/>
                  </a:lnTo>
                  <a:lnTo>
                    <a:pt x="112910" y="582266"/>
                  </a:lnTo>
                  <a:lnTo>
                    <a:pt x="125455" y="578866"/>
                  </a:lnTo>
                  <a:lnTo>
                    <a:pt x="138001" y="575466"/>
                  </a:lnTo>
                  <a:lnTo>
                    <a:pt x="150546" y="572065"/>
                  </a:lnTo>
                  <a:lnTo>
                    <a:pt x="163092" y="568665"/>
                  </a:lnTo>
                  <a:lnTo>
                    <a:pt x="175638" y="565265"/>
                  </a:lnTo>
                  <a:lnTo>
                    <a:pt x="188183" y="561865"/>
                  </a:lnTo>
                  <a:lnTo>
                    <a:pt x="200729" y="558464"/>
                  </a:lnTo>
                  <a:lnTo>
                    <a:pt x="213274" y="555064"/>
                  </a:lnTo>
                  <a:lnTo>
                    <a:pt x="225820" y="551663"/>
                  </a:lnTo>
                  <a:lnTo>
                    <a:pt x="238365" y="548263"/>
                  </a:lnTo>
                  <a:lnTo>
                    <a:pt x="250911" y="544862"/>
                  </a:lnTo>
                  <a:lnTo>
                    <a:pt x="263457" y="541461"/>
                  </a:lnTo>
                  <a:lnTo>
                    <a:pt x="276002" y="538061"/>
                  </a:lnTo>
                  <a:lnTo>
                    <a:pt x="288548" y="534660"/>
                  </a:lnTo>
                  <a:lnTo>
                    <a:pt x="301093" y="531259"/>
                  </a:lnTo>
                  <a:lnTo>
                    <a:pt x="313639" y="527858"/>
                  </a:lnTo>
                  <a:lnTo>
                    <a:pt x="326184" y="524457"/>
                  </a:lnTo>
                  <a:lnTo>
                    <a:pt x="338730" y="521055"/>
                  </a:lnTo>
                  <a:lnTo>
                    <a:pt x="351276" y="517654"/>
                  </a:lnTo>
                  <a:lnTo>
                    <a:pt x="363821" y="514253"/>
                  </a:lnTo>
                  <a:lnTo>
                    <a:pt x="376367" y="510851"/>
                  </a:lnTo>
                  <a:lnTo>
                    <a:pt x="388912" y="507449"/>
                  </a:lnTo>
                  <a:lnTo>
                    <a:pt x="401458" y="504047"/>
                  </a:lnTo>
                  <a:lnTo>
                    <a:pt x="414004" y="500645"/>
                  </a:lnTo>
                  <a:lnTo>
                    <a:pt x="426549" y="497243"/>
                  </a:lnTo>
                  <a:lnTo>
                    <a:pt x="439095" y="493840"/>
                  </a:lnTo>
                  <a:lnTo>
                    <a:pt x="451640" y="490438"/>
                  </a:lnTo>
                  <a:lnTo>
                    <a:pt x="464186" y="487035"/>
                  </a:lnTo>
                  <a:lnTo>
                    <a:pt x="476731" y="483632"/>
                  </a:lnTo>
                  <a:lnTo>
                    <a:pt x="489277" y="480228"/>
                  </a:lnTo>
                  <a:lnTo>
                    <a:pt x="501823" y="476825"/>
                  </a:lnTo>
                  <a:lnTo>
                    <a:pt x="514368" y="473421"/>
                  </a:lnTo>
                  <a:lnTo>
                    <a:pt x="526914" y="470017"/>
                  </a:lnTo>
                  <a:lnTo>
                    <a:pt x="539459" y="466613"/>
                  </a:lnTo>
                  <a:lnTo>
                    <a:pt x="552005" y="463209"/>
                  </a:lnTo>
                  <a:lnTo>
                    <a:pt x="564550" y="459804"/>
                  </a:lnTo>
                  <a:lnTo>
                    <a:pt x="577096" y="456399"/>
                  </a:lnTo>
                  <a:lnTo>
                    <a:pt x="589642" y="452994"/>
                  </a:lnTo>
                  <a:lnTo>
                    <a:pt x="602187" y="449588"/>
                  </a:lnTo>
                  <a:lnTo>
                    <a:pt x="614733" y="446182"/>
                  </a:lnTo>
                  <a:lnTo>
                    <a:pt x="627278" y="442776"/>
                  </a:lnTo>
                  <a:lnTo>
                    <a:pt x="639824" y="439370"/>
                  </a:lnTo>
                  <a:lnTo>
                    <a:pt x="652369" y="435963"/>
                  </a:lnTo>
                  <a:lnTo>
                    <a:pt x="664915" y="432556"/>
                  </a:lnTo>
                  <a:lnTo>
                    <a:pt x="677461" y="429148"/>
                  </a:lnTo>
                  <a:lnTo>
                    <a:pt x="690006" y="425741"/>
                  </a:lnTo>
                  <a:lnTo>
                    <a:pt x="702552" y="422333"/>
                  </a:lnTo>
                  <a:lnTo>
                    <a:pt x="715097" y="418924"/>
                  </a:lnTo>
                  <a:lnTo>
                    <a:pt x="727643" y="415515"/>
                  </a:lnTo>
                  <a:lnTo>
                    <a:pt x="740189" y="412106"/>
                  </a:lnTo>
                  <a:lnTo>
                    <a:pt x="752734" y="408696"/>
                  </a:lnTo>
                  <a:lnTo>
                    <a:pt x="765280" y="405286"/>
                  </a:lnTo>
                  <a:lnTo>
                    <a:pt x="777825" y="401876"/>
                  </a:lnTo>
                  <a:lnTo>
                    <a:pt x="790371" y="398465"/>
                  </a:lnTo>
                  <a:lnTo>
                    <a:pt x="802916" y="395054"/>
                  </a:lnTo>
                  <a:lnTo>
                    <a:pt x="815462" y="391642"/>
                  </a:lnTo>
                  <a:lnTo>
                    <a:pt x="828008" y="388230"/>
                  </a:lnTo>
                  <a:lnTo>
                    <a:pt x="840553" y="384818"/>
                  </a:lnTo>
                  <a:lnTo>
                    <a:pt x="853099" y="381405"/>
                  </a:lnTo>
                  <a:lnTo>
                    <a:pt x="865644" y="377992"/>
                  </a:lnTo>
                  <a:lnTo>
                    <a:pt x="878190" y="374578"/>
                  </a:lnTo>
                  <a:lnTo>
                    <a:pt x="890735" y="371164"/>
                  </a:lnTo>
                  <a:lnTo>
                    <a:pt x="903281" y="367749"/>
                  </a:lnTo>
                  <a:lnTo>
                    <a:pt x="915827" y="364334"/>
                  </a:lnTo>
                  <a:lnTo>
                    <a:pt x="928372" y="360919"/>
                  </a:lnTo>
                  <a:lnTo>
                    <a:pt x="940918" y="357502"/>
                  </a:lnTo>
                  <a:lnTo>
                    <a:pt x="953463" y="354086"/>
                  </a:lnTo>
                  <a:lnTo>
                    <a:pt x="966009" y="350669"/>
                  </a:lnTo>
                  <a:lnTo>
                    <a:pt x="978554" y="347252"/>
                  </a:lnTo>
                  <a:lnTo>
                    <a:pt x="991100" y="343834"/>
                  </a:lnTo>
                  <a:lnTo>
                    <a:pt x="1003646" y="340415"/>
                  </a:lnTo>
                  <a:lnTo>
                    <a:pt x="1016191" y="336996"/>
                  </a:lnTo>
                  <a:lnTo>
                    <a:pt x="1028737" y="333577"/>
                  </a:lnTo>
                  <a:lnTo>
                    <a:pt x="1041282" y="330157"/>
                  </a:lnTo>
                  <a:lnTo>
                    <a:pt x="1053828" y="326737"/>
                  </a:lnTo>
                  <a:lnTo>
                    <a:pt x="1066374" y="323316"/>
                  </a:lnTo>
                  <a:lnTo>
                    <a:pt x="1078919" y="319894"/>
                  </a:lnTo>
                  <a:lnTo>
                    <a:pt x="1091465" y="316472"/>
                  </a:lnTo>
                  <a:lnTo>
                    <a:pt x="1104010" y="313050"/>
                  </a:lnTo>
                  <a:lnTo>
                    <a:pt x="1116556" y="309627"/>
                  </a:lnTo>
                  <a:lnTo>
                    <a:pt x="1129101" y="306204"/>
                  </a:lnTo>
                  <a:lnTo>
                    <a:pt x="1141647" y="302780"/>
                  </a:lnTo>
                  <a:lnTo>
                    <a:pt x="1154193" y="299355"/>
                  </a:lnTo>
                  <a:lnTo>
                    <a:pt x="1166738" y="295930"/>
                  </a:lnTo>
                  <a:lnTo>
                    <a:pt x="1179284" y="292505"/>
                  </a:lnTo>
                  <a:lnTo>
                    <a:pt x="1191829" y="289079"/>
                  </a:lnTo>
                  <a:lnTo>
                    <a:pt x="1204375" y="285652"/>
                  </a:lnTo>
                  <a:lnTo>
                    <a:pt x="1216920" y="282225"/>
                  </a:lnTo>
                  <a:lnTo>
                    <a:pt x="1229466" y="278798"/>
                  </a:lnTo>
                  <a:lnTo>
                    <a:pt x="1242012" y="275370"/>
                  </a:lnTo>
                  <a:lnTo>
                    <a:pt x="1254557" y="271942"/>
                  </a:lnTo>
                  <a:lnTo>
                    <a:pt x="1267103" y="268513"/>
                  </a:lnTo>
                  <a:lnTo>
                    <a:pt x="1279648" y="265083"/>
                  </a:lnTo>
                  <a:lnTo>
                    <a:pt x="1292194" y="261653"/>
                  </a:lnTo>
                  <a:lnTo>
                    <a:pt x="1304739" y="258223"/>
                  </a:lnTo>
                  <a:lnTo>
                    <a:pt x="1317285" y="254792"/>
                  </a:lnTo>
                  <a:lnTo>
                    <a:pt x="1329831" y="251360"/>
                  </a:lnTo>
                  <a:lnTo>
                    <a:pt x="1342376" y="247929"/>
                  </a:lnTo>
                  <a:lnTo>
                    <a:pt x="1354922" y="244496"/>
                  </a:lnTo>
                  <a:lnTo>
                    <a:pt x="1367467" y="241063"/>
                  </a:lnTo>
                  <a:lnTo>
                    <a:pt x="1380013" y="237630"/>
                  </a:lnTo>
                  <a:lnTo>
                    <a:pt x="1392559" y="234196"/>
                  </a:lnTo>
                  <a:lnTo>
                    <a:pt x="1405104" y="230762"/>
                  </a:lnTo>
                  <a:lnTo>
                    <a:pt x="1417650" y="227327"/>
                  </a:lnTo>
                  <a:lnTo>
                    <a:pt x="1430195" y="223892"/>
                  </a:lnTo>
                  <a:lnTo>
                    <a:pt x="1442741" y="220457"/>
                  </a:lnTo>
                  <a:lnTo>
                    <a:pt x="1455286" y="217020"/>
                  </a:lnTo>
                  <a:lnTo>
                    <a:pt x="1467832" y="213584"/>
                  </a:lnTo>
                  <a:lnTo>
                    <a:pt x="1480378" y="210147"/>
                  </a:lnTo>
                  <a:lnTo>
                    <a:pt x="1492923" y="206710"/>
                  </a:lnTo>
                  <a:lnTo>
                    <a:pt x="1505469" y="203272"/>
                  </a:lnTo>
                  <a:lnTo>
                    <a:pt x="1518014" y="199834"/>
                  </a:lnTo>
                  <a:lnTo>
                    <a:pt x="1530560" y="196395"/>
                  </a:lnTo>
                  <a:lnTo>
                    <a:pt x="1543105" y="192956"/>
                  </a:lnTo>
                  <a:lnTo>
                    <a:pt x="1555651" y="189517"/>
                  </a:lnTo>
                  <a:lnTo>
                    <a:pt x="1568197" y="186077"/>
                  </a:lnTo>
                  <a:lnTo>
                    <a:pt x="1580742" y="182637"/>
                  </a:lnTo>
                  <a:lnTo>
                    <a:pt x="1593288" y="179197"/>
                  </a:lnTo>
                  <a:lnTo>
                    <a:pt x="1605833" y="175756"/>
                  </a:lnTo>
                  <a:lnTo>
                    <a:pt x="1618379" y="172315"/>
                  </a:lnTo>
                  <a:lnTo>
                    <a:pt x="1630924" y="168874"/>
                  </a:lnTo>
                  <a:lnTo>
                    <a:pt x="1643470" y="165432"/>
                  </a:lnTo>
                  <a:lnTo>
                    <a:pt x="1656016" y="161990"/>
                  </a:lnTo>
                  <a:lnTo>
                    <a:pt x="1668561" y="158547"/>
                  </a:lnTo>
                  <a:lnTo>
                    <a:pt x="1681107" y="155104"/>
                  </a:lnTo>
                  <a:lnTo>
                    <a:pt x="1693652" y="151661"/>
                  </a:lnTo>
                  <a:lnTo>
                    <a:pt x="1706198" y="148218"/>
                  </a:lnTo>
                  <a:lnTo>
                    <a:pt x="1718743" y="144774"/>
                  </a:lnTo>
                  <a:lnTo>
                    <a:pt x="1731289" y="141330"/>
                  </a:lnTo>
                  <a:lnTo>
                    <a:pt x="1743835" y="137886"/>
                  </a:lnTo>
                  <a:lnTo>
                    <a:pt x="1756380" y="134442"/>
                  </a:lnTo>
                  <a:lnTo>
                    <a:pt x="1768926" y="130997"/>
                  </a:lnTo>
                  <a:lnTo>
                    <a:pt x="1781471" y="127552"/>
                  </a:lnTo>
                  <a:lnTo>
                    <a:pt x="1794017" y="124107"/>
                  </a:lnTo>
                  <a:lnTo>
                    <a:pt x="1806563" y="120662"/>
                  </a:lnTo>
                  <a:lnTo>
                    <a:pt x="1819108" y="117216"/>
                  </a:lnTo>
                  <a:lnTo>
                    <a:pt x="1831654" y="113770"/>
                  </a:lnTo>
                  <a:lnTo>
                    <a:pt x="1844199" y="110325"/>
                  </a:lnTo>
                  <a:lnTo>
                    <a:pt x="1856745" y="106878"/>
                  </a:lnTo>
                  <a:lnTo>
                    <a:pt x="1869290" y="103432"/>
                  </a:lnTo>
                  <a:lnTo>
                    <a:pt x="1881836" y="99986"/>
                  </a:lnTo>
                  <a:lnTo>
                    <a:pt x="1894382" y="96539"/>
                  </a:lnTo>
                  <a:lnTo>
                    <a:pt x="1906927" y="93092"/>
                  </a:lnTo>
                  <a:lnTo>
                    <a:pt x="1919473" y="89645"/>
                  </a:lnTo>
                  <a:lnTo>
                    <a:pt x="1932018" y="86198"/>
                  </a:lnTo>
                  <a:lnTo>
                    <a:pt x="1944564" y="82751"/>
                  </a:lnTo>
                  <a:lnTo>
                    <a:pt x="1957109" y="79304"/>
                  </a:lnTo>
                  <a:lnTo>
                    <a:pt x="1969655" y="75856"/>
                  </a:lnTo>
                  <a:lnTo>
                    <a:pt x="1982201" y="72409"/>
                  </a:lnTo>
                  <a:lnTo>
                    <a:pt x="1994746" y="68961"/>
                  </a:lnTo>
                  <a:lnTo>
                    <a:pt x="2007292" y="65514"/>
                  </a:lnTo>
                  <a:lnTo>
                    <a:pt x="2019837" y="62066"/>
                  </a:lnTo>
                  <a:lnTo>
                    <a:pt x="2032383" y="58618"/>
                  </a:lnTo>
                  <a:lnTo>
                    <a:pt x="2044928" y="55170"/>
                  </a:lnTo>
                  <a:lnTo>
                    <a:pt x="2057474" y="51722"/>
                  </a:lnTo>
                  <a:lnTo>
                    <a:pt x="2070020" y="48274"/>
                  </a:lnTo>
                  <a:lnTo>
                    <a:pt x="2082565" y="44826"/>
                  </a:lnTo>
                  <a:lnTo>
                    <a:pt x="2095111" y="41378"/>
                  </a:lnTo>
                  <a:lnTo>
                    <a:pt x="2107656" y="37930"/>
                  </a:lnTo>
                  <a:lnTo>
                    <a:pt x="2120202" y="34482"/>
                  </a:lnTo>
                  <a:lnTo>
                    <a:pt x="2132748" y="31034"/>
                  </a:lnTo>
                  <a:lnTo>
                    <a:pt x="2145293" y="27585"/>
                  </a:lnTo>
                  <a:lnTo>
                    <a:pt x="2157839" y="24137"/>
                  </a:lnTo>
                  <a:lnTo>
                    <a:pt x="2170384" y="20689"/>
                  </a:lnTo>
                  <a:lnTo>
                    <a:pt x="2182930" y="17241"/>
                  </a:lnTo>
                  <a:lnTo>
                    <a:pt x="2195475" y="13792"/>
                  </a:lnTo>
                  <a:lnTo>
                    <a:pt x="2208021" y="10344"/>
                  </a:lnTo>
                  <a:lnTo>
                    <a:pt x="2220567" y="6896"/>
                  </a:lnTo>
                  <a:lnTo>
                    <a:pt x="2233112" y="3448"/>
                  </a:lnTo>
                  <a:lnTo>
                    <a:pt x="2245658" y="0"/>
                  </a:lnTo>
                  <a:lnTo>
                    <a:pt x="2245658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08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2954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01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75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0973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450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21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34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506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675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24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40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38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6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45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2959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3998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25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07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25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2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75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1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942366"/>
              <a:ext cx="2191014" cy="1319804"/>
            </a:xfrm>
            <a:custGeom>
              <a:avLst/>
              <a:pathLst>
                <a:path w="2191014" h="1319804">
                  <a:moveTo>
                    <a:pt x="0" y="999465"/>
                  </a:moveTo>
                  <a:lnTo>
                    <a:pt x="12240" y="994630"/>
                  </a:lnTo>
                  <a:lnTo>
                    <a:pt x="24480" y="990249"/>
                  </a:lnTo>
                  <a:lnTo>
                    <a:pt x="36720" y="987380"/>
                  </a:lnTo>
                  <a:lnTo>
                    <a:pt x="48961" y="985163"/>
                  </a:lnTo>
                  <a:lnTo>
                    <a:pt x="61201" y="971843"/>
                  </a:lnTo>
                  <a:lnTo>
                    <a:pt x="73441" y="964573"/>
                  </a:lnTo>
                  <a:lnTo>
                    <a:pt x="85682" y="960968"/>
                  </a:lnTo>
                  <a:lnTo>
                    <a:pt x="97922" y="953018"/>
                  </a:lnTo>
                  <a:lnTo>
                    <a:pt x="110162" y="945708"/>
                  </a:lnTo>
                  <a:lnTo>
                    <a:pt x="122403" y="940336"/>
                  </a:lnTo>
                  <a:lnTo>
                    <a:pt x="134643" y="935897"/>
                  </a:lnTo>
                  <a:lnTo>
                    <a:pt x="146883" y="932152"/>
                  </a:lnTo>
                  <a:lnTo>
                    <a:pt x="159123" y="931291"/>
                  </a:lnTo>
                  <a:lnTo>
                    <a:pt x="171364" y="932062"/>
                  </a:lnTo>
                  <a:lnTo>
                    <a:pt x="183604" y="934074"/>
                  </a:lnTo>
                  <a:lnTo>
                    <a:pt x="195844" y="936935"/>
                  </a:lnTo>
                  <a:lnTo>
                    <a:pt x="208085" y="940195"/>
                  </a:lnTo>
                  <a:lnTo>
                    <a:pt x="220325" y="939718"/>
                  </a:lnTo>
                  <a:lnTo>
                    <a:pt x="232565" y="933842"/>
                  </a:lnTo>
                  <a:lnTo>
                    <a:pt x="244806" y="927864"/>
                  </a:lnTo>
                  <a:lnTo>
                    <a:pt x="257046" y="928239"/>
                  </a:lnTo>
                  <a:lnTo>
                    <a:pt x="269286" y="922001"/>
                  </a:lnTo>
                  <a:lnTo>
                    <a:pt x="281527" y="917259"/>
                  </a:lnTo>
                  <a:lnTo>
                    <a:pt x="293767" y="908726"/>
                  </a:lnTo>
                  <a:lnTo>
                    <a:pt x="306007" y="901611"/>
                  </a:lnTo>
                  <a:lnTo>
                    <a:pt x="318247" y="897129"/>
                  </a:lnTo>
                  <a:lnTo>
                    <a:pt x="330488" y="892309"/>
                  </a:lnTo>
                  <a:lnTo>
                    <a:pt x="342728" y="887079"/>
                  </a:lnTo>
                  <a:lnTo>
                    <a:pt x="354968" y="877894"/>
                  </a:lnTo>
                  <a:lnTo>
                    <a:pt x="367209" y="871261"/>
                  </a:lnTo>
                  <a:lnTo>
                    <a:pt x="379449" y="862881"/>
                  </a:lnTo>
                  <a:lnTo>
                    <a:pt x="391689" y="852545"/>
                  </a:lnTo>
                  <a:lnTo>
                    <a:pt x="403930" y="843354"/>
                  </a:lnTo>
                  <a:lnTo>
                    <a:pt x="416170" y="833390"/>
                  </a:lnTo>
                  <a:lnTo>
                    <a:pt x="428410" y="823677"/>
                  </a:lnTo>
                  <a:lnTo>
                    <a:pt x="440650" y="816169"/>
                  </a:lnTo>
                  <a:lnTo>
                    <a:pt x="452891" y="807590"/>
                  </a:lnTo>
                  <a:lnTo>
                    <a:pt x="465131" y="797253"/>
                  </a:lnTo>
                  <a:lnTo>
                    <a:pt x="477371" y="789917"/>
                  </a:lnTo>
                  <a:lnTo>
                    <a:pt x="489612" y="782360"/>
                  </a:lnTo>
                  <a:lnTo>
                    <a:pt x="501852" y="774592"/>
                  </a:lnTo>
                  <a:lnTo>
                    <a:pt x="514092" y="766636"/>
                  </a:lnTo>
                  <a:lnTo>
                    <a:pt x="526333" y="758516"/>
                  </a:lnTo>
                  <a:lnTo>
                    <a:pt x="538573" y="750257"/>
                  </a:lnTo>
                  <a:lnTo>
                    <a:pt x="550813" y="741883"/>
                  </a:lnTo>
                  <a:lnTo>
                    <a:pt x="563054" y="733418"/>
                  </a:lnTo>
                  <a:lnTo>
                    <a:pt x="575294" y="725790"/>
                  </a:lnTo>
                  <a:lnTo>
                    <a:pt x="587534" y="719278"/>
                  </a:lnTo>
                  <a:lnTo>
                    <a:pt x="599774" y="713146"/>
                  </a:lnTo>
                  <a:lnTo>
                    <a:pt x="612015" y="705146"/>
                  </a:lnTo>
                  <a:lnTo>
                    <a:pt x="624255" y="696904"/>
                  </a:lnTo>
                  <a:lnTo>
                    <a:pt x="636495" y="687412"/>
                  </a:lnTo>
                  <a:lnTo>
                    <a:pt x="648736" y="678806"/>
                  </a:lnTo>
                  <a:lnTo>
                    <a:pt x="660976" y="671773"/>
                  </a:lnTo>
                  <a:lnTo>
                    <a:pt x="673216" y="663384"/>
                  </a:lnTo>
                  <a:lnTo>
                    <a:pt x="685457" y="655118"/>
                  </a:lnTo>
                  <a:lnTo>
                    <a:pt x="697697" y="646969"/>
                  </a:lnTo>
                  <a:lnTo>
                    <a:pt x="709937" y="638898"/>
                  </a:lnTo>
                  <a:lnTo>
                    <a:pt x="722177" y="629541"/>
                  </a:lnTo>
                  <a:lnTo>
                    <a:pt x="734418" y="621507"/>
                  </a:lnTo>
                  <a:lnTo>
                    <a:pt x="746658" y="614964"/>
                  </a:lnTo>
                  <a:lnTo>
                    <a:pt x="758898" y="607912"/>
                  </a:lnTo>
                  <a:lnTo>
                    <a:pt x="771139" y="600499"/>
                  </a:lnTo>
                  <a:lnTo>
                    <a:pt x="783379" y="593269"/>
                  </a:lnTo>
                  <a:lnTo>
                    <a:pt x="795619" y="586246"/>
                  </a:lnTo>
                  <a:lnTo>
                    <a:pt x="807860" y="576758"/>
                  </a:lnTo>
                  <a:lnTo>
                    <a:pt x="820100" y="567211"/>
                  </a:lnTo>
                  <a:lnTo>
                    <a:pt x="832340" y="558044"/>
                  </a:lnTo>
                  <a:lnTo>
                    <a:pt x="844581" y="547821"/>
                  </a:lnTo>
                  <a:lnTo>
                    <a:pt x="856821" y="538165"/>
                  </a:lnTo>
                  <a:lnTo>
                    <a:pt x="869061" y="531996"/>
                  </a:lnTo>
                  <a:lnTo>
                    <a:pt x="881301" y="526083"/>
                  </a:lnTo>
                  <a:lnTo>
                    <a:pt x="893542" y="518581"/>
                  </a:lnTo>
                  <a:lnTo>
                    <a:pt x="905782" y="510568"/>
                  </a:lnTo>
                  <a:lnTo>
                    <a:pt x="918022" y="503048"/>
                  </a:lnTo>
                  <a:lnTo>
                    <a:pt x="930263" y="495982"/>
                  </a:lnTo>
                  <a:lnTo>
                    <a:pt x="942503" y="489262"/>
                  </a:lnTo>
                  <a:lnTo>
                    <a:pt x="954743" y="483413"/>
                  </a:lnTo>
                  <a:lnTo>
                    <a:pt x="966984" y="478514"/>
                  </a:lnTo>
                  <a:lnTo>
                    <a:pt x="979224" y="474642"/>
                  </a:lnTo>
                  <a:lnTo>
                    <a:pt x="991464" y="470838"/>
                  </a:lnTo>
                  <a:lnTo>
                    <a:pt x="1003704" y="464877"/>
                  </a:lnTo>
                  <a:lnTo>
                    <a:pt x="1015945" y="462438"/>
                  </a:lnTo>
                  <a:lnTo>
                    <a:pt x="1028185" y="461568"/>
                  </a:lnTo>
                  <a:lnTo>
                    <a:pt x="1040425" y="461924"/>
                  </a:lnTo>
                  <a:lnTo>
                    <a:pt x="1052666" y="462758"/>
                  </a:lnTo>
                  <a:lnTo>
                    <a:pt x="1064906" y="463973"/>
                  </a:lnTo>
                  <a:lnTo>
                    <a:pt x="1077146" y="464253"/>
                  </a:lnTo>
                  <a:lnTo>
                    <a:pt x="1089387" y="464688"/>
                  </a:lnTo>
                  <a:lnTo>
                    <a:pt x="1101627" y="461940"/>
                  </a:lnTo>
                  <a:lnTo>
                    <a:pt x="1113867" y="459299"/>
                  </a:lnTo>
                  <a:lnTo>
                    <a:pt x="1126108" y="453628"/>
                  </a:lnTo>
                  <a:lnTo>
                    <a:pt x="1138348" y="451990"/>
                  </a:lnTo>
                  <a:lnTo>
                    <a:pt x="1150588" y="448713"/>
                  </a:lnTo>
                  <a:lnTo>
                    <a:pt x="1162828" y="445785"/>
                  </a:lnTo>
                  <a:lnTo>
                    <a:pt x="1175069" y="443233"/>
                  </a:lnTo>
                  <a:lnTo>
                    <a:pt x="1187309" y="440189"/>
                  </a:lnTo>
                  <a:lnTo>
                    <a:pt x="1199549" y="435454"/>
                  </a:lnTo>
                  <a:lnTo>
                    <a:pt x="1211790" y="430539"/>
                  </a:lnTo>
                  <a:lnTo>
                    <a:pt x="1224030" y="427634"/>
                  </a:lnTo>
                  <a:lnTo>
                    <a:pt x="1236270" y="429524"/>
                  </a:lnTo>
                  <a:lnTo>
                    <a:pt x="1248511" y="420137"/>
                  </a:lnTo>
                  <a:lnTo>
                    <a:pt x="1260751" y="416770"/>
                  </a:lnTo>
                  <a:lnTo>
                    <a:pt x="1272991" y="419485"/>
                  </a:lnTo>
                  <a:lnTo>
                    <a:pt x="1285231" y="416674"/>
                  </a:lnTo>
                  <a:lnTo>
                    <a:pt x="1297472" y="411749"/>
                  </a:lnTo>
                  <a:lnTo>
                    <a:pt x="1309712" y="407611"/>
                  </a:lnTo>
                  <a:lnTo>
                    <a:pt x="1321952" y="401044"/>
                  </a:lnTo>
                  <a:lnTo>
                    <a:pt x="1334193" y="392727"/>
                  </a:lnTo>
                  <a:lnTo>
                    <a:pt x="1346433" y="384092"/>
                  </a:lnTo>
                  <a:lnTo>
                    <a:pt x="1358673" y="371715"/>
                  </a:lnTo>
                  <a:lnTo>
                    <a:pt x="1370914" y="359792"/>
                  </a:lnTo>
                  <a:lnTo>
                    <a:pt x="1383154" y="357444"/>
                  </a:lnTo>
                  <a:lnTo>
                    <a:pt x="1395394" y="350809"/>
                  </a:lnTo>
                  <a:lnTo>
                    <a:pt x="1407635" y="342187"/>
                  </a:lnTo>
                  <a:lnTo>
                    <a:pt x="1419875" y="332817"/>
                  </a:lnTo>
                  <a:lnTo>
                    <a:pt x="1432115" y="323541"/>
                  </a:lnTo>
                  <a:lnTo>
                    <a:pt x="1444355" y="320382"/>
                  </a:lnTo>
                  <a:lnTo>
                    <a:pt x="1456596" y="315877"/>
                  </a:lnTo>
                  <a:lnTo>
                    <a:pt x="1468836" y="310620"/>
                  </a:lnTo>
                  <a:lnTo>
                    <a:pt x="1481076" y="307723"/>
                  </a:lnTo>
                  <a:lnTo>
                    <a:pt x="1493317" y="307337"/>
                  </a:lnTo>
                  <a:lnTo>
                    <a:pt x="1505557" y="310354"/>
                  </a:lnTo>
                  <a:lnTo>
                    <a:pt x="1517797" y="310317"/>
                  </a:lnTo>
                  <a:lnTo>
                    <a:pt x="1530038" y="311422"/>
                  </a:lnTo>
                  <a:lnTo>
                    <a:pt x="1542278" y="307103"/>
                  </a:lnTo>
                  <a:lnTo>
                    <a:pt x="1554518" y="298147"/>
                  </a:lnTo>
                  <a:lnTo>
                    <a:pt x="1566759" y="290914"/>
                  </a:lnTo>
                  <a:lnTo>
                    <a:pt x="1578999" y="291730"/>
                  </a:lnTo>
                  <a:lnTo>
                    <a:pt x="1591239" y="286973"/>
                  </a:lnTo>
                  <a:lnTo>
                    <a:pt x="1603479" y="279625"/>
                  </a:lnTo>
                  <a:lnTo>
                    <a:pt x="1615720" y="268325"/>
                  </a:lnTo>
                  <a:lnTo>
                    <a:pt x="1627960" y="256279"/>
                  </a:lnTo>
                  <a:lnTo>
                    <a:pt x="1640200" y="247693"/>
                  </a:lnTo>
                  <a:lnTo>
                    <a:pt x="1652441" y="244658"/>
                  </a:lnTo>
                  <a:lnTo>
                    <a:pt x="1664681" y="243196"/>
                  </a:lnTo>
                  <a:lnTo>
                    <a:pt x="1676921" y="235957"/>
                  </a:lnTo>
                  <a:lnTo>
                    <a:pt x="1689162" y="228728"/>
                  </a:lnTo>
                  <a:lnTo>
                    <a:pt x="1701402" y="221506"/>
                  </a:lnTo>
                  <a:lnTo>
                    <a:pt x="1713642" y="214297"/>
                  </a:lnTo>
                  <a:lnTo>
                    <a:pt x="1725882" y="207153"/>
                  </a:lnTo>
                  <a:lnTo>
                    <a:pt x="1738123" y="200152"/>
                  </a:lnTo>
                  <a:lnTo>
                    <a:pt x="1750363" y="197225"/>
                  </a:lnTo>
                  <a:lnTo>
                    <a:pt x="1762603" y="206615"/>
                  </a:lnTo>
                  <a:lnTo>
                    <a:pt x="1774844" y="201199"/>
                  </a:lnTo>
                  <a:lnTo>
                    <a:pt x="1787084" y="190273"/>
                  </a:lnTo>
                  <a:lnTo>
                    <a:pt x="1799324" y="188387"/>
                  </a:lnTo>
                  <a:lnTo>
                    <a:pt x="1811565" y="190601"/>
                  </a:lnTo>
                  <a:lnTo>
                    <a:pt x="1823805" y="181172"/>
                  </a:lnTo>
                  <a:lnTo>
                    <a:pt x="1836045" y="171796"/>
                  </a:lnTo>
                  <a:lnTo>
                    <a:pt x="1848286" y="157629"/>
                  </a:lnTo>
                  <a:lnTo>
                    <a:pt x="1860526" y="155137"/>
                  </a:lnTo>
                  <a:lnTo>
                    <a:pt x="1872766" y="154845"/>
                  </a:lnTo>
                  <a:lnTo>
                    <a:pt x="1885006" y="155629"/>
                  </a:lnTo>
                  <a:lnTo>
                    <a:pt x="1897247" y="157567"/>
                  </a:lnTo>
                  <a:lnTo>
                    <a:pt x="1909487" y="155029"/>
                  </a:lnTo>
                  <a:lnTo>
                    <a:pt x="1921727" y="150517"/>
                  </a:lnTo>
                  <a:lnTo>
                    <a:pt x="1933968" y="151883"/>
                  </a:lnTo>
                  <a:lnTo>
                    <a:pt x="1946208" y="144576"/>
                  </a:lnTo>
                  <a:lnTo>
                    <a:pt x="1958448" y="141736"/>
                  </a:lnTo>
                  <a:lnTo>
                    <a:pt x="1970689" y="136359"/>
                  </a:lnTo>
                  <a:lnTo>
                    <a:pt x="1982929" y="134150"/>
                  </a:lnTo>
                  <a:lnTo>
                    <a:pt x="1995169" y="132771"/>
                  </a:lnTo>
                  <a:lnTo>
                    <a:pt x="2007409" y="135632"/>
                  </a:lnTo>
                  <a:lnTo>
                    <a:pt x="2019650" y="128433"/>
                  </a:lnTo>
                  <a:lnTo>
                    <a:pt x="2031890" y="128201"/>
                  </a:lnTo>
                  <a:lnTo>
                    <a:pt x="2044130" y="121929"/>
                  </a:lnTo>
                  <a:lnTo>
                    <a:pt x="2056371" y="115685"/>
                  </a:lnTo>
                  <a:lnTo>
                    <a:pt x="2068611" y="108175"/>
                  </a:lnTo>
                  <a:lnTo>
                    <a:pt x="2080851" y="99121"/>
                  </a:lnTo>
                  <a:lnTo>
                    <a:pt x="2093092" y="93409"/>
                  </a:lnTo>
                  <a:lnTo>
                    <a:pt x="2105332" y="90695"/>
                  </a:lnTo>
                  <a:lnTo>
                    <a:pt x="2117572" y="91389"/>
                  </a:lnTo>
                  <a:lnTo>
                    <a:pt x="2129813" y="95807"/>
                  </a:lnTo>
                  <a:lnTo>
                    <a:pt x="2142053" y="95208"/>
                  </a:lnTo>
                  <a:lnTo>
                    <a:pt x="2154293" y="68959"/>
                  </a:lnTo>
                  <a:lnTo>
                    <a:pt x="2166533" y="39528"/>
                  </a:lnTo>
                  <a:lnTo>
                    <a:pt x="2178774" y="20445"/>
                  </a:lnTo>
                  <a:lnTo>
                    <a:pt x="2191014" y="0"/>
                  </a:lnTo>
                  <a:lnTo>
                    <a:pt x="2191014" y="954736"/>
                  </a:lnTo>
                  <a:lnTo>
                    <a:pt x="2178774" y="903622"/>
                  </a:lnTo>
                  <a:lnTo>
                    <a:pt x="2166533" y="864661"/>
                  </a:lnTo>
                  <a:lnTo>
                    <a:pt x="2154293" y="824217"/>
                  </a:lnTo>
                  <a:lnTo>
                    <a:pt x="2142053" y="792523"/>
                  </a:lnTo>
                  <a:lnTo>
                    <a:pt x="2129813" y="815173"/>
                  </a:lnTo>
                  <a:lnTo>
                    <a:pt x="2117572" y="780059"/>
                  </a:lnTo>
                  <a:lnTo>
                    <a:pt x="2105332" y="737264"/>
                  </a:lnTo>
                  <a:lnTo>
                    <a:pt x="2093092" y="727453"/>
                  </a:lnTo>
                  <a:lnTo>
                    <a:pt x="2080851" y="693774"/>
                  </a:lnTo>
                  <a:lnTo>
                    <a:pt x="2068611" y="666036"/>
                  </a:lnTo>
                  <a:lnTo>
                    <a:pt x="2056371" y="642018"/>
                  </a:lnTo>
                  <a:lnTo>
                    <a:pt x="2044130" y="627043"/>
                  </a:lnTo>
                  <a:lnTo>
                    <a:pt x="2031890" y="625755"/>
                  </a:lnTo>
                  <a:lnTo>
                    <a:pt x="2019650" y="638053"/>
                  </a:lnTo>
                  <a:lnTo>
                    <a:pt x="2007409" y="620884"/>
                  </a:lnTo>
                  <a:lnTo>
                    <a:pt x="1995169" y="603814"/>
                  </a:lnTo>
                  <a:lnTo>
                    <a:pt x="1982929" y="609257"/>
                  </a:lnTo>
                  <a:lnTo>
                    <a:pt x="1970689" y="582724"/>
                  </a:lnTo>
                  <a:lnTo>
                    <a:pt x="1958448" y="588253"/>
                  </a:lnTo>
                  <a:lnTo>
                    <a:pt x="1946208" y="587847"/>
                  </a:lnTo>
                  <a:lnTo>
                    <a:pt x="1933968" y="596477"/>
                  </a:lnTo>
                  <a:lnTo>
                    <a:pt x="1921727" y="599097"/>
                  </a:lnTo>
                  <a:lnTo>
                    <a:pt x="1909487" y="588702"/>
                  </a:lnTo>
                  <a:lnTo>
                    <a:pt x="1897247" y="578530"/>
                  </a:lnTo>
                  <a:lnTo>
                    <a:pt x="1885006" y="575912"/>
                  </a:lnTo>
                  <a:lnTo>
                    <a:pt x="1872766" y="574594"/>
                  </a:lnTo>
                  <a:lnTo>
                    <a:pt x="1860526" y="564233"/>
                  </a:lnTo>
                  <a:lnTo>
                    <a:pt x="1848286" y="566137"/>
                  </a:lnTo>
                  <a:lnTo>
                    <a:pt x="1836045" y="563778"/>
                  </a:lnTo>
                  <a:lnTo>
                    <a:pt x="1823805" y="547921"/>
                  </a:lnTo>
                  <a:lnTo>
                    <a:pt x="1811565" y="547995"/>
                  </a:lnTo>
                  <a:lnTo>
                    <a:pt x="1799324" y="560705"/>
                  </a:lnTo>
                  <a:lnTo>
                    <a:pt x="1787084" y="559841"/>
                  </a:lnTo>
                  <a:lnTo>
                    <a:pt x="1774844" y="559133"/>
                  </a:lnTo>
                  <a:lnTo>
                    <a:pt x="1762603" y="570885"/>
                  </a:lnTo>
                  <a:lnTo>
                    <a:pt x="1750363" y="574386"/>
                  </a:lnTo>
                  <a:lnTo>
                    <a:pt x="1738123" y="575267"/>
                  </a:lnTo>
                  <a:lnTo>
                    <a:pt x="1725882" y="579916"/>
                  </a:lnTo>
                  <a:lnTo>
                    <a:pt x="1713642" y="585411"/>
                  </a:lnTo>
                  <a:lnTo>
                    <a:pt x="1701402" y="592782"/>
                  </a:lnTo>
                  <a:lnTo>
                    <a:pt x="1689162" y="592983"/>
                  </a:lnTo>
                  <a:lnTo>
                    <a:pt x="1676921" y="594050"/>
                  </a:lnTo>
                  <a:lnTo>
                    <a:pt x="1664681" y="594472"/>
                  </a:lnTo>
                  <a:lnTo>
                    <a:pt x="1652441" y="593833"/>
                  </a:lnTo>
                  <a:lnTo>
                    <a:pt x="1640200" y="591652"/>
                  </a:lnTo>
                  <a:lnTo>
                    <a:pt x="1627960" y="584333"/>
                  </a:lnTo>
                  <a:lnTo>
                    <a:pt x="1615720" y="583760"/>
                  </a:lnTo>
                  <a:lnTo>
                    <a:pt x="1603479" y="582077"/>
                  </a:lnTo>
                  <a:lnTo>
                    <a:pt x="1591239" y="578291"/>
                  </a:lnTo>
                  <a:lnTo>
                    <a:pt x="1578999" y="566195"/>
                  </a:lnTo>
                  <a:lnTo>
                    <a:pt x="1566759" y="553906"/>
                  </a:lnTo>
                  <a:lnTo>
                    <a:pt x="1554518" y="541823"/>
                  </a:lnTo>
                  <a:lnTo>
                    <a:pt x="1542278" y="532600"/>
                  </a:lnTo>
                  <a:lnTo>
                    <a:pt x="1530038" y="528112"/>
                  </a:lnTo>
                  <a:lnTo>
                    <a:pt x="1517797" y="540327"/>
                  </a:lnTo>
                  <a:lnTo>
                    <a:pt x="1505557" y="540562"/>
                  </a:lnTo>
                  <a:lnTo>
                    <a:pt x="1493317" y="539572"/>
                  </a:lnTo>
                  <a:lnTo>
                    <a:pt x="1481076" y="539806"/>
                  </a:lnTo>
                  <a:lnTo>
                    <a:pt x="1468836" y="536604"/>
                  </a:lnTo>
                  <a:lnTo>
                    <a:pt x="1456596" y="545759"/>
                  </a:lnTo>
                  <a:lnTo>
                    <a:pt x="1444355" y="554930"/>
                  </a:lnTo>
                  <a:lnTo>
                    <a:pt x="1432115" y="558788"/>
                  </a:lnTo>
                  <a:lnTo>
                    <a:pt x="1419875" y="559069"/>
                  </a:lnTo>
                  <a:lnTo>
                    <a:pt x="1407635" y="558417"/>
                  </a:lnTo>
                  <a:lnTo>
                    <a:pt x="1395394" y="557054"/>
                  </a:lnTo>
                  <a:lnTo>
                    <a:pt x="1383154" y="555092"/>
                  </a:lnTo>
                  <a:lnTo>
                    <a:pt x="1370914" y="552648"/>
                  </a:lnTo>
                  <a:lnTo>
                    <a:pt x="1358673" y="549833"/>
                  </a:lnTo>
                  <a:lnTo>
                    <a:pt x="1346433" y="554838"/>
                  </a:lnTo>
                  <a:lnTo>
                    <a:pt x="1334193" y="560570"/>
                  </a:lnTo>
                  <a:lnTo>
                    <a:pt x="1321952" y="568795"/>
                  </a:lnTo>
                  <a:lnTo>
                    <a:pt x="1309712" y="572668"/>
                  </a:lnTo>
                  <a:lnTo>
                    <a:pt x="1297472" y="578870"/>
                  </a:lnTo>
                  <a:lnTo>
                    <a:pt x="1285231" y="585079"/>
                  </a:lnTo>
                  <a:lnTo>
                    <a:pt x="1272991" y="595253"/>
                  </a:lnTo>
                  <a:lnTo>
                    <a:pt x="1260751" y="596293"/>
                  </a:lnTo>
                  <a:lnTo>
                    <a:pt x="1248511" y="597575"/>
                  </a:lnTo>
                  <a:lnTo>
                    <a:pt x="1236270" y="600666"/>
                  </a:lnTo>
                  <a:lnTo>
                    <a:pt x="1224030" y="605104"/>
                  </a:lnTo>
                  <a:lnTo>
                    <a:pt x="1211790" y="607440"/>
                  </a:lnTo>
                  <a:lnTo>
                    <a:pt x="1199549" y="608937"/>
                  </a:lnTo>
                  <a:lnTo>
                    <a:pt x="1187309" y="609111"/>
                  </a:lnTo>
                  <a:lnTo>
                    <a:pt x="1175069" y="609135"/>
                  </a:lnTo>
                  <a:lnTo>
                    <a:pt x="1162828" y="608643"/>
                  </a:lnTo>
                  <a:lnTo>
                    <a:pt x="1150588" y="609542"/>
                  </a:lnTo>
                  <a:lnTo>
                    <a:pt x="1138348" y="608737"/>
                  </a:lnTo>
                  <a:lnTo>
                    <a:pt x="1126108" y="607705"/>
                  </a:lnTo>
                  <a:lnTo>
                    <a:pt x="1113867" y="606674"/>
                  </a:lnTo>
                  <a:lnTo>
                    <a:pt x="1101627" y="606517"/>
                  </a:lnTo>
                  <a:lnTo>
                    <a:pt x="1089387" y="604697"/>
                  </a:lnTo>
                  <a:lnTo>
                    <a:pt x="1077146" y="604218"/>
                  </a:lnTo>
                  <a:lnTo>
                    <a:pt x="1064906" y="603530"/>
                  </a:lnTo>
                  <a:lnTo>
                    <a:pt x="1052666" y="607845"/>
                  </a:lnTo>
                  <a:lnTo>
                    <a:pt x="1040425" y="609100"/>
                  </a:lnTo>
                  <a:lnTo>
                    <a:pt x="1028185" y="605954"/>
                  </a:lnTo>
                  <a:lnTo>
                    <a:pt x="1015945" y="608511"/>
                  </a:lnTo>
                  <a:lnTo>
                    <a:pt x="1003704" y="612336"/>
                  </a:lnTo>
                  <a:lnTo>
                    <a:pt x="991464" y="616076"/>
                  </a:lnTo>
                  <a:lnTo>
                    <a:pt x="979224" y="619721"/>
                  </a:lnTo>
                  <a:lnTo>
                    <a:pt x="966984" y="623262"/>
                  </a:lnTo>
                  <a:lnTo>
                    <a:pt x="954743" y="627023"/>
                  </a:lnTo>
                  <a:lnTo>
                    <a:pt x="942503" y="631531"/>
                  </a:lnTo>
                  <a:lnTo>
                    <a:pt x="930263" y="636291"/>
                  </a:lnTo>
                  <a:lnTo>
                    <a:pt x="918022" y="641289"/>
                  </a:lnTo>
                  <a:lnTo>
                    <a:pt x="905782" y="646512"/>
                  </a:lnTo>
                  <a:lnTo>
                    <a:pt x="893542" y="651304"/>
                  </a:lnTo>
                  <a:lnTo>
                    <a:pt x="881301" y="658089"/>
                  </a:lnTo>
                  <a:lnTo>
                    <a:pt x="869061" y="663606"/>
                  </a:lnTo>
                  <a:lnTo>
                    <a:pt x="856821" y="670181"/>
                  </a:lnTo>
                  <a:lnTo>
                    <a:pt x="844581" y="680518"/>
                  </a:lnTo>
                  <a:lnTo>
                    <a:pt x="832340" y="691058"/>
                  </a:lnTo>
                  <a:lnTo>
                    <a:pt x="820100" y="699573"/>
                  </a:lnTo>
                  <a:lnTo>
                    <a:pt x="807860" y="708051"/>
                  </a:lnTo>
                  <a:lnTo>
                    <a:pt x="795619" y="720516"/>
                  </a:lnTo>
                  <a:lnTo>
                    <a:pt x="783379" y="729621"/>
                  </a:lnTo>
                  <a:lnTo>
                    <a:pt x="771139" y="736681"/>
                  </a:lnTo>
                  <a:lnTo>
                    <a:pt x="758898" y="744149"/>
                  </a:lnTo>
                  <a:lnTo>
                    <a:pt x="746658" y="753913"/>
                  </a:lnTo>
                  <a:lnTo>
                    <a:pt x="734418" y="763357"/>
                  </a:lnTo>
                  <a:lnTo>
                    <a:pt x="722177" y="772414"/>
                  </a:lnTo>
                  <a:lnTo>
                    <a:pt x="709937" y="780185"/>
                  </a:lnTo>
                  <a:lnTo>
                    <a:pt x="697697" y="787494"/>
                  </a:lnTo>
                  <a:lnTo>
                    <a:pt x="685457" y="792106"/>
                  </a:lnTo>
                  <a:lnTo>
                    <a:pt x="673216" y="796721"/>
                  </a:lnTo>
                  <a:lnTo>
                    <a:pt x="660976" y="799708"/>
                  </a:lnTo>
                  <a:lnTo>
                    <a:pt x="648736" y="804460"/>
                  </a:lnTo>
                  <a:lnTo>
                    <a:pt x="636495" y="811364"/>
                  </a:lnTo>
                  <a:lnTo>
                    <a:pt x="624255" y="820516"/>
                  </a:lnTo>
                  <a:lnTo>
                    <a:pt x="612015" y="829071"/>
                  </a:lnTo>
                  <a:lnTo>
                    <a:pt x="599774" y="838382"/>
                  </a:lnTo>
                  <a:lnTo>
                    <a:pt x="587534" y="847098"/>
                  </a:lnTo>
                  <a:lnTo>
                    <a:pt x="575294" y="855429"/>
                  </a:lnTo>
                  <a:lnTo>
                    <a:pt x="563054" y="862637"/>
                  </a:lnTo>
                  <a:lnTo>
                    <a:pt x="550813" y="871646"/>
                  </a:lnTo>
                  <a:lnTo>
                    <a:pt x="538573" y="878052"/>
                  </a:lnTo>
                  <a:lnTo>
                    <a:pt x="526333" y="885994"/>
                  </a:lnTo>
                  <a:lnTo>
                    <a:pt x="514092" y="893833"/>
                  </a:lnTo>
                  <a:lnTo>
                    <a:pt x="501852" y="903104"/>
                  </a:lnTo>
                  <a:lnTo>
                    <a:pt x="489612" y="912599"/>
                  </a:lnTo>
                  <a:lnTo>
                    <a:pt x="477371" y="922547"/>
                  </a:lnTo>
                  <a:lnTo>
                    <a:pt x="465131" y="932051"/>
                  </a:lnTo>
                  <a:lnTo>
                    <a:pt x="452891" y="941295"/>
                  </a:lnTo>
                  <a:lnTo>
                    <a:pt x="440650" y="951950"/>
                  </a:lnTo>
                  <a:lnTo>
                    <a:pt x="428410" y="962820"/>
                  </a:lnTo>
                  <a:lnTo>
                    <a:pt x="416170" y="970829"/>
                  </a:lnTo>
                  <a:lnTo>
                    <a:pt x="403930" y="977060"/>
                  </a:lnTo>
                  <a:lnTo>
                    <a:pt x="391689" y="985131"/>
                  </a:lnTo>
                  <a:lnTo>
                    <a:pt x="379449" y="997068"/>
                  </a:lnTo>
                  <a:lnTo>
                    <a:pt x="367209" y="1007625"/>
                  </a:lnTo>
                  <a:lnTo>
                    <a:pt x="354968" y="1017806"/>
                  </a:lnTo>
                  <a:lnTo>
                    <a:pt x="342728" y="1028630"/>
                  </a:lnTo>
                  <a:lnTo>
                    <a:pt x="330488" y="1038970"/>
                  </a:lnTo>
                  <a:lnTo>
                    <a:pt x="318247" y="1049748"/>
                  </a:lnTo>
                  <a:lnTo>
                    <a:pt x="306007" y="1057902"/>
                  </a:lnTo>
                  <a:lnTo>
                    <a:pt x="293767" y="1066342"/>
                  </a:lnTo>
                  <a:lnTo>
                    <a:pt x="281527" y="1073408"/>
                  </a:lnTo>
                  <a:lnTo>
                    <a:pt x="269286" y="1076683"/>
                  </a:lnTo>
                  <a:lnTo>
                    <a:pt x="257046" y="1078903"/>
                  </a:lnTo>
                  <a:lnTo>
                    <a:pt x="244806" y="1083735"/>
                  </a:lnTo>
                  <a:lnTo>
                    <a:pt x="232565" y="1088130"/>
                  </a:lnTo>
                  <a:lnTo>
                    <a:pt x="220325" y="1091040"/>
                  </a:lnTo>
                  <a:lnTo>
                    <a:pt x="208085" y="1094198"/>
                  </a:lnTo>
                  <a:lnTo>
                    <a:pt x="195844" y="1103212"/>
                  </a:lnTo>
                  <a:lnTo>
                    <a:pt x="183604" y="1112627"/>
                  </a:lnTo>
                  <a:lnTo>
                    <a:pt x="171364" y="1121862"/>
                  </a:lnTo>
                  <a:lnTo>
                    <a:pt x="159123" y="1129020"/>
                  </a:lnTo>
                  <a:lnTo>
                    <a:pt x="146883" y="1138123"/>
                  </a:lnTo>
                  <a:lnTo>
                    <a:pt x="134643" y="1147983"/>
                  </a:lnTo>
                  <a:lnTo>
                    <a:pt x="122403" y="1155994"/>
                  </a:lnTo>
                  <a:lnTo>
                    <a:pt x="110162" y="1163573"/>
                  </a:lnTo>
                  <a:lnTo>
                    <a:pt x="97922" y="1170671"/>
                  </a:lnTo>
                  <a:lnTo>
                    <a:pt x="85682" y="1178293"/>
                  </a:lnTo>
                  <a:lnTo>
                    <a:pt x="73441" y="1187747"/>
                  </a:lnTo>
                  <a:lnTo>
                    <a:pt x="61201" y="1202445"/>
                  </a:lnTo>
                  <a:lnTo>
                    <a:pt x="48961" y="1209806"/>
                  </a:lnTo>
                  <a:lnTo>
                    <a:pt x="36720" y="1230441"/>
                  </a:lnTo>
                  <a:lnTo>
                    <a:pt x="24480" y="1254863"/>
                  </a:lnTo>
                  <a:lnTo>
                    <a:pt x="12240" y="1283820"/>
                  </a:lnTo>
                  <a:lnTo>
                    <a:pt x="0" y="131980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942366"/>
              <a:ext cx="2191014" cy="999465"/>
            </a:xfrm>
            <a:custGeom>
              <a:avLst/>
              <a:pathLst>
                <a:path w="2191014" h="999465">
                  <a:moveTo>
                    <a:pt x="0" y="999465"/>
                  </a:moveTo>
                  <a:lnTo>
                    <a:pt x="12240" y="994630"/>
                  </a:lnTo>
                  <a:lnTo>
                    <a:pt x="24480" y="990249"/>
                  </a:lnTo>
                  <a:lnTo>
                    <a:pt x="36720" y="987380"/>
                  </a:lnTo>
                  <a:lnTo>
                    <a:pt x="48961" y="985163"/>
                  </a:lnTo>
                  <a:lnTo>
                    <a:pt x="61201" y="971843"/>
                  </a:lnTo>
                  <a:lnTo>
                    <a:pt x="73441" y="964573"/>
                  </a:lnTo>
                  <a:lnTo>
                    <a:pt x="85682" y="960968"/>
                  </a:lnTo>
                  <a:lnTo>
                    <a:pt x="97922" y="953018"/>
                  </a:lnTo>
                  <a:lnTo>
                    <a:pt x="110162" y="945708"/>
                  </a:lnTo>
                  <a:lnTo>
                    <a:pt x="122403" y="940336"/>
                  </a:lnTo>
                  <a:lnTo>
                    <a:pt x="134643" y="935897"/>
                  </a:lnTo>
                  <a:lnTo>
                    <a:pt x="146883" y="932152"/>
                  </a:lnTo>
                  <a:lnTo>
                    <a:pt x="159123" y="931291"/>
                  </a:lnTo>
                  <a:lnTo>
                    <a:pt x="171364" y="932062"/>
                  </a:lnTo>
                  <a:lnTo>
                    <a:pt x="183604" y="934074"/>
                  </a:lnTo>
                  <a:lnTo>
                    <a:pt x="195844" y="936935"/>
                  </a:lnTo>
                  <a:lnTo>
                    <a:pt x="208085" y="940195"/>
                  </a:lnTo>
                  <a:lnTo>
                    <a:pt x="220325" y="939718"/>
                  </a:lnTo>
                  <a:lnTo>
                    <a:pt x="232565" y="933842"/>
                  </a:lnTo>
                  <a:lnTo>
                    <a:pt x="244806" y="927864"/>
                  </a:lnTo>
                  <a:lnTo>
                    <a:pt x="257046" y="928239"/>
                  </a:lnTo>
                  <a:lnTo>
                    <a:pt x="269286" y="922001"/>
                  </a:lnTo>
                  <a:lnTo>
                    <a:pt x="281527" y="917259"/>
                  </a:lnTo>
                  <a:lnTo>
                    <a:pt x="293767" y="908726"/>
                  </a:lnTo>
                  <a:lnTo>
                    <a:pt x="306007" y="901611"/>
                  </a:lnTo>
                  <a:lnTo>
                    <a:pt x="318247" y="897129"/>
                  </a:lnTo>
                  <a:lnTo>
                    <a:pt x="330488" y="892309"/>
                  </a:lnTo>
                  <a:lnTo>
                    <a:pt x="342728" y="887079"/>
                  </a:lnTo>
                  <a:lnTo>
                    <a:pt x="354968" y="877894"/>
                  </a:lnTo>
                  <a:lnTo>
                    <a:pt x="367209" y="871261"/>
                  </a:lnTo>
                  <a:lnTo>
                    <a:pt x="379449" y="862881"/>
                  </a:lnTo>
                  <a:lnTo>
                    <a:pt x="391689" y="852545"/>
                  </a:lnTo>
                  <a:lnTo>
                    <a:pt x="403930" y="843354"/>
                  </a:lnTo>
                  <a:lnTo>
                    <a:pt x="416170" y="833390"/>
                  </a:lnTo>
                  <a:lnTo>
                    <a:pt x="428410" y="823677"/>
                  </a:lnTo>
                  <a:lnTo>
                    <a:pt x="440650" y="816169"/>
                  </a:lnTo>
                  <a:lnTo>
                    <a:pt x="452891" y="807590"/>
                  </a:lnTo>
                  <a:lnTo>
                    <a:pt x="465131" y="797253"/>
                  </a:lnTo>
                  <a:lnTo>
                    <a:pt x="477371" y="789917"/>
                  </a:lnTo>
                  <a:lnTo>
                    <a:pt x="489612" y="782360"/>
                  </a:lnTo>
                  <a:lnTo>
                    <a:pt x="501852" y="774592"/>
                  </a:lnTo>
                  <a:lnTo>
                    <a:pt x="514092" y="766636"/>
                  </a:lnTo>
                  <a:lnTo>
                    <a:pt x="526333" y="758516"/>
                  </a:lnTo>
                  <a:lnTo>
                    <a:pt x="538573" y="750257"/>
                  </a:lnTo>
                  <a:lnTo>
                    <a:pt x="550813" y="741883"/>
                  </a:lnTo>
                  <a:lnTo>
                    <a:pt x="563054" y="733418"/>
                  </a:lnTo>
                  <a:lnTo>
                    <a:pt x="575294" y="725790"/>
                  </a:lnTo>
                  <a:lnTo>
                    <a:pt x="587534" y="719278"/>
                  </a:lnTo>
                  <a:lnTo>
                    <a:pt x="599774" y="713146"/>
                  </a:lnTo>
                  <a:lnTo>
                    <a:pt x="612015" y="705146"/>
                  </a:lnTo>
                  <a:lnTo>
                    <a:pt x="624255" y="696904"/>
                  </a:lnTo>
                  <a:lnTo>
                    <a:pt x="636495" y="687412"/>
                  </a:lnTo>
                  <a:lnTo>
                    <a:pt x="648736" y="678806"/>
                  </a:lnTo>
                  <a:lnTo>
                    <a:pt x="660976" y="671773"/>
                  </a:lnTo>
                  <a:lnTo>
                    <a:pt x="673216" y="663384"/>
                  </a:lnTo>
                  <a:lnTo>
                    <a:pt x="685457" y="655118"/>
                  </a:lnTo>
                  <a:lnTo>
                    <a:pt x="697697" y="646969"/>
                  </a:lnTo>
                  <a:lnTo>
                    <a:pt x="709937" y="638898"/>
                  </a:lnTo>
                  <a:lnTo>
                    <a:pt x="722177" y="629541"/>
                  </a:lnTo>
                  <a:lnTo>
                    <a:pt x="734418" y="621507"/>
                  </a:lnTo>
                  <a:lnTo>
                    <a:pt x="746658" y="614964"/>
                  </a:lnTo>
                  <a:lnTo>
                    <a:pt x="758898" y="607912"/>
                  </a:lnTo>
                  <a:lnTo>
                    <a:pt x="771139" y="600499"/>
                  </a:lnTo>
                  <a:lnTo>
                    <a:pt x="783379" y="593269"/>
                  </a:lnTo>
                  <a:lnTo>
                    <a:pt x="795619" y="586246"/>
                  </a:lnTo>
                  <a:lnTo>
                    <a:pt x="807860" y="576758"/>
                  </a:lnTo>
                  <a:lnTo>
                    <a:pt x="820100" y="567211"/>
                  </a:lnTo>
                  <a:lnTo>
                    <a:pt x="832340" y="558044"/>
                  </a:lnTo>
                  <a:lnTo>
                    <a:pt x="844581" y="547821"/>
                  </a:lnTo>
                  <a:lnTo>
                    <a:pt x="856821" y="538165"/>
                  </a:lnTo>
                  <a:lnTo>
                    <a:pt x="869061" y="531996"/>
                  </a:lnTo>
                  <a:lnTo>
                    <a:pt x="881301" y="526083"/>
                  </a:lnTo>
                  <a:lnTo>
                    <a:pt x="893542" y="518581"/>
                  </a:lnTo>
                  <a:lnTo>
                    <a:pt x="905782" y="510568"/>
                  </a:lnTo>
                  <a:lnTo>
                    <a:pt x="918022" y="503048"/>
                  </a:lnTo>
                  <a:lnTo>
                    <a:pt x="930263" y="495982"/>
                  </a:lnTo>
                  <a:lnTo>
                    <a:pt x="942503" y="489262"/>
                  </a:lnTo>
                  <a:lnTo>
                    <a:pt x="954743" y="483413"/>
                  </a:lnTo>
                  <a:lnTo>
                    <a:pt x="966984" y="478514"/>
                  </a:lnTo>
                  <a:lnTo>
                    <a:pt x="979224" y="474642"/>
                  </a:lnTo>
                  <a:lnTo>
                    <a:pt x="991464" y="470838"/>
                  </a:lnTo>
                  <a:lnTo>
                    <a:pt x="1003704" y="464877"/>
                  </a:lnTo>
                  <a:lnTo>
                    <a:pt x="1015945" y="462438"/>
                  </a:lnTo>
                  <a:lnTo>
                    <a:pt x="1028185" y="461568"/>
                  </a:lnTo>
                  <a:lnTo>
                    <a:pt x="1040425" y="461924"/>
                  </a:lnTo>
                  <a:lnTo>
                    <a:pt x="1052666" y="462758"/>
                  </a:lnTo>
                  <a:lnTo>
                    <a:pt x="1064906" y="463973"/>
                  </a:lnTo>
                  <a:lnTo>
                    <a:pt x="1077146" y="464253"/>
                  </a:lnTo>
                  <a:lnTo>
                    <a:pt x="1089387" y="464688"/>
                  </a:lnTo>
                  <a:lnTo>
                    <a:pt x="1101627" y="461940"/>
                  </a:lnTo>
                  <a:lnTo>
                    <a:pt x="1113867" y="459299"/>
                  </a:lnTo>
                  <a:lnTo>
                    <a:pt x="1126108" y="453628"/>
                  </a:lnTo>
                  <a:lnTo>
                    <a:pt x="1138348" y="451990"/>
                  </a:lnTo>
                  <a:lnTo>
                    <a:pt x="1150588" y="448713"/>
                  </a:lnTo>
                  <a:lnTo>
                    <a:pt x="1162828" y="445785"/>
                  </a:lnTo>
                  <a:lnTo>
                    <a:pt x="1175069" y="443233"/>
                  </a:lnTo>
                  <a:lnTo>
                    <a:pt x="1187309" y="440189"/>
                  </a:lnTo>
                  <a:lnTo>
                    <a:pt x="1199549" y="435454"/>
                  </a:lnTo>
                  <a:lnTo>
                    <a:pt x="1211790" y="430539"/>
                  </a:lnTo>
                  <a:lnTo>
                    <a:pt x="1224030" y="427634"/>
                  </a:lnTo>
                  <a:lnTo>
                    <a:pt x="1236270" y="429524"/>
                  </a:lnTo>
                  <a:lnTo>
                    <a:pt x="1248511" y="420137"/>
                  </a:lnTo>
                  <a:lnTo>
                    <a:pt x="1260751" y="416770"/>
                  </a:lnTo>
                  <a:lnTo>
                    <a:pt x="1272991" y="419485"/>
                  </a:lnTo>
                  <a:lnTo>
                    <a:pt x="1285231" y="416674"/>
                  </a:lnTo>
                  <a:lnTo>
                    <a:pt x="1297472" y="411749"/>
                  </a:lnTo>
                  <a:lnTo>
                    <a:pt x="1309712" y="407611"/>
                  </a:lnTo>
                  <a:lnTo>
                    <a:pt x="1321952" y="401044"/>
                  </a:lnTo>
                  <a:lnTo>
                    <a:pt x="1334193" y="392727"/>
                  </a:lnTo>
                  <a:lnTo>
                    <a:pt x="1346433" y="384092"/>
                  </a:lnTo>
                  <a:lnTo>
                    <a:pt x="1358673" y="371715"/>
                  </a:lnTo>
                  <a:lnTo>
                    <a:pt x="1370914" y="359792"/>
                  </a:lnTo>
                  <a:lnTo>
                    <a:pt x="1383154" y="357444"/>
                  </a:lnTo>
                  <a:lnTo>
                    <a:pt x="1395394" y="350809"/>
                  </a:lnTo>
                  <a:lnTo>
                    <a:pt x="1407635" y="342187"/>
                  </a:lnTo>
                  <a:lnTo>
                    <a:pt x="1419875" y="332817"/>
                  </a:lnTo>
                  <a:lnTo>
                    <a:pt x="1432115" y="323541"/>
                  </a:lnTo>
                  <a:lnTo>
                    <a:pt x="1444355" y="320382"/>
                  </a:lnTo>
                  <a:lnTo>
                    <a:pt x="1456596" y="315877"/>
                  </a:lnTo>
                  <a:lnTo>
                    <a:pt x="1468836" y="310620"/>
                  </a:lnTo>
                  <a:lnTo>
                    <a:pt x="1481076" y="307723"/>
                  </a:lnTo>
                  <a:lnTo>
                    <a:pt x="1493317" y="307337"/>
                  </a:lnTo>
                  <a:lnTo>
                    <a:pt x="1505557" y="310354"/>
                  </a:lnTo>
                  <a:lnTo>
                    <a:pt x="1517797" y="310317"/>
                  </a:lnTo>
                  <a:lnTo>
                    <a:pt x="1530038" y="311422"/>
                  </a:lnTo>
                  <a:lnTo>
                    <a:pt x="1542278" y="307103"/>
                  </a:lnTo>
                  <a:lnTo>
                    <a:pt x="1554518" y="298147"/>
                  </a:lnTo>
                  <a:lnTo>
                    <a:pt x="1566759" y="290914"/>
                  </a:lnTo>
                  <a:lnTo>
                    <a:pt x="1578999" y="291730"/>
                  </a:lnTo>
                  <a:lnTo>
                    <a:pt x="1591239" y="286973"/>
                  </a:lnTo>
                  <a:lnTo>
                    <a:pt x="1603479" y="279625"/>
                  </a:lnTo>
                  <a:lnTo>
                    <a:pt x="1615720" y="268325"/>
                  </a:lnTo>
                  <a:lnTo>
                    <a:pt x="1627960" y="256279"/>
                  </a:lnTo>
                  <a:lnTo>
                    <a:pt x="1640200" y="247693"/>
                  </a:lnTo>
                  <a:lnTo>
                    <a:pt x="1652441" y="244658"/>
                  </a:lnTo>
                  <a:lnTo>
                    <a:pt x="1664681" y="243196"/>
                  </a:lnTo>
                  <a:lnTo>
                    <a:pt x="1676921" y="235957"/>
                  </a:lnTo>
                  <a:lnTo>
                    <a:pt x="1689162" y="228728"/>
                  </a:lnTo>
                  <a:lnTo>
                    <a:pt x="1701402" y="221506"/>
                  </a:lnTo>
                  <a:lnTo>
                    <a:pt x="1713642" y="214297"/>
                  </a:lnTo>
                  <a:lnTo>
                    <a:pt x="1725882" y="207153"/>
                  </a:lnTo>
                  <a:lnTo>
                    <a:pt x="1738123" y="200152"/>
                  </a:lnTo>
                  <a:lnTo>
                    <a:pt x="1750363" y="197225"/>
                  </a:lnTo>
                  <a:lnTo>
                    <a:pt x="1762603" y="206615"/>
                  </a:lnTo>
                  <a:lnTo>
                    <a:pt x="1774844" y="201199"/>
                  </a:lnTo>
                  <a:lnTo>
                    <a:pt x="1787084" y="190273"/>
                  </a:lnTo>
                  <a:lnTo>
                    <a:pt x="1799324" y="188387"/>
                  </a:lnTo>
                  <a:lnTo>
                    <a:pt x="1811565" y="190601"/>
                  </a:lnTo>
                  <a:lnTo>
                    <a:pt x="1823805" y="181172"/>
                  </a:lnTo>
                  <a:lnTo>
                    <a:pt x="1836045" y="171796"/>
                  </a:lnTo>
                  <a:lnTo>
                    <a:pt x="1848286" y="157629"/>
                  </a:lnTo>
                  <a:lnTo>
                    <a:pt x="1860526" y="155137"/>
                  </a:lnTo>
                  <a:lnTo>
                    <a:pt x="1872766" y="154845"/>
                  </a:lnTo>
                  <a:lnTo>
                    <a:pt x="1885006" y="155629"/>
                  </a:lnTo>
                  <a:lnTo>
                    <a:pt x="1897247" y="157567"/>
                  </a:lnTo>
                  <a:lnTo>
                    <a:pt x="1909487" y="155029"/>
                  </a:lnTo>
                  <a:lnTo>
                    <a:pt x="1921727" y="150517"/>
                  </a:lnTo>
                  <a:lnTo>
                    <a:pt x="1933968" y="151883"/>
                  </a:lnTo>
                  <a:lnTo>
                    <a:pt x="1946208" y="144576"/>
                  </a:lnTo>
                  <a:lnTo>
                    <a:pt x="1958448" y="141736"/>
                  </a:lnTo>
                  <a:lnTo>
                    <a:pt x="1970689" y="136359"/>
                  </a:lnTo>
                  <a:lnTo>
                    <a:pt x="1982929" y="134150"/>
                  </a:lnTo>
                  <a:lnTo>
                    <a:pt x="1995169" y="132771"/>
                  </a:lnTo>
                  <a:lnTo>
                    <a:pt x="2007409" y="135632"/>
                  </a:lnTo>
                  <a:lnTo>
                    <a:pt x="2019650" y="128433"/>
                  </a:lnTo>
                  <a:lnTo>
                    <a:pt x="2031890" y="128201"/>
                  </a:lnTo>
                  <a:lnTo>
                    <a:pt x="2044130" y="121929"/>
                  </a:lnTo>
                  <a:lnTo>
                    <a:pt x="2056371" y="115685"/>
                  </a:lnTo>
                  <a:lnTo>
                    <a:pt x="2068611" y="108175"/>
                  </a:lnTo>
                  <a:lnTo>
                    <a:pt x="2080851" y="99121"/>
                  </a:lnTo>
                  <a:lnTo>
                    <a:pt x="2093092" y="93409"/>
                  </a:lnTo>
                  <a:lnTo>
                    <a:pt x="2105332" y="90695"/>
                  </a:lnTo>
                  <a:lnTo>
                    <a:pt x="2117572" y="91389"/>
                  </a:lnTo>
                  <a:lnTo>
                    <a:pt x="2129813" y="95807"/>
                  </a:lnTo>
                  <a:lnTo>
                    <a:pt x="2142053" y="95208"/>
                  </a:lnTo>
                  <a:lnTo>
                    <a:pt x="2154293" y="68959"/>
                  </a:lnTo>
                  <a:lnTo>
                    <a:pt x="2166533" y="39528"/>
                  </a:lnTo>
                  <a:lnTo>
                    <a:pt x="2178774" y="20445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470478"/>
              <a:ext cx="2191014" cy="791692"/>
            </a:xfrm>
            <a:custGeom>
              <a:avLst/>
              <a:pathLst>
                <a:path w="2191014" h="791692">
                  <a:moveTo>
                    <a:pt x="2191014" y="426624"/>
                  </a:moveTo>
                  <a:lnTo>
                    <a:pt x="2178774" y="375510"/>
                  </a:lnTo>
                  <a:lnTo>
                    <a:pt x="2166533" y="336548"/>
                  </a:lnTo>
                  <a:lnTo>
                    <a:pt x="2154293" y="296104"/>
                  </a:lnTo>
                  <a:lnTo>
                    <a:pt x="2142053" y="264411"/>
                  </a:lnTo>
                  <a:lnTo>
                    <a:pt x="2129813" y="287061"/>
                  </a:lnTo>
                  <a:lnTo>
                    <a:pt x="2117572" y="251947"/>
                  </a:lnTo>
                  <a:lnTo>
                    <a:pt x="2105332" y="209152"/>
                  </a:lnTo>
                  <a:lnTo>
                    <a:pt x="2093092" y="199340"/>
                  </a:lnTo>
                  <a:lnTo>
                    <a:pt x="2080851" y="165661"/>
                  </a:lnTo>
                  <a:lnTo>
                    <a:pt x="2068611" y="137923"/>
                  </a:lnTo>
                  <a:lnTo>
                    <a:pt x="2056371" y="113905"/>
                  </a:lnTo>
                  <a:lnTo>
                    <a:pt x="2044130" y="98931"/>
                  </a:lnTo>
                  <a:lnTo>
                    <a:pt x="2031890" y="97643"/>
                  </a:lnTo>
                  <a:lnTo>
                    <a:pt x="2019650" y="109941"/>
                  </a:lnTo>
                  <a:lnTo>
                    <a:pt x="2007409" y="92772"/>
                  </a:lnTo>
                  <a:lnTo>
                    <a:pt x="1995169" y="75702"/>
                  </a:lnTo>
                  <a:lnTo>
                    <a:pt x="1982929" y="81145"/>
                  </a:lnTo>
                  <a:lnTo>
                    <a:pt x="1970689" y="54612"/>
                  </a:lnTo>
                  <a:lnTo>
                    <a:pt x="1958448" y="60140"/>
                  </a:lnTo>
                  <a:lnTo>
                    <a:pt x="1946208" y="59735"/>
                  </a:lnTo>
                  <a:lnTo>
                    <a:pt x="1933968" y="68365"/>
                  </a:lnTo>
                  <a:lnTo>
                    <a:pt x="1921727" y="70984"/>
                  </a:lnTo>
                  <a:lnTo>
                    <a:pt x="1909487" y="60590"/>
                  </a:lnTo>
                  <a:lnTo>
                    <a:pt x="1897247" y="50418"/>
                  </a:lnTo>
                  <a:lnTo>
                    <a:pt x="1885006" y="47800"/>
                  </a:lnTo>
                  <a:lnTo>
                    <a:pt x="1872766" y="46482"/>
                  </a:lnTo>
                  <a:lnTo>
                    <a:pt x="1860526" y="36121"/>
                  </a:lnTo>
                  <a:lnTo>
                    <a:pt x="1848286" y="38025"/>
                  </a:lnTo>
                  <a:lnTo>
                    <a:pt x="1836045" y="35665"/>
                  </a:lnTo>
                  <a:lnTo>
                    <a:pt x="1823805" y="19809"/>
                  </a:lnTo>
                  <a:lnTo>
                    <a:pt x="1811565" y="19883"/>
                  </a:lnTo>
                  <a:lnTo>
                    <a:pt x="1799324" y="32593"/>
                  </a:lnTo>
                  <a:lnTo>
                    <a:pt x="1787084" y="31729"/>
                  </a:lnTo>
                  <a:lnTo>
                    <a:pt x="1774844" y="31020"/>
                  </a:lnTo>
                  <a:lnTo>
                    <a:pt x="1762603" y="42773"/>
                  </a:lnTo>
                  <a:lnTo>
                    <a:pt x="1750363" y="46274"/>
                  </a:lnTo>
                  <a:lnTo>
                    <a:pt x="1738123" y="47155"/>
                  </a:lnTo>
                  <a:lnTo>
                    <a:pt x="1725882" y="51804"/>
                  </a:lnTo>
                  <a:lnTo>
                    <a:pt x="1713642" y="57299"/>
                  </a:lnTo>
                  <a:lnTo>
                    <a:pt x="1701402" y="64670"/>
                  </a:lnTo>
                  <a:lnTo>
                    <a:pt x="1689162" y="64871"/>
                  </a:lnTo>
                  <a:lnTo>
                    <a:pt x="1676921" y="65938"/>
                  </a:lnTo>
                  <a:lnTo>
                    <a:pt x="1664681" y="66360"/>
                  </a:lnTo>
                  <a:lnTo>
                    <a:pt x="1652441" y="65720"/>
                  </a:lnTo>
                  <a:lnTo>
                    <a:pt x="1640200" y="63540"/>
                  </a:lnTo>
                  <a:lnTo>
                    <a:pt x="1627960" y="56220"/>
                  </a:lnTo>
                  <a:lnTo>
                    <a:pt x="1615720" y="55648"/>
                  </a:lnTo>
                  <a:lnTo>
                    <a:pt x="1603479" y="53965"/>
                  </a:lnTo>
                  <a:lnTo>
                    <a:pt x="1591239" y="50178"/>
                  </a:lnTo>
                  <a:lnTo>
                    <a:pt x="1578999" y="38082"/>
                  </a:lnTo>
                  <a:lnTo>
                    <a:pt x="1566759" y="25793"/>
                  </a:lnTo>
                  <a:lnTo>
                    <a:pt x="1554518" y="13711"/>
                  </a:lnTo>
                  <a:lnTo>
                    <a:pt x="1542278" y="4487"/>
                  </a:lnTo>
                  <a:lnTo>
                    <a:pt x="1530038" y="0"/>
                  </a:lnTo>
                  <a:lnTo>
                    <a:pt x="1517797" y="12215"/>
                  </a:lnTo>
                  <a:lnTo>
                    <a:pt x="1505557" y="12449"/>
                  </a:lnTo>
                  <a:lnTo>
                    <a:pt x="1493317" y="11459"/>
                  </a:lnTo>
                  <a:lnTo>
                    <a:pt x="1481076" y="11693"/>
                  </a:lnTo>
                  <a:lnTo>
                    <a:pt x="1468836" y="8491"/>
                  </a:lnTo>
                  <a:lnTo>
                    <a:pt x="1456596" y="17646"/>
                  </a:lnTo>
                  <a:lnTo>
                    <a:pt x="1444355" y="26818"/>
                  </a:lnTo>
                  <a:lnTo>
                    <a:pt x="1432115" y="30676"/>
                  </a:lnTo>
                  <a:lnTo>
                    <a:pt x="1419875" y="30957"/>
                  </a:lnTo>
                  <a:lnTo>
                    <a:pt x="1407635" y="30305"/>
                  </a:lnTo>
                  <a:lnTo>
                    <a:pt x="1395394" y="28941"/>
                  </a:lnTo>
                  <a:lnTo>
                    <a:pt x="1383154" y="26980"/>
                  </a:lnTo>
                  <a:lnTo>
                    <a:pt x="1370914" y="24535"/>
                  </a:lnTo>
                  <a:lnTo>
                    <a:pt x="1358673" y="21721"/>
                  </a:lnTo>
                  <a:lnTo>
                    <a:pt x="1346433" y="26725"/>
                  </a:lnTo>
                  <a:lnTo>
                    <a:pt x="1334193" y="32458"/>
                  </a:lnTo>
                  <a:lnTo>
                    <a:pt x="1321952" y="40683"/>
                  </a:lnTo>
                  <a:lnTo>
                    <a:pt x="1309712" y="44556"/>
                  </a:lnTo>
                  <a:lnTo>
                    <a:pt x="1297472" y="50758"/>
                  </a:lnTo>
                  <a:lnTo>
                    <a:pt x="1285231" y="56967"/>
                  </a:lnTo>
                  <a:lnTo>
                    <a:pt x="1272991" y="67140"/>
                  </a:lnTo>
                  <a:lnTo>
                    <a:pt x="1260751" y="68181"/>
                  </a:lnTo>
                  <a:lnTo>
                    <a:pt x="1248511" y="69463"/>
                  </a:lnTo>
                  <a:lnTo>
                    <a:pt x="1236270" y="72554"/>
                  </a:lnTo>
                  <a:lnTo>
                    <a:pt x="1224030" y="76992"/>
                  </a:lnTo>
                  <a:lnTo>
                    <a:pt x="1211790" y="79328"/>
                  </a:lnTo>
                  <a:lnTo>
                    <a:pt x="1199549" y="80824"/>
                  </a:lnTo>
                  <a:lnTo>
                    <a:pt x="1187309" y="80999"/>
                  </a:lnTo>
                  <a:lnTo>
                    <a:pt x="1175069" y="81023"/>
                  </a:lnTo>
                  <a:lnTo>
                    <a:pt x="1162828" y="80531"/>
                  </a:lnTo>
                  <a:lnTo>
                    <a:pt x="1150588" y="81429"/>
                  </a:lnTo>
                  <a:lnTo>
                    <a:pt x="1138348" y="80625"/>
                  </a:lnTo>
                  <a:lnTo>
                    <a:pt x="1126108" y="79593"/>
                  </a:lnTo>
                  <a:lnTo>
                    <a:pt x="1113867" y="78561"/>
                  </a:lnTo>
                  <a:lnTo>
                    <a:pt x="1101627" y="78405"/>
                  </a:lnTo>
                  <a:lnTo>
                    <a:pt x="1089387" y="76585"/>
                  </a:lnTo>
                  <a:lnTo>
                    <a:pt x="1077146" y="76106"/>
                  </a:lnTo>
                  <a:lnTo>
                    <a:pt x="1064906" y="75417"/>
                  </a:lnTo>
                  <a:lnTo>
                    <a:pt x="1052666" y="79733"/>
                  </a:lnTo>
                  <a:lnTo>
                    <a:pt x="1040425" y="80987"/>
                  </a:lnTo>
                  <a:lnTo>
                    <a:pt x="1028185" y="77842"/>
                  </a:lnTo>
                  <a:lnTo>
                    <a:pt x="1015945" y="80399"/>
                  </a:lnTo>
                  <a:lnTo>
                    <a:pt x="1003704" y="84224"/>
                  </a:lnTo>
                  <a:lnTo>
                    <a:pt x="991464" y="87964"/>
                  </a:lnTo>
                  <a:lnTo>
                    <a:pt x="979224" y="91609"/>
                  </a:lnTo>
                  <a:lnTo>
                    <a:pt x="966984" y="95149"/>
                  </a:lnTo>
                  <a:lnTo>
                    <a:pt x="954743" y="98911"/>
                  </a:lnTo>
                  <a:lnTo>
                    <a:pt x="942503" y="103419"/>
                  </a:lnTo>
                  <a:lnTo>
                    <a:pt x="930263" y="108179"/>
                  </a:lnTo>
                  <a:lnTo>
                    <a:pt x="918022" y="113177"/>
                  </a:lnTo>
                  <a:lnTo>
                    <a:pt x="905782" y="118400"/>
                  </a:lnTo>
                  <a:lnTo>
                    <a:pt x="893542" y="123191"/>
                  </a:lnTo>
                  <a:lnTo>
                    <a:pt x="881301" y="129977"/>
                  </a:lnTo>
                  <a:lnTo>
                    <a:pt x="869061" y="135494"/>
                  </a:lnTo>
                  <a:lnTo>
                    <a:pt x="856821" y="142069"/>
                  </a:lnTo>
                  <a:lnTo>
                    <a:pt x="844581" y="152406"/>
                  </a:lnTo>
                  <a:lnTo>
                    <a:pt x="832340" y="162945"/>
                  </a:lnTo>
                  <a:lnTo>
                    <a:pt x="820100" y="171461"/>
                  </a:lnTo>
                  <a:lnTo>
                    <a:pt x="807860" y="179938"/>
                  </a:lnTo>
                  <a:lnTo>
                    <a:pt x="795619" y="192404"/>
                  </a:lnTo>
                  <a:lnTo>
                    <a:pt x="783379" y="201509"/>
                  </a:lnTo>
                  <a:lnTo>
                    <a:pt x="771139" y="208569"/>
                  </a:lnTo>
                  <a:lnTo>
                    <a:pt x="758898" y="216036"/>
                  </a:lnTo>
                  <a:lnTo>
                    <a:pt x="746658" y="225801"/>
                  </a:lnTo>
                  <a:lnTo>
                    <a:pt x="734418" y="235245"/>
                  </a:lnTo>
                  <a:lnTo>
                    <a:pt x="722177" y="244302"/>
                  </a:lnTo>
                  <a:lnTo>
                    <a:pt x="709937" y="252073"/>
                  </a:lnTo>
                  <a:lnTo>
                    <a:pt x="697697" y="259382"/>
                  </a:lnTo>
                  <a:lnTo>
                    <a:pt x="685457" y="263994"/>
                  </a:lnTo>
                  <a:lnTo>
                    <a:pt x="673216" y="268609"/>
                  </a:lnTo>
                  <a:lnTo>
                    <a:pt x="660976" y="271596"/>
                  </a:lnTo>
                  <a:lnTo>
                    <a:pt x="648736" y="276348"/>
                  </a:lnTo>
                  <a:lnTo>
                    <a:pt x="636495" y="283252"/>
                  </a:lnTo>
                  <a:lnTo>
                    <a:pt x="624255" y="292404"/>
                  </a:lnTo>
                  <a:lnTo>
                    <a:pt x="612015" y="300959"/>
                  </a:lnTo>
                  <a:lnTo>
                    <a:pt x="599774" y="310270"/>
                  </a:lnTo>
                  <a:lnTo>
                    <a:pt x="587534" y="318986"/>
                  </a:lnTo>
                  <a:lnTo>
                    <a:pt x="575294" y="327317"/>
                  </a:lnTo>
                  <a:lnTo>
                    <a:pt x="563054" y="334525"/>
                  </a:lnTo>
                  <a:lnTo>
                    <a:pt x="550813" y="343534"/>
                  </a:lnTo>
                  <a:lnTo>
                    <a:pt x="538573" y="349940"/>
                  </a:lnTo>
                  <a:lnTo>
                    <a:pt x="526333" y="357882"/>
                  </a:lnTo>
                  <a:lnTo>
                    <a:pt x="514092" y="365720"/>
                  </a:lnTo>
                  <a:lnTo>
                    <a:pt x="501852" y="374992"/>
                  </a:lnTo>
                  <a:lnTo>
                    <a:pt x="489612" y="384487"/>
                  </a:lnTo>
                  <a:lnTo>
                    <a:pt x="477371" y="394435"/>
                  </a:lnTo>
                  <a:lnTo>
                    <a:pt x="465131" y="403939"/>
                  </a:lnTo>
                  <a:lnTo>
                    <a:pt x="452891" y="413183"/>
                  </a:lnTo>
                  <a:lnTo>
                    <a:pt x="440650" y="423838"/>
                  </a:lnTo>
                  <a:lnTo>
                    <a:pt x="428410" y="434707"/>
                  </a:lnTo>
                  <a:lnTo>
                    <a:pt x="416170" y="442717"/>
                  </a:lnTo>
                  <a:lnTo>
                    <a:pt x="403930" y="448948"/>
                  </a:lnTo>
                  <a:lnTo>
                    <a:pt x="391689" y="457019"/>
                  </a:lnTo>
                  <a:lnTo>
                    <a:pt x="379449" y="468956"/>
                  </a:lnTo>
                  <a:lnTo>
                    <a:pt x="367209" y="479513"/>
                  </a:lnTo>
                  <a:lnTo>
                    <a:pt x="354968" y="489694"/>
                  </a:lnTo>
                  <a:lnTo>
                    <a:pt x="342728" y="500518"/>
                  </a:lnTo>
                  <a:lnTo>
                    <a:pt x="330488" y="510858"/>
                  </a:lnTo>
                  <a:lnTo>
                    <a:pt x="318247" y="521636"/>
                  </a:lnTo>
                  <a:lnTo>
                    <a:pt x="306007" y="529789"/>
                  </a:lnTo>
                  <a:lnTo>
                    <a:pt x="293767" y="538230"/>
                  </a:lnTo>
                  <a:lnTo>
                    <a:pt x="281527" y="545295"/>
                  </a:lnTo>
                  <a:lnTo>
                    <a:pt x="269286" y="548571"/>
                  </a:lnTo>
                  <a:lnTo>
                    <a:pt x="257046" y="550791"/>
                  </a:lnTo>
                  <a:lnTo>
                    <a:pt x="244806" y="555622"/>
                  </a:lnTo>
                  <a:lnTo>
                    <a:pt x="232565" y="560018"/>
                  </a:lnTo>
                  <a:lnTo>
                    <a:pt x="220325" y="562928"/>
                  </a:lnTo>
                  <a:lnTo>
                    <a:pt x="208085" y="566085"/>
                  </a:lnTo>
                  <a:lnTo>
                    <a:pt x="195844" y="575099"/>
                  </a:lnTo>
                  <a:lnTo>
                    <a:pt x="183604" y="584515"/>
                  </a:lnTo>
                  <a:lnTo>
                    <a:pt x="171364" y="593749"/>
                  </a:lnTo>
                  <a:lnTo>
                    <a:pt x="159123" y="600908"/>
                  </a:lnTo>
                  <a:lnTo>
                    <a:pt x="146883" y="610011"/>
                  </a:lnTo>
                  <a:lnTo>
                    <a:pt x="134643" y="619870"/>
                  </a:lnTo>
                  <a:lnTo>
                    <a:pt x="122403" y="627882"/>
                  </a:lnTo>
                  <a:lnTo>
                    <a:pt x="110162" y="635461"/>
                  </a:lnTo>
                  <a:lnTo>
                    <a:pt x="97922" y="642559"/>
                  </a:lnTo>
                  <a:lnTo>
                    <a:pt x="85682" y="650181"/>
                  </a:lnTo>
                  <a:lnTo>
                    <a:pt x="73441" y="659634"/>
                  </a:lnTo>
                  <a:lnTo>
                    <a:pt x="61201" y="674333"/>
                  </a:lnTo>
                  <a:lnTo>
                    <a:pt x="48961" y="681694"/>
                  </a:lnTo>
                  <a:lnTo>
                    <a:pt x="36720" y="702329"/>
                  </a:lnTo>
                  <a:lnTo>
                    <a:pt x="24480" y="726750"/>
                  </a:lnTo>
                  <a:lnTo>
                    <a:pt x="12240" y="755708"/>
                  </a:lnTo>
                  <a:lnTo>
                    <a:pt x="0" y="7916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300052"/>
              <a:ext cx="2191014" cy="811884"/>
            </a:xfrm>
            <a:custGeom>
              <a:avLst/>
              <a:pathLst>
                <a:path w="2191014" h="811884">
                  <a:moveTo>
                    <a:pt x="0" y="811884"/>
                  </a:moveTo>
                  <a:lnTo>
                    <a:pt x="12240" y="791513"/>
                  </a:lnTo>
                  <a:lnTo>
                    <a:pt x="24480" y="773341"/>
                  </a:lnTo>
                  <a:lnTo>
                    <a:pt x="36720" y="757216"/>
                  </a:lnTo>
                  <a:lnTo>
                    <a:pt x="48961" y="742990"/>
                  </a:lnTo>
                  <a:lnTo>
                    <a:pt x="61201" y="730510"/>
                  </a:lnTo>
                  <a:lnTo>
                    <a:pt x="73441" y="719628"/>
                  </a:lnTo>
                  <a:lnTo>
                    <a:pt x="85682" y="710192"/>
                  </a:lnTo>
                  <a:lnTo>
                    <a:pt x="97922" y="702051"/>
                  </a:lnTo>
                  <a:lnTo>
                    <a:pt x="110162" y="695056"/>
                  </a:lnTo>
                  <a:lnTo>
                    <a:pt x="122403" y="689055"/>
                  </a:lnTo>
                  <a:lnTo>
                    <a:pt x="134643" y="683899"/>
                  </a:lnTo>
                  <a:lnTo>
                    <a:pt x="146883" y="679437"/>
                  </a:lnTo>
                  <a:lnTo>
                    <a:pt x="159123" y="675519"/>
                  </a:lnTo>
                  <a:lnTo>
                    <a:pt x="171364" y="671993"/>
                  </a:lnTo>
                  <a:lnTo>
                    <a:pt x="183604" y="668710"/>
                  </a:lnTo>
                  <a:lnTo>
                    <a:pt x="195844" y="665520"/>
                  </a:lnTo>
                  <a:lnTo>
                    <a:pt x="208085" y="662270"/>
                  </a:lnTo>
                  <a:lnTo>
                    <a:pt x="220325" y="658812"/>
                  </a:lnTo>
                  <a:lnTo>
                    <a:pt x="232565" y="654995"/>
                  </a:lnTo>
                  <a:lnTo>
                    <a:pt x="244806" y="650668"/>
                  </a:lnTo>
                  <a:lnTo>
                    <a:pt x="257046" y="645726"/>
                  </a:lnTo>
                  <a:lnTo>
                    <a:pt x="269286" y="640188"/>
                  </a:lnTo>
                  <a:lnTo>
                    <a:pt x="281527" y="634100"/>
                  </a:lnTo>
                  <a:lnTo>
                    <a:pt x="293767" y="627503"/>
                  </a:lnTo>
                  <a:lnTo>
                    <a:pt x="306007" y="620442"/>
                  </a:lnTo>
                  <a:lnTo>
                    <a:pt x="318247" y="612960"/>
                  </a:lnTo>
                  <a:lnTo>
                    <a:pt x="330488" y="605100"/>
                  </a:lnTo>
                  <a:lnTo>
                    <a:pt x="342728" y="596906"/>
                  </a:lnTo>
                  <a:lnTo>
                    <a:pt x="354968" y="588421"/>
                  </a:lnTo>
                  <a:lnTo>
                    <a:pt x="367209" y="579688"/>
                  </a:lnTo>
                  <a:lnTo>
                    <a:pt x="379449" y="570751"/>
                  </a:lnTo>
                  <a:lnTo>
                    <a:pt x="391689" y="561653"/>
                  </a:lnTo>
                  <a:lnTo>
                    <a:pt x="403930" y="552438"/>
                  </a:lnTo>
                  <a:lnTo>
                    <a:pt x="416170" y="543149"/>
                  </a:lnTo>
                  <a:lnTo>
                    <a:pt x="428410" y="533830"/>
                  </a:lnTo>
                  <a:lnTo>
                    <a:pt x="440650" y="524523"/>
                  </a:lnTo>
                  <a:lnTo>
                    <a:pt x="452891" y="515273"/>
                  </a:lnTo>
                  <a:lnTo>
                    <a:pt x="465131" y="506122"/>
                  </a:lnTo>
                  <a:lnTo>
                    <a:pt x="477371" y="497114"/>
                  </a:lnTo>
                  <a:lnTo>
                    <a:pt x="489612" y="488293"/>
                  </a:lnTo>
                  <a:lnTo>
                    <a:pt x="501852" y="479682"/>
                  </a:lnTo>
                  <a:lnTo>
                    <a:pt x="514092" y="471269"/>
                  </a:lnTo>
                  <a:lnTo>
                    <a:pt x="526333" y="463034"/>
                  </a:lnTo>
                  <a:lnTo>
                    <a:pt x="538573" y="454960"/>
                  </a:lnTo>
                  <a:lnTo>
                    <a:pt x="550813" y="447028"/>
                  </a:lnTo>
                  <a:lnTo>
                    <a:pt x="563054" y="439220"/>
                  </a:lnTo>
                  <a:lnTo>
                    <a:pt x="575294" y="431517"/>
                  </a:lnTo>
                  <a:lnTo>
                    <a:pt x="587534" y="423901"/>
                  </a:lnTo>
                  <a:lnTo>
                    <a:pt x="599774" y="416353"/>
                  </a:lnTo>
                  <a:lnTo>
                    <a:pt x="612015" y="408856"/>
                  </a:lnTo>
                  <a:lnTo>
                    <a:pt x="624255" y="401390"/>
                  </a:lnTo>
                  <a:lnTo>
                    <a:pt x="636495" y="393937"/>
                  </a:lnTo>
                  <a:lnTo>
                    <a:pt x="648736" y="386479"/>
                  </a:lnTo>
                  <a:lnTo>
                    <a:pt x="660976" y="378997"/>
                  </a:lnTo>
                  <a:lnTo>
                    <a:pt x="673216" y="371473"/>
                  </a:lnTo>
                  <a:lnTo>
                    <a:pt x="685457" y="363889"/>
                  </a:lnTo>
                  <a:lnTo>
                    <a:pt x="697697" y="356226"/>
                  </a:lnTo>
                  <a:lnTo>
                    <a:pt x="709937" y="348465"/>
                  </a:lnTo>
                  <a:lnTo>
                    <a:pt x="722177" y="340589"/>
                  </a:lnTo>
                  <a:lnTo>
                    <a:pt x="734418" y="332580"/>
                  </a:lnTo>
                  <a:lnTo>
                    <a:pt x="746658" y="324439"/>
                  </a:lnTo>
                  <a:lnTo>
                    <a:pt x="758898" y="316200"/>
                  </a:lnTo>
                  <a:lnTo>
                    <a:pt x="771139" y="307898"/>
                  </a:lnTo>
                  <a:lnTo>
                    <a:pt x="783379" y="299571"/>
                  </a:lnTo>
                  <a:lnTo>
                    <a:pt x="795619" y="291253"/>
                  </a:lnTo>
                  <a:lnTo>
                    <a:pt x="807860" y="282981"/>
                  </a:lnTo>
                  <a:lnTo>
                    <a:pt x="820100" y="274790"/>
                  </a:lnTo>
                  <a:lnTo>
                    <a:pt x="832340" y="266716"/>
                  </a:lnTo>
                  <a:lnTo>
                    <a:pt x="844581" y="258797"/>
                  </a:lnTo>
                  <a:lnTo>
                    <a:pt x="856821" y="251066"/>
                  </a:lnTo>
                  <a:lnTo>
                    <a:pt x="869061" y="243561"/>
                  </a:lnTo>
                  <a:lnTo>
                    <a:pt x="881301" y="236317"/>
                  </a:lnTo>
                  <a:lnTo>
                    <a:pt x="893542" y="229370"/>
                  </a:lnTo>
                  <a:lnTo>
                    <a:pt x="905782" y="222756"/>
                  </a:lnTo>
                  <a:lnTo>
                    <a:pt x="918022" y="216511"/>
                  </a:lnTo>
                  <a:lnTo>
                    <a:pt x="930263" y="210672"/>
                  </a:lnTo>
                  <a:lnTo>
                    <a:pt x="942503" y="205273"/>
                  </a:lnTo>
                  <a:lnTo>
                    <a:pt x="954743" y="200350"/>
                  </a:lnTo>
                  <a:lnTo>
                    <a:pt x="966984" y="195940"/>
                  </a:lnTo>
                  <a:lnTo>
                    <a:pt x="979224" y="192076"/>
                  </a:lnTo>
                  <a:lnTo>
                    <a:pt x="991464" y="188753"/>
                  </a:lnTo>
                  <a:lnTo>
                    <a:pt x="1003704" y="185924"/>
                  </a:lnTo>
                  <a:lnTo>
                    <a:pt x="1015945" y="183537"/>
                  </a:lnTo>
                  <a:lnTo>
                    <a:pt x="1028185" y="181540"/>
                  </a:lnTo>
                  <a:lnTo>
                    <a:pt x="1040425" y="179884"/>
                  </a:lnTo>
                  <a:lnTo>
                    <a:pt x="1052666" y="178516"/>
                  </a:lnTo>
                  <a:lnTo>
                    <a:pt x="1064906" y="177386"/>
                  </a:lnTo>
                  <a:lnTo>
                    <a:pt x="1077146" y="176443"/>
                  </a:lnTo>
                  <a:lnTo>
                    <a:pt x="1089387" y="175636"/>
                  </a:lnTo>
                  <a:lnTo>
                    <a:pt x="1101627" y="174913"/>
                  </a:lnTo>
                  <a:lnTo>
                    <a:pt x="1113867" y="174224"/>
                  </a:lnTo>
                  <a:lnTo>
                    <a:pt x="1126108" y="173517"/>
                  </a:lnTo>
                  <a:lnTo>
                    <a:pt x="1138348" y="172742"/>
                  </a:lnTo>
                  <a:lnTo>
                    <a:pt x="1150588" y="171847"/>
                  </a:lnTo>
                  <a:lnTo>
                    <a:pt x="1162828" y="170781"/>
                  </a:lnTo>
                  <a:lnTo>
                    <a:pt x="1175069" y="169494"/>
                  </a:lnTo>
                  <a:lnTo>
                    <a:pt x="1187309" y="167934"/>
                  </a:lnTo>
                  <a:lnTo>
                    <a:pt x="1199549" y="166051"/>
                  </a:lnTo>
                  <a:lnTo>
                    <a:pt x="1211790" y="163797"/>
                  </a:lnTo>
                  <a:lnTo>
                    <a:pt x="1224030" y="161123"/>
                  </a:lnTo>
                  <a:lnTo>
                    <a:pt x="1236270" y="158030"/>
                  </a:lnTo>
                  <a:lnTo>
                    <a:pt x="1248511" y="154558"/>
                  </a:lnTo>
                  <a:lnTo>
                    <a:pt x="1260751" y="150751"/>
                  </a:lnTo>
                  <a:lnTo>
                    <a:pt x="1272991" y="146650"/>
                  </a:lnTo>
                  <a:lnTo>
                    <a:pt x="1285231" y="142298"/>
                  </a:lnTo>
                  <a:lnTo>
                    <a:pt x="1297472" y="137737"/>
                  </a:lnTo>
                  <a:lnTo>
                    <a:pt x="1309712" y="133008"/>
                  </a:lnTo>
                  <a:lnTo>
                    <a:pt x="1321952" y="128156"/>
                  </a:lnTo>
                  <a:lnTo>
                    <a:pt x="1334193" y="123220"/>
                  </a:lnTo>
                  <a:lnTo>
                    <a:pt x="1346433" y="118245"/>
                  </a:lnTo>
                  <a:lnTo>
                    <a:pt x="1358673" y="113272"/>
                  </a:lnTo>
                  <a:lnTo>
                    <a:pt x="1370914" y="108344"/>
                  </a:lnTo>
                  <a:lnTo>
                    <a:pt x="1383154" y="103502"/>
                  </a:lnTo>
                  <a:lnTo>
                    <a:pt x="1395394" y="98789"/>
                  </a:lnTo>
                  <a:lnTo>
                    <a:pt x="1407635" y="94248"/>
                  </a:lnTo>
                  <a:lnTo>
                    <a:pt x="1419875" y="89920"/>
                  </a:lnTo>
                  <a:lnTo>
                    <a:pt x="1432115" y="85847"/>
                  </a:lnTo>
                  <a:lnTo>
                    <a:pt x="1444355" y="82068"/>
                  </a:lnTo>
                  <a:lnTo>
                    <a:pt x="1456596" y="78624"/>
                  </a:lnTo>
                  <a:lnTo>
                    <a:pt x="1468836" y="75553"/>
                  </a:lnTo>
                  <a:lnTo>
                    <a:pt x="1481076" y="72848"/>
                  </a:lnTo>
                  <a:lnTo>
                    <a:pt x="1493317" y="70478"/>
                  </a:lnTo>
                  <a:lnTo>
                    <a:pt x="1505557" y="68407"/>
                  </a:lnTo>
                  <a:lnTo>
                    <a:pt x="1517797" y="66604"/>
                  </a:lnTo>
                  <a:lnTo>
                    <a:pt x="1530038" y="65035"/>
                  </a:lnTo>
                  <a:lnTo>
                    <a:pt x="1542278" y="63667"/>
                  </a:lnTo>
                  <a:lnTo>
                    <a:pt x="1554518" y="62466"/>
                  </a:lnTo>
                  <a:lnTo>
                    <a:pt x="1566759" y="61398"/>
                  </a:lnTo>
                  <a:lnTo>
                    <a:pt x="1578999" y="60432"/>
                  </a:lnTo>
                  <a:lnTo>
                    <a:pt x="1591239" y="59533"/>
                  </a:lnTo>
                  <a:lnTo>
                    <a:pt x="1603479" y="58668"/>
                  </a:lnTo>
                  <a:lnTo>
                    <a:pt x="1615720" y="57803"/>
                  </a:lnTo>
                  <a:lnTo>
                    <a:pt x="1627960" y="56906"/>
                  </a:lnTo>
                  <a:lnTo>
                    <a:pt x="1640200" y="55943"/>
                  </a:lnTo>
                  <a:lnTo>
                    <a:pt x="1652441" y="54881"/>
                  </a:lnTo>
                  <a:lnTo>
                    <a:pt x="1664681" y="53687"/>
                  </a:lnTo>
                  <a:lnTo>
                    <a:pt x="1676921" y="52330"/>
                  </a:lnTo>
                  <a:lnTo>
                    <a:pt x="1689162" y="50777"/>
                  </a:lnTo>
                  <a:lnTo>
                    <a:pt x="1701402" y="48997"/>
                  </a:lnTo>
                  <a:lnTo>
                    <a:pt x="1713642" y="46962"/>
                  </a:lnTo>
                  <a:lnTo>
                    <a:pt x="1725882" y="44686"/>
                  </a:lnTo>
                  <a:lnTo>
                    <a:pt x="1738123" y="42203"/>
                  </a:lnTo>
                  <a:lnTo>
                    <a:pt x="1750363" y="39545"/>
                  </a:lnTo>
                  <a:lnTo>
                    <a:pt x="1762603" y="36747"/>
                  </a:lnTo>
                  <a:lnTo>
                    <a:pt x="1774844" y="33841"/>
                  </a:lnTo>
                  <a:lnTo>
                    <a:pt x="1787084" y="30860"/>
                  </a:lnTo>
                  <a:lnTo>
                    <a:pt x="1799324" y="27839"/>
                  </a:lnTo>
                  <a:lnTo>
                    <a:pt x="1811565" y="24811"/>
                  </a:lnTo>
                  <a:lnTo>
                    <a:pt x="1823805" y="21808"/>
                  </a:lnTo>
                  <a:lnTo>
                    <a:pt x="1836045" y="18864"/>
                  </a:lnTo>
                  <a:lnTo>
                    <a:pt x="1848286" y="16013"/>
                  </a:lnTo>
                  <a:lnTo>
                    <a:pt x="1860526" y="13287"/>
                  </a:lnTo>
                  <a:lnTo>
                    <a:pt x="1872766" y="10720"/>
                  </a:lnTo>
                  <a:lnTo>
                    <a:pt x="1885006" y="8346"/>
                  </a:lnTo>
                  <a:lnTo>
                    <a:pt x="1897247" y="6199"/>
                  </a:lnTo>
                  <a:lnTo>
                    <a:pt x="1909487" y="4314"/>
                  </a:lnTo>
                  <a:lnTo>
                    <a:pt x="1921727" y="2725"/>
                  </a:lnTo>
                  <a:lnTo>
                    <a:pt x="1933968" y="1469"/>
                  </a:lnTo>
                  <a:lnTo>
                    <a:pt x="1946208" y="581"/>
                  </a:lnTo>
                  <a:lnTo>
                    <a:pt x="1958448" y="90"/>
                  </a:lnTo>
                  <a:lnTo>
                    <a:pt x="1970689" y="0"/>
                  </a:lnTo>
                  <a:lnTo>
                    <a:pt x="1982929" y="303"/>
                  </a:lnTo>
                  <a:lnTo>
                    <a:pt x="1995169" y="993"/>
                  </a:lnTo>
                  <a:lnTo>
                    <a:pt x="2007409" y="2063"/>
                  </a:lnTo>
                  <a:lnTo>
                    <a:pt x="2019650" y="3506"/>
                  </a:lnTo>
                  <a:lnTo>
                    <a:pt x="2031890" y="5316"/>
                  </a:lnTo>
                  <a:lnTo>
                    <a:pt x="2044130" y="7485"/>
                  </a:lnTo>
                  <a:lnTo>
                    <a:pt x="2056371" y="10006"/>
                  </a:lnTo>
                  <a:lnTo>
                    <a:pt x="2068611" y="12874"/>
                  </a:lnTo>
                  <a:lnTo>
                    <a:pt x="2080851" y="16081"/>
                  </a:lnTo>
                  <a:lnTo>
                    <a:pt x="2093092" y="19620"/>
                  </a:lnTo>
                  <a:lnTo>
                    <a:pt x="2105332" y="23484"/>
                  </a:lnTo>
                  <a:lnTo>
                    <a:pt x="2117572" y="27664"/>
                  </a:lnTo>
                  <a:lnTo>
                    <a:pt x="2129813" y="32119"/>
                  </a:lnTo>
                  <a:lnTo>
                    <a:pt x="2142053" y="36832"/>
                  </a:lnTo>
                  <a:lnTo>
                    <a:pt x="2154293" y="41794"/>
                  </a:lnTo>
                  <a:lnTo>
                    <a:pt x="2166533" y="46997"/>
                  </a:lnTo>
                  <a:lnTo>
                    <a:pt x="2178774" y="52431"/>
                  </a:lnTo>
                  <a:lnTo>
                    <a:pt x="2191014" y="5808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854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09916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15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66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603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9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6945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404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299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83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198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058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473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413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636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5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15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9043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350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623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74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49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65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801109"/>
              <a:ext cx="2320686" cy="1086042"/>
            </a:xfrm>
            <a:custGeom>
              <a:avLst/>
              <a:pathLst>
                <a:path w="2320686" h="1086042">
                  <a:moveTo>
                    <a:pt x="0" y="745603"/>
                  </a:moveTo>
                  <a:lnTo>
                    <a:pt x="12964" y="755708"/>
                  </a:lnTo>
                  <a:lnTo>
                    <a:pt x="25929" y="764443"/>
                  </a:lnTo>
                  <a:lnTo>
                    <a:pt x="38894" y="764210"/>
                  </a:lnTo>
                  <a:lnTo>
                    <a:pt x="51858" y="753987"/>
                  </a:lnTo>
                  <a:lnTo>
                    <a:pt x="64823" y="746828"/>
                  </a:lnTo>
                  <a:lnTo>
                    <a:pt x="77788" y="738993"/>
                  </a:lnTo>
                  <a:lnTo>
                    <a:pt x="90753" y="733685"/>
                  </a:lnTo>
                  <a:lnTo>
                    <a:pt x="103717" y="730505"/>
                  </a:lnTo>
                  <a:lnTo>
                    <a:pt x="116682" y="729235"/>
                  </a:lnTo>
                  <a:lnTo>
                    <a:pt x="129647" y="728263"/>
                  </a:lnTo>
                  <a:lnTo>
                    <a:pt x="142612" y="726203"/>
                  </a:lnTo>
                  <a:lnTo>
                    <a:pt x="155576" y="725560"/>
                  </a:lnTo>
                  <a:lnTo>
                    <a:pt x="168541" y="728630"/>
                  </a:lnTo>
                  <a:lnTo>
                    <a:pt x="181506" y="730273"/>
                  </a:lnTo>
                  <a:lnTo>
                    <a:pt x="194470" y="732581"/>
                  </a:lnTo>
                  <a:lnTo>
                    <a:pt x="207435" y="735522"/>
                  </a:lnTo>
                  <a:lnTo>
                    <a:pt x="220400" y="736164"/>
                  </a:lnTo>
                  <a:lnTo>
                    <a:pt x="233365" y="736228"/>
                  </a:lnTo>
                  <a:lnTo>
                    <a:pt x="246329" y="736762"/>
                  </a:lnTo>
                  <a:lnTo>
                    <a:pt x="259294" y="738334"/>
                  </a:lnTo>
                  <a:lnTo>
                    <a:pt x="272259" y="738297"/>
                  </a:lnTo>
                  <a:lnTo>
                    <a:pt x="285224" y="739517"/>
                  </a:lnTo>
                  <a:lnTo>
                    <a:pt x="298188" y="740561"/>
                  </a:lnTo>
                  <a:lnTo>
                    <a:pt x="311153" y="741521"/>
                  </a:lnTo>
                  <a:lnTo>
                    <a:pt x="324118" y="740567"/>
                  </a:lnTo>
                  <a:lnTo>
                    <a:pt x="337083" y="739571"/>
                  </a:lnTo>
                  <a:lnTo>
                    <a:pt x="350047" y="740823"/>
                  </a:lnTo>
                  <a:lnTo>
                    <a:pt x="363012" y="746244"/>
                  </a:lnTo>
                  <a:lnTo>
                    <a:pt x="375977" y="751105"/>
                  </a:lnTo>
                  <a:lnTo>
                    <a:pt x="388941" y="753621"/>
                  </a:lnTo>
                  <a:lnTo>
                    <a:pt x="401906" y="755054"/>
                  </a:lnTo>
                  <a:lnTo>
                    <a:pt x="414871" y="758032"/>
                  </a:lnTo>
                  <a:lnTo>
                    <a:pt x="427836" y="757848"/>
                  </a:lnTo>
                  <a:lnTo>
                    <a:pt x="440800" y="760029"/>
                  </a:lnTo>
                  <a:lnTo>
                    <a:pt x="453765" y="760889"/>
                  </a:lnTo>
                  <a:lnTo>
                    <a:pt x="466730" y="759282"/>
                  </a:lnTo>
                  <a:lnTo>
                    <a:pt x="479695" y="758450"/>
                  </a:lnTo>
                  <a:lnTo>
                    <a:pt x="492659" y="759527"/>
                  </a:lnTo>
                  <a:lnTo>
                    <a:pt x="505624" y="758606"/>
                  </a:lnTo>
                  <a:lnTo>
                    <a:pt x="518589" y="757823"/>
                  </a:lnTo>
                  <a:lnTo>
                    <a:pt x="531553" y="757198"/>
                  </a:lnTo>
                  <a:lnTo>
                    <a:pt x="544518" y="757287"/>
                  </a:lnTo>
                  <a:lnTo>
                    <a:pt x="557483" y="757439"/>
                  </a:lnTo>
                  <a:lnTo>
                    <a:pt x="570448" y="756243"/>
                  </a:lnTo>
                  <a:lnTo>
                    <a:pt x="583412" y="754292"/>
                  </a:lnTo>
                  <a:lnTo>
                    <a:pt x="596377" y="752880"/>
                  </a:lnTo>
                  <a:lnTo>
                    <a:pt x="609342" y="751231"/>
                  </a:lnTo>
                  <a:lnTo>
                    <a:pt x="622307" y="749398"/>
                  </a:lnTo>
                  <a:lnTo>
                    <a:pt x="635271" y="747512"/>
                  </a:lnTo>
                  <a:lnTo>
                    <a:pt x="648236" y="746345"/>
                  </a:lnTo>
                  <a:lnTo>
                    <a:pt x="661201" y="743666"/>
                  </a:lnTo>
                  <a:lnTo>
                    <a:pt x="674166" y="740069"/>
                  </a:lnTo>
                  <a:lnTo>
                    <a:pt x="687130" y="736016"/>
                  </a:lnTo>
                  <a:lnTo>
                    <a:pt x="700095" y="732331"/>
                  </a:lnTo>
                  <a:lnTo>
                    <a:pt x="713060" y="729112"/>
                  </a:lnTo>
                  <a:lnTo>
                    <a:pt x="726024" y="727428"/>
                  </a:lnTo>
                  <a:lnTo>
                    <a:pt x="738989" y="725789"/>
                  </a:lnTo>
                  <a:lnTo>
                    <a:pt x="751954" y="723540"/>
                  </a:lnTo>
                  <a:lnTo>
                    <a:pt x="764919" y="722918"/>
                  </a:lnTo>
                  <a:lnTo>
                    <a:pt x="777883" y="723541"/>
                  </a:lnTo>
                  <a:lnTo>
                    <a:pt x="790848" y="725225"/>
                  </a:lnTo>
                  <a:lnTo>
                    <a:pt x="803813" y="727937"/>
                  </a:lnTo>
                  <a:lnTo>
                    <a:pt x="816778" y="731562"/>
                  </a:lnTo>
                  <a:lnTo>
                    <a:pt x="829742" y="735983"/>
                  </a:lnTo>
                  <a:lnTo>
                    <a:pt x="842707" y="739040"/>
                  </a:lnTo>
                  <a:lnTo>
                    <a:pt x="855672" y="742259"/>
                  </a:lnTo>
                  <a:lnTo>
                    <a:pt x="868636" y="745649"/>
                  </a:lnTo>
                  <a:lnTo>
                    <a:pt x="881601" y="749142"/>
                  </a:lnTo>
                  <a:lnTo>
                    <a:pt x="894566" y="756815"/>
                  </a:lnTo>
                  <a:lnTo>
                    <a:pt x="907531" y="761043"/>
                  </a:lnTo>
                  <a:lnTo>
                    <a:pt x="920495" y="764962"/>
                  </a:lnTo>
                  <a:lnTo>
                    <a:pt x="933460" y="768883"/>
                  </a:lnTo>
                  <a:lnTo>
                    <a:pt x="946425" y="772750"/>
                  </a:lnTo>
                  <a:lnTo>
                    <a:pt x="959390" y="777017"/>
                  </a:lnTo>
                  <a:lnTo>
                    <a:pt x="972354" y="783336"/>
                  </a:lnTo>
                  <a:lnTo>
                    <a:pt x="985319" y="785147"/>
                  </a:lnTo>
                  <a:lnTo>
                    <a:pt x="998284" y="786915"/>
                  </a:lnTo>
                  <a:lnTo>
                    <a:pt x="1011249" y="789458"/>
                  </a:lnTo>
                  <a:lnTo>
                    <a:pt x="1024213" y="791839"/>
                  </a:lnTo>
                  <a:lnTo>
                    <a:pt x="1037178" y="793795"/>
                  </a:lnTo>
                  <a:lnTo>
                    <a:pt x="1050143" y="793830"/>
                  </a:lnTo>
                  <a:lnTo>
                    <a:pt x="1063107" y="794287"/>
                  </a:lnTo>
                  <a:lnTo>
                    <a:pt x="1076072" y="792498"/>
                  </a:lnTo>
                  <a:lnTo>
                    <a:pt x="1089037" y="790410"/>
                  </a:lnTo>
                  <a:lnTo>
                    <a:pt x="1102002" y="788050"/>
                  </a:lnTo>
                  <a:lnTo>
                    <a:pt x="1114966" y="785446"/>
                  </a:lnTo>
                  <a:lnTo>
                    <a:pt x="1127931" y="782628"/>
                  </a:lnTo>
                  <a:lnTo>
                    <a:pt x="1140896" y="779624"/>
                  </a:lnTo>
                  <a:lnTo>
                    <a:pt x="1153861" y="776803"/>
                  </a:lnTo>
                  <a:lnTo>
                    <a:pt x="1166825" y="773526"/>
                  </a:lnTo>
                  <a:lnTo>
                    <a:pt x="1179790" y="769782"/>
                  </a:lnTo>
                  <a:lnTo>
                    <a:pt x="1192755" y="764113"/>
                  </a:lnTo>
                  <a:lnTo>
                    <a:pt x="1205719" y="760268"/>
                  </a:lnTo>
                  <a:lnTo>
                    <a:pt x="1218684" y="753783"/>
                  </a:lnTo>
                  <a:lnTo>
                    <a:pt x="1231649" y="747513"/>
                  </a:lnTo>
                  <a:lnTo>
                    <a:pt x="1244614" y="742322"/>
                  </a:lnTo>
                  <a:lnTo>
                    <a:pt x="1257578" y="737840"/>
                  </a:lnTo>
                  <a:lnTo>
                    <a:pt x="1270543" y="733734"/>
                  </a:lnTo>
                  <a:lnTo>
                    <a:pt x="1283508" y="730067"/>
                  </a:lnTo>
                  <a:lnTo>
                    <a:pt x="1296473" y="726903"/>
                  </a:lnTo>
                  <a:lnTo>
                    <a:pt x="1309437" y="724304"/>
                  </a:lnTo>
                  <a:lnTo>
                    <a:pt x="1322402" y="721521"/>
                  </a:lnTo>
                  <a:lnTo>
                    <a:pt x="1335367" y="720773"/>
                  </a:lnTo>
                  <a:lnTo>
                    <a:pt x="1348332" y="720656"/>
                  </a:lnTo>
                  <a:lnTo>
                    <a:pt x="1361296" y="719063"/>
                  </a:lnTo>
                  <a:lnTo>
                    <a:pt x="1374261" y="717084"/>
                  </a:lnTo>
                  <a:lnTo>
                    <a:pt x="1387226" y="710438"/>
                  </a:lnTo>
                  <a:lnTo>
                    <a:pt x="1400190" y="703397"/>
                  </a:lnTo>
                  <a:lnTo>
                    <a:pt x="1413155" y="696765"/>
                  </a:lnTo>
                  <a:lnTo>
                    <a:pt x="1426120" y="698281"/>
                  </a:lnTo>
                  <a:lnTo>
                    <a:pt x="1439085" y="692832"/>
                  </a:lnTo>
                  <a:lnTo>
                    <a:pt x="1452049" y="692897"/>
                  </a:lnTo>
                  <a:lnTo>
                    <a:pt x="1465014" y="690343"/>
                  </a:lnTo>
                  <a:lnTo>
                    <a:pt x="1477979" y="686685"/>
                  </a:lnTo>
                  <a:lnTo>
                    <a:pt x="1490944" y="683329"/>
                  </a:lnTo>
                  <a:lnTo>
                    <a:pt x="1503908" y="679940"/>
                  </a:lnTo>
                  <a:lnTo>
                    <a:pt x="1516873" y="674999"/>
                  </a:lnTo>
                  <a:lnTo>
                    <a:pt x="1529838" y="670378"/>
                  </a:lnTo>
                  <a:lnTo>
                    <a:pt x="1542802" y="666111"/>
                  </a:lnTo>
                  <a:lnTo>
                    <a:pt x="1555767" y="662725"/>
                  </a:lnTo>
                  <a:lnTo>
                    <a:pt x="1568732" y="665214"/>
                  </a:lnTo>
                  <a:lnTo>
                    <a:pt x="1581697" y="667611"/>
                  </a:lnTo>
                  <a:lnTo>
                    <a:pt x="1594661" y="670886"/>
                  </a:lnTo>
                  <a:lnTo>
                    <a:pt x="1607626" y="671289"/>
                  </a:lnTo>
                  <a:lnTo>
                    <a:pt x="1620591" y="672009"/>
                  </a:lnTo>
                  <a:lnTo>
                    <a:pt x="1633556" y="668118"/>
                  </a:lnTo>
                  <a:lnTo>
                    <a:pt x="1646520" y="662491"/>
                  </a:lnTo>
                  <a:lnTo>
                    <a:pt x="1659485" y="666721"/>
                  </a:lnTo>
                  <a:lnTo>
                    <a:pt x="1672450" y="666183"/>
                  </a:lnTo>
                  <a:lnTo>
                    <a:pt x="1685415" y="664812"/>
                  </a:lnTo>
                  <a:lnTo>
                    <a:pt x="1698379" y="664390"/>
                  </a:lnTo>
                  <a:lnTo>
                    <a:pt x="1711344" y="662519"/>
                  </a:lnTo>
                  <a:lnTo>
                    <a:pt x="1724309" y="658904"/>
                  </a:lnTo>
                  <a:lnTo>
                    <a:pt x="1737273" y="655984"/>
                  </a:lnTo>
                  <a:lnTo>
                    <a:pt x="1750238" y="657318"/>
                  </a:lnTo>
                  <a:lnTo>
                    <a:pt x="1763203" y="658373"/>
                  </a:lnTo>
                  <a:lnTo>
                    <a:pt x="1776168" y="659103"/>
                  </a:lnTo>
                  <a:lnTo>
                    <a:pt x="1789132" y="655705"/>
                  </a:lnTo>
                  <a:lnTo>
                    <a:pt x="1802097" y="650972"/>
                  </a:lnTo>
                  <a:lnTo>
                    <a:pt x="1815062" y="647482"/>
                  </a:lnTo>
                  <a:lnTo>
                    <a:pt x="1828027" y="643792"/>
                  </a:lnTo>
                  <a:lnTo>
                    <a:pt x="1840991" y="642249"/>
                  </a:lnTo>
                  <a:lnTo>
                    <a:pt x="1853956" y="642768"/>
                  </a:lnTo>
                  <a:lnTo>
                    <a:pt x="1866921" y="636912"/>
                  </a:lnTo>
                  <a:lnTo>
                    <a:pt x="1879885" y="628602"/>
                  </a:lnTo>
                  <a:lnTo>
                    <a:pt x="1892850" y="623942"/>
                  </a:lnTo>
                  <a:lnTo>
                    <a:pt x="1905815" y="613927"/>
                  </a:lnTo>
                  <a:lnTo>
                    <a:pt x="1918780" y="609947"/>
                  </a:lnTo>
                  <a:lnTo>
                    <a:pt x="1931744" y="601752"/>
                  </a:lnTo>
                  <a:lnTo>
                    <a:pt x="1944709" y="591820"/>
                  </a:lnTo>
                  <a:lnTo>
                    <a:pt x="1957674" y="579459"/>
                  </a:lnTo>
                  <a:lnTo>
                    <a:pt x="1970639" y="566022"/>
                  </a:lnTo>
                  <a:lnTo>
                    <a:pt x="1983603" y="553092"/>
                  </a:lnTo>
                  <a:lnTo>
                    <a:pt x="1996568" y="542557"/>
                  </a:lnTo>
                  <a:lnTo>
                    <a:pt x="2009533" y="531710"/>
                  </a:lnTo>
                  <a:lnTo>
                    <a:pt x="2022498" y="507181"/>
                  </a:lnTo>
                  <a:lnTo>
                    <a:pt x="2035462" y="481835"/>
                  </a:lnTo>
                  <a:lnTo>
                    <a:pt x="2048427" y="470996"/>
                  </a:lnTo>
                  <a:lnTo>
                    <a:pt x="2061392" y="456360"/>
                  </a:lnTo>
                  <a:lnTo>
                    <a:pt x="2074356" y="433489"/>
                  </a:lnTo>
                  <a:lnTo>
                    <a:pt x="2087321" y="409276"/>
                  </a:lnTo>
                  <a:lnTo>
                    <a:pt x="2100286" y="383790"/>
                  </a:lnTo>
                  <a:lnTo>
                    <a:pt x="2113251" y="357484"/>
                  </a:lnTo>
                  <a:lnTo>
                    <a:pt x="2126215" y="335674"/>
                  </a:lnTo>
                  <a:lnTo>
                    <a:pt x="2139180" y="306388"/>
                  </a:lnTo>
                  <a:lnTo>
                    <a:pt x="2152145" y="278978"/>
                  </a:lnTo>
                  <a:lnTo>
                    <a:pt x="2165110" y="248114"/>
                  </a:lnTo>
                  <a:lnTo>
                    <a:pt x="2178074" y="210107"/>
                  </a:lnTo>
                  <a:lnTo>
                    <a:pt x="2191039" y="176558"/>
                  </a:lnTo>
                  <a:lnTo>
                    <a:pt x="2204004" y="146750"/>
                  </a:lnTo>
                  <a:lnTo>
                    <a:pt x="2216968" y="105132"/>
                  </a:lnTo>
                  <a:lnTo>
                    <a:pt x="2229933" y="52718"/>
                  </a:lnTo>
                  <a:lnTo>
                    <a:pt x="2241901" y="0"/>
                  </a:lnTo>
                  <a:lnTo>
                    <a:pt x="2320686" y="0"/>
                  </a:lnTo>
                  <a:lnTo>
                    <a:pt x="2320686" y="1086042"/>
                  </a:lnTo>
                  <a:lnTo>
                    <a:pt x="2307722" y="1035981"/>
                  </a:lnTo>
                  <a:lnTo>
                    <a:pt x="2294757" y="988987"/>
                  </a:lnTo>
                  <a:lnTo>
                    <a:pt x="2281792" y="945024"/>
                  </a:lnTo>
                  <a:lnTo>
                    <a:pt x="2268827" y="894593"/>
                  </a:lnTo>
                  <a:lnTo>
                    <a:pt x="2255863" y="843205"/>
                  </a:lnTo>
                  <a:lnTo>
                    <a:pt x="2242898" y="830964"/>
                  </a:lnTo>
                  <a:lnTo>
                    <a:pt x="2229933" y="803968"/>
                  </a:lnTo>
                  <a:lnTo>
                    <a:pt x="2216968" y="777231"/>
                  </a:lnTo>
                  <a:lnTo>
                    <a:pt x="2204004" y="760680"/>
                  </a:lnTo>
                  <a:lnTo>
                    <a:pt x="2191039" y="751866"/>
                  </a:lnTo>
                  <a:lnTo>
                    <a:pt x="2178074" y="747243"/>
                  </a:lnTo>
                  <a:lnTo>
                    <a:pt x="2165110" y="759319"/>
                  </a:lnTo>
                  <a:lnTo>
                    <a:pt x="2152145" y="767227"/>
                  </a:lnTo>
                  <a:lnTo>
                    <a:pt x="2139180" y="776323"/>
                  </a:lnTo>
                  <a:lnTo>
                    <a:pt x="2126215" y="779712"/>
                  </a:lnTo>
                  <a:lnTo>
                    <a:pt x="2113251" y="794365"/>
                  </a:lnTo>
                  <a:lnTo>
                    <a:pt x="2100286" y="813509"/>
                  </a:lnTo>
                  <a:lnTo>
                    <a:pt x="2087321" y="823758"/>
                  </a:lnTo>
                  <a:lnTo>
                    <a:pt x="2074356" y="829610"/>
                  </a:lnTo>
                  <a:lnTo>
                    <a:pt x="2061392" y="833141"/>
                  </a:lnTo>
                  <a:lnTo>
                    <a:pt x="2048427" y="834520"/>
                  </a:lnTo>
                  <a:lnTo>
                    <a:pt x="2035462" y="833914"/>
                  </a:lnTo>
                  <a:lnTo>
                    <a:pt x="2022498" y="837484"/>
                  </a:lnTo>
                  <a:lnTo>
                    <a:pt x="2009533" y="843894"/>
                  </a:lnTo>
                  <a:lnTo>
                    <a:pt x="1996568" y="845027"/>
                  </a:lnTo>
                  <a:lnTo>
                    <a:pt x="1983603" y="851966"/>
                  </a:lnTo>
                  <a:lnTo>
                    <a:pt x="1970639" y="857306"/>
                  </a:lnTo>
                  <a:lnTo>
                    <a:pt x="1957674" y="859068"/>
                  </a:lnTo>
                  <a:lnTo>
                    <a:pt x="1944709" y="860675"/>
                  </a:lnTo>
                  <a:lnTo>
                    <a:pt x="1931744" y="863033"/>
                  </a:lnTo>
                  <a:lnTo>
                    <a:pt x="1918780" y="861914"/>
                  </a:lnTo>
                  <a:lnTo>
                    <a:pt x="1905815" y="859952"/>
                  </a:lnTo>
                  <a:lnTo>
                    <a:pt x="1892850" y="857263"/>
                  </a:lnTo>
                  <a:lnTo>
                    <a:pt x="1879885" y="853962"/>
                  </a:lnTo>
                  <a:lnTo>
                    <a:pt x="1866921" y="851368"/>
                  </a:lnTo>
                  <a:lnTo>
                    <a:pt x="1853956" y="859206"/>
                  </a:lnTo>
                  <a:lnTo>
                    <a:pt x="1840991" y="854583"/>
                  </a:lnTo>
                  <a:lnTo>
                    <a:pt x="1828027" y="855770"/>
                  </a:lnTo>
                  <a:lnTo>
                    <a:pt x="1815062" y="850867"/>
                  </a:lnTo>
                  <a:lnTo>
                    <a:pt x="1802097" y="849116"/>
                  </a:lnTo>
                  <a:lnTo>
                    <a:pt x="1789132" y="849973"/>
                  </a:lnTo>
                  <a:lnTo>
                    <a:pt x="1776168" y="850703"/>
                  </a:lnTo>
                  <a:lnTo>
                    <a:pt x="1763203" y="850781"/>
                  </a:lnTo>
                  <a:lnTo>
                    <a:pt x="1750238" y="850274"/>
                  </a:lnTo>
                  <a:lnTo>
                    <a:pt x="1737273" y="849252"/>
                  </a:lnTo>
                  <a:lnTo>
                    <a:pt x="1724309" y="846487"/>
                  </a:lnTo>
                  <a:lnTo>
                    <a:pt x="1711344" y="845197"/>
                  </a:lnTo>
                  <a:lnTo>
                    <a:pt x="1698379" y="843477"/>
                  </a:lnTo>
                  <a:lnTo>
                    <a:pt x="1685415" y="841361"/>
                  </a:lnTo>
                  <a:lnTo>
                    <a:pt x="1672450" y="838779"/>
                  </a:lnTo>
                  <a:lnTo>
                    <a:pt x="1659485" y="836089"/>
                  </a:lnTo>
                  <a:lnTo>
                    <a:pt x="1646520" y="833358"/>
                  </a:lnTo>
                  <a:lnTo>
                    <a:pt x="1633556" y="830656"/>
                  </a:lnTo>
                  <a:lnTo>
                    <a:pt x="1620591" y="828010"/>
                  </a:lnTo>
                  <a:lnTo>
                    <a:pt x="1607626" y="824888"/>
                  </a:lnTo>
                  <a:lnTo>
                    <a:pt x="1594661" y="822559"/>
                  </a:lnTo>
                  <a:lnTo>
                    <a:pt x="1581697" y="821079"/>
                  </a:lnTo>
                  <a:lnTo>
                    <a:pt x="1568732" y="821988"/>
                  </a:lnTo>
                  <a:lnTo>
                    <a:pt x="1555767" y="824244"/>
                  </a:lnTo>
                  <a:lnTo>
                    <a:pt x="1542802" y="824912"/>
                  </a:lnTo>
                  <a:lnTo>
                    <a:pt x="1529838" y="826790"/>
                  </a:lnTo>
                  <a:lnTo>
                    <a:pt x="1516873" y="827226"/>
                  </a:lnTo>
                  <a:lnTo>
                    <a:pt x="1503908" y="829621"/>
                  </a:lnTo>
                  <a:lnTo>
                    <a:pt x="1490944" y="832276"/>
                  </a:lnTo>
                  <a:lnTo>
                    <a:pt x="1477979" y="834074"/>
                  </a:lnTo>
                  <a:lnTo>
                    <a:pt x="1465014" y="835867"/>
                  </a:lnTo>
                  <a:lnTo>
                    <a:pt x="1452049" y="837529"/>
                  </a:lnTo>
                  <a:lnTo>
                    <a:pt x="1439085" y="839461"/>
                  </a:lnTo>
                  <a:lnTo>
                    <a:pt x="1426120" y="842358"/>
                  </a:lnTo>
                  <a:lnTo>
                    <a:pt x="1413155" y="843717"/>
                  </a:lnTo>
                  <a:lnTo>
                    <a:pt x="1400190" y="844957"/>
                  </a:lnTo>
                  <a:lnTo>
                    <a:pt x="1387226" y="847092"/>
                  </a:lnTo>
                  <a:lnTo>
                    <a:pt x="1374261" y="850913"/>
                  </a:lnTo>
                  <a:lnTo>
                    <a:pt x="1361296" y="854751"/>
                  </a:lnTo>
                  <a:lnTo>
                    <a:pt x="1348332" y="858590"/>
                  </a:lnTo>
                  <a:lnTo>
                    <a:pt x="1335367" y="862415"/>
                  </a:lnTo>
                  <a:lnTo>
                    <a:pt x="1322402" y="866940"/>
                  </a:lnTo>
                  <a:lnTo>
                    <a:pt x="1309437" y="874294"/>
                  </a:lnTo>
                  <a:lnTo>
                    <a:pt x="1296473" y="878795"/>
                  </a:lnTo>
                  <a:lnTo>
                    <a:pt x="1283508" y="883124"/>
                  </a:lnTo>
                  <a:lnTo>
                    <a:pt x="1270543" y="887256"/>
                  </a:lnTo>
                  <a:lnTo>
                    <a:pt x="1257578" y="888397"/>
                  </a:lnTo>
                  <a:lnTo>
                    <a:pt x="1244614" y="893567"/>
                  </a:lnTo>
                  <a:lnTo>
                    <a:pt x="1231649" y="898400"/>
                  </a:lnTo>
                  <a:lnTo>
                    <a:pt x="1218684" y="901677"/>
                  </a:lnTo>
                  <a:lnTo>
                    <a:pt x="1205719" y="904728"/>
                  </a:lnTo>
                  <a:lnTo>
                    <a:pt x="1192755" y="906321"/>
                  </a:lnTo>
                  <a:lnTo>
                    <a:pt x="1179790" y="906756"/>
                  </a:lnTo>
                  <a:lnTo>
                    <a:pt x="1166825" y="910086"/>
                  </a:lnTo>
                  <a:lnTo>
                    <a:pt x="1153861" y="914028"/>
                  </a:lnTo>
                  <a:lnTo>
                    <a:pt x="1140896" y="916372"/>
                  </a:lnTo>
                  <a:lnTo>
                    <a:pt x="1127931" y="918537"/>
                  </a:lnTo>
                  <a:lnTo>
                    <a:pt x="1114966" y="922947"/>
                  </a:lnTo>
                  <a:lnTo>
                    <a:pt x="1102002" y="924844"/>
                  </a:lnTo>
                  <a:lnTo>
                    <a:pt x="1089037" y="926297"/>
                  </a:lnTo>
                  <a:lnTo>
                    <a:pt x="1076072" y="929319"/>
                  </a:lnTo>
                  <a:lnTo>
                    <a:pt x="1063107" y="930519"/>
                  </a:lnTo>
                  <a:lnTo>
                    <a:pt x="1050143" y="930893"/>
                  </a:lnTo>
                  <a:lnTo>
                    <a:pt x="1037178" y="927862"/>
                  </a:lnTo>
                  <a:lnTo>
                    <a:pt x="1024213" y="928859"/>
                  </a:lnTo>
                  <a:lnTo>
                    <a:pt x="1011249" y="929192"/>
                  </a:lnTo>
                  <a:lnTo>
                    <a:pt x="998284" y="928700"/>
                  </a:lnTo>
                  <a:lnTo>
                    <a:pt x="985319" y="927460"/>
                  </a:lnTo>
                  <a:lnTo>
                    <a:pt x="972354" y="924209"/>
                  </a:lnTo>
                  <a:lnTo>
                    <a:pt x="959390" y="919022"/>
                  </a:lnTo>
                  <a:lnTo>
                    <a:pt x="946425" y="914068"/>
                  </a:lnTo>
                  <a:lnTo>
                    <a:pt x="933460" y="912086"/>
                  </a:lnTo>
                  <a:lnTo>
                    <a:pt x="920495" y="911757"/>
                  </a:lnTo>
                  <a:lnTo>
                    <a:pt x="907531" y="908689"/>
                  </a:lnTo>
                  <a:lnTo>
                    <a:pt x="894566" y="904610"/>
                  </a:lnTo>
                  <a:lnTo>
                    <a:pt x="881601" y="902767"/>
                  </a:lnTo>
                  <a:lnTo>
                    <a:pt x="868636" y="900884"/>
                  </a:lnTo>
                  <a:lnTo>
                    <a:pt x="855672" y="898983"/>
                  </a:lnTo>
                  <a:lnTo>
                    <a:pt x="842707" y="897084"/>
                  </a:lnTo>
                  <a:lnTo>
                    <a:pt x="829742" y="895209"/>
                  </a:lnTo>
                  <a:lnTo>
                    <a:pt x="816778" y="893380"/>
                  </a:lnTo>
                  <a:lnTo>
                    <a:pt x="803813" y="891618"/>
                  </a:lnTo>
                  <a:lnTo>
                    <a:pt x="790848" y="889944"/>
                  </a:lnTo>
                  <a:lnTo>
                    <a:pt x="777883" y="889098"/>
                  </a:lnTo>
                  <a:lnTo>
                    <a:pt x="764919" y="888991"/>
                  </a:lnTo>
                  <a:lnTo>
                    <a:pt x="751954" y="889158"/>
                  </a:lnTo>
                  <a:lnTo>
                    <a:pt x="738989" y="889582"/>
                  </a:lnTo>
                  <a:lnTo>
                    <a:pt x="726024" y="890247"/>
                  </a:lnTo>
                  <a:lnTo>
                    <a:pt x="713060" y="891137"/>
                  </a:lnTo>
                  <a:lnTo>
                    <a:pt x="700095" y="892235"/>
                  </a:lnTo>
                  <a:lnTo>
                    <a:pt x="687130" y="893525"/>
                  </a:lnTo>
                  <a:lnTo>
                    <a:pt x="674166" y="894499"/>
                  </a:lnTo>
                  <a:lnTo>
                    <a:pt x="661201" y="893236"/>
                  </a:lnTo>
                  <a:lnTo>
                    <a:pt x="648236" y="893459"/>
                  </a:lnTo>
                  <a:lnTo>
                    <a:pt x="635271" y="898112"/>
                  </a:lnTo>
                  <a:lnTo>
                    <a:pt x="622307" y="901790"/>
                  </a:lnTo>
                  <a:lnTo>
                    <a:pt x="609342" y="902794"/>
                  </a:lnTo>
                  <a:lnTo>
                    <a:pt x="596377" y="906545"/>
                  </a:lnTo>
                  <a:lnTo>
                    <a:pt x="583412" y="908778"/>
                  </a:lnTo>
                  <a:lnTo>
                    <a:pt x="570448" y="911056"/>
                  </a:lnTo>
                  <a:lnTo>
                    <a:pt x="557483" y="913362"/>
                  </a:lnTo>
                  <a:lnTo>
                    <a:pt x="544518" y="913832"/>
                  </a:lnTo>
                  <a:lnTo>
                    <a:pt x="531553" y="915110"/>
                  </a:lnTo>
                  <a:lnTo>
                    <a:pt x="518589" y="915892"/>
                  </a:lnTo>
                  <a:lnTo>
                    <a:pt x="505624" y="915011"/>
                  </a:lnTo>
                  <a:lnTo>
                    <a:pt x="492659" y="913820"/>
                  </a:lnTo>
                  <a:lnTo>
                    <a:pt x="479695" y="912368"/>
                  </a:lnTo>
                  <a:lnTo>
                    <a:pt x="466730" y="909557"/>
                  </a:lnTo>
                  <a:lnTo>
                    <a:pt x="453765" y="905459"/>
                  </a:lnTo>
                  <a:lnTo>
                    <a:pt x="440800" y="905727"/>
                  </a:lnTo>
                  <a:lnTo>
                    <a:pt x="427836" y="905537"/>
                  </a:lnTo>
                  <a:lnTo>
                    <a:pt x="414871" y="904941"/>
                  </a:lnTo>
                  <a:lnTo>
                    <a:pt x="401906" y="902134"/>
                  </a:lnTo>
                  <a:lnTo>
                    <a:pt x="388941" y="901527"/>
                  </a:lnTo>
                  <a:lnTo>
                    <a:pt x="375977" y="901233"/>
                  </a:lnTo>
                  <a:lnTo>
                    <a:pt x="363012" y="903372"/>
                  </a:lnTo>
                  <a:lnTo>
                    <a:pt x="350047" y="904205"/>
                  </a:lnTo>
                  <a:lnTo>
                    <a:pt x="337083" y="906782"/>
                  </a:lnTo>
                  <a:lnTo>
                    <a:pt x="324118" y="909399"/>
                  </a:lnTo>
                  <a:lnTo>
                    <a:pt x="311153" y="912339"/>
                  </a:lnTo>
                  <a:lnTo>
                    <a:pt x="298188" y="914865"/>
                  </a:lnTo>
                  <a:lnTo>
                    <a:pt x="285224" y="914629"/>
                  </a:lnTo>
                  <a:lnTo>
                    <a:pt x="272259" y="914155"/>
                  </a:lnTo>
                  <a:lnTo>
                    <a:pt x="259294" y="914954"/>
                  </a:lnTo>
                  <a:lnTo>
                    <a:pt x="246329" y="917518"/>
                  </a:lnTo>
                  <a:lnTo>
                    <a:pt x="233365" y="919624"/>
                  </a:lnTo>
                  <a:lnTo>
                    <a:pt x="220400" y="919190"/>
                  </a:lnTo>
                  <a:lnTo>
                    <a:pt x="207435" y="916497"/>
                  </a:lnTo>
                  <a:lnTo>
                    <a:pt x="194470" y="915907"/>
                  </a:lnTo>
                  <a:lnTo>
                    <a:pt x="181506" y="916234"/>
                  </a:lnTo>
                  <a:lnTo>
                    <a:pt x="168541" y="920949"/>
                  </a:lnTo>
                  <a:lnTo>
                    <a:pt x="155576" y="921741"/>
                  </a:lnTo>
                  <a:lnTo>
                    <a:pt x="142612" y="925526"/>
                  </a:lnTo>
                  <a:lnTo>
                    <a:pt x="129647" y="929393"/>
                  </a:lnTo>
                  <a:lnTo>
                    <a:pt x="116682" y="933179"/>
                  </a:lnTo>
                  <a:lnTo>
                    <a:pt x="103717" y="934445"/>
                  </a:lnTo>
                  <a:lnTo>
                    <a:pt x="90753" y="937834"/>
                  </a:lnTo>
                  <a:lnTo>
                    <a:pt x="77788" y="939472"/>
                  </a:lnTo>
                  <a:lnTo>
                    <a:pt x="64823" y="941051"/>
                  </a:lnTo>
                  <a:lnTo>
                    <a:pt x="51858" y="941616"/>
                  </a:lnTo>
                  <a:lnTo>
                    <a:pt x="38894" y="948794"/>
                  </a:lnTo>
                  <a:lnTo>
                    <a:pt x="25929" y="960681"/>
                  </a:lnTo>
                  <a:lnTo>
                    <a:pt x="12964" y="970959"/>
                  </a:lnTo>
                  <a:lnTo>
                    <a:pt x="0" y="99236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801109"/>
              <a:ext cx="2241901" cy="794287"/>
            </a:xfrm>
            <a:custGeom>
              <a:avLst/>
              <a:pathLst>
                <a:path w="2241901" h="794287">
                  <a:moveTo>
                    <a:pt x="0" y="745603"/>
                  </a:moveTo>
                  <a:lnTo>
                    <a:pt x="12964" y="755708"/>
                  </a:lnTo>
                  <a:lnTo>
                    <a:pt x="25929" y="764443"/>
                  </a:lnTo>
                  <a:lnTo>
                    <a:pt x="38894" y="764210"/>
                  </a:lnTo>
                  <a:lnTo>
                    <a:pt x="51858" y="753987"/>
                  </a:lnTo>
                  <a:lnTo>
                    <a:pt x="64823" y="746828"/>
                  </a:lnTo>
                  <a:lnTo>
                    <a:pt x="77788" y="738993"/>
                  </a:lnTo>
                  <a:lnTo>
                    <a:pt x="90753" y="733685"/>
                  </a:lnTo>
                  <a:lnTo>
                    <a:pt x="103717" y="730505"/>
                  </a:lnTo>
                  <a:lnTo>
                    <a:pt x="116682" y="729235"/>
                  </a:lnTo>
                  <a:lnTo>
                    <a:pt x="129647" y="728263"/>
                  </a:lnTo>
                  <a:lnTo>
                    <a:pt x="142612" y="726203"/>
                  </a:lnTo>
                  <a:lnTo>
                    <a:pt x="155576" y="725560"/>
                  </a:lnTo>
                  <a:lnTo>
                    <a:pt x="168541" y="728630"/>
                  </a:lnTo>
                  <a:lnTo>
                    <a:pt x="181506" y="730273"/>
                  </a:lnTo>
                  <a:lnTo>
                    <a:pt x="194470" y="732581"/>
                  </a:lnTo>
                  <a:lnTo>
                    <a:pt x="207435" y="735522"/>
                  </a:lnTo>
                  <a:lnTo>
                    <a:pt x="220400" y="736164"/>
                  </a:lnTo>
                  <a:lnTo>
                    <a:pt x="233365" y="736228"/>
                  </a:lnTo>
                  <a:lnTo>
                    <a:pt x="246329" y="736762"/>
                  </a:lnTo>
                  <a:lnTo>
                    <a:pt x="259294" y="738334"/>
                  </a:lnTo>
                  <a:lnTo>
                    <a:pt x="272259" y="738297"/>
                  </a:lnTo>
                  <a:lnTo>
                    <a:pt x="285224" y="739517"/>
                  </a:lnTo>
                  <a:lnTo>
                    <a:pt x="298188" y="740561"/>
                  </a:lnTo>
                  <a:lnTo>
                    <a:pt x="311153" y="741521"/>
                  </a:lnTo>
                  <a:lnTo>
                    <a:pt x="324118" y="740567"/>
                  </a:lnTo>
                  <a:lnTo>
                    <a:pt x="337083" y="739571"/>
                  </a:lnTo>
                  <a:lnTo>
                    <a:pt x="350047" y="740823"/>
                  </a:lnTo>
                  <a:lnTo>
                    <a:pt x="363012" y="746244"/>
                  </a:lnTo>
                  <a:lnTo>
                    <a:pt x="375977" y="751105"/>
                  </a:lnTo>
                  <a:lnTo>
                    <a:pt x="388941" y="753621"/>
                  </a:lnTo>
                  <a:lnTo>
                    <a:pt x="401906" y="755054"/>
                  </a:lnTo>
                  <a:lnTo>
                    <a:pt x="414871" y="758032"/>
                  </a:lnTo>
                  <a:lnTo>
                    <a:pt x="427836" y="757848"/>
                  </a:lnTo>
                  <a:lnTo>
                    <a:pt x="440800" y="760029"/>
                  </a:lnTo>
                  <a:lnTo>
                    <a:pt x="453765" y="760889"/>
                  </a:lnTo>
                  <a:lnTo>
                    <a:pt x="466730" y="759282"/>
                  </a:lnTo>
                  <a:lnTo>
                    <a:pt x="479695" y="758450"/>
                  </a:lnTo>
                  <a:lnTo>
                    <a:pt x="492659" y="759527"/>
                  </a:lnTo>
                  <a:lnTo>
                    <a:pt x="505624" y="758606"/>
                  </a:lnTo>
                  <a:lnTo>
                    <a:pt x="518589" y="757823"/>
                  </a:lnTo>
                  <a:lnTo>
                    <a:pt x="531553" y="757198"/>
                  </a:lnTo>
                  <a:lnTo>
                    <a:pt x="544518" y="757287"/>
                  </a:lnTo>
                  <a:lnTo>
                    <a:pt x="557483" y="757439"/>
                  </a:lnTo>
                  <a:lnTo>
                    <a:pt x="570448" y="756243"/>
                  </a:lnTo>
                  <a:lnTo>
                    <a:pt x="583412" y="754292"/>
                  </a:lnTo>
                  <a:lnTo>
                    <a:pt x="596377" y="752880"/>
                  </a:lnTo>
                  <a:lnTo>
                    <a:pt x="609342" y="751231"/>
                  </a:lnTo>
                  <a:lnTo>
                    <a:pt x="622307" y="749398"/>
                  </a:lnTo>
                  <a:lnTo>
                    <a:pt x="635271" y="747512"/>
                  </a:lnTo>
                  <a:lnTo>
                    <a:pt x="648236" y="746345"/>
                  </a:lnTo>
                  <a:lnTo>
                    <a:pt x="661201" y="743666"/>
                  </a:lnTo>
                  <a:lnTo>
                    <a:pt x="674166" y="740069"/>
                  </a:lnTo>
                  <a:lnTo>
                    <a:pt x="687130" y="736016"/>
                  </a:lnTo>
                  <a:lnTo>
                    <a:pt x="700095" y="732331"/>
                  </a:lnTo>
                  <a:lnTo>
                    <a:pt x="713060" y="729112"/>
                  </a:lnTo>
                  <a:lnTo>
                    <a:pt x="726024" y="727428"/>
                  </a:lnTo>
                  <a:lnTo>
                    <a:pt x="738989" y="725789"/>
                  </a:lnTo>
                  <a:lnTo>
                    <a:pt x="751954" y="723540"/>
                  </a:lnTo>
                  <a:lnTo>
                    <a:pt x="764919" y="722918"/>
                  </a:lnTo>
                  <a:lnTo>
                    <a:pt x="777883" y="723541"/>
                  </a:lnTo>
                  <a:lnTo>
                    <a:pt x="790848" y="725225"/>
                  </a:lnTo>
                  <a:lnTo>
                    <a:pt x="803813" y="727937"/>
                  </a:lnTo>
                  <a:lnTo>
                    <a:pt x="816778" y="731562"/>
                  </a:lnTo>
                  <a:lnTo>
                    <a:pt x="829742" y="735983"/>
                  </a:lnTo>
                  <a:lnTo>
                    <a:pt x="842707" y="739040"/>
                  </a:lnTo>
                  <a:lnTo>
                    <a:pt x="855672" y="742259"/>
                  </a:lnTo>
                  <a:lnTo>
                    <a:pt x="868636" y="745649"/>
                  </a:lnTo>
                  <a:lnTo>
                    <a:pt x="881601" y="749142"/>
                  </a:lnTo>
                  <a:lnTo>
                    <a:pt x="894566" y="756815"/>
                  </a:lnTo>
                  <a:lnTo>
                    <a:pt x="907531" y="761043"/>
                  </a:lnTo>
                  <a:lnTo>
                    <a:pt x="920495" y="764962"/>
                  </a:lnTo>
                  <a:lnTo>
                    <a:pt x="933460" y="768883"/>
                  </a:lnTo>
                  <a:lnTo>
                    <a:pt x="946425" y="772750"/>
                  </a:lnTo>
                  <a:lnTo>
                    <a:pt x="959390" y="777017"/>
                  </a:lnTo>
                  <a:lnTo>
                    <a:pt x="972354" y="783336"/>
                  </a:lnTo>
                  <a:lnTo>
                    <a:pt x="985319" y="785147"/>
                  </a:lnTo>
                  <a:lnTo>
                    <a:pt x="998284" y="786915"/>
                  </a:lnTo>
                  <a:lnTo>
                    <a:pt x="1011249" y="789458"/>
                  </a:lnTo>
                  <a:lnTo>
                    <a:pt x="1024213" y="791839"/>
                  </a:lnTo>
                  <a:lnTo>
                    <a:pt x="1037178" y="793795"/>
                  </a:lnTo>
                  <a:lnTo>
                    <a:pt x="1050143" y="793830"/>
                  </a:lnTo>
                  <a:lnTo>
                    <a:pt x="1063107" y="794287"/>
                  </a:lnTo>
                  <a:lnTo>
                    <a:pt x="1076072" y="792498"/>
                  </a:lnTo>
                  <a:lnTo>
                    <a:pt x="1089037" y="790410"/>
                  </a:lnTo>
                  <a:lnTo>
                    <a:pt x="1102002" y="788050"/>
                  </a:lnTo>
                  <a:lnTo>
                    <a:pt x="1114966" y="785446"/>
                  </a:lnTo>
                  <a:lnTo>
                    <a:pt x="1127931" y="782628"/>
                  </a:lnTo>
                  <a:lnTo>
                    <a:pt x="1140896" y="779624"/>
                  </a:lnTo>
                  <a:lnTo>
                    <a:pt x="1153861" y="776803"/>
                  </a:lnTo>
                  <a:lnTo>
                    <a:pt x="1166825" y="773526"/>
                  </a:lnTo>
                  <a:lnTo>
                    <a:pt x="1179790" y="769782"/>
                  </a:lnTo>
                  <a:lnTo>
                    <a:pt x="1192755" y="764113"/>
                  </a:lnTo>
                  <a:lnTo>
                    <a:pt x="1205719" y="760268"/>
                  </a:lnTo>
                  <a:lnTo>
                    <a:pt x="1218684" y="753783"/>
                  </a:lnTo>
                  <a:lnTo>
                    <a:pt x="1231649" y="747513"/>
                  </a:lnTo>
                  <a:lnTo>
                    <a:pt x="1244614" y="742322"/>
                  </a:lnTo>
                  <a:lnTo>
                    <a:pt x="1257578" y="737840"/>
                  </a:lnTo>
                  <a:lnTo>
                    <a:pt x="1270543" y="733734"/>
                  </a:lnTo>
                  <a:lnTo>
                    <a:pt x="1283508" y="730067"/>
                  </a:lnTo>
                  <a:lnTo>
                    <a:pt x="1296473" y="726903"/>
                  </a:lnTo>
                  <a:lnTo>
                    <a:pt x="1309437" y="724304"/>
                  </a:lnTo>
                  <a:lnTo>
                    <a:pt x="1322402" y="721521"/>
                  </a:lnTo>
                  <a:lnTo>
                    <a:pt x="1335367" y="720773"/>
                  </a:lnTo>
                  <a:lnTo>
                    <a:pt x="1348332" y="720656"/>
                  </a:lnTo>
                  <a:lnTo>
                    <a:pt x="1361296" y="719063"/>
                  </a:lnTo>
                  <a:lnTo>
                    <a:pt x="1374261" y="717084"/>
                  </a:lnTo>
                  <a:lnTo>
                    <a:pt x="1387226" y="710438"/>
                  </a:lnTo>
                  <a:lnTo>
                    <a:pt x="1400190" y="703397"/>
                  </a:lnTo>
                  <a:lnTo>
                    <a:pt x="1413155" y="696765"/>
                  </a:lnTo>
                  <a:lnTo>
                    <a:pt x="1426120" y="698281"/>
                  </a:lnTo>
                  <a:lnTo>
                    <a:pt x="1439085" y="692832"/>
                  </a:lnTo>
                  <a:lnTo>
                    <a:pt x="1452049" y="692897"/>
                  </a:lnTo>
                  <a:lnTo>
                    <a:pt x="1465014" y="690343"/>
                  </a:lnTo>
                  <a:lnTo>
                    <a:pt x="1477979" y="686685"/>
                  </a:lnTo>
                  <a:lnTo>
                    <a:pt x="1490944" y="683329"/>
                  </a:lnTo>
                  <a:lnTo>
                    <a:pt x="1503908" y="679940"/>
                  </a:lnTo>
                  <a:lnTo>
                    <a:pt x="1516873" y="674999"/>
                  </a:lnTo>
                  <a:lnTo>
                    <a:pt x="1529838" y="670378"/>
                  </a:lnTo>
                  <a:lnTo>
                    <a:pt x="1542802" y="666111"/>
                  </a:lnTo>
                  <a:lnTo>
                    <a:pt x="1555767" y="662725"/>
                  </a:lnTo>
                  <a:lnTo>
                    <a:pt x="1568732" y="665214"/>
                  </a:lnTo>
                  <a:lnTo>
                    <a:pt x="1581697" y="667611"/>
                  </a:lnTo>
                  <a:lnTo>
                    <a:pt x="1594661" y="670886"/>
                  </a:lnTo>
                  <a:lnTo>
                    <a:pt x="1607626" y="671289"/>
                  </a:lnTo>
                  <a:lnTo>
                    <a:pt x="1620591" y="672009"/>
                  </a:lnTo>
                  <a:lnTo>
                    <a:pt x="1633556" y="668118"/>
                  </a:lnTo>
                  <a:lnTo>
                    <a:pt x="1646520" y="662491"/>
                  </a:lnTo>
                  <a:lnTo>
                    <a:pt x="1659485" y="666721"/>
                  </a:lnTo>
                  <a:lnTo>
                    <a:pt x="1672450" y="666183"/>
                  </a:lnTo>
                  <a:lnTo>
                    <a:pt x="1685415" y="664812"/>
                  </a:lnTo>
                  <a:lnTo>
                    <a:pt x="1698379" y="664390"/>
                  </a:lnTo>
                  <a:lnTo>
                    <a:pt x="1711344" y="662519"/>
                  </a:lnTo>
                  <a:lnTo>
                    <a:pt x="1724309" y="658904"/>
                  </a:lnTo>
                  <a:lnTo>
                    <a:pt x="1737273" y="655984"/>
                  </a:lnTo>
                  <a:lnTo>
                    <a:pt x="1750238" y="657318"/>
                  </a:lnTo>
                  <a:lnTo>
                    <a:pt x="1763203" y="658373"/>
                  </a:lnTo>
                  <a:lnTo>
                    <a:pt x="1776168" y="659103"/>
                  </a:lnTo>
                  <a:lnTo>
                    <a:pt x="1789132" y="655705"/>
                  </a:lnTo>
                  <a:lnTo>
                    <a:pt x="1802097" y="650972"/>
                  </a:lnTo>
                  <a:lnTo>
                    <a:pt x="1815062" y="647482"/>
                  </a:lnTo>
                  <a:lnTo>
                    <a:pt x="1828027" y="643792"/>
                  </a:lnTo>
                  <a:lnTo>
                    <a:pt x="1840991" y="642249"/>
                  </a:lnTo>
                  <a:lnTo>
                    <a:pt x="1853956" y="642768"/>
                  </a:lnTo>
                  <a:lnTo>
                    <a:pt x="1866921" y="636912"/>
                  </a:lnTo>
                  <a:lnTo>
                    <a:pt x="1879885" y="628602"/>
                  </a:lnTo>
                  <a:lnTo>
                    <a:pt x="1892850" y="623942"/>
                  </a:lnTo>
                  <a:lnTo>
                    <a:pt x="1905815" y="613927"/>
                  </a:lnTo>
                  <a:lnTo>
                    <a:pt x="1918780" y="609947"/>
                  </a:lnTo>
                  <a:lnTo>
                    <a:pt x="1931744" y="601752"/>
                  </a:lnTo>
                  <a:lnTo>
                    <a:pt x="1944709" y="591820"/>
                  </a:lnTo>
                  <a:lnTo>
                    <a:pt x="1957674" y="579459"/>
                  </a:lnTo>
                  <a:lnTo>
                    <a:pt x="1970639" y="566022"/>
                  </a:lnTo>
                  <a:lnTo>
                    <a:pt x="1983603" y="553092"/>
                  </a:lnTo>
                  <a:lnTo>
                    <a:pt x="1996568" y="542557"/>
                  </a:lnTo>
                  <a:lnTo>
                    <a:pt x="2009533" y="531710"/>
                  </a:lnTo>
                  <a:lnTo>
                    <a:pt x="2022498" y="507181"/>
                  </a:lnTo>
                  <a:lnTo>
                    <a:pt x="2035462" y="481835"/>
                  </a:lnTo>
                  <a:lnTo>
                    <a:pt x="2048427" y="470996"/>
                  </a:lnTo>
                  <a:lnTo>
                    <a:pt x="2061392" y="456360"/>
                  </a:lnTo>
                  <a:lnTo>
                    <a:pt x="2074356" y="433489"/>
                  </a:lnTo>
                  <a:lnTo>
                    <a:pt x="2087321" y="409276"/>
                  </a:lnTo>
                  <a:lnTo>
                    <a:pt x="2100286" y="383790"/>
                  </a:lnTo>
                  <a:lnTo>
                    <a:pt x="2113251" y="357484"/>
                  </a:lnTo>
                  <a:lnTo>
                    <a:pt x="2126215" y="335674"/>
                  </a:lnTo>
                  <a:lnTo>
                    <a:pt x="2139180" y="306388"/>
                  </a:lnTo>
                  <a:lnTo>
                    <a:pt x="2152145" y="278978"/>
                  </a:lnTo>
                  <a:lnTo>
                    <a:pt x="2165110" y="248114"/>
                  </a:lnTo>
                  <a:lnTo>
                    <a:pt x="2178074" y="210107"/>
                  </a:lnTo>
                  <a:lnTo>
                    <a:pt x="2191039" y="176558"/>
                  </a:lnTo>
                  <a:lnTo>
                    <a:pt x="2204004" y="146750"/>
                  </a:lnTo>
                  <a:lnTo>
                    <a:pt x="2216968" y="105132"/>
                  </a:lnTo>
                  <a:lnTo>
                    <a:pt x="2229933" y="52718"/>
                  </a:lnTo>
                  <a:lnTo>
                    <a:pt x="224190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548352"/>
              <a:ext cx="2320686" cy="338799"/>
            </a:xfrm>
            <a:custGeom>
              <a:avLst/>
              <a:pathLst>
                <a:path w="2320686" h="338799">
                  <a:moveTo>
                    <a:pt x="2320686" y="338799"/>
                  </a:moveTo>
                  <a:lnTo>
                    <a:pt x="2307722" y="288737"/>
                  </a:lnTo>
                  <a:lnTo>
                    <a:pt x="2294757" y="241743"/>
                  </a:lnTo>
                  <a:lnTo>
                    <a:pt x="2281792" y="197781"/>
                  </a:lnTo>
                  <a:lnTo>
                    <a:pt x="2268827" y="147349"/>
                  </a:lnTo>
                  <a:lnTo>
                    <a:pt x="2255863" y="95962"/>
                  </a:lnTo>
                  <a:lnTo>
                    <a:pt x="2242898" y="83721"/>
                  </a:lnTo>
                  <a:lnTo>
                    <a:pt x="2229933" y="56725"/>
                  </a:lnTo>
                  <a:lnTo>
                    <a:pt x="2216968" y="29988"/>
                  </a:lnTo>
                  <a:lnTo>
                    <a:pt x="2204004" y="13437"/>
                  </a:lnTo>
                  <a:lnTo>
                    <a:pt x="2191039" y="4623"/>
                  </a:lnTo>
                  <a:lnTo>
                    <a:pt x="2178074" y="0"/>
                  </a:lnTo>
                  <a:lnTo>
                    <a:pt x="2165110" y="12076"/>
                  </a:lnTo>
                  <a:lnTo>
                    <a:pt x="2152145" y="19984"/>
                  </a:lnTo>
                  <a:lnTo>
                    <a:pt x="2139180" y="29080"/>
                  </a:lnTo>
                  <a:lnTo>
                    <a:pt x="2126215" y="32468"/>
                  </a:lnTo>
                  <a:lnTo>
                    <a:pt x="2113251" y="47122"/>
                  </a:lnTo>
                  <a:lnTo>
                    <a:pt x="2100286" y="66266"/>
                  </a:lnTo>
                  <a:lnTo>
                    <a:pt x="2087321" y="76515"/>
                  </a:lnTo>
                  <a:lnTo>
                    <a:pt x="2074356" y="82366"/>
                  </a:lnTo>
                  <a:lnTo>
                    <a:pt x="2061392" y="85898"/>
                  </a:lnTo>
                  <a:lnTo>
                    <a:pt x="2048427" y="87276"/>
                  </a:lnTo>
                  <a:lnTo>
                    <a:pt x="2035462" y="86671"/>
                  </a:lnTo>
                  <a:lnTo>
                    <a:pt x="2022498" y="90241"/>
                  </a:lnTo>
                  <a:lnTo>
                    <a:pt x="2009533" y="96650"/>
                  </a:lnTo>
                  <a:lnTo>
                    <a:pt x="1996568" y="97784"/>
                  </a:lnTo>
                  <a:lnTo>
                    <a:pt x="1983603" y="104723"/>
                  </a:lnTo>
                  <a:lnTo>
                    <a:pt x="1970639" y="110063"/>
                  </a:lnTo>
                  <a:lnTo>
                    <a:pt x="1957674" y="111825"/>
                  </a:lnTo>
                  <a:lnTo>
                    <a:pt x="1944709" y="113431"/>
                  </a:lnTo>
                  <a:lnTo>
                    <a:pt x="1931744" y="115789"/>
                  </a:lnTo>
                  <a:lnTo>
                    <a:pt x="1918780" y="114671"/>
                  </a:lnTo>
                  <a:lnTo>
                    <a:pt x="1905815" y="112709"/>
                  </a:lnTo>
                  <a:lnTo>
                    <a:pt x="1892850" y="110019"/>
                  </a:lnTo>
                  <a:lnTo>
                    <a:pt x="1879885" y="106718"/>
                  </a:lnTo>
                  <a:lnTo>
                    <a:pt x="1866921" y="104124"/>
                  </a:lnTo>
                  <a:lnTo>
                    <a:pt x="1853956" y="111962"/>
                  </a:lnTo>
                  <a:lnTo>
                    <a:pt x="1840991" y="107340"/>
                  </a:lnTo>
                  <a:lnTo>
                    <a:pt x="1828027" y="108527"/>
                  </a:lnTo>
                  <a:lnTo>
                    <a:pt x="1815062" y="103624"/>
                  </a:lnTo>
                  <a:lnTo>
                    <a:pt x="1802097" y="101872"/>
                  </a:lnTo>
                  <a:lnTo>
                    <a:pt x="1789132" y="102730"/>
                  </a:lnTo>
                  <a:lnTo>
                    <a:pt x="1776168" y="103460"/>
                  </a:lnTo>
                  <a:lnTo>
                    <a:pt x="1763203" y="103537"/>
                  </a:lnTo>
                  <a:lnTo>
                    <a:pt x="1750238" y="103031"/>
                  </a:lnTo>
                  <a:lnTo>
                    <a:pt x="1737273" y="102008"/>
                  </a:lnTo>
                  <a:lnTo>
                    <a:pt x="1724309" y="99243"/>
                  </a:lnTo>
                  <a:lnTo>
                    <a:pt x="1711344" y="97954"/>
                  </a:lnTo>
                  <a:lnTo>
                    <a:pt x="1698379" y="96234"/>
                  </a:lnTo>
                  <a:lnTo>
                    <a:pt x="1685415" y="94118"/>
                  </a:lnTo>
                  <a:lnTo>
                    <a:pt x="1672450" y="91536"/>
                  </a:lnTo>
                  <a:lnTo>
                    <a:pt x="1659485" y="88845"/>
                  </a:lnTo>
                  <a:lnTo>
                    <a:pt x="1646520" y="86115"/>
                  </a:lnTo>
                  <a:lnTo>
                    <a:pt x="1633556" y="83412"/>
                  </a:lnTo>
                  <a:lnTo>
                    <a:pt x="1620591" y="80767"/>
                  </a:lnTo>
                  <a:lnTo>
                    <a:pt x="1607626" y="77645"/>
                  </a:lnTo>
                  <a:lnTo>
                    <a:pt x="1594661" y="75316"/>
                  </a:lnTo>
                  <a:lnTo>
                    <a:pt x="1581697" y="73836"/>
                  </a:lnTo>
                  <a:lnTo>
                    <a:pt x="1568732" y="74744"/>
                  </a:lnTo>
                  <a:lnTo>
                    <a:pt x="1555767" y="77000"/>
                  </a:lnTo>
                  <a:lnTo>
                    <a:pt x="1542802" y="77669"/>
                  </a:lnTo>
                  <a:lnTo>
                    <a:pt x="1529838" y="79547"/>
                  </a:lnTo>
                  <a:lnTo>
                    <a:pt x="1516873" y="79983"/>
                  </a:lnTo>
                  <a:lnTo>
                    <a:pt x="1503908" y="82377"/>
                  </a:lnTo>
                  <a:lnTo>
                    <a:pt x="1490944" y="85033"/>
                  </a:lnTo>
                  <a:lnTo>
                    <a:pt x="1477979" y="86831"/>
                  </a:lnTo>
                  <a:lnTo>
                    <a:pt x="1465014" y="88624"/>
                  </a:lnTo>
                  <a:lnTo>
                    <a:pt x="1452049" y="90286"/>
                  </a:lnTo>
                  <a:lnTo>
                    <a:pt x="1439085" y="92217"/>
                  </a:lnTo>
                  <a:lnTo>
                    <a:pt x="1426120" y="95115"/>
                  </a:lnTo>
                  <a:lnTo>
                    <a:pt x="1413155" y="96474"/>
                  </a:lnTo>
                  <a:lnTo>
                    <a:pt x="1400190" y="97713"/>
                  </a:lnTo>
                  <a:lnTo>
                    <a:pt x="1387226" y="99849"/>
                  </a:lnTo>
                  <a:lnTo>
                    <a:pt x="1374261" y="103669"/>
                  </a:lnTo>
                  <a:lnTo>
                    <a:pt x="1361296" y="107507"/>
                  </a:lnTo>
                  <a:lnTo>
                    <a:pt x="1348332" y="111347"/>
                  </a:lnTo>
                  <a:lnTo>
                    <a:pt x="1335367" y="115172"/>
                  </a:lnTo>
                  <a:lnTo>
                    <a:pt x="1322402" y="119696"/>
                  </a:lnTo>
                  <a:lnTo>
                    <a:pt x="1309437" y="127051"/>
                  </a:lnTo>
                  <a:lnTo>
                    <a:pt x="1296473" y="131551"/>
                  </a:lnTo>
                  <a:lnTo>
                    <a:pt x="1283508" y="135881"/>
                  </a:lnTo>
                  <a:lnTo>
                    <a:pt x="1270543" y="140013"/>
                  </a:lnTo>
                  <a:lnTo>
                    <a:pt x="1257578" y="141154"/>
                  </a:lnTo>
                  <a:lnTo>
                    <a:pt x="1244614" y="146324"/>
                  </a:lnTo>
                  <a:lnTo>
                    <a:pt x="1231649" y="151156"/>
                  </a:lnTo>
                  <a:lnTo>
                    <a:pt x="1218684" y="154434"/>
                  </a:lnTo>
                  <a:lnTo>
                    <a:pt x="1205719" y="157484"/>
                  </a:lnTo>
                  <a:lnTo>
                    <a:pt x="1192755" y="159077"/>
                  </a:lnTo>
                  <a:lnTo>
                    <a:pt x="1179790" y="159513"/>
                  </a:lnTo>
                  <a:lnTo>
                    <a:pt x="1166825" y="162842"/>
                  </a:lnTo>
                  <a:lnTo>
                    <a:pt x="1153861" y="166785"/>
                  </a:lnTo>
                  <a:lnTo>
                    <a:pt x="1140896" y="169129"/>
                  </a:lnTo>
                  <a:lnTo>
                    <a:pt x="1127931" y="171293"/>
                  </a:lnTo>
                  <a:lnTo>
                    <a:pt x="1114966" y="175704"/>
                  </a:lnTo>
                  <a:lnTo>
                    <a:pt x="1102002" y="177601"/>
                  </a:lnTo>
                  <a:lnTo>
                    <a:pt x="1089037" y="179054"/>
                  </a:lnTo>
                  <a:lnTo>
                    <a:pt x="1076072" y="182075"/>
                  </a:lnTo>
                  <a:lnTo>
                    <a:pt x="1063107" y="183276"/>
                  </a:lnTo>
                  <a:lnTo>
                    <a:pt x="1050143" y="183649"/>
                  </a:lnTo>
                  <a:lnTo>
                    <a:pt x="1037178" y="180618"/>
                  </a:lnTo>
                  <a:lnTo>
                    <a:pt x="1024213" y="181616"/>
                  </a:lnTo>
                  <a:lnTo>
                    <a:pt x="1011249" y="181949"/>
                  </a:lnTo>
                  <a:lnTo>
                    <a:pt x="998284" y="181456"/>
                  </a:lnTo>
                  <a:lnTo>
                    <a:pt x="985319" y="180217"/>
                  </a:lnTo>
                  <a:lnTo>
                    <a:pt x="972354" y="176966"/>
                  </a:lnTo>
                  <a:lnTo>
                    <a:pt x="959390" y="171779"/>
                  </a:lnTo>
                  <a:lnTo>
                    <a:pt x="946425" y="166825"/>
                  </a:lnTo>
                  <a:lnTo>
                    <a:pt x="933460" y="164843"/>
                  </a:lnTo>
                  <a:lnTo>
                    <a:pt x="920495" y="164514"/>
                  </a:lnTo>
                  <a:lnTo>
                    <a:pt x="907531" y="161446"/>
                  </a:lnTo>
                  <a:lnTo>
                    <a:pt x="894566" y="157367"/>
                  </a:lnTo>
                  <a:lnTo>
                    <a:pt x="881601" y="155524"/>
                  </a:lnTo>
                  <a:lnTo>
                    <a:pt x="868636" y="153641"/>
                  </a:lnTo>
                  <a:lnTo>
                    <a:pt x="855672" y="151739"/>
                  </a:lnTo>
                  <a:lnTo>
                    <a:pt x="842707" y="149840"/>
                  </a:lnTo>
                  <a:lnTo>
                    <a:pt x="829742" y="147965"/>
                  </a:lnTo>
                  <a:lnTo>
                    <a:pt x="816778" y="146136"/>
                  </a:lnTo>
                  <a:lnTo>
                    <a:pt x="803813" y="144374"/>
                  </a:lnTo>
                  <a:lnTo>
                    <a:pt x="790848" y="142701"/>
                  </a:lnTo>
                  <a:lnTo>
                    <a:pt x="777883" y="141855"/>
                  </a:lnTo>
                  <a:lnTo>
                    <a:pt x="764919" y="141748"/>
                  </a:lnTo>
                  <a:lnTo>
                    <a:pt x="751954" y="141915"/>
                  </a:lnTo>
                  <a:lnTo>
                    <a:pt x="738989" y="142339"/>
                  </a:lnTo>
                  <a:lnTo>
                    <a:pt x="726024" y="143004"/>
                  </a:lnTo>
                  <a:lnTo>
                    <a:pt x="713060" y="143894"/>
                  </a:lnTo>
                  <a:lnTo>
                    <a:pt x="700095" y="144992"/>
                  </a:lnTo>
                  <a:lnTo>
                    <a:pt x="687130" y="146281"/>
                  </a:lnTo>
                  <a:lnTo>
                    <a:pt x="674166" y="147256"/>
                  </a:lnTo>
                  <a:lnTo>
                    <a:pt x="661201" y="145992"/>
                  </a:lnTo>
                  <a:lnTo>
                    <a:pt x="648236" y="146216"/>
                  </a:lnTo>
                  <a:lnTo>
                    <a:pt x="635271" y="150869"/>
                  </a:lnTo>
                  <a:lnTo>
                    <a:pt x="622307" y="154547"/>
                  </a:lnTo>
                  <a:lnTo>
                    <a:pt x="609342" y="155551"/>
                  </a:lnTo>
                  <a:lnTo>
                    <a:pt x="596377" y="159301"/>
                  </a:lnTo>
                  <a:lnTo>
                    <a:pt x="583412" y="161535"/>
                  </a:lnTo>
                  <a:lnTo>
                    <a:pt x="570448" y="163813"/>
                  </a:lnTo>
                  <a:lnTo>
                    <a:pt x="557483" y="166118"/>
                  </a:lnTo>
                  <a:lnTo>
                    <a:pt x="544518" y="166589"/>
                  </a:lnTo>
                  <a:lnTo>
                    <a:pt x="531553" y="167867"/>
                  </a:lnTo>
                  <a:lnTo>
                    <a:pt x="518589" y="168649"/>
                  </a:lnTo>
                  <a:lnTo>
                    <a:pt x="505624" y="167767"/>
                  </a:lnTo>
                  <a:lnTo>
                    <a:pt x="492659" y="166576"/>
                  </a:lnTo>
                  <a:lnTo>
                    <a:pt x="479695" y="165124"/>
                  </a:lnTo>
                  <a:lnTo>
                    <a:pt x="466730" y="162314"/>
                  </a:lnTo>
                  <a:lnTo>
                    <a:pt x="453765" y="158216"/>
                  </a:lnTo>
                  <a:lnTo>
                    <a:pt x="440800" y="158483"/>
                  </a:lnTo>
                  <a:lnTo>
                    <a:pt x="427836" y="158293"/>
                  </a:lnTo>
                  <a:lnTo>
                    <a:pt x="414871" y="157698"/>
                  </a:lnTo>
                  <a:lnTo>
                    <a:pt x="401906" y="154891"/>
                  </a:lnTo>
                  <a:lnTo>
                    <a:pt x="388941" y="154283"/>
                  </a:lnTo>
                  <a:lnTo>
                    <a:pt x="375977" y="153990"/>
                  </a:lnTo>
                  <a:lnTo>
                    <a:pt x="363012" y="156128"/>
                  </a:lnTo>
                  <a:lnTo>
                    <a:pt x="350047" y="156962"/>
                  </a:lnTo>
                  <a:lnTo>
                    <a:pt x="337083" y="159539"/>
                  </a:lnTo>
                  <a:lnTo>
                    <a:pt x="324118" y="162155"/>
                  </a:lnTo>
                  <a:lnTo>
                    <a:pt x="311153" y="165095"/>
                  </a:lnTo>
                  <a:lnTo>
                    <a:pt x="298188" y="167621"/>
                  </a:lnTo>
                  <a:lnTo>
                    <a:pt x="285224" y="167386"/>
                  </a:lnTo>
                  <a:lnTo>
                    <a:pt x="272259" y="166911"/>
                  </a:lnTo>
                  <a:lnTo>
                    <a:pt x="259294" y="167711"/>
                  </a:lnTo>
                  <a:lnTo>
                    <a:pt x="246329" y="170275"/>
                  </a:lnTo>
                  <a:lnTo>
                    <a:pt x="233365" y="172381"/>
                  </a:lnTo>
                  <a:lnTo>
                    <a:pt x="220400" y="171947"/>
                  </a:lnTo>
                  <a:lnTo>
                    <a:pt x="207435" y="169254"/>
                  </a:lnTo>
                  <a:lnTo>
                    <a:pt x="194470" y="168664"/>
                  </a:lnTo>
                  <a:lnTo>
                    <a:pt x="181506" y="168991"/>
                  </a:lnTo>
                  <a:lnTo>
                    <a:pt x="168541" y="173705"/>
                  </a:lnTo>
                  <a:lnTo>
                    <a:pt x="155576" y="174498"/>
                  </a:lnTo>
                  <a:lnTo>
                    <a:pt x="142612" y="178283"/>
                  </a:lnTo>
                  <a:lnTo>
                    <a:pt x="129647" y="182150"/>
                  </a:lnTo>
                  <a:lnTo>
                    <a:pt x="116682" y="185936"/>
                  </a:lnTo>
                  <a:lnTo>
                    <a:pt x="103717" y="187201"/>
                  </a:lnTo>
                  <a:lnTo>
                    <a:pt x="90753" y="190590"/>
                  </a:lnTo>
                  <a:lnTo>
                    <a:pt x="77788" y="192229"/>
                  </a:lnTo>
                  <a:lnTo>
                    <a:pt x="64823" y="193808"/>
                  </a:lnTo>
                  <a:lnTo>
                    <a:pt x="51858" y="194373"/>
                  </a:lnTo>
                  <a:lnTo>
                    <a:pt x="38894" y="201551"/>
                  </a:lnTo>
                  <a:lnTo>
                    <a:pt x="25929" y="213438"/>
                  </a:lnTo>
                  <a:lnTo>
                    <a:pt x="12964" y="223716"/>
                  </a:lnTo>
                  <a:lnTo>
                    <a:pt x="0" y="2451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245386"/>
              <a:ext cx="2320686" cy="427504"/>
            </a:xfrm>
            <a:custGeom>
              <a:avLst/>
              <a:pathLst>
                <a:path w="2320686" h="427504">
                  <a:moveTo>
                    <a:pt x="0" y="427504"/>
                  </a:moveTo>
                  <a:lnTo>
                    <a:pt x="12964" y="423697"/>
                  </a:lnTo>
                  <a:lnTo>
                    <a:pt x="25929" y="419983"/>
                  </a:lnTo>
                  <a:lnTo>
                    <a:pt x="38894" y="416370"/>
                  </a:lnTo>
                  <a:lnTo>
                    <a:pt x="51858" y="412869"/>
                  </a:lnTo>
                  <a:lnTo>
                    <a:pt x="64823" y="409487"/>
                  </a:lnTo>
                  <a:lnTo>
                    <a:pt x="77788" y="406236"/>
                  </a:lnTo>
                  <a:lnTo>
                    <a:pt x="90753" y="403123"/>
                  </a:lnTo>
                  <a:lnTo>
                    <a:pt x="103717" y="400158"/>
                  </a:lnTo>
                  <a:lnTo>
                    <a:pt x="116682" y="397350"/>
                  </a:lnTo>
                  <a:lnTo>
                    <a:pt x="129647" y="394708"/>
                  </a:lnTo>
                  <a:lnTo>
                    <a:pt x="142612" y="392243"/>
                  </a:lnTo>
                  <a:lnTo>
                    <a:pt x="155576" y="389962"/>
                  </a:lnTo>
                  <a:lnTo>
                    <a:pt x="168541" y="387875"/>
                  </a:lnTo>
                  <a:lnTo>
                    <a:pt x="181506" y="385992"/>
                  </a:lnTo>
                  <a:lnTo>
                    <a:pt x="194470" y="384321"/>
                  </a:lnTo>
                  <a:lnTo>
                    <a:pt x="207435" y="382872"/>
                  </a:lnTo>
                  <a:lnTo>
                    <a:pt x="220400" y="381654"/>
                  </a:lnTo>
                  <a:lnTo>
                    <a:pt x="233365" y="380676"/>
                  </a:lnTo>
                  <a:lnTo>
                    <a:pt x="246329" y="379948"/>
                  </a:lnTo>
                  <a:lnTo>
                    <a:pt x="259294" y="379478"/>
                  </a:lnTo>
                  <a:lnTo>
                    <a:pt x="272259" y="379267"/>
                  </a:lnTo>
                  <a:lnTo>
                    <a:pt x="285224" y="379291"/>
                  </a:lnTo>
                  <a:lnTo>
                    <a:pt x="298188" y="379523"/>
                  </a:lnTo>
                  <a:lnTo>
                    <a:pt x="311153" y="379935"/>
                  </a:lnTo>
                  <a:lnTo>
                    <a:pt x="324118" y="380498"/>
                  </a:lnTo>
                  <a:lnTo>
                    <a:pt x="337083" y="381185"/>
                  </a:lnTo>
                  <a:lnTo>
                    <a:pt x="350047" y="381967"/>
                  </a:lnTo>
                  <a:lnTo>
                    <a:pt x="363012" y="382818"/>
                  </a:lnTo>
                  <a:lnTo>
                    <a:pt x="375977" y="383709"/>
                  </a:lnTo>
                  <a:lnTo>
                    <a:pt x="388941" y="384611"/>
                  </a:lnTo>
                  <a:lnTo>
                    <a:pt x="401906" y="385498"/>
                  </a:lnTo>
                  <a:lnTo>
                    <a:pt x="414871" y="386340"/>
                  </a:lnTo>
                  <a:lnTo>
                    <a:pt x="427836" y="387111"/>
                  </a:lnTo>
                  <a:lnTo>
                    <a:pt x="440800" y="387782"/>
                  </a:lnTo>
                  <a:lnTo>
                    <a:pt x="453765" y="388326"/>
                  </a:lnTo>
                  <a:lnTo>
                    <a:pt x="466730" y="388713"/>
                  </a:lnTo>
                  <a:lnTo>
                    <a:pt x="479695" y="388917"/>
                  </a:lnTo>
                  <a:lnTo>
                    <a:pt x="492659" y="388910"/>
                  </a:lnTo>
                  <a:lnTo>
                    <a:pt x="505624" y="388663"/>
                  </a:lnTo>
                  <a:lnTo>
                    <a:pt x="518589" y="388150"/>
                  </a:lnTo>
                  <a:lnTo>
                    <a:pt x="531553" y="387356"/>
                  </a:lnTo>
                  <a:lnTo>
                    <a:pt x="544518" y="386305"/>
                  </a:lnTo>
                  <a:lnTo>
                    <a:pt x="557483" y="385035"/>
                  </a:lnTo>
                  <a:lnTo>
                    <a:pt x="570448" y="383583"/>
                  </a:lnTo>
                  <a:lnTo>
                    <a:pt x="583412" y="381987"/>
                  </a:lnTo>
                  <a:lnTo>
                    <a:pt x="596377" y="380286"/>
                  </a:lnTo>
                  <a:lnTo>
                    <a:pt x="609342" y="378516"/>
                  </a:lnTo>
                  <a:lnTo>
                    <a:pt x="622307" y="376717"/>
                  </a:lnTo>
                  <a:lnTo>
                    <a:pt x="635271" y="374925"/>
                  </a:lnTo>
                  <a:lnTo>
                    <a:pt x="648236" y="373179"/>
                  </a:lnTo>
                  <a:lnTo>
                    <a:pt x="661201" y="371516"/>
                  </a:lnTo>
                  <a:lnTo>
                    <a:pt x="674166" y="369974"/>
                  </a:lnTo>
                  <a:lnTo>
                    <a:pt x="687130" y="368592"/>
                  </a:lnTo>
                  <a:lnTo>
                    <a:pt x="700095" y="367406"/>
                  </a:lnTo>
                  <a:lnTo>
                    <a:pt x="713060" y="366456"/>
                  </a:lnTo>
                  <a:lnTo>
                    <a:pt x="726024" y="365778"/>
                  </a:lnTo>
                  <a:lnTo>
                    <a:pt x="738989" y="365411"/>
                  </a:lnTo>
                  <a:lnTo>
                    <a:pt x="751954" y="365392"/>
                  </a:lnTo>
                  <a:lnTo>
                    <a:pt x="764919" y="365760"/>
                  </a:lnTo>
                  <a:lnTo>
                    <a:pt x="777883" y="366548"/>
                  </a:lnTo>
                  <a:lnTo>
                    <a:pt x="790848" y="367777"/>
                  </a:lnTo>
                  <a:lnTo>
                    <a:pt x="803813" y="369424"/>
                  </a:lnTo>
                  <a:lnTo>
                    <a:pt x="816778" y="371439"/>
                  </a:lnTo>
                  <a:lnTo>
                    <a:pt x="829742" y="373771"/>
                  </a:lnTo>
                  <a:lnTo>
                    <a:pt x="842707" y="376371"/>
                  </a:lnTo>
                  <a:lnTo>
                    <a:pt x="855672" y="379189"/>
                  </a:lnTo>
                  <a:lnTo>
                    <a:pt x="868636" y="382176"/>
                  </a:lnTo>
                  <a:lnTo>
                    <a:pt x="881601" y="385280"/>
                  </a:lnTo>
                  <a:lnTo>
                    <a:pt x="894566" y="388452"/>
                  </a:lnTo>
                  <a:lnTo>
                    <a:pt x="907531" y="391643"/>
                  </a:lnTo>
                  <a:lnTo>
                    <a:pt x="920495" y="394802"/>
                  </a:lnTo>
                  <a:lnTo>
                    <a:pt x="933460" y="397879"/>
                  </a:lnTo>
                  <a:lnTo>
                    <a:pt x="946425" y="400824"/>
                  </a:lnTo>
                  <a:lnTo>
                    <a:pt x="959390" y="403588"/>
                  </a:lnTo>
                  <a:lnTo>
                    <a:pt x="972354" y="406121"/>
                  </a:lnTo>
                  <a:lnTo>
                    <a:pt x="985319" y="408372"/>
                  </a:lnTo>
                  <a:lnTo>
                    <a:pt x="998284" y="410291"/>
                  </a:lnTo>
                  <a:lnTo>
                    <a:pt x="1011249" y="411830"/>
                  </a:lnTo>
                  <a:lnTo>
                    <a:pt x="1024213" y="412939"/>
                  </a:lnTo>
                  <a:lnTo>
                    <a:pt x="1037178" y="413572"/>
                  </a:lnTo>
                  <a:lnTo>
                    <a:pt x="1050143" y="413696"/>
                  </a:lnTo>
                  <a:lnTo>
                    <a:pt x="1063107" y="413313"/>
                  </a:lnTo>
                  <a:lnTo>
                    <a:pt x="1076072" y="412454"/>
                  </a:lnTo>
                  <a:lnTo>
                    <a:pt x="1089037" y="411151"/>
                  </a:lnTo>
                  <a:lnTo>
                    <a:pt x="1102002" y="409437"/>
                  </a:lnTo>
                  <a:lnTo>
                    <a:pt x="1114966" y="407343"/>
                  </a:lnTo>
                  <a:lnTo>
                    <a:pt x="1127931" y="404901"/>
                  </a:lnTo>
                  <a:lnTo>
                    <a:pt x="1140896" y="402145"/>
                  </a:lnTo>
                  <a:lnTo>
                    <a:pt x="1153861" y="399105"/>
                  </a:lnTo>
                  <a:lnTo>
                    <a:pt x="1166825" y="395814"/>
                  </a:lnTo>
                  <a:lnTo>
                    <a:pt x="1179790" y="392305"/>
                  </a:lnTo>
                  <a:lnTo>
                    <a:pt x="1192755" y="388608"/>
                  </a:lnTo>
                  <a:lnTo>
                    <a:pt x="1205719" y="384758"/>
                  </a:lnTo>
                  <a:lnTo>
                    <a:pt x="1218684" y="380784"/>
                  </a:lnTo>
                  <a:lnTo>
                    <a:pt x="1231649" y="376721"/>
                  </a:lnTo>
                  <a:lnTo>
                    <a:pt x="1244614" y="372599"/>
                  </a:lnTo>
                  <a:lnTo>
                    <a:pt x="1257578" y="368451"/>
                  </a:lnTo>
                  <a:lnTo>
                    <a:pt x="1270543" y="364308"/>
                  </a:lnTo>
                  <a:lnTo>
                    <a:pt x="1283508" y="360203"/>
                  </a:lnTo>
                  <a:lnTo>
                    <a:pt x="1296473" y="356162"/>
                  </a:lnTo>
                  <a:lnTo>
                    <a:pt x="1309437" y="352215"/>
                  </a:lnTo>
                  <a:lnTo>
                    <a:pt x="1322402" y="348376"/>
                  </a:lnTo>
                  <a:lnTo>
                    <a:pt x="1335367" y="344655"/>
                  </a:lnTo>
                  <a:lnTo>
                    <a:pt x="1348332" y="341057"/>
                  </a:lnTo>
                  <a:lnTo>
                    <a:pt x="1361296" y="337589"/>
                  </a:lnTo>
                  <a:lnTo>
                    <a:pt x="1374261" y="334258"/>
                  </a:lnTo>
                  <a:lnTo>
                    <a:pt x="1387226" y="331070"/>
                  </a:lnTo>
                  <a:lnTo>
                    <a:pt x="1400190" y="328033"/>
                  </a:lnTo>
                  <a:lnTo>
                    <a:pt x="1413155" y="325152"/>
                  </a:lnTo>
                  <a:lnTo>
                    <a:pt x="1426120" y="322434"/>
                  </a:lnTo>
                  <a:lnTo>
                    <a:pt x="1439085" y="319887"/>
                  </a:lnTo>
                  <a:lnTo>
                    <a:pt x="1452049" y="317516"/>
                  </a:lnTo>
                  <a:lnTo>
                    <a:pt x="1465014" y="315329"/>
                  </a:lnTo>
                  <a:lnTo>
                    <a:pt x="1477979" y="313332"/>
                  </a:lnTo>
                  <a:lnTo>
                    <a:pt x="1490944" y="311532"/>
                  </a:lnTo>
                  <a:lnTo>
                    <a:pt x="1503908" y="309934"/>
                  </a:lnTo>
                  <a:lnTo>
                    <a:pt x="1516873" y="308548"/>
                  </a:lnTo>
                  <a:lnTo>
                    <a:pt x="1529838" y="307379"/>
                  </a:lnTo>
                  <a:lnTo>
                    <a:pt x="1542802" y="306435"/>
                  </a:lnTo>
                  <a:lnTo>
                    <a:pt x="1555767" y="305724"/>
                  </a:lnTo>
                  <a:lnTo>
                    <a:pt x="1568732" y="305250"/>
                  </a:lnTo>
                  <a:lnTo>
                    <a:pt x="1581697" y="305005"/>
                  </a:lnTo>
                  <a:lnTo>
                    <a:pt x="1594661" y="304961"/>
                  </a:lnTo>
                  <a:lnTo>
                    <a:pt x="1607626" y="305091"/>
                  </a:lnTo>
                  <a:lnTo>
                    <a:pt x="1620591" y="305365"/>
                  </a:lnTo>
                  <a:lnTo>
                    <a:pt x="1633556" y="305756"/>
                  </a:lnTo>
                  <a:lnTo>
                    <a:pt x="1646520" y="306235"/>
                  </a:lnTo>
                  <a:lnTo>
                    <a:pt x="1659485" y="306773"/>
                  </a:lnTo>
                  <a:lnTo>
                    <a:pt x="1672450" y="307342"/>
                  </a:lnTo>
                  <a:lnTo>
                    <a:pt x="1685415" y="307914"/>
                  </a:lnTo>
                  <a:lnTo>
                    <a:pt x="1698379" y="308459"/>
                  </a:lnTo>
                  <a:lnTo>
                    <a:pt x="1711344" y="308949"/>
                  </a:lnTo>
                  <a:lnTo>
                    <a:pt x="1724309" y="309357"/>
                  </a:lnTo>
                  <a:lnTo>
                    <a:pt x="1737273" y="309652"/>
                  </a:lnTo>
                  <a:lnTo>
                    <a:pt x="1750238" y="309807"/>
                  </a:lnTo>
                  <a:lnTo>
                    <a:pt x="1763203" y="309792"/>
                  </a:lnTo>
                  <a:lnTo>
                    <a:pt x="1776168" y="309576"/>
                  </a:lnTo>
                  <a:lnTo>
                    <a:pt x="1789132" y="309128"/>
                  </a:lnTo>
                  <a:lnTo>
                    <a:pt x="1802097" y="308414"/>
                  </a:lnTo>
                  <a:lnTo>
                    <a:pt x="1815062" y="307393"/>
                  </a:lnTo>
                  <a:lnTo>
                    <a:pt x="1828027" y="306021"/>
                  </a:lnTo>
                  <a:lnTo>
                    <a:pt x="1840991" y="304253"/>
                  </a:lnTo>
                  <a:lnTo>
                    <a:pt x="1853956" y="302052"/>
                  </a:lnTo>
                  <a:lnTo>
                    <a:pt x="1866921" y="299381"/>
                  </a:lnTo>
                  <a:lnTo>
                    <a:pt x="1879885" y="296202"/>
                  </a:lnTo>
                  <a:lnTo>
                    <a:pt x="1892850" y="292477"/>
                  </a:lnTo>
                  <a:lnTo>
                    <a:pt x="1905815" y="288170"/>
                  </a:lnTo>
                  <a:lnTo>
                    <a:pt x="1918780" y="283243"/>
                  </a:lnTo>
                  <a:lnTo>
                    <a:pt x="1931744" y="277659"/>
                  </a:lnTo>
                  <a:lnTo>
                    <a:pt x="1944709" y="271379"/>
                  </a:lnTo>
                  <a:lnTo>
                    <a:pt x="1957674" y="264368"/>
                  </a:lnTo>
                  <a:lnTo>
                    <a:pt x="1970639" y="256588"/>
                  </a:lnTo>
                  <a:lnTo>
                    <a:pt x="1983603" y="248000"/>
                  </a:lnTo>
                  <a:lnTo>
                    <a:pt x="1996568" y="238569"/>
                  </a:lnTo>
                  <a:lnTo>
                    <a:pt x="2009533" y="228258"/>
                  </a:lnTo>
                  <a:lnTo>
                    <a:pt x="2022498" y="217035"/>
                  </a:lnTo>
                  <a:lnTo>
                    <a:pt x="2035462" y="204868"/>
                  </a:lnTo>
                  <a:lnTo>
                    <a:pt x="2048427" y="191728"/>
                  </a:lnTo>
                  <a:lnTo>
                    <a:pt x="2061392" y="177598"/>
                  </a:lnTo>
                  <a:lnTo>
                    <a:pt x="2074356" y="162486"/>
                  </a:lnTo>
                  <a:lnTo>
                    <a:pt x="2087321" y="146423"/>
                  </a:lnTo>
                  <a:lnTo>
                    <a:pt x="2100286" y="129522"/>
                  </a:lnTo>
                  <a:lnTo>
                    <a:pt x="2113251" y="112133"/>
                  </a:lnTo>
                  <a:lnTo>
                    <a:pt x="2126215" y="94660"/>
                  </a:lnTo>
                  <a:lnTo>
                    <a:pt x="2139180" y="77506"/>
                  </a:lnTo>
                  <a:lnTo>
                    <a:pt x="2152145" y="61071"/>
                  </a:lnTo>
                  <a:lnTo>
                    <a:pt x="2165110" y="45760"/>
                  </a:lnTo>
                  <a:lnTo>
                    <a:pt x="2178074" y="31973"/>
                  </a:lnTo>
                  <a:lnTo>
                    <a:pt x="2191039" y="20114"/>
                  </a:lnTo>
                  <a:lnTo>
                    <a:pt x="2204004" y="10585"/>
                  </a:lnTo>
                  <a:lnTo>
                    <a:pt x="2216968" y="3789"/>
                  </a:lnTo>
                  <a:lnTo>
                    <a:pt x="2229933" y="127"/>
                  </a:lnTo>
                  <a:lnTo>
                    <a:pt x="2242898" y="0"/>
                  </a:lnTo>
                  <a:lnTo>
                    <a:pt x="2255863" y="3797"/>
                  </a:lnTo>
                  <a:lnTo>
                    <a:pt x="2268827" y="11907"/>
                  </a:lnTo>
                  <a:lnTo>
                    <a:pt x="2281792" y="24709"/>
                  </a:lnTo>
                  <a:lnTo>
                    <a:pt x="2294757" y="42589"/>
                  </a:lnTo>
                  <a:lnTo>
                    <a:pt x="2307722" y="65876"/>
                  </a:lnTo>
                  <a:lnTo>
                    <a:pt x="2320686" y="9481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75503" y="1497673"/>
              <a:ext cx="2246907" cy="229826"/>
            </a:xfrm>
            <a:custGeom>
              <a:avLst/>
              <a:pathLst>
                <a:path w="2246907" h="229826">
                  <a:moveTo>
                    <a:pt x="0" y="0"/>
                  </a:moveTo>
                  <a:lnTo>
                    <a:pt x="12552" y="299"/>
                  </a:lnTo>
                  <a:lnTo>
                    <a:pt x="25105" y="599"/>
                  </a:lnTo>
                  <a:lnTo>
                    <a:pt x="37657" y="899"/>
                  </a:lnTo>
                  <a:lnTo>
                    <a:pt x="50210" y="1199"/>
                  </a:lnTo>
                  <a:lnTo>
                    <a:pt x="62762" y="1499"/>
                  </a:lnTo>
                  <a:lnTo>
                    <a:pt x="75315" y="1798"/>
                  </a:lnTo>
                  <a:lnTo>
                    <a:pt x="87867" y="2097"/>
                  </a:lnTo>
                  <a:lnTo>
                    <a:pt x="100420" y="2396"/>
                  </a:lnTo>
                  <a:lnTo>
                    <a:pt x="112973" y="2695"/>
                  </a:lnTo>
                  <a:lnTo>
                    <a:pt x="125525" y="2992"/>
                  </a:lnTo>
                  <a:lnTo>
                    <a:pt x="138078" y="3290"/>
                  </a:lnTo>
                  <a:lnTo>
                    <a:pt x="150630" y="3586"/>
                  </a:lnTo>
                  <a:lnTo>
                    <a:pt x="163183" y="3882"/>
                  </a:lnTo>
                  <a:lnTo>
                    <a:pt x="175735" y="4177"/>
                  </a:lnTo>
                  <a:lnTo>
                    <a:pt x="188288" y="4471"/>
                  </a:lnTo>
                  <a:lnTo>
                    <a:pt x="200840" y="4764"/>
                  </a:lnTo>
                  <a:lnTo>
                    <a:pt x="213393" y="5056"/>
                  </a:lnTo>
                  <a:lnTo>
                    <a:pt x="225946" y="5347"/>
                  </a:lnTo>
                  <a:lnTo>
                    <a:pt x="238498" y="5637"/>
                  </a:lnTo>
                  <a:lnTo>
                    <a:pt x="251051" y="5926"/>
                  </a:lnTo>
                  <a:lnTo>
                    <a:pt x="263603" y="6214"/>
                  </a:lnTo>
                  <a:lnTo>
                    <a:pt x="276156" y="6500"/>
                  </a:lnTo>
                  <a:lnTo>
                    <a:pt x="288708" y="6785"/>
                  </a:lnTo>
                  <a:lnTo>
                    <a:pt x="301261" y="7069"/>
                  </a:lnTo>
                  <a:lnTo>
                    <a:pt x="313813" y="7351"/>
                  </a:lnTo>
                  <a:lnTo>
                    <a:pt x="326366" y="7632"/>
                  </a:lnTo>
                  <a:lnTo>
                    <a:pt x="338919" y="7911"/>
                  </a:lnTo>
                  <a:lnTo>
                    <a:pt x="351471" y="8189"/>
                  </a:lnTo>
                  <a:lnTo>
                    <a:pt x="364024" y="8465"/>
                  </a:lnTo>
                  <a:lnTo>
                    <a:pt x="376576" y="8739"/>
                  </a:lnTo>
                  <a:lnTo>
                    <a:pt x="389129" y="9012"/>
                  </a:lnTo>
                  <a:lnTo>
                    <a:pt x="401681" y="9283"/>
                  </a:lnTo>
                  <a:lnTo>
                    <a:pt x="414234" y="9552"/>
                  </a:lnTo>
                  <a:lnTo>
                    <a:pt x="426786" y="9819"/>
                  </a:lnTo>
                  <a:lnTo>
                    <a:pt x="439339" y="10084"/>
                  </a:lnTo>
                  <a:lnTo>
                    <a:pt x="451892" y="10347"/>
                  </a:lnTo>
                  <a:lnTo>
                    <a:pt x="464444" y="10608"/>
                  </a:lnTo>
                  <a:lnTo>
                    <a:pt x="476997" y="10867"/>
                  </a:lnTo>
                  <a:lnTo>
                    <a:pt x="489549" y="11123"/>
                  </a:lnTo>
                  <a:lnTo>
                    <a:pt x="502102" y="11376"/>
                  </a:lnTo>
                  <a:lnTo>
                    <a:pt x="514654" y="11627"/>
                  </a:lnTo>
                  <a:lnTo>
                    <a:pt x="527207" y="11875"/>
                  </a:lnTo>
                  <a:lnTo>
                    <a:pt x="539759" y="12120"/>
                  </a:lnTo>
                  <a:lnTo>
                    <a:pt x="552312" y="12362"/>
                  </a:lnTo>
                  <a:lnTo>
                    <a:pt x="564865" y="12601"/>
                  </a:lnTo>
                  <a:lnTo>
                    <a:pt x="577417" y="12836"/>
                  </a:lnTo>
                  <a:lnTo>
                    <a:pt x="589970" y="13068"/>
                  </a:lnTo>
                  <a:lnTo>
                    <a:pt x="602522" y="13296"/>
                  </a:lnTo>
                  <a:lnTo>
                    <a:pt x="615075" y="13520"/>
                  </a:lnTo>
                  <a:lnTo>
                    <a:pt x="627627" y="13741"/>
                  </a:lnTo>
                  <a:lnTo>
                    <a:pt x="640180" y="13957"/>
                  </a:lnTo>
                  <a:lnTo>
                    <a:pt x="652732" y="14169"/>
                  </a:lnTo>
                  <a:lnTo>
                    <a:pt x="665285" y="14377"/>
                  </a:lnTo>
                  <a:lnTo>
                    <a:pt x="677838" y="14579"/>
                  </a:lnTo>
                  <a:lnTo>
                    <a:pt x="690390" y="14778"/>
                  </a:lnTo>
                  <a:lnTo>
                    <a:pt x="702943" y="14971"/>
                  </a:lnTo>
                  <a:lnTo>
                    <a:pt x="715495" y="15160"/>
                  </a:lnTo>
                  <a:lnTo>
                    <a:pt x="728048" y="15343"/>
                  </a:lnTo>
                  <a:lnTo>
                    <a:pt x="740600" y="15521"/>
                  </a:lnTo>
                  <a:lnTo>
                    <a:pt x="753153" y="15694"/>
                  </a:lnTo>
                  <a:lnTo>
                    <a:pt x="765706" y="15862"/>
                  </a:lnTo>
                  <a:lnTo>
                    <a:pt x="778258" y="16024"/>
                  </a:lnTo>
                  <a:lnTo>
                    <a:pt x="790811" y="16180"/>
                  </a:lnTo>
                  <a:lnTo>
                    <a:pt x="803363" y="16331"/>
                  </a:lnTo>
                  <a:lnTo>
                    <a:pt x="815916" y="16476"/>
                  </a:lnTo>
                  <a:lnTo>
                    <a:pt x="828468" y="16615"/>
                  </a:lnTo>
                  <a:lnTo>
                    <a:pt x="841021" y="16748"/>
                  </a:lnTo>
                  <a:lnTo>
                    <a:pt x="853573" y="16875"/>
                  </a:lnTo>
                  <a:lnTo>
                    <a:pt x="866126" y="16996"/>
                  </a:lnTo>
                  <a:lnTo>
                    <a:pt x="878679" y="17111"/>
                  </a:lnTo>
                  <a:lnTo>
                    <a:pt x="891231" y="17220"/>
                  </a:lnTo>
                  <a:lnTo>
                    <a:pt x="903784" y="17322"/>
                  </a:lnTo>
                  <a:lnTo>
                    <a:pt x="916336" y="17419"/>
                  </a:lnTo>
                  <a:lnTo>
                    <a:pt x="928889" y="17509"/>
                  </a:lnTo>
                  <a:lnTo>
                    <a:pt x="941441" y="17593"/>
                  </a:lnTo>
                  <a:lnTo>
                    <a:pt x="953994" y="17671"/>
                  </a:lnTo>
                  <a:lnTo>
                    <a:pt x="966546" y="17742"/>
                  </a:lnTo>
                  <a:lnTo>
                    <a:pt x="979099" y="17808"/>
                  </a:lnTo>
                  <a:lnTo>
                    <a:pt x="991652" y="17867"/>
                  </a:lnTo>
                  <a:lnTo>
                    <a:pt x="1004204" y="17920"/>
                  </a:lnTo>
                  <a:lnTo>
                    <a:pt x="1016757" y="17966"/>
                  </a:lnTo>
                  <a:lnTo>
                    <a:pt x="1029309" y="18007"/>
                  </a:lnTo>
                  <a:lnTo>
                    <a:pt x="1041862" y="18041"/>
                  </a:lnTo>
                  <a:lnTo>
                    <a:pt x="1054414" y="18069"/>
                  </a:lnTo>
                  <a:lnTo>
                    <a:pt x="1066967" y="18091"/>
                  </a:lnTo>
                  <a:lnTo>
                    <a:pt x="1079519" y="18107"/>
                  </a:lnTo>
                  <a:lnTo>
                    <a:pt x="1092072" y="18118"/>
                  </a:lnTo>
                  <a:lnTo>
                    <a:pt x="1104625" y="18122"/>
                  </a:lnTo>
                  <a:lnTo>
                    <a:pt x="1117177" y="18121"/>
                  </a:lnTo>
                  <a:lnTo>
                    <a:pt x="1129730" y="18113"/>
                  </a:lnTo>
                  <a:lnTo>
                    <a:pt x="1142282" y="18101"/>
                  </a:lnTo>
                  <a:lnTo>
                    <a:pt x="1154835" y="18082"/>
                  </a:lnTo>
                  <a:lnTo>
                    <a:pt x="1167387" y="18058"/>
                  </a:lnTo>
                  <a:lnTo>
                    <a:pt x="1179940" y="18029"/>
                  </a:lnTo>
                  <a:lnTo>
                    <a:pt x="1192492" y="17995"/>
                  </a:lnTo>
                  <a:lnTo>
                    <a:pt x="1205045" y="17955"/>
                  </a:lnTo>
                  <a:lnTo>
                    <a:pt x="1217598" y="17911"/>
                  </a:lnTo>
                  <a:lnTo>
                    <a:pt x="1230150" y="17862"/>
                  </a:lnTo>
                  <a:lnTo>
                    <a:pt x="1242703" y="17807"/>
                  </a:lnTo>
                  <a:lnTo>
                    <a:pt x="1255255" y="17749"/>
                  </a:lnTo>
                  <a:lnTo>
                    <a:pt x="1267808" y="17686"/>
                  </a:lnTo>
                  <a:lnTo>
                    <a:pt x="1280360" y="17618"/>
                  </a:lnTo>
                  <a:lnTo>
                    <a:pt x="1292913" y="17547"/>
                  </a:lnTo>
                  <a:lnTo>
                    <a:pt x="1305465" y="17471"/>
                  </a:lnTo>
                  <a:lnTo>
                    <a:pt x="1318018" y="17392"/>
                  </a:lnTo>
                  <a:lnTo>
                    <a:pt x="1330571" y="17309"/>
                  </a:lnTo>
                  <a:lnTo>
                    <a:pt x="1343123" y="17223"/>
                  </a:lnTo>
                  <a:lnTo>
                    <a:pt x="1355676" y="17133"/>
                  </a:lnTo>
                  <a:lnTo>
                    <a:pt x="1368228" y="17040"/>
                  </a:lnTo>
                  <a:lnTo>
                    <a:pt x="1380781" y="16945"/>
                  </a:lnTo>
                  <a:lnTo>
                    <a:pt x="1393333" y="16846"/>
                  </a:lnTo>
                  <a:lnTo>
                    <a:pt x="1405886" y="16745"/>
                  </a:lnTo>
                  <a:lnTo>
                    <a:pt x="1418438" y="16642"/>
                  </a:lnTo>
                  <a:lnTo>
                    <a:pt x="1430991" y="16536"/>
                  </a:lnTo>
                  <a:lnTo>
                    <a:pt x="1443544" y="16428"/>
                  </a:lnTo>
                  <a:lnTo>
                    <a:pt x="1456096" y="16318"/>
                  </a:lnTo>
                  <a:lnTo>
                    <a:pt x="1468649" y="16207"/>
                  </a:lnTo>
                  <a:lnTo>
                    <a:pt x="1481201" y="16094"/>
                  </a:lnTo>
                  <a:lnTo>
                    <a:pt x="1493754" y="15979"/>
                  </a:lnTo>
                  <a:lnTo>
                    <a:pt x="1506306" y="15864"/>
                  </a:lnTo>
                  <a:lnTo>
                    <a:pt x="1518859" y="15747"/>
                  </a:lnTo>
                  <a:lnTo>
                    <a:pt x="1531412" y="15630"/>
                  </a:lnTo>
                  <a:lnTo>
                    <a:pt x="1543964" y="15512"/>
                  </a:lnTo>
                  <a:lnTo>
                    <a:pt x="1556517" y="15393"/>
                  </a:lnTo>
                  <a:lnTo>
                    <a:pt x="1569069" y="15274"/>
                  </a:lnTo>
                  <a:lnTo>
                    <a:pt x="1581622" y="15154"/>
                  </a:lnTo>
                  <a:lnTo>
                    <a:pt x="1594174" y="15035"/>
                  </a:lnTo>
                  <a:lnTo>
                    <a:pt x="1606727" y="14915"/>
                  </a:lnTo>
                  <a:lnTo>
                    <a:pt x="1619279" y="14796"/>
                  </a:lnTo>
                  <a:lnTo>
                    <a:pt x="1631832" y="14677"/>
                  </a:lnTo>
                  <a:lnTo>
                    <a:pt x="1644385" y="14559"/>
                  </a:lnTo>
                  <a:lnTo>
                    <a:pt x="1656937" y="14441"/>
                  </a:lnTo>
                  <a:lnTo>
                    <a:pt x="1669490" y="14324"/>
                  </a:lnTo>
                  <a:lnTo>
                    <a:pt x="1682042" y="14207"/>
                  </a:lnTo>
                  <a:lnTo>
                    <a:pt x="1694595" y="14092"/>
                  </a:lnTo>
                  <a:lnTo>
                    <a:pt x="1707147" y="13978"/>
                  </a:lnTo>
                  <a:lnTo>
                    <a:pt x="1719700" y="13865"/>
                  </a:lnTo>
                  <a:lnTo>
                    <a:pt x="1732252" y="13753"/>
                  </a:lnTo>
                  <a:lnTo>
                    <a:pt x="1744805" y="13643"/>
                  </a:lnTo>
                  <a:lnTo>
                    <a:pt x="1757358" y="13534"/>
                  </a:lnTo>
                  <a:lnTo>
                    <a:pt x="1769910" y="13426"/>
                  </a:lnTo>
                  <a:lnTo>
                    <a:pt x="1782463" y="13321"/>
                  </a:lnTo>
                  <a:lnTo>
                    <a:pt x="1795015" y="13217"/>
                  </a:lnTo>
                  <a:lnTo>
                    <a:pt x="1807568" y="13114"/>
                  </a:lnTo>
                  <a:lnTo>
                    <a:pt x="1820120" y="13014"/>
                  </a:lnTo>
                  <a:lnTo>
                    <a:pt x="1832673" y="12915"/>
                  </a:lnTo>
                  <a:lnTo>
                    <a:pt x="1845225" y="12818"/>
                  </a:lnTo>
                  <a:lnTo>
                    <a:pt x="1857778" y="12723"/>
                  </a:lnTo>
                  <a:lnTo>
                    <a:pt x="1870331" y="12629"/>
                  </a:lnTo>
                  <a:lnTo>
                    <a:pt x="1882883" y="12537"/>
                  </a:lnTo>
                  <a:lnTo>
                    <a:pt x="1895436" y="12447"/>
                  </a:lnTo>
                  <a:lnTo>
                    <a:pt x="1907988" y="12359"/>
                  </a:lnTo>
                  <a:lnTo>
                    <a:pt x="1920541" y="12272"/>
                  </a:lnTo>
                  <a:lnTo>
                    <a:pt x="1933093" y="12186"/>
                  </a:lnTo>
                  <a:lnTo>
                    <a:pt x="1945646" y="12102"/>
                  </a:lnTo>
                  <a:lnTo>
                    <a:pt x="1958198" y="12020"/>
                  </a:lnTo>
                  <a:lnTo>
                    <a:pt x="1970751" y="11938"/>
                  </a:lnTo>
                  <a:lnTo>
                    <a:pt x="1983304" y="11858"/>
                  </a:lnTo>
                  <a:lnTo>
                    <a:pt x="1995856" y="11778"/>
                  </a:lnTo>
                  <a:lnTo>
                    <a:pt x="2008409" y="11699"/>
                  </a:lnTo>
                  <a:lnTo>
                    <a:pt x="2020961" y="11622"/>
                  </a:lnTo>
                  <a:lnTo>
                    <a:pt x="2033514" y="11544"/>
                  </a:lnTo>
                  <a:lnTo>
                    <a:pt x="2046066" y="11467"/>
                  </a:lnTo>
                  <a:lnTo>
                    <a:pt x="2058619" y="11390"/>
                  </a:lnTo>
                  <a:lnTo>
                    <a:pt x="2071171" y="11314"/>
                  </a:lnTo>
                  <a:lnTo>
                    <a:pt x="2083724" y="11238"/>
                  </a:lnTo>
                  <a:lnTo>
                    <a:pt x="2096277" y="11161"/>
                  </a:lnTo>
                  <a:lnTo>
                    <a:pt x="2108829" y="11085"/>
                  </a:lnTo>
                  <a:lnTo>
                    <a:pt x="2121382" y="11008"/>
                  </a:lnTo>
                  <a:lnTo>
                    <a:pt x="2133934" y="10931"/>
                  </a:lnTo>
                  <a:lnTo>
                    <a:pt x="2146487" y="10855"/>
                  </a:lnTo>
                  <a:lnTo>
                    <a:pt x="2159039" y="10777"/>
                  </a:lnTo>
                  <a:lnTo>
                    <a:pt x="2171592" y="10700"/>
                  </a:lnTo>
                  <a:lnTo>
                    <a:pt x="2184144" y="10622"/>
                  </a:lnTo>
                  <a:lnTo>
                    <a:pt x="2196697" y="10544"/>
                  </a:lnTo>
                  <a:lnTo>
                    <a:pt x="2209250" y="10466"/>
                  </a:lnTo>
                  <a:lnTo>
                    <a:pt x="2221802" y="10388"/>
                  </a:lnTo>
                  <a:lnTo>
                    <a:pt x="2234355" y="10310"/>
                  </a:lnTo>
                  <a:lnTo>
                    <a:pt x="2246907" y="10232"/>
                  </a:lnTo>
                  <a:lnTo>
                    <a:pt x="2246907" y="189556"/>
                  </a:lnTo>
                  <a:lnTo>
                    <a:pt x="2234355" y="189572"/>
                  </a:lnTo>
                  <a:lnTo>
                    <a:pt x="2221802" y="189587"/>
                  </a:lnTo>
                  <a:lnTo>
                    <a:pt x="2209250" y="189603"/>
                  </a:lnTo>
                  <a:lnTo>
                    <a:pt x="2196697" y="189618"/>
                  </a:lnTo>
                  <a:lnTo>
                    <a:pt x="2184144" y="189633"/>
                  </a:lnTo>
                  <a:lnTo>
                    <a:pt x="2171592" y="189648"/>
                  </a:lnTo>
                  <a:lnTo>
                    <a:pt x="2159039" y="189663"/>
                  </a:lnTo>
                  <a:lnTo>
                    <a:pt x="2146487" y="189678"/>
                  </a:lnTo>
                  <a:lnTo>
                    <a:pt x="2133934" y="189693"/>
                  </a:lnTo>
                  <a:lnTo>
                    <a:pt x="2121382" y="189707"/>
                  </a:lnTo>
                  <a:lnTo>
                    <a:pt x="2108829" y="189722"/>
                  </a:lnTo>
                  <a:lnTo>
                    <a:pt x="2096277" y="189737"/>
                  </a:lnTo>
                  <a:lnTo>
                    <a:pt x="2083724" y="189751"/>
                  </a:lnTo>
                  <a:lnTo>
                    <a:pt x="2071171" y="189766"/>
                  </a:lnTo>
                  <a:lnTo>
                    <a:pt x="2058619" y="189781"/>
                  </a:lnTo>
                  <a:lnTo>
                    <a:pt x="2046066" y="189797"/>
                  </a:lnTo>
                  <a:lnTo>
                    <a:pt x="2033514" y="189813"/>
                  </a:lnTo>
                  <a:lnTo>
                    <a:pt x="2020961" y="189830"/>
                  </a:lnTo>
                  <a:lnTo>
                    <a:pt x="2008409" y="189847"/>
                  </a:lnTo>
                  <a:lnTo>
                    <a:pt x="1995856" y="189866"/>
                  </a:lnTo>
                  <a:lnTo>
                    <a:pt x="1983304" y="189886"/>
                  </a:lnTo>
                  <a:lnTo>
                    <a:pt x="1970751" y="189907"/>
                  </a:lnTo>
                  <a:lnTo>
                    <a:pt x="1958198" y="189930"/>
                  </a:lnTo>
                  <a:lnTo>
                    <a:pt x="1945646" y="189954"/>
                  </a:lnTo>
                  <a:lnTo>
                    <a:pt x="1933093" y="189980"/>
                  </a:lnTo>
                  <a:lnTo>
                    <a:pt x="1920541" y="190008"/>
                  </a:lnTo>
                  <a:lnTo>
                    <a:pt x="1907988" y="190038"/>
                  </a:lnTo>
                  <a:lnTo>
                    <a:pt x="1895436" y="190071"/>
                  </a:lnTo>
                  <a:lnTo>
                    <a:pt x="1882883" y="190105"/>
                  </a:lnTo>
                  <a:lnTo>
                    <a:pt x="1870331" y="190142"/>
                  </a:lnTo>
                  <a:lnTo>
                    <a:pt x="1857778" y="190181"/>
                  </a:lnTo>
                  <a:lnTo>
                    <a:pt x="1845225" y="190223"/>
                  </a:lnTo>
                  <a:lnTo>
                    <a:pt x="1832673" y="190267"/>
                  </a:lnTo>
                  <a:lnTo>
                    <a:pt x="1820120" y="190314"/>
                  </a:lnTo>
                  <a:lnTo>
                    <a:pt x="1807568" y="190363"/>
                  </a:lnTo>
                  <a:lnTo>
                    <a:pt x="1795015" y="190416"/>
                  </a:lnTo>
                  <a:lnTo>
                    <a:pt x="1782463" y="190471"/>
                  </a:lnTo>
                  <a:lnTo>
                    <a:pt x="1769910" y="190529"/>
                  </a:lnTo>
                  <a:lnTo>
                    <a:pt x="1757358" y="190590"/>
                  </a:lnTo>
                  <a:lnTo>
                    <a:pt x="1744805" y="190654"/>
                  </a:lnTo>
                  <a:lnTo>
                    <a:pt x="1732252" y="190720"/>
                  </a:lnTo>
                  <a:lnTo>
                    <a:pt x="1719700" y="190790"/>
                  </a:lnTo>
                  <a:lnTo>
                    <a:pt x="1707147" y="190863"/>
                  </a:lnTo>
                  <a:lnTo>
                    <a:pt x="1694595" y="190938"/>
                  </a:lnTo>
                  <a:lnTo>
                    <a:pt x="1682042" y="191017"/>
                  </a:lnTo>
                  <a:lnTo>
                    <a:pt x="1669490" y="191098"/>
                  </a:lnTo>
                  <a:lnTo>
                    <a:pt x="1656937" y="191183"/>
                  </a:lnTo>
                  <a:lnTo>
                    <a:pt x="1644385" y="191270"/>
                  </a:lnTo>
                  <a:lnTo>
                    <a:pt x="1631832" y="191361"/>
                  </a:lnTo>
                  <a:lnTo>
                    <a:pt x="1619279" y="191454"/>
                  </a:lnTo>
                  <a:lnTo>
                    <a:pt x="1606727" y="191551"/>
                  </a:lnTo>
                  <a:lnTo>
                    <a:pt x="1594174" y="191650"/>
                  </a:lnTo>
                  <a:lnTo>
                    <a:pt x="1581622" y="191753"/>
                  </a:lnTo>
                  <a:lnTo>
                    <a:pt x="1569069" y="191858"/>
                  </a:lnTo>
                  <a:lnTo>
                    <a:pt x="1556517" y="191967"/>
                  </a:lnTo>
                  <a:lnTo>
                    <a:pt x="1543964" y="192078"/>
                  </a:lnTo>
                  <a:lnTo>
                    <a:pt x="1531412" y="192193"/>
                  </a:lnTo>
                  <a:lnTo>
                    <a:pt x="1518859" y="192310"/>
                  </a:lnTo>
                  <a:lnTo>
                    <a:pt x="1506306" y="192431"/>
                  </a:lnTo>
                  <a:lnTo>
                    <a:pt x="1493754" y="192554"/>
                  </a:lnTo>
                  <a:lnTo>
                    <a:pt x="1481201" y="192680"/>
                  </a:lnTo>
                  <a:lnTo>
                    <a:pt x="1468649" y="192810"/>
                  </a:lnTo>
                  <a:lnTo>
                    <a:pt x="1456096" y="192942"/>
                  </a:lnTo>
                  <a:lnTo>
                    <a:pt x="1443544" y="193077"/>
                  </a:lnTo>
                  <a:lnTo>
                    <a:pt x="1430991" y="193215"/>
                  </a:lnTo>
                  <a:lnTo>
                    <a:pt x="1418438" y="193356"/>
                  </a:lnTo>
                  <a:lnTo>
                    <a:pt x="1405886" y="193500"/>
                  </a:lnTo>
                  <a:lnTo>
                    <a:pt x="1393333" y="193647"/>
                  </a:lnTo>
                  <a:lnTo>
                    <a:pt x="1380781" y="193796"/>
                  </a:lnTo>
                  <a:lnTo>
                    <a:pt x="1368228" y="193949"/>
                  </a:lnTo>
                  <a:lnTo>
                    <a:pt x="1355676" y="194104"/>
                  </a:lnTo>
                  <a:lnTo>
                    <a:pt x="1343123" y="194262"/>
                  </a:lnTo>
                  <a:lnTo>
                    <a:pt x="1330571" y="194423"/>
                  </a:lnTo>
                  <a:lnTo>
                    <a:pt x="1318018" y="194587"/>
                  </a:lnTo>
                  <a:lnTo>
                    <a:pt x="1305465" y="194754"/>
                  </a:lnTo>
                  <a:lnTo>
                    <a:pt x="1292913" y="194923"/>
                  </a:lnTo>
                  <a:lnTo>
                    <a:pt x="1280360" y="195095"/>
                  </a:lnTo>
                  <a:lnTo>
                    <a:pt x="1267808" y="195270"/>
                  </a:lnTo>
                  <a:lnTo>
                    <a:pt x="1255255" y="195448"/>
                  </a:lnTo>
                  <a:lnTo>
                    <a:pt x="1242703" y="195628"/>
                  </a:lnTo>
                  <a:lnTo>
                    <a:pt x="1230150" y="195811"/>
                  </a:lnTo>
                  <a:lnTo>
                    <a:pt x="1217598" y="195997"/>
                  </a:lnTo>
                  <a:lnTo>
                    <a:pt x="1205045" y="196186"/>
                  </a:lnTo>
                  <a:lnTo>
                    <a:pt x="1192492" y="196377"/>
                  </a:lnTo>
                  <a:lnTo>
                    <a:pt x="1179940" y="196571"/>
                  </a:lnTo>
                  <a:lnTo>
                    <a:pt x="1167387" y="196768"/>
                  </a:lnTo>
                  <a:lnTo>
                    <a:pt x="1154835" y="196967"/>
                  </a:lnTo>
                  <a:lnTo>
                    <a:pt x="1142282" y="197169"/>
                  </a:lnTo>
                  <a:lnTo>
                    <a:pt x="1129730" y="197374"/>
                  </a:lnTo>
                  <a:lnTo>
                    <a:pt x="1117177" y="197582"/>
                  </a:lnTo>
                  <a:lnTo>
                    <a:pt x="1104625" y="197792"/>
                  </a:lnTo>
                  <a:lnTo>
                    <a:pt x="1092072" y="198005"/>
                  </a:lnTo>
                  <a:lnTo>
                    <a:pt x="1079519" y="198221"/>
                  </a:lnTo>
                  <a:lnTo>
                    <a:pt x="1066967" y="198440"/>
                  </a:lnTo>
                  <a:lnTo>
                    <a:pt x="1054414" y="198661"/>
                  </a:lnTo>
                  <a:lnTo>
                    <a:pt x="1041862" y="198885"/>
                  </a:lnTo>
                  <a:lnTo>
                    <a:pt x="1029309" y="199112"/>
                  </a:lnTo>
                  <a:lnTo>
                    <a:pt x="1016757" y="199342"/>
                  </a:lnTo>
                  <a:lnTo>
                    <a:pt x="1004204" y="199575"/>
                  </a:lnTo>
                  <a:lnTo>
                    <a:pt x="991652" y="199811"/>
                  </a:lnTo>
                  <a:lnTo>
                    <a:pt x="979099" y="200049"/>
                  </a:lnTo>
                  <a:lnTo>
                    <a:pt x="966546" y="200291"/>
                  </a:lnTo>
                  <a:lnTo>
                    <a:pt x="953994" y="200536"/>
                  </a:lnTo>
                  <a:lnTo>
                    <a:pt x="941441" y="200783"/>
                  </a:lnTo>
                  <a:lnTo>
                    <a:pt x="928889" y="201034"/>
                  </a:lnTo>
                  <a:lnTo>
                    <a:pt x="916336" y="201288"/>
                  </a:lnTo>
                  <a:lnTo>
                    <a:pt x="903784" y="201545"/>
                  </a:lnTo>
                  <a:lnTo>
                    <a:pt x="891231" y="201805"/>
                  </a:lnTo>
                  <a:lnTo>
                    <a:pt x="878679" y="202068"/>
                  </a:lnTo>
                  <a:lnTo>
                    <a:pt x="866126" y="202335"/>
                  </a:lnTo>
                  <a:lnTo>
                    <a:pt x="853573" y="202605"/>
                  </a:lnTo>
                  <a:lnTo>
                    <a:pt x="841021" y="202878"/>
                  </a:lnTo>
                  <a:lnTo>
                    <a:pt x="828468" y="203155"/>
                  </a:lnTo>
                  <a:lnTo>
                    <a:pt x="815916" y="203435"/>
                  </a:lnTo>
                  <a:lnTo>
                    <a:pt x="803363" y="203719"/>
                  </a:lnTo>
                  <a:lnTo>
                    <a:pt x="790811" y="204007"/>
                  </a:lnTo>
                  <a:lnTo>
                    <a:pt x="778258" y="204298"/>
                  </a:lnTo>
                  <a:lnTo>
                    <a:pt x="765706" y="204593"/>
                  </a:lnTo>
                  <a:lnTo>
                    <a:pt x="753153" y="204891"/>
                  </a:lnTo>
                  <a:lnTo>
                    <a:pt x="740600" y="205194"/>
                  </a:lnTo>
                  <a:lnTo>
                    <a:pt x="728048" y="205500"/>
                  </a:lnTo>
                  <a:lnTo>
                    <a:pt x="715495" y="205811"/>
                  </a:lnTo>
                  <a:lnTo>
                    <a:pt x="702943" y="206125"/>
                  </a:lnTo>
                  <a:lnTo>
                    <a:pt x="690390" y="206444"/>
                  </a:lnTo>
                  <a:lnTo>
                    <a:pt x="677838" y="206766"/>
                  </a:lnTo>
                  <a:lnTo>
                    <a:pt x="665285" y="207093"/>
                  </a:lnTo>
                  <a:lnTo>
                    <a:pt x="652732" y="207425"/>
                  </a:lnTo>
                  <a:lnTo>
                    <a:pt x="640180" y="207760"/>
                  </a:lnTo>
                  <a:lnTo>
                    <a:pt x="627627" y="208100"/>
                  </a:lnTo>
                  <a:lnTo>
                    <a:pt x="615075" y="208445"/>
                  </a:lnTo>
                  <a:lnTo>
                    <a:pt x="602522" y="208793"/>
                  </a:lnTo>
                  <a:lnTo>
                    <a:pt x="589970" y="209147"/>
                  </a:lnTo>
                  <a:lnTo>
                    <a:pt x="577417" y="209505"/>
                  </a:lnTo>
                  <a:lnTo>
                    <a:pt x="564865" y="209868"/>
                  </a:lnTo>
                  <a:lnTo>
                    <a:pt x="552312" y="210235"/>
                  </a:lnTo>
                  <a:lnTo>
                    <a:pt x="539759" y="210607"/>
                  </a:lnTo>
                  <a:lnTo>
                    <a:pt x="527207" y="210983"/>
                  </a:lnTo>
                  <a:lnTo>
                    <a:pt x="514654" y="211364"/>
                  </a:lnTo>
                  <a:lnTo>
                    <a:pt x="502102" y="211750"/>
                  </a:lnTo>
                  <a:lnTo>
                    <a:pt x="489549" y="212141"/>
                  </a:lnTo>
                  <a:lnTo>
                    <a:pt x="476997" y="212536"/>
                  </a:lnTo>
                  <a:lnTo>
                    <a:pt x="464444" y="212935"/>
                  </a:lnTo>
                  <a:lnTo>
                    <a:pt x="451892" y="213339"/>
                  </a:lnTo>
                  <a:lnTo>
                    <a:pt x="439339" y="213747"/>
                  </a:lnTo>
                  <a:lnTo>
                    <a:pt x="426786" y="214160"/>
                  </a:lnTo>
                  <a:lnTo>
                    <a:pt x="414234" y="214577"/>
                  </a:lnTo>
                  <a:lnTo>
                    <a:pt x="401681" y="214998"/>
                  </a:lnTo>
                  <a:lnTo>
                    <a:pt x="389129" y="215424"/>
                  </a:lnTo>
                  <a:lnTo>
                    <a:pt x="376576" y="215853"/>
                  </a:lnTo>
                  <a:lnTo>
                    <a:pt x="364024" y="216286"/>
                  </a:lnTo>
                  <a:lnTo>
                    <a:pt x="351471" y="216723"/>
                  </a:lnTo>
                  <a:lnTo>
                    <a:pt x="338919" y="217163"/>
                  </a:lnTo>
                  <a:lnTo>
                    <a:pt x="326366" y="217606"/>
                  </a:lnTo>
                  <a:lnTo>
                    <a:pt x="313813" y="218053"/>
                  </a:lnTo>
                  <a:lnTo>
                    <a:pt x="301261" y="218503"/>
                  </a:lnTo>
                  <a:lnTo>
                    <a:pt x="288708" y="218956"/>
                  </a:lnTo>
                  <a:lnTo>
                    <a:pt x="276156" y="219412"/>
                  </a:lnTo>
                  <a:lnTo>
                    <a:pt x="263603" y="219871"/>
                  </a:lnTo>
                  <a:lnTo>
                    <a:pt x="251051" y="220331"/>
                  </a:lnTo>
                  <a:lnTo>
                    <a:pt x="238498" y="220794"/>
                  </a:lnTo>
                  <a:lnTo>
                    <a:pt x="225946" y="221260"/>
                  </a:lnTo>
                  <a:lnTo>
                    <a:pt x="213393" y="221727"/>
                  </a:lnTo>
                  <a:lnTo>
                    <a:pt x="200840" y="222196"/>
                  </a:lnTo>
                  <a:lnTo>
                    <a:pt x="188288" y="222666"/>
                  </a:lnTo>
                  <a:lnTo>
                    <a:pt x="175735" y="223138"/>
                  </a:lnTo>
                  <a:lnTo>
                    <a:pt x="163183" y="223611"/>
                  </a:lnTo>
                  <a:lnTo>
                    <a:pt x="150630" y="224086"/>
                  </a:lnTo>
                  <a:lnTo>
                    <a:pt x="138078" y="224561"/>
                  </a:lnTo>
                  <a:lnTo>
                    <a:pt x="125525" y="225037"/>
                  </a:lnTo>
                  <a:lnTo>
                    <a:pt x="112973" y="225515"/>
                  </a:lnTo>
                  <a:lnTo>
                    <a:pt x="100420" y="225992"/>
                  </a:lnTo>
                  <a:lnTo>
                    <a:pt x="87867" y="226471"/>
                  </a:lnTo>
                  <a:lnTo>
                    <a:pt x="75315" y="226949"/>
                  </a:lnTo>
                  <a:lnTo>
                    <a:pt x="62762" y="227428"/>
                  </a:lnTo>
                  <a:lnTo>
                    <a:pt x="50210" y="227907"/>
                  </a:lnTo>
                  <a:lnTo>
                    <a:pt x="37657" y="228387"/>
                  </a:lnTo>
                  <a:lnTo>
                    <a:pt x="25105" y="228866"/>
                  </a:lnTo>
                  <a:lnTo>
                    <a:pt x="12552" y="229346"/>
                  </a:lnTo>
                  <a:lnTo>
                    <a:pt x="0" y="22982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75503" y="1497673"/>
              <a:ext cx="2246907" cy="18122"/>
            </a:xfrm>
            <a:custGeom>
              <a:avLst/>
              <a:pathLst>
                <a:path w="2246907" h="18122">
                  <a:moveTo>
                    <a:pt x="0" y="0"/>
                  </a:moveTo>
                  <a:lnTo>
                    <a:pt x="12552" y="299"/>
                  </a:lnTo>
                  <a:lnTo>
                    <a:pt x="25105" y="599"/>
                  </a:lnTo>
                  <a:lnTo>
                    <a:pt x="37657" y="899"/>
                  </a:lnTo>
                  <a:lnTo>
                    <a:pt x="50210" y="1199"/>
                  </a:lnTo>
                  <a:lnTo>
                    <a:pt x="62762" y="1499"/>
                  </a:lnTo>
                  <a:lnTo>
                    <a:pt x="75315" y="1798"/>
                  </a:lnTo>
                  <a:lnTo>
                    <a:pt x="87867" y="2097"/>
                  </a:lnTo>
                  <a:lnTo>
                    <a:pt x="100420" y="2396"/>
                  </a:lnTo>
                  <a:lnTo>
                    <a:pt x="112973" y="2695"/>
                  </a:lnTo>
                  <a:lnTo>
                    <a:pt x="125525" y="2992"/>
                  </a:lnTo>
                  <a:lnTo>
                    <a:pt x="138078" y="3290"/>
                  </a:lnTo>
                  <a:lnTo>
                    <a:pt x="150630" y="3586"/>
                  </a:lnTo>
                  <a:lnTo>
                    <a:pt x="163183" y="3882"/>
                  </a:lnTo>
                  <a:lnTo>
                    <a:pt x="175735" y="4177"/>
                  </a:lnTo>
                  <a:lnTo>
                    <a:pt x="188288" y="4471"/>
                  </a:lnTo>
                  <a:lnTo>
                    <a:pt x="200840" y="4764"/>
                  </a:lnTo>
                  <a:lnTo>
                    <a:pt x="213393" y="5056"/>
                  </a:lnTo>
                  <a:lnTo>
                    <a:pt x="225946" y="5347"/>
                  </a:lnTo>
                  <a:lnTo>
                    <a:pt x="238498" y="5637"/>
                  </a:lnTo>
                  <a:lnTo>
                    <a:pt x="251051" y="5926"/>
                  </a:lnTo>
                  <a:lnTo>
                    <a:pt x="263603" y="6214"/>
                  </a:lnTo>
                  <a:lnTo>
                    <a:pt x="276156" y="6500"/>
                  </a:lnTo>
                  <a:lnTo>
                    <a:pt x="288708" y="6785"/>
                  </a:lnTo>
                  <a:lnTo>
                    <a:pt x="301261" y="7069"/>
                  </a:lnTo>
                  <a:lnTo>
                    <a:pt x="313813" y="7351"/>
                  </a:lnTo>
                  <a:lnTo>
                    <a:pt x="326366" y="7632"/>
                  </a:lnTo>
                  <a:lnTo>
                    <a:pt x="338919" y="7911"/>
                  </a:lnTo>
                  <a:lnTo>
                    <a:pt x="351471" y="8189"/>
                  </a:lnTo>
                  <a:lnTo>
                    <a:pt x="364024" y="8465"/>
                  </a:lnTo>
                  <a:lnTo>
                    <a:pt x="376576" y="8739"/>
                  </a:lnTo>
                  <a:lnTo>
                    <a:pt x="389129" y="9012"/>
                  </a:lnTo>
                  <a:lnTo>
                    <a:pt x="401681" y="9283"/>
                  </a:lnTo>
                  <a:lnTo>
                    <a:pt x="414234" y="9552"/>
                  </a:lnTo>
                  <a:lnTo>
                    <a:pt x="426786" y="9819"/>
                  </a:lnTo>
                  <a:lnTo>
                    <a:pt x="439339" y="10084"/>
                  </a:lnTo>
                  <a:lnTo>
                    <a:pt x="451892" y="10347"/>
                  </a:lnTo>
                  <a:lnTo>
                    <a:pt x="464444" y="10608"/>
                  </a:lnTo>
                  <a:lnTo>
                    <a:pt x="476997" y="10867"/>
                  </a:lnTo>
                  <a:lnTo>
                    <a:pt x="489549" y="11123"/>
                  </a:lnTo>
                  <a:lnTo>
                    <a:pt x="502102" y="11376"/>
                  </a:lnTo>
                  <a:lnTo>
                    <a:pt x="514654" y="11627"/>
                  </a:lnTo>
                  <a:lnTo>
                    <a:pt x="527207" y="11875"/>
                  </a:lnTo>
                  <a:lnTo>
                    <a:pt x="539759" y="12120"/>
                  </a:lnTo>
                  <a:lnTo>
                    <a:pt x="552312" y="12362"/>
                  </a:lnTo>
                  <a:lnTo>
                    <a:pt x="564865" y="12601"/>
                  </a:lnTo>
                  <a:lnTo>
                    <a:pt x="577417" y="12836"/>
                  </a:lnTo>
                  <a:lnTo>
                    <a:pt x="589970" y="13068"/>
                  </a:lnTo>
                  <a:lnTo>
                    <a:pt x="602522" y="13296"/>
                  </a:lnTo>
                  <a:lnTo>
                    <a:pt x="615075" y="13520"/>
                  </a:lnTo>
                  <a:lnTo>
                    <a:pt x="627627" y="13741"/>
                  </a:lnTo>
                  <a:lnTo>
                    <a:pt x="640180" y="13957"/>
                  </a:lnTo>
                  <a:lnTo>
                    <a:pt x="652732" y="14169"/>
                  </a:lnTo>
                  <a:lnTo>
                    <a:pt x="665285" y="14377"/>
                  </a:lnTo>
                  <a:lnTo>
                    <a:pt x="677838" y="14579"/>
                  </a:lnTo>
                  <a:lnTo>
                    <a:pt x="690390" y="14778"/>
                  </a:lnTo>
                  <a:lnTo>
                    <a:pt x="702943" y="14971"/>
                  </a:lnTo>
                  <a:lnTo>
                    <a:pt x="715495" y="15160"/>
                  </a:lnTo>
                  <a:lnTo>
                    <a:pt x="728048" y="15343"/>
                  </a:lnTo>
                  <a:lnTo>
                    <a:pt x="740600" y="15521"/>
                  </a:lnTo>
                  <a:lnTo>
                    <a:pt x="753153" y="15694"/>
                  </a:lnTo>
                  <a:lnTo>
                    <a:pt x="765706" y="15862"/>
                  </a:lnTo>
                  <a:lnTo>
                    <a:pt x="778258" y="16024"/>
                  </a:lnTo>
                  <a:lnTo>
                    <a:pt x="790811" y="16180"/>
                  </a:lnTo>
                  <a:lnTo>
                    <a:pt x="803363" y="16331"/>
                  </a:lnTo>
                  <a:lnTo>
                    <a:pt x="815916" y="16476"/>
                  </a:lnTo>
                  <a:lnTo>
                    <a:pt x="828468" y="16615"/>
                  </a:lnTo>
                  <a:lnTo>
                    <a:pt x="841021" y="16748"/>
                  </a:lnTo>
                  <a:lnTo>
                    <a:pt x="853573" y="16875"/>
                  </a:lnTo>
                  <a:lnTo>
                    <a:pt x="866126" y="16996"/>
                  </a:lnTo>
                  <a:lnTo>
                    <a:pt x="878679" y="17111"/>
                  </a:lnTo>
                  <a:lnTo>
                    <a:pt x="891231" y="17220"/>
                  </a:lnTo>
                  <a:lnTo>
                    <a:pt x="903784" y="17322"/>
                  </a:lnTo>
                  <a:lnTo>
                    <a:pt x="916336" y="17419"/>
                  </a:lnTo>
                  <a:lnTo>
                    <a:pt x="928889" y="17509"/>
                  </a:lnTo>
                  <a:lnTo>
                    <a:pt x="941441" y="17593"/>
                  </a:lnTo>
                  <a:lnTo>
                    <a:pt x="953994" y="17671"/>
                  </a:lnTo>
                  <a:lnTo>
                    <a:pt x="966546" y="17742"/>
                  </a:lnTo>
                  <a:lnTo>
                    <a:pt x="979099" y="17808"/>
                  </a:lnTo>
                  <a:lnTo>
                    <a:pt x="991652" y="17867"/>
                  </a:lnTo>
                  <a:lnTo>
                    <a:pt x="1004204" y="17920"/>
                  </a:lnTo>
                  <a:lnTo>
                    <a:pt x="1016757" y="17966"/>
                  </a:lnTo>
                  <a:lnTo>
                    <a:pt x="1029309" y="18007"/>
                  </a:lnTo>
                  <a:lnTo>
                    <a:pt x="1041862" y="18041"/>
                  </a:lnTo>
                  <a:lnTo>
                    <a:pt x="1054414" y="18069"/>
                  </a:lnTo>
                  <a:lnTo>
                    <a:pt x="1066967" y="18091"/>
                  </a:lnTo>
                  <a:lnTo>
                    <a:pt x="1079519" y="18107"/>
                  </a:lnTo>
                  <a:lnTo>
                    <a:pt x="1092072" y="18118"/>
                  </a:lnTo>
                  <a:lnTo>
                    <a:pt x="1104625" y="18122"/>
                  </a:lnTo>
                  <a:lnTo>
                    <a:pt x="1117177" y="18121"/>
                  </a:lnTo>
                  <a:lnTo>
                    <a:pt x="1129730" y="18113"/>
                  </a:lnTo>
                  <a:lnTo>
                    <a:pt x="1142282" y="18101"/>
                  </a:lnTo>
                  <a:lnTo>
                    <a:pt x="1154835" y="18082"/>
                  </a:lnTo>
                  <a:lnTo>
                    <a:pt x="1167387" y="18058"/>
                  </a:lnTo>
                  <a:lnTo>
                    <a:pt x="1179940" y="18029"/>
                  </a:lnTo>
                  <a:lnTo>
                    <a:pt x="1192492" y="17995"/>
                  </a:lnTo>
                  <a:lnTo>
                    <a:pt x="1205045" y="17955"/>
                  </a:lnTo>
                  <a:lnTo>
                    <a:pt x="1217598" y="17911"/>
                  </a:lnTo>
                  <a:lnTo>
                    <a:pt x="1230150" y="17862"/>
                  </a:lnTo>
                  <a:lnTo>
                    <a:pt x="1242703" y="17807"/>
                  </a:lnTo>
                  <a:lnTo>
                    <a:pt x="1255255" y="17749"/>
                  </a:lnTo>
                  <a:lnTo>
                    <a:pt x="1267808" y="17686"/>
                  </a:lnTo>
                  <a:lnTo>
                    <a:pt x="1280360" y="17618"/>
                  </a:lnTo>
                  <a:lnTo>
                    <a:pt x="1292913" y="17547"/>
                  </a:lnTo>
                  <a:lnTo>
                    <a:pt x="1305465" y="17471"/>
                  </a:lnTo>
                  <a:lnTo>
                    <a:pt x="1318018" y="17392"/>
                  </a:lnTo>
                  <a:lnTo>
                    <a:pt x="1330571" y="17309"/>
                  </a:lnTo>
                  <a:lnTo>
                    <a:pt x="1343123" y="17223"/>
                  </a:lnTo>
                  <a:lnTo>
                    <a:pt x="1355676" y="17133"/>
                  </a:lnTo>
                  <a:lnTo>
                    <a:pt x="1368228" y="17040"/>
                  </a:lnTo>
                  <a:lnTo>
                    <a:pt x="1380781" y="16945"/>
                  </a:lnTo>
                  <a:lnTo>
                    <a:pt x="1393333" y="16846"/>
                  </a:lnTo>
                  <a:lnTo>
                    <a:pt x="1405886" y="16745"/>
                  </a:lnTo>
                  <a:lnTo>
                    <a:pt x="1418438" y="16642"/>
                  </a:lnTo>
                  <a:lnTo>
                    <a:pt x="1430991" y="16536"/>
                  </a:lnTo>
                  <a:lnTo>
                    <a:pt x="1443544" y="16428"/>
                  </a:lnTo>
                  <a:lnTo>
                    <a:pt x="1456096" y="16318"/>
                  </a:lnTo>
                  <a:lnTo>
                    <a:pt x="1468649" y="16207"/>
                  </a:lnTo>
                  <a:lnTo>
                    <a:pt x="1481201" y="16094"/>
                  </a:lnTo>
                  <a:lnTo>
                    <a:pt x="1493754" y="15979"/>
                  </a:lnTo>
                  <a:lnTo>
                    <a:pt x="1506306" y="15864"/>
                  </a:lnTo>
                  <a:lnTo>
                    <a:pt x="1518859" y="15747"/>
                  </a:lnTo>
                  <a:lnTo>
                    <a:pt x="1531412" y="15630"/>
                  </a:lnTo>
                  <a:lnTo>
                    <a:pt x="1543964" y="15512"/>
                  </a:lnTo>
                  <a:lnTo>
                    <a:pt x="1556517" y="15393"/>
                  </a:lnTo>
                  <a:lnTo>
                    <a:pt x="1569069" y="15274"/>
                  </a:lnTo>
                  <a:lnTo>
                    <a:pt x="1581622" y="15154"/>
                  </a:lnTo>
                  <a:lnTo>
                    <a:pt x="1594174" y="15035"/>
                  </a:lnTo>
                  <a:lnTo>
                    <a:pt x="1606727" y="14915"/>
                  </a:lnTo>
                  <a:lnTo>
                    <a:pt x="1619279" y="14796"/>
                  </a:lnTo>
                  <a:lnTo>
                    <a:pt x="1631832" y="14677"/>
                  </a:lnTo>
                  <a:lnTo>
                    <a:pt x="1644385" y="14559"/>
                  </a:lnTo>
                  <a:lnTo>
                    <a:pt x="1656937" y="14441"/>
                  </a:lnTo>
                  <a:lnTo>
                    <a:pt x="1669490" y="14324"/>
                  </a:lnTo>
                  <a:lnTo>
                    <a:pt x="1682042" y="14207"/>
                  </a:lnTo>
                  <a:lnTo>
                    <a:pt x="1694595" y="14092"/>
                  </a:lnTo>
                  <a:lnTo>
                    <a:pt x="1707147" y="13978"/>
                  </a:lnTo>
                  <a:lnTo>
                    <a:pt x="1719700" y="13865"/>
                  </a:lnTo>
                  <a:lnTo>
                    <a:pt x="1732252" y="13753"/>
                  </a:lnTo>
                  <a:lnTo>
                    <a:pt x="1744805" y="13643"/>
                  </a:lnTo>
                  <a:lnTo>
                    <a:pt x="1757358" y="13534"/>
                  </a:lnTo>
                  <a:lnTo>
                    <a:pt x="1769910" y="13426"/>
                  </a:lnTo>
                  <a:lnTo>
                    <a:pt x="1782463" y="13321"/>
                  </a:lnTo>
                  <a:lnTo>
                    <a:pt x="1795015" y="13217"/>
                  </a:lnTo>
                  <a:lnTo>
                    <a:pt x="1807568" y="13114"/>
                  </a:lnTo>
                  <a:lnTo>
                    <a:pt x="1820120" y="13014"/>
                  </a:lnTo>
                  <a:lnTo>
                    <a:pt x="1832673" y="12915"/>
                  </a:lnTo>
                  <a:lnTo>
                    <a:pt x="1845225" y="12818"/>
                  </a:lnTo>
                  <a:lnTo>
                    <a:pt x="1857778" y="12723"/>
                  </a:lnTo>
                  <a:lnTo>
                    <a:pt x="1870331" y="12629"/>
                  </a:lnTo>
                  <a:lnTo>
                    <a:pt x="1882883" y="12537"/>
                  </a:lnTo>
                  <a:lnTo>
                    <a:pt x="1895436" y="12447"/>
                  </a:lnTo>
                  <a:lnTo>
                    <a:pt x="1907988" y="12359"/>
                  </a:lnTo>
                  <a:lnTo>
                    <a:pt x="1920541" y="12272"/>
                  </a:lnTo>
                  <a:lnTo>
                    <a:pt x="1933093" y="12186"/>
                  </a:lnTo>
                  <a:lnTo>
                    <a:pt x="1945646" y="12102"/>
                  </a:lnTo>
                  <a:lnTo>
                    <a:pt x="1958198" y="12020"/>
                  </a:lnTo>
                  <a:lnTo>
                    <a:pt x="1970751" y="11938"/>
                  </a:lnTo>
                  <a:lnTo>
                    <a:pt x="1983304" y="11858"/>
                  </a:lnTo>
                  <a:lnTo>
                    <a:pt x="1995856" y="11778"/>
                  </a:lnTo>
                  <a:lnTo>
                    <a:pt x="2008409" y="11699"/>
                  </a:lnTo>
                  <a:lnTo>
                    <a:pt x="2020961" y="11622"/>
                  </a:lnTo>
                  <a:lnTo>
                    <a:pt x="2033514" y="11544"/>
                  </a:lnTo>
                  <a:lnTo>
                    <a:pt x="2046066" y="11467"/>
                  </a:lnTo>
                  <a:lnTo>
                    <a:pt x="2058619" y="11390"/>
                  </a:lnTo>
                  <a:lnTo>
                    <a:pt x="2071171" y="11314"/>
                  </a:lnTo>
                  <a:lnTo>
                    <a:pt x="2083724" y="11238"/>
                  </a:lnTo>
                  <a:lnTo>
                    <a:pt x="2096277" y="11161"/>
                  </a:lnTo>
                  <a:lnTo>
                    <a:pt x="2108829" y="11085"/>
                  </a:lnTo>
                  <a:lnTo>
                    <a:pt x="2121382" y="11008"/>
                  </a:lnTo>
                  <a:lnTo>
                    <a:pt x="2133934" y="10931"/>
                  </a:lnTo>
                  <a:lnTo>
                    <a:pt x="2146487" y="10855"/>
                  </a:lnTo>
                  <a:lnTo>
                    <a:pt x="2159039" y="10777"/>
                  </a:lnTo>
                  <a:lnTo>
                    <a:pt x="2171592" y="10700"/>
                  </a:lnTo>
                  <a:lnTo>
                    <a:pt x="2184144" y="10622"/>
                  </a:lnTo>
                  <a:lnTo>
                    <a:pt x="2196697" y="10544"/>
                  </a:lnTo>
                  <a:lnTo>
                    <a:pt x="2209250" y="10466"/>
                  </a:lnTo>
                  <a:lnTo>
                    <a:pt x="2221802" y="10388"/>
                  </a:lnTo>
                  <a:lnTo>
                    <a:pt x="2234355" y="10310"/>
                  </a:lnTo>
                  <a:lnTo>
                    <a:pt x="2246907" y="10232"/>
                  </a:lnTo>
                  <a:lnTo>
                    <a:pt x="2246907" y="102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75503" y="1687230"/>
              <a:ext cx="2246907" cy="40269"/>
            </a:xfrm>
            <a:custGeom>
              <a:avLst/>
              <a:pathLst>
                <a:path w="2246907" h="40269">
                  <a:moveTo>
                    <a:pt x="2246907" y="0"/>
                  </a:moveTo>
                  <a:lnTo>
                    <a:pt x="2234355" y="15"/>
                  </a:lnTo>
                  <a:lnTo>
                    <a:pt x="2221802" y="31"/>
                  </a:lnTo>
                  <a:lnTo>
                    <a:pt x="2209250" y="46"/>
                  </a:lnTo>
                  <a:lnTo>
                    <a:pt x="2196697" y="61"/>
                  </a:lnTo>
                  <a:lnTo>
                    <a:pt x="2184144" y="77"/>
                  </a:lnTo>
                  <a:lnTo>
                    <a:pt x="2171592" y="92"/>
                  </a:lnTo>
                  <a:lnTo>
                    <a:pt x="2159039" y="107"/>
                  </a:lnTo>
                  <a:lnTo>
                    <a:pt x="2146487" y="121"/>
                  </a:lnTo>
                  <a:lnTo>
                    <a:pt x="2133934" y="136"/>
                  </a:lnTo>
                  <a:lnTo>
                    <a:pt x="2121382" y="151"/>
                  </a:lnTo>
                  <a:lnTo>
                    <a:pt x="2108829" y="165"/>
                  </a:lnTo>
                  <a:lnTo>
                    <a:pt x="2096277" y="180"/>
                  </a:lnTo>
                  <a:lnTo>
                    <a:pt x="2083724" y="194"/>
                  </a:lnTo>
                  <a:lnTo>
                    <a:pt x="2071171" y="209"/>
                  </a:lnTo>
                  <a:lnTo>
                    <a:pt x="2058619" y="224"/>
                  </a:lnTo>
                  <a:lnTo>
                    <a:pt x="2046066" y="240"/>
                  </a:lnTo>
                  <a:lnTo>
                    <a:pt x="2033514" y="256"/>
                  </a:lnTo>
                  <a:lnTo>
                    <a:pt x="2020961" y="273"/>
                  </a:lnTo>
                  <a:lnTo>
                    <a:pt x="2008409" y="290"/>
                  </a:lnTo>
                  <a:lnTo>
                    <a:pt x="1995856" y="309"/>
                  </a:lnTo>
                  <a:lnTo>
                    <a:pt x="1983304" y="329"/>
                  </a:lnTo>
                  <a:lnTo>
                    <a:pt x="1970751" y="350"/>
                  </a:lnTo>
                  <a:lnTo>
                    <a:pt x="1958198" y="373"/>
                  </a:lnTo>
                  <a:lnTo>
                    <a:pt x="1945646" y="397"/>
                  </a:lnTo>
                  <a:lnTo>
                    <a:pt x="1933093" y="424"/>
                  </a:lnTo>
                  <a:lnTo>
                    <a:pt x="1920541" y="452"/>
                  </a:lnTo>
                  <a:lnTo>
                    <a:pt x="1907988" y="482"/>
                  </a:lnTo>
                  <a:lnTo>
                    <a:pt x="1895436" y="514"/>
                  </a:lnTo>
                  <a:lnTo>
                    <a:pt x="1882883" y="548"/>
                  </a:lnTo>
                  <a:lnTo>
                    <a:pt x="1870331" y="585"/>
                  </a:lnTo>
                  <a:lnTo>
                    <a:pt x="1857778" y="624"/>
                  </a:lnTo>
                  <a:lnTo>
                    <a:pt x="1845225" y="666"/>
                  </a:lnTo>
                  <a:lnTo>
                    <a:pt x="1832673" y="710"/>
                  </a:lnTo>
                  <a:lnTo>
                    <a:pt x="1820120" y="757"/>
                  </a:lnTo>
                  <a:lnTo>
                    <a:pt x="1807568" y="807"/>
                  </a:lnTo>
                  <a:lnTo>
                    <a:pt x="1795015" y="859"/>
                  </a:lnTo>
                  <a:lnTo>
                    <a:pt x="1782463" y="914"/>
                  </a:lnTo>
                  <a:lnTo>
                    <a:pt x="1769910" y="972"/>
                  </a:lnTo>
                  <a:lnTo>
                    <a:pt x="1757358" y="1033"/>
                  </a:lnTo>
                  <a:lnTo>
                    <a:pt x="1744805" y="1097"/>
                  </a:lnTo>
                  <a:lnTo>
                    <a:pt x="1732252" y="1164"/>
                  </a:lnTo>
                  <a:lnTo>
                    <a:pt x="1719700" y="1233"/>
                  </a:lnTo>
                  <a:lnTo>
                    <a:pt x="1707147" y="1306"/>
                  </a:lnTo>
                  <a:lnTo>
                    <a:pt x="1694595" y="1381"/>
                  </a:lnTo>
                  <a:lnTo>
                    <a:pt x="1682042" y="1460"/>
                  </a:lnTo>
                  <a:lnTo>
                    <a:pt x="1669490" y="1541"/>
                  </a:lnTo>
                  <a:lnTo>
                    <a:pt x="1656937" y="1626"/>
                  </a:lnTo>
                  <a:lnTo>
                    <a:pt x="1644385" y="1713"/>
                  </a:lnTo>
                  <a:lnTo>
                    <a:pt x="1631832" y="1804"/>
                  </a:lnTo>
                  <a:lnTo>
                    <a:pt x="1619279" y="1897"/>
                  </a:lnTo>
                  <a:lnTo>
                    <a:pt x="1606727" y="1994"/>
                  </a:lnTo>
                  <a:lnTo>
                    <a:pt x="1594174" y="2093"/>
                  </a:lnTo>
                  <a:lnTo>
                    <a:pt x="1581622" y="2196"/>
                  </a:lnTo>
                  <a:lnTo>
                    <a:pt x="1569069" y="2301"/>
                  </a:lnTo>
                  <a:lnTo>
                    <a:pt x="1556517" y="2410"/>
                  </a:lnTo>
                  <a:lnTo>
                    <a:pt x="1543964" y="2521"/>
                  </a:lnTo>
                  <a:lnTo>
                    <a:pt x="1531412" y="2636"/>
                  </a:lnTo>
                  <a:lnTo>
                    <a:pt x="1518859" y="2753"/>
                  </a:lnTo>
                  <a:lnTo>
                    <a:pt x="1506306" y="2874"/>
                  </a:lnTo>
                  <a:lnTo>
                    <a:pt x="1493754" y="2997"/>
                  </a:lnTo>
                  <a:lnTo>
                    <a:pt x="1481201" y="3124"/>
                  </a:lnTo>
                  <a:lnTo>
                    <a:pt x="1468649" y="3253"/>
                  </a:lnTo>
                  <a:lnTo>
                    <a:pt x="1456096" y="3385"/>
                  </a:lnTo>
                  <a:lnTo>
                    <a:pt x="1443544" y="3520"/>
                  </a:lnTo>
                  <a:lnTo>
                    <a:pt x="1430991" y="3658"/>
                  </a:lnTo>
                  <a:lnTo>
                    <a:pt x="1418438" y="3799"/>
                  </a:lnTo>
                  <a:lnTo>
                    <a:pt x="1405886" y="3943"/>
                  </a:lnTo>
                  <a:lnTo>
                    <a:pt x="1393333" y="4090"/>
                  </a:lnTo>
                  <a:lnTo>
                    <a:pt x="1380781" y="4240"/>
                  </a:lnTo>
                  <a:lnTo>
                    <a:pt x="1368228" y="4392"/>
                  </a:lnTo>
                  <a:lnTo>
                    <a:pt x="1355676" y="4547"/>
                  </a:lnTo>
                  <a:lnTo>
                    <a:pt x="1343123" y="4706"/>
                  </a:lnTo>
                  <a:lnTo>
                    <a:pt x="1330571" y="4866"/>
                  </a:lnTo>
                  <a:lnTo>
                    <a:pt x="1318018" y="5030"/>
                  </a:lnTo>
                  <a:lnTo>
                    <a:pt x="1305465" y="5197"/>
                  </a:lnTo>
                  <a:lnTo>
                    <a:pt x="1292913" y="5366"/>
                  </a:lnTo>
                  <a:lnTo>
                    <a:pt x="1280360" y="5538"/>
                  </a:lnTo>
                  <a:lnTo>
                    <a:pt x="1267808" y="5713"/>
                  </a:lnTo>
                  <a:lnTo>
                    <a:pt x="1255255" y="5891"/>
                  </a:lnTo>
                  <a:lnTo>
                    <a:pt x="1242703" y="6071"/>
                  </a:lnTo>
                  <a:lnTo>
                    <a:pt x="1230150" y="6254"/>
                  </a:lnTo>
                  <a:lnTo>
                    <a:pt x="1217598" y="6440"/>
                  </a:lnTo>
                  <a:lnTo>
                    <a:pt x="1205045" y="6629"/>
                  </a:lnTo>
                  <a:lnTo>
                    <a:pt x="1192492" y="6820"/>
                  </a:lnTo>
                  <a:lnTo>
                    <a:pt x="1179940" y="7014"/>
                  </a:lnTo>
                  <a:lnTo>
                    <a:pt x="1167387" y="7211"/>
                  </a:lnTo>
                  <a:lnTo>
                    <a:pt x="1154835" y="7410"/>
                  </a:lnTo>
                  <a:lnTo>
                    <a:pt x="1142282" y="7612"/>
                  </a:lnTo>
                  <a:lnTo>
                    <a:pt x="1129730" y="7817"/>
                  </a:lnTo>
                  <a:lnTo>
                    <a:pt x="1117177" y="8025"/>
                  </a:lnTo>
                  <a:lnTo>
                    <a:pt x="1104625" y="8235"/>
                  </a:lnTo>
                  <a:lnTo>
                    <a:pt x="1092072" y="8448"/>
                  </a:lnTo>
                  <a:lnTo>
                    <a:pt x="1079519" y="8664"/>
                  </a:lnTo>
                  <a:lnTo>
                    <a:pt x="1066967" y="8883"/>
                  </a:lnTo>
                  <a:lnTo>
                    <a:pt x="1054414" y="9104"/>
                  </a:lnTo>
                  <a:lnTo>
                    <a:pt x="1041862" y="9328"/>
                  </a:lnTo>
                  <a:lnTo>
                    <a:pt x="1029309" y="9556"/>
                  </a:lnTo>
                  <a:lnTo>
                    <a:pt x="1016757" y="9785"/>
                  </a:lnTo>
                  <a:lnTo>
                    <a:pt x="1004204" y="10018"/>
                  </a:lnTo>
                  <a:lnTo>
                    <a:pt x="991652" y="10254"/>
                  </a:lnTo>
                  <a:lnTo>
                    <a:pt x="979099" y="10493"/>
                  </a:lnTo>
                  <a:lnTo>
                    <a:pt x="966546" y="10734"/>
                  </a:lnTo>
                  <a:lnTo>
                    <a:pt x="953994" y="10979"/>
                  </a:lnTo>
                  <a:lnTo>
                    <a:pt x="941441" y="11226"/>
                  </a:lnTo>
                  <a:lnTo>
                    <a:pt x="928889" y="11477"/>
                  </a:lnTo>
                  <a:lnTo>
                    <a:pt x="916336" y="11731"/>
                  </a:lnTo>
                  <a:lnTo>
                    <a:pt x="903784" y="11988"/>
                  </a:lnTo>
                  <a:lnTo>
                    <a:pt x="891231" y="12248"/>
                  </a:lnTo>
                  <a:lnTo>
                    <a:pt x="878679" y="12511"/>
                  </a:lnTo>
                  <a:lnTo>
                    <a:pt x="866126" y="12778"/>
                  </a:lnTo>
                  <a:lnTo>
                    <a:pt x="853573" y="13048"/>
                  </a:lnTo>
                  <a:lnTo>
                    <a:pt x="841021" y="13321"/>
                  </a:lnTo>
                  <a:lnTo>
                    <a:pt x="828468" y="13598"/>
                  </a:lnTo>
                  <a:lnTo>
                    <a:pt x="815916" y="13878"/>
                  </a:lnTo>
                  <a:lnTo>
                    <a:pt x="803363" y="14162"/>
                  </a:lnTo>
                  <a:lnTo>
                    <a:pt x="790811" y="14450"/>
                  </a:lnTo>
                  <a:lnTo>
                    <a:pt x="778258" y="14741"/>
                  </a:lnTo>
                  <a:lnTo>
                    <a:pt x="765706" y="15036"/>
                  </a:lnTo>
                  <a:lnTo>
                    <a:pt x="753153" y="15335"/>
                  </a:lnTo>
                  <a:lnTo>
                    <a:pt x="740600" y="15637"/>
                  </a:lnTo>
                  <a:lnTo>
                    <a:pt x="728048" y="15943"/>
                  </a:lnTo>
                  <a:lnTo>
                    <a:pt x="715495" y="16254"/>
                  </a:lnTo>
                  <a:lnTo>
                    <a:pt x="702943" y="16568"/>
                  </a:lnTo>
                  <a:lnTo>
                    <a:pt x="690390" y="16887"/>
                  </a:lnTo>
                  <a:lnTo>
                    <a:pt x="677838" y="17210"/>
                  </a:lnTo>
                  <a:lnTo>
                    <a:pt x="665285" y="17536"/>
                  </a:lnTo>
                  <a:lnTo>
                    <a:pt x="652732" y="17868"/>
                  </a:lnTo>
                  <a:lnTo>
                    <a:pt x="640180" y="18203"/>
                  </a:lnTo>
                  <a:lnTo>
                    <a:pt x="627627" y="18543"/>
                  </a:lnTo>
                  <a:lnTo>
                    <a:pt x="615075" y="18888"/>
                  </a:lnTo>
                  <a:lnTo>
                    <a:pt x="602522" y="19237"/>
                  </a:lnTo>
                  <a:lnTo>
                    <a:pt x="589970" y="19590"/>
                  </a:lnTo>
                  <a:lnTo>
                    <a:pt x="577417" y="19948"/>
                  </a:lnTo>
                  <a:lnTo>
                    <a:pt x="564865" y="20311"/>
                  </a:lnTo>
                  <a:lnTo>
                    <a:pt x="552312" y="20678"/>
                  </a:lnTo>
                  <a:lnTo>
                    <a:pt x="539759" y="21050"/>
                  </a:lnTo>
                  <a:lnTo>
                    <a:pt x="527207" y="21426"/>
                  </a:lnTo>
                  <a:lnTo>
                    <a:pt x="514654" y="21808"/>
                  </a:lnTo>
                  <a:lnTo>
                    <a:pt x="502102" y="22193"/>
                  </a:lnTo>
                  <a:lnTo>
                    <a:pt x="489549" y="22584"/>
                  </a:lnTo>
                  <a:lnTo>
                    <a:pt x="476997" y="22979"/>
                  </a:lnTo>
                  <a:lnTo>
                    <a:pt x="464444" y="23378"/>
                  </a:lnTo>
                  <a:lnTo>
                    <a:pt x="451892" y="23782"/>
                  </a:lnTo>
                  <a:lnTo>
                    <a:pt x="439339" y="24191"/>
                  </a:lnTo>
                  <a:lnTo>
                    <a:pt x="426786" y="24603"/>
                  </a:lnTo>
                  <a:lnTo>
                    <a:pt x="414234" y="25020"/>
                  </a:lnTo>
                  <a:lnTo>
                    <a:pt x="401681" y="25442"/>
                  </a:lnTo>
                  <a:lnTo>
                    <a:pt x="389129" y="25867"/>
                  </a:lnTo>
                  <a:lnTo>
                    <a:pt x="376576" y="26296"/>
                  </a:lnTo>
                  <a:lnTo>
                    <a:pt x="364024" y="26729"/>
                  </a:lnTo>
                  <a:lnTo>
                    <a:pt x="351471" y="27166"/>
                  </a:lnTo>
                  <a:lnTo>
                    <a:pt x="338919" y="27606"/>
                  </a:lnTo>
                  <a:lnTo>
                    <a:pt x="326366" y="28050"/>
                  </a:lnTo>
                  <a:lnTo>
                    <a:pt x="313813" y="28497"/>
                  </a:lnTo>
                  <a:lnTo>
                    <a:pt x="301261" y="28947"/>
                  </a:lnTo>
                  <a:lnTo>
                    <a:pt x="288708" y="29400"/>
                  </a:lnTo>
                  <a:lnTo>
                    <a:pt x="276156" y="29855"/>
                  </a:lnTo>
                  <a:lnTo>
                    <a:pt x="263603" y="30314"/>
                  </a:lnTo>
                  <a:lnTo>
                    <a:pt x="251051" y="30775"/>
                  </a:lnTo>
                  <a:lnTo>
                    <a:pt x="238498" y="31238"/>
                  </a:lnTo>
                  <a:lnTo>
                    <a:pt x="225946" y="31703"/>
                  </a:lnTo>
                  <a:lnTo>
                    <a:pt x="213393" y="32170"/>
                  </a:lnTo>
                  <a:lnTo>
                    <a:pt x="200840" y="32639"/>
                  </a:lnTo>
                  <a:lnTo>
                    <a:pt x="188288" y="33109"/>
                  </a:lnTo>
                  <a:lnTo>
                    <a:pt x="175735" y="33581"/>
                  </a:lnTo>
                  <a:lnTo>
                    <a:pt x="163183" y="34054"/>
                  </a:lnTo>
                  <a:lnTo>
                    <a:pt x="150630" y="34529"/>
                  </a:lnTo>
                  <a:lnTo>
                    <a:pt x="138078" y="35004"/>
                  </a:lnTo>
                  <a:lnTo>
                    <a:pt x="125525" y="35481"/>
                  </a:lnTo>
                  <a:lnTo>
                    <a:pt x="112973" y="35958"/>
                  </a:lnTo>
                  <a:lnTo>
                    <a:pt x="100420" y="36435"/>
                  </a:lnTo>
                  <a:lnTo>
                    <a:pt x="87867" y="36914"/>
                  </a:lnTo>
                  <a:lnTo>
                    <a:pt x="75315" y="37392"/>
                  </a:lnTo>
                  <a:lnTo>
                    <a:pt x="62762" y="37871"/>
                  </a:lnTo>
                  <a:lnTo>
                    <a:pt x="50210" y="38351"/>
                  </a:lnTo>
                  <a:lnTo>
                    <a:pt x="37657" y="38830"/>
                  </a:lnTo>
                  <a:lnTo>
                    <a:pt x="25105" y="39310"/>
                  </a:lnTo>
                  <a:lnTo>
                    <a:pt x="12552" y="39789"/>
                  </a:lnTo>
                  <a:lnTo>
                    <a:pt x="0" y="40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75503" y="1598731"/>
              <a:ext cx="2246907" cy="16276"/>
            </a:xfrm>
            <a:custGeom>
              <a:avLst/>
              <a:pathLst>
                <a:path w="2246907" h="16276">
                  <a:moveTo>
                    <a:pt x="0" y="16276"/>
                  </a:moveTo>
                  <a:lnTo>
                    <a:pt x="12552" y="16156"/>
                  </a:lnTo>
                  <a:lnTo>
                    <a:pt x="25105" y="16036"/>
                  </a:lnTo>
                  <a:lnTo>
                    <a:pt x="37657" y="15915"/>
                  </a:lnTo>
                  <a:lnTo>
                    <a:pt x="50210" y="15795"/>
                  </a:lnTo>
                  <a:lnTo>
                    <a:pt x="62762" y="15675"/>
                  </a:lnTo>
                  <a:lnTo>
                    <a:pt x="75315" y="15555"/>
                  </a:lnTo>
                  <a:lnTo>
                    <a:pt x="87867" y="15435"/>
                  </a:lnTo>
                  <a:lnTo>
                    <a:pt x="100420" y="15315"/>
                  </a:lnTo>
                  <a:lnTo>
                    <a:pt x="112973" y="15195"/>
                  </a:lnTo>
                  <a:lnTo>
                    <a:pt x="125525" y="15076"/>
                  </a:lnTo>
                  <a:lnTo>
                    <a:pt x="138078" y="14956"/>
                  </a:lnTo>
                  <a:lnTo>
                    <a:pt x="150630" y="14836"/>
                  </a:lnTo>
                  <a:lnTo>
                    <a:pt x="163183" y="14717"/>
                  </a:lnTo>
                  <a:lnTo>
                    <a:pt x="175735" y="14598"/>
                  </a:lnTo>
                  <a:lnTo>
                    <a:pt x="188288" y="14480"/>
                  </a:lnTo>
                  <a:lnTo>
                    <a:pt x="200840" y="14361"/>
                  </a:lnTo>
                  <a:lnTo>
                    <a:pt x="213393" y="14243"/>
                  </a:lnTo>
                  <a:lnTo>
                    <a:pt x="225946" y="14126"/>
                  </a:lnTo>
                  <a:lnTo>
                    <a:pt x="238498" y="14009"/>
                  </a:lnTo>
                  <a:lnTo>
                    <a:pt x="251051" y="13893"/>
                  </a:lnTo>
                  <a:lnTo>
                    <a:pt x="263603" y="13777"/>
                  </a:lnTo>
                  <a:lnTo>
                    <a:pt x="276156" y="13662"/>
                  </a:lnTo>
                  <a:lnTo>
                    <a:pt x="288708" y="13548"/>
                  </a:lnTo>
                  <a:lnTo>
                    <a:pt x="301261" y="13435"/>
                  </a:lnTo>
                  <a:lnTo>
                    <a:pt x="313813" y="13323"/>
                  </a:lnTo>
                  <a:lnTo>
                    <a:pt x="326366" y="13212"/>
                  </a:lnTo>
                  <a:lnTo>
                    <a:pt x="338919" y="13102"/>
                  </a:lnTo>
                  <a:lnTo>
                    <a:pt x="351471" y="12993"/>
                  </a:lnTo>
                  <a:lnTo>
                    <a:pt x="364024" y="12885"/>
                  </a:lnTo>
                  <a:lnTo>
                    <a:pt x="376576" y="12779"/>
                  </a:lnTo>
                  <a:lnTo>
                    <a:pt x="389129" y="12674"/>
                  </a:lnTo>
                  <a:lnTo>
                    <a:pt x="401681" y="12570"/>
                  </a:lnTo>
                  <a:lnTo>
                    <a:pt x="414234" y="12467"/>
                  </a:lnTo>
                  <a:lnTo>
                    <a:pt x="426786" y="12366"/>
                  </a:lnTo>
                  <a:lnTo>
                    <a:pt x="439339" y="12266"/>
                  </a:lnTo>
                  <a:lnTo>
                    <a:pt x="451892" y="12168"/>
                  </a:lnTo>
                  <a:lnTo>
                    <a:pt x="464444" y="12071"/>
                  </a:lnTo>
                  <a:lnTo>
                    <a:pt x="476997" y="11976"/>
                  </a:lnTo>
                  <a:lnTo>
                    <a:pt x="489549" y="11881"/>
                  </a:lnTo>
                  <a:lnTo>
                    <a:pt x="502102" y="11789"/>
                  </a:lnTo>
                  <a:lnTo>
                    <a:pt x="514654" y="11697"/>
                  </a:lnTo>
                  <a:lnTo>
                    <a:pt x="527207" y="11607"/>
                  </a:lnTo>
                  <a:lnTo>
                    <a:pt x="539759" y="11518"/>
                  </a:lnTo>
                  <a:lnTo>
                    <a:pt x="552312" y="11430"/>
                  </a:lnTo>
                  <a:lnTo>
                    <a:pt x="564865" y="11343"/>
                  </a:lnTo>
                  <a:lnTo>
                    <a:pt x="577417" y="11257"/>
                  </a:lnTo>
                  <a:lnTo>
                    <a:pt x="589970" y="11173"/>
                  </a:lnTo>
                  <a:lnTo>
                    <a:pt x="602522" y="11089"/>
                  </a:lnTo>
                  <a:lnTo>
                    <a:pt x="615075" y="11005"/>
                  </a:lnTo>
                  <a:lnTo>
                    <a:pt x="627627" y="10923"/>
                  </a:lnTo>
                  <a:lnTo>
                    <a:pt x="640180" y="10841"/>
                  </a:lnTo>
                  <a:lnTo>
                    <a:pt x="652732" y="10759"/>
                  </a:lnTo>
                  <a:lnTo>
                    <a:pt x="665285" y="10678"/>
                  </a:lnTo>
                  <a:lnTo>
                    <a:pt x="677838" y="10598"/>
                  </a:lnTo>
                  <a:lnTo>
                    <a:pt x="690390" y="10517"/>
                  </a:lnTo>
                  <a:lnTo>
                    <a:pt x="702943" y="10437"/>
                  </a:lnTo>
                  <a:lnTo>
                    <a:pt x="715495" y="10356"/>
                  </a:lnTo>
                  <a:lnTo>
                    <a:pt x="728048" y="10276"/>
                  </a:lnTo>
                  <a:lnTo>
                    <a:pt x="740600" y="10195"/>
                  </a:lnTo>
                  <a:lnTo>
                    <a:pt x="753153" y="10114"/>
                  </a:lnTo>
                  <a:lnTo>
                    <a:pt x="765706" y="10033"/>
                  </a:lnTo>
                  <a:lnTo>
                    <a:pt x="778258" y="9952"/>
                  </a:lnTo>
                  <a:lnTo>
                    <a:pt x="790811" y="9870"/>
                  </a:lnTo>
                  <a:lnTo>
                    <a:pt x="803363" y="9787"/>
                  </a:lnTo>
                  <a:lnTo>
                    <a:pt x="815916" y="9704"/>
                  </a:lnTo>
                  <a:lnTo>
                    <a:pt x="828468" y="9620"/>
                  </a:lnTo>
                  <a:lnTo>
                    <a:pt x="841021" y="9535"/>
                  </a:lnTo>
                  <a:lnTo>
                    <a:pt x="853573" y="9450"/>
                  </a:lnTo>
                  <a:lnTo>
                    <a:pt x="866126" y="9363"/>
                  </a:lnTo>
                  <a:lnTo>
                    <a:pt x="878679" y="9276"/>
                  </a:lnTo>
                  <a:lnTo>
                    <a:pt x="891231" y="9188"/>
                  </a:lnTo>
                  <a:lnTo>
                    <a:pt x="903784" y="9099"/>
                  </a:lnTo>
                  <a:lnTo>
                    <a:pt x="916336" y="9008"/>
                  </a:lnTo>
                  <a:lnTo>
                    <a:pt x="928889" y="8917"/>
                  </a:lnTo>
                  <a:lnTo>
                    <a:pt x="941441" y="8825"/>
                  </a:lnTo>
                  <a:lnTo>
                    <a:pt x="953994" y="8731"/>
                  </a:lnTo>
                  <a:lnTo>
                    <a:pt x="966546" y="8636"/>
                  </a:lnTo>
                  <a:lnTo>
                    <a:pt x="979099" y="8540"/>
                  </a:lnTo>
                  <a:lnTo>
                    <a:pt x="991652" y="8443"/>
                  </a:lnTo>
                  <a:lnTo>
                    <a:pt x="1004204" y="8345"/>
                  </a:lnTo>
                  <a:lnTo>
                    <a:pt x="1016757" y="8246"/>
                  </a:lnTo>
                  <a:lnTo>
                    <a:pt x="1029309" y="8145"/>
                  </a:lnTo>
                  <a:lnTo>
                    <a:pt x="1041862" y="8043"/>
                  </a:lnTo>
                  <a:lnTo>
                    <a:pt x="1054414" y="7940"/>
                  </a:lnTo>
                  <a:lnTo>
                    <a:pt x="1066967" y="7836"/>
                  </a:lnTo>
                  <a:lnTo>
                    <a:pt x="1079519" y="7731"/>
                  </a:lnTo>
                  <a:lnTo>
                    <a:pt x="1092072" y="7624"/>
                  </a:lnTo>
                  <a:lnTo>
                    <a:pt x="1104625" y="7517"/>
                  </a:lnTo>
                  <a:lnTo>
                    <a:pt x="1117177" y="7408"/>
                  </a:lnTo>
                  <a:lnTo>
                    <a:pt x="1129730" y="7299"/>
                  </a:lnTo>
                  <a:lnTo>
                    <a:pt x="1142282" y="7188"/>
                  </a:lnTo>
                  <a:lnTo>
                    <a:pt x="1154835" y="7076"/>
                  </a:lnTo>
                  <a:lnTo>
                    <a:pt x="1167387" y="6963"/>
                  </a:lnTo>
                  <a:lnTo>
                    <a:pt x="1179940" y="6850"/>
                  </a:lnTo>
                  <a:lnTo>
                    <a:pt x="1192492" y="6735"/>
                  </a:lnTo>
                  <a:lnTo>
                    <a:pt x="1205045" y="6620"/>
                  </a:lnTo>
                  <a:lnTo>
                    <a:pt x="1217598" y="6504"/>
                  </a:lnTo>
                  <a:lnTo>
                    <a:pt x="1230150" y="6388"/>
                  </a:lnTo>
                  <a:lnTo>
                    <a:pt x="1242703" y="6270"/>
                  </a:lnTo>
                  <a:lnTo>
                    <a:pt x="1255255" y="6153"/>
                  </a:lnTo>
                  <a:lnTo>
                    <a:pt x="1267808" y="6034"/>
                  </a:lnTo>
                  <a:lnTo>
                    <a:pt x="1280360" y="5916"/>
                  </a:lnTo>
                  <a:lnTo>
                    <a:pt x="1292913" y="5796"/>
                  </a:lnTo>
                  <a:lnTo>
                    <a:pt x="1305465" y="5677"/>
                  </a:lnTo>
                  <a:lnTo>
                    <a:pt x="1318018" y="5558"/>
                  </a:lnTo>
                  <a:lnTo>
                    <a:pt x="1330571" y="5438"/>
                  </a:lnTo>
                  <a:lnTo>
                    <a:pt x="1343123" y="5318"/>
                  </a:lnTo>
                  <a:lnTo>
                    <a:pt x="1355676" y="5199"/>
                  </a:lnTo>
                  <a:lnTo>
                    <a:pt x="1368228" y="5079"/>
                  </a:lnTo>
                  <a:lnTo>
                    <a:pt x="1380781" y="4960"/>
                  </a:lnTo>
                  <a:lnTo>
                    <a:pt x="1393333" y="4841"/>
                  </a:lnTo>
                  <a:lnTo>
                    <a:pt x="1405886" y="4722"/>
                  </a:lnTo>
                  <a:lnTo>
                    <a:pt x="1418438" y="4604"/>
                  </a:lnTo>
                  <a:lnTo>
                    <a:pt x="1430991" y="4487"/>
                  </a:lnTo>
                  <a:lnTo>
                    <a:pt x="1443544" y="4370"/>
                  </a:lnTo>
                  <a:lnTo>
                    <a:pt x="1456096" y="4254"/>
                  </a:lnTo>
                  <a:lnTo>
                    <a:pt x="1468649" y="4139"/>
                  </a:lnTo>
                  <a:lnTo>
                    <a:pt x="1481201" y="4024"/>
                  </a:lnTo>
                  <a:lnTo>
                    <a:pt x="1493754" y="3911"/>
                  </a:lnTo>
                  <a:lnTo>
                    <a:pt x="1506306" y="3798"/>
                  </a:lnTo>
                  <a:lnTo>
                    <a:pt x="1518859" y="3687"/>
                  </a:lnTo>
                  <a:lnTo>
                    <a:pt x="1531412" y="3577"/>
                  </a:lnTo>
                  <a:lnTo>
                    <a:pt x="1543964" y="3468"/>
                  </a:lnTo>
                  <a:lnTo>
                    <a:pt x="1556517" y="3360"/>
                  </a:lnTo>
                  <a:lnTo>
                    <a:pt x="1569069" y="3254"/>
                  </a:lnTo>
                  <a:lnTo>
                    <a:pt x="1581622" y="3150"/>
                  </a:lnTo>
                  <a:lnTo>
                    <a:pt x="1594174" y="3046"/>
                  </a:lnTo>
                  <a:lnTo>
                    <a:pt x="1606727" y="2945"/>
                  </a:lnTo>
                  <a:lnTo>
                    <a:pt x="1619279" y="2845"/>
                  </a:lnTo>
                  <a:lnTo>
                    <a:pt x="1631832" y="2747"/>
                  </a:lnTo>
                  <a:lnTo>
                    <a:pt x="1644385" y="2651"/>
                  </a:lnTo>
                  <a:lnTo>
                    <a:pt x="1656937" y="2557"/>
                  </a:lnTo>
                  <a:lnTo>
                    <a:pt x="1669490" y="2464"/>
                  </a:lnTo>
                  <a:lnTo>
                    <a:pt x="1682042" y="2373"/>
                  </a:lnTo>
                  <a:lnTo>
                    <a:pt x="1694595" y="2285"/>
                  </a:lnTo>
                  <a:lnTo>
                    <a:pt x="1707147" y="2198"/>
                  </a:lnTo>
                  <a:lnTo>
                    <a:pt x="1719700" y="2114"/>
                  </a:lnTo>
                  <a:lnTo>
                    <a:pt x="1732252" y="2032"/>
                  </a:lnTo>
                  <a:lnTo>
                    <a:pt x="1744805" y="1951"/>
                  </a:lnTo>
                  <a:lnTo>
                    <a:pt x="1757358" y="1873"/>
                  </a:lnTo>
                  <a:lnTo>
                    <a:pt x="1769910" y="1797"/>
                  </a:lnTo>
                  <a:lnTo>
                    <a:pt x="1782463" y="1724"/>
                  </a:lnTo>
                  <a:lnTo>
                    <a:pt x="1795015" y="1652"/>
                  </a:lnTo>
                  <a:lnTo>
                    <a:pt x="1807568" y="1583"/>
                  </a:lnTo>
                  <a:lnTo>
                    <a:pt x="1820120" y="1516"/>
                  </a:lnTo>
                  <a:lnTo>
                    <a:pt x="1832673" y="1451"/>
                  </a:lnTo>
                  <a:lnTo>
                    <a:pt x="1845225" y="1389"/>
                  </a:lnTo>
                  <a:lnTo>
                    <a:pt x="1857778" y="1328"/>
                  </a:lnTo>
                  <a:lnTo>
                    <a:pt x="1870331" y="1270"/>
                  </a:lnTo>
                  <a:lnTo>
                    <a:pt x="1882883" y="1213"/>
                  </a:lnTo>
                  <a:lnTo>
                    <a:pt x="1895436" y="1159"/>
                  </a:lnTo>
                  <a:lnTo>
                    <a:pt x="1907988" y="1106"/>
                  </a:lnTo>
                  <a:lnTo>
                    <a:pt x="1920541" y="1055"/>
                  </a:lnTo>
                  <a:lnTo>
                    <a:pt x="1933093" y="1006"/>
                  </a:lnTo>
                  <a:lnTo>
                    <a:pt x="1945646" y="959"/>
                  </a:lnTo>
                  <a:lnTo>
                    <a:pt x="1958198" y="913"/>
                  </a:lnTo>
                  <a:lnTo>
                    <a:pt x="1970751" y="868"/>
                  </a:lnTo>
                  <a:lnTo>
                    <a:pt x="1983304" y="825"/>
                  </a:lnTo>
                  <a:lnTo>
                    <a:pt x="1995856" y="782"/>
                  </a:lnTo>
                  <a:lnTo>
                    <a:pt x="2008409" y="741"/>
                  </a:lnTo>
                  <a:lnTo>
                    <a:pt x="2020961" y="701"/>
                  </a:lnTo>
                  <a:lnTo>
                    <a:pt x="2033514" y="661"/>
                  </a:lnTo>
                  <a:lnTo>
                    <a:pt x="2046066" y="622"/>
                  </a:lnTo>
                  <a:lnTo>
                    <a:pt x="2058619" y="583"/>
                  </a:lnTo>
                  <a:lnTo>
                    <a:pt x="2071171" y="544"/>
                  </a:lnTo>
                  <a:lnTo>
                    <a:pt x="2083724" y="506"/>
                  </a:lnTo>
                  <a:lnTo>
                    <a:pt x="2096277" y="468"/>
                  </a:lnTo>
                  <a:lnTo>
                    <a:pt x="2108829" y="430"/>
                  </a:lnTo>
                  <a:lnTo>
                    <a:pt x="2121382" y="391"/>
                  </a:lnTo>
                  <a:lnTo>
                    <a:pt x="2133934" y="353"/>
                  </a:lnTo>
                  <a:lnTo>
                    <a:pt x="2146487" y="314"/>
                  </a:lnTo>
                  <a:lnTo>
                    <a:pt x="2159039" y="275"/>
                  </a:lnTo>
                  <a:lnTo>
                    <a:pt x="2171592" y="236"/>
                  </a:lnTo>
                  <a:lnTo>
                    <a:pt x="2184144" y="197"/>
                  </a:lnTo>
                  <a:lnTo>
                    <a:pt x="2196697" y="158"/>
                  </a:lnTo>
                  <a:lnTo>
                    <a:pt x="2209250" y="118"/>
                  </a:lnTo>
                  <a:lnTo>
                    <a:pt x="2221802" y="79"/>
                  </a:lnTo>
                  <a:lnTo>
                    <a:pt x="2234355" y="39"/>
                  </a:lnTo>
                  <a:lnTo>
                    <a:pt x="2246907" y="0"/>
                  </a:lnTo>
                  <a:lnTo>
                    <a:pt x="2246907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2026-05-14T06:00:09Z</dcterms:modified>
  <cp:category/>
</cp:coreProperties>
</file>