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66662"/>
              <a:ext cx="2191014" cy="2316695"/>
            </a:xfrm>
            <a:custGeom>
              <a:avLst/>
              <a:pathLst>
                <a:path w="2191014" h="2316695">
                  <a:moveTo>
                    <a:pt x="0" y="1791184"/>
                  </a:moveTo>
                  <a:lnTo>
                    <a:pt x="12240" y="1861947"/>
                  </a:lnTo>
                  <a:lnTo>
                    <a:pt x="24480" y="1930308"/>
                  </a:lnTo>
                  <a:lnTo>
                    <a:pt x="36720" y="1978630"/>
                  </a:lnTo>
                  <a:lnTo>
                    <a:pt x="48961" y="2021314"/>
                  </a:lnTo>
                  <a:lnTo>
                    <a:pt x="61201" y="2048104"/>
                  </a:lnTo>
                  <a:lnTo>
                    <a:pt x="73441" y="2070007"/>
                  </a:lnTo>
                  <a:lnTo>
                    <a:pt x="85682" y="2089012"/>
                  </a:lnTo>
                  <a:lnTo>
                    <a:pt x="97922" y="2097453"/>
                  </a:lnTo>
                  <a:lnTo>
                    <a:pt x="110162" y="2108729"/>
                  </a:lnTo>
                  <a:lnTo>
                    <a:pt x="122403" y="2114664"/>
                  </a:lnTo>
                  <a:lnTo>
                    <a:pt x="134643" y="2119203"/>
                  </a:lnTo>
                  <a:lnTo>
                    <a:pt x="146883" y="2121139"/>
                  </a:lnTo>
                  <a:lnTo>
                    <a:pt x="159123" y="2116110"/>
                  </a:lnTo>
                  <a:lnTo>
                    <a:pt x="171364" y="2108990"/>
                  </a:lnTo>
                  <a:lnTo>
                    <a:pt x="183604" y="2098655"/>
                  </a:lnTo>
                  <a:lnTo>
                    <a:pt x="195844" y="2088437"/>
                  </a:lnTo>
                  <a:lnTo>
                    <a:pt x="208085" y="2075878"/>
                  </a:lnTo>
                  <a:lnTo>
                    <a:pt x="220325" y="2062876"/>
                  </a:lnTo>
                  <a:lnTo>
                    <a:pt x="232565" y="2056033"/>
                  </a:lnTo>
                  <a:lnTo>
                    <a:pt x="244806" y="2039778"/>
                  </a:lnTo>
                  <a:lnTo>
                    <a:pt x="257046" y="2022879"/>
                  </a:lnTo>
                  <a:lnTo>
                    <a:pt x="269286" y="2005766"/>
                  </a:lnTo>
                  <a:lnTo>
                    <a:pt x="281527" y="1991397"/>
                  </a:lnTo>
                  <a:lnTo>
                    <a:pt x="293767" y="1978269"/>
                  </a:lnTo>
                  <a:lnTo>
                    <a:pt x="306007" y="1966679"/>
                  </a:lnTo>
                  <a:lnTo>
                    <a:pt x="318247" y="1956475"/>
                  </a:lnTo>
                  <a:lnTo>
                    <a:pt x="330488" y="1945229"/>
                  </a:lnTo>
                  <a:lnTo>
                    <a:pt x="342728" y="1933654"/>
                  </a:lnTo>
                  <a:lnTo>
                    <a:pt x="354968" y="1922178"/>
                  </a:lnTo>
                  <a:lnTo>
                    <a:pt x="367209" y="1910813"/>
                  </a:lnTo>
                  <a:lnTo>
                    <a:pt x="379449" y="1899571"/>
                  </a:lnTo>
                  <a:lnTo>
                    <a:pt x="391689" y="1888466"/>
                  </a:lnTo>
                  <a:lnTo>
                    <a:pt x="403930" y="1877510"/>
                  </a:lnTo>
                  <a:lnTo>
                    <a:pt x="416170" y="1869139"/>
                  </a:lnTo>
                  <a:lnTo>
                    <a:pt x="428410" y="1861705"/>
                  </a:lnTo>
                  <a:lnTo>
                    <a:pt x="440650" y="1850893"/>
                  </a:lnTo>
                  <a:lnTo>
                    <a:pt x="452891" y="1842115"/>
                  </a:lnTo>
                  <a:lnTo>
                    <a:pt x="465131" y="1833473"/>
                  </a:lnTo>
                  <a:lnTo>
                    <a:pt x="477371" y="1822604"/>
                  </a:lnTo>
                  <a:lnTo>
                    <a:pt x="489612" y="1811398"/>
                  </a:lnTo>
                  <a:lnTo>
                    <a:pt x="501852" y="1803469"/>
                  </a:lnTo>
                  <a:lnTo>
                    <a:pt x="514092" y="1795902"/>
                  </a:lnTo>
                  <a:lnTo>
                    <a:pt x="526333" y="1788133"/>
                  </a:lnTo>
                  <a:lnTo>
                    <a:pt x="538573" y="1780144"/>
                  </a:lnTo>
                  <a:lnTo>
                    <a:pt x="550813" y="1771916"/>
                  </a:lnTo>
                  <a:lnTo>
                    <a:pt x="563054" y="1763428"/>
                  </a:lnTo>
                  <a:lnTo>
                    <a:pt x="575294" y="1755261"/>
                  </a:lnTo>
                  <a:lnTo>
                    <a:pt x="587534" y="1745600"/>
                  </a:lnTo>
                  <a:lnTo>
                    <a:pt x="599774" y="1736220"/>
                  </a:lnTo>
                  <a:lnTo>
                    <a:pt x="612015" y="1726505"/>
                  </a:lnTo>
                  <a:lnTo>
                    <a:pt x="624255" y="1716434"/>
                  </a:lnTo>
                  <a:lnTo>
                    <a:pt x="636495" y="1705989"/>
                  </a:lnTo>
                  <a:lnTo>
                    <a:pt x="648736" y="1695150"/>
                  </a:lnTo>
                  <a:lnTo>
                    <a:pt x="660976" y="1683898"/>
                  </a:lnTo>
                  <a:lnTo>
                    <a:pt x="673216" y="1672213"/>
                  </a:lnTo>
                  <a:lnTo>
                    <a:pt x="685457" y="1660078"/>
                  </a:lnTo>
                  <a:lnTo>
                    <a:pt x="697697" y="1647471"/>
                  </a:lnTo>
                  <a:lnTo>
                    <a:pt x="709937" y="1634374"/>
                  </a:lnTo>
                  <a:lnTo>
                    <a:pt x="722177" y="1620768"/>
                  </a:lnTo>
                  <a:lnTo>
                    <a:pt x="734418" y="1607830"/>
                  </a:lnTo>
                  <a:lnTo>
                    <a:pt x="746658" y="1594326"/>
                  </a:lnTo>
                  <a:lnTo>
                    <a:pt x="758898" y="1580302"/>
                  </a:lnTo>
                  <a:lnTo>
                    <a:pt x="771139" y="1566596"/>
                  </a:lnTo>
                  <a:lnTo>
                    <a:pt x="783379" y="1550503"/>
                  </a:lnTo>
                  <a:lnTo>
                    <a:pt x="795619" y="1534165"/>
                  </a:lnTo>
                  <a:lnTo>
                    <a:pt x="807860" y="1517643"/>
                  </a:lnTo>
                  <a:lnTo>
                    <a:pt x="820100" y="1500994"/>
                  </a:lnTo>
                  <a:lnTo>
                    <a:pt x="832340" y="1484280"/>
                  </a:lnTo>
                  <a:lnTo>
                    <a:pt x="844581" y="1467559"/>
                  </a:lnTo>
                  <a:lnTo>
                    <a:pt x="856821" y="1450890"/>
                  </a:lnTo>
                  <a:lnTo>
                    <a:pt x="869061" y="1435356"/>
                  </a:lnTo>
                  <a:lnTo>
                    <a:pt x="881301" y="1418342"/>
                  </a:lnTo>
                  <a:lnTo>
                    <a:pt x="893542" y="1401523"/>
                  </a:lnTo>
                  <a:lnTo>
                    <a:pt x="905782" y="1385925"/>
                  </a:lnTo>
                  <a:lnTo>
                    <a:pt x="918022" y="1370361"/>
                  </a:lnTo>
                  <a:lnTo>
                    <a:pt x="930263" y="1354831"/>
                  </a:lnTo>
                  <a:lnTo>
                    <a:pt x="942503" y="1339586"/>
                  </a:lnTo>
                  <a:lnTo>
                    <a:pt x="954743" y="1324321"/>
                  </a:lnTo>
                  <a:lnTo>
                    <a:pt x="966984" y="1309250"/>
                  </a:lnTo>
                  <a:lnTo>
                    <a:pt x="979224" y="1296069"/>
                  </a:lnTo>
                  <a:lnTo>
                    <a:pt x="991464" y="1283671"/>
                  </a:lnTo>
                  <a:lnTo>
                    <a:pt x="1003704" y="1271125"/>
                  </a:lnTo>
                  <a:lnTo>
                    <a:pt x="1015945" y="1258988"/>
                  </a:lnTo>
                  <a:lnTo>
                    <a:pt x="1028185" y="1247451"/>
                  </a:lnTo>
                  <a:lnTo>
                    <a:pt x="1040425" y="1236485"/>
                  </a:lnTo>
                  <a:lnTo>
                    <a:pt x="1052666" y="1226062"/>
                  </a:lnTo>
                  <a:lnTo>
                    <a:pt x="1064906" y="1217531"/>
                  </a:lnTo>
                  <a:lnTo>
                    <a:pt x="1077146" y="1209664"/>
                  </a:lnTo>
                  <a:lnTo>
                    <a:pt x="1089387" y="1202248"/>
                  </a:lnTo>
                  <a:lnTo>
                    <a:pt x="1101627" y="1192943"/>
                  </a:lnTo>
                  <a:lnTo>
                    <a:pt x="1113867" y="1181080"/>
                  </a:lnTo>
                  <a:lnTo>
                    <a:pt x="1126108" y="1172538"/>
                  </a:lnTo>
                  <a:lnTo>
                    <a:pt x="1138348" y="1160900"/>
                  </a:lnTo>
                  <a:lnTo>
                    <a:pt x="1150588" y="1149090"/>
                  </a:lnTo>
                  <a:lnTo>
                    <a:pt x="1162828" y="1137917"/>
                  </a:lnTo>
                  <a:lnTo>
                    <a:pt x="1175069" y="1129530"/>
                  </a:lnTo>
                  <a:lnTo>
                    <a:pt x="1187309" y="1117182"/>
                  </a:lnTo>
                  <a:lnTo>
                    <a:pt x="1199549" y="1103449"/>
                  </a:lnTo>
                  <a:lnTo>
                    <a:pt x="1211790" y="1091769"/>
                  </a:lnTo>
                  <a:lnTo>
                    <a:pt x="1224030" y="1082653"/>
                  </a:lnTo>
                  <a:lnTo>
                    <a:pt x="1236270" y="1072285"/>
                  </a:lnTo>
                  <a:lnTo>
                    <a:pt x="1248511" y="1057102"/>
                  </a:lnTo>
                  <a:lnTo>
                    <a:pt x="1260751" y="1044845"/>
                  </a:lnTo>
                  <a:lnTo>
                    <a:pt x="1272991" y="1026842"/>
                  </a:lnTo>
                  <a:lnTo>
                    <a:pt x="1285231" y="1011878"/>
                  </a:lnTo>
                  <a:lnTo>
                    <a:pt x="1297472" y="1001523"/>
                  </a:lnTo>
                  <a:lnTo>
                    <a:pt x="1309712" y="990900"/>
                  </a:lnTo>
                  <a:lnTo>
                    <a:pt x="1321952" y="976480"/>
                  </a:lnTo>
                  <a:lnTo>
                    <a:pt x="1334193" y="957503"/>
                  </a:lnTo>
                  <a:lnTo>
                    <a:pt x="1346433" y="943980"/>
                  </a:lnTo>
                  <a:lnTo>
                    <a:pt x="1358673" y="932031"/>
                  </a:lnTo>
                  <a:lnTo>
                    <a:pt x="1370914" y="918665"/>
                  </a:lnTo>
                  <a:lnTo>
                    <a:pt x="1383154" y="903770"/>
                  </a:lnTo>
                  <a:lnTo>
                    <a:pt x="1395394" y="885722"/>
                  </a:lnTo>
                  <a:lnTo>
                    <a:pt x="1407635" y="864346"/>
                  </a:lnTo>
                  <a:lnTo>
                    <a:pt x="1419875" y="843113"/>
                  </a:lnTo>
                  <a:lnTo>
                    <a:pt x="1432115" y="822105"/>
                  </a:lnTo>
                  <a:lnTo>
                    <a:pt x="1444355" y="804773"/>
                  </a:lnTo>
                  <a:lnTo>
                    <a:pt x="1456596" y="785657"/>
                  </a:lnTo>
                  <a:lnTo>
                    <a:pt x="1468836" y="764799"/>
                  </a:lnTo>
                  <a:lnTo>
                    <a:pt x="1481076" y="744840"/>
                  </a:lnTo>
                  <a:lnTo>
                    <a:pt x="1493317" y="723761"/>
                  </a:lnTo>
                  <a:lnTo>
                    <a:pt x="1505557" y="702749"/>
                  </a:lnTo>
                  <a:lnTo>
                    <a:pt x="1517797" y="687499"/>
                  </a:lnTo>
                  <a:lnTo>
                    <a:pt x="1530038" y="668300"/>
                  </a:lnTo>
                  <a:lnTo>
                    <a:pt x="1542278" y="638852"/>
                  </a:lnTo>
                  <a:lnTo>
                    <a:pt x="1554518" y="616981"/>
                  </a:lnTo>
                  <a:lnTo>
                    <a:pt x="1566759" y="596786"/>
                  </a:lnTo>
                  <a:lnTo>
                    <a:pt x="1578999" y="574951"/>
                  </a:lnTo>
                  <a:lnTo>
                    <a:pt x="1591239" y="553953"/>
                  </a:lnTo>
                  <a:lnTo>
                    <a:pt x="1603479" y="532472"/>
                  </a:lnTo>
                  <a:lnTo>
                    <a:pt x="1615720" y="511906"/>
                  </a:lnTo>
                  <a:lnTo>
                    <a:pt x="1627960" y="482865"/>
                  </a:lnTo>
                  <a:lnTo>
                    <a:pt x="1640200" y="470064"/>
                  </a:lnTo>
                  <a:lnTo>
                    <a:pt x="1652441" y="454022"/>
                  </a:lnTo>
                  <a:lnTo>
                    <a:pt x="1664681" y="435814"/>
                  </a:lnTo>
                  <a:lnTo>
                    <a:pt x="1676921" y="418802"/>
                  </a:lnTo>
                  <a:lnTo>
                    <a:pt x="1689162" y="404045"/>
                  </a:lnTo>
                  <a:lnTo>
                    <a:pt x="1701402" y="393710"/>
                  </a:lnTo>
                  <a:lnTo>
                    <a:pt x="1713642" y="382718"/>
                  </a:lnTo>
                  <a:lnTo>
                    <a:pt x="1725882" y="381752"/>
                  </a:lnTo>
                  <a:lnTo>
                    <a:pt x="1738123" y="385488"/>
                  </a:lnTo>
                  <a:lnTo>
                    <a:pt x="1750363" y="375973"/>
                  </a:lnTo>
                  <a:lnTo>
                    <a:pt x="1762603" y="368569"/>
                  </a:lnTo>
                  <a:lnTo>
                    <a:pt x="1774844" y="371821"/>
                  </a:lnTo>
                  <a:lnTo>
                    <a:pt x="1787084" y="368226"/>
                  </a:lnTo>
                  <a:lnTo>
                    <a:pt x="1799324" y="361630"/>
                  </a:lnTo>
                  <a:lnTo>
                    <a:pt x="1811565" y="358134"/>
                  </a:lnTo>
                  <a:lnTo>
                    <a:pt x="1823805" y="351995"/>
                  </a:lnTo>
                  <a:lnTo>
                    <a:pt x="1836045" y="344833"/>
                  </a:lnTo>
                  <a:lnTo>
                    <a:pt x="1848286" y="338874"/>
                  </a:lnTo>
                  <a:lnTo>
                    <a:pt x="1860526" y="330001"/>
                  </a:lnTo>
                  <a:lnTo>
                    <a:pt x="1872766" y="323156"/>
                  </a:lnTo>
                  <a:lnTo>
                    <a:pt x="1885006" y="318515"/>
                  </a:lnTo>
                  <a:lnTo>
                    <a:pt x="1897247" y="316972"/>
                  </a:lnTo>
                  <a:lnTo>
                    <a:pt x="1909487" y="316539"/>
                  </a:lnTo>
                  <a:lnTo>
                    <a:pt x="1921727" y="318144"/>
                  </a:lnTo>
                  <a:lnTo>
                    <a:pt x="1933968" y="320892"/>
                  </a:lnTo>
                  <a:lnTo>
                    <a:pt x="1946208" y="327040"/>
                  </a:lnTo>
                  <a:lnTo>
                    <a:pt x="1958448" y="332966"/>
                  </a:lnTo>
                  <a:lnTo>
                    <a:pt x="1970689" y="337305"/>
                  </a:lnTo>
                  <a:lnTo>
                    <a:pt x="1982929" y="343646"/>
                  </a:lnTo>
                  <a:lnTo>
                    <a:pt x="1995169" y="345645"/>
                  </a:lnTo>
                  <a:lnTo>
                    <a:pt x="2007409" y="331728"/>
                  </a:lnTo>
                  <a:lnTo>
                    <a:pt x="2019650" y="331477"/>
                  </a:lnTo>
                  <a:lnTo>
                    <a:pt x="2031890" y="331886"/>
                  </a:lnTo>
                  <a:lnTo>
                    <a:pt x="2044130" y="328644"/>
                  </a:lnTo>
                  <a:lnTo>
                    <a:pt x="2056371" y="309352"/>
                  </a:lnTo>
                  <a:lnTo>
                    <a:pt x="2068611" y="279575"/>
                  </a:lnTo>
                  <a:lnTo>
                    <a:pt x="2080851" y="261543"/>
                  </a:lnTo>
                  <a:lnTo>
                    <a:pt x="2093092" y="238883"/>
                  </a:lnTo>
                  <a:lnTo>
                    <a:pt x="2105332" y="217659"/>
                  </a:lnTo>
                  <a:lnTo>
                    <a:pt x="2117572" y="198064"/>
                  </a:lnTo>
                  <a:lnTo>
                    <a:pt x="2129813" y="164926"/>
                  </a:lnTo>
                  <a:lnTo>
                    <a:pt x="2142053" y="138454"/>
                  </a:lnTo>
                  <a:lnTo>
                    <a:pt x="2154293" y="111159"/>
                  </a:lnTo>
                  <a:lnTo>
                    <a:pt x="2166533" y="41961"/>
                  </a:lnTo>
                  <a:lnTo>
                    <a:pt x="2178774" y="33354"/>
                  </a:lnTo>
                  <a:lnTo>
                    <a:pt x="2191014" y="0"/>
                  </a:lnTo>
                  <a:lnTo>
                    <a:pt x="2191014" y="1202954"/>
                  </a:lnTo>
                  <a:lnTo>
                    <a:pt x="2178774" y="1162108"/>
                  </a:lnTo>
                  <a:lnTo>
                    <a:pt x="2166533" y="1116375"/>
                  </a:lnTo>
                  <a:lnTo>
                    <a:pt x="2154293" y="1052941"/>
                  </a:lnTo>
                  <a:lnTo>
                    <a:pt x="2142053" y="1009306"/>
                  </a:lnTo>
                  <a:lnTo>
                    <a:pt x="2129813" y="992413"/>
                  </a:lnTo>
                  <a:lnTo>
                    <a:pt x="2117572" y="972371"/>
                  </a:lnTo>
                  <a:lnTo>
                    <a:pt x="2105332" y="956781"/>
                  </a:lnTo>
                  <a:lnTo>
                    <a:pt x="2093092" y="938499"/>
                  </a:lnTo>
                  <a:lnTo>
                    <a:pt x="2080851" y="919752"/>
                  </a:lnTo>
                  <a:lnTo>
                    <a:pt x="2068611" y="900768"/>
                  </a:lnTo>
                  <a:lnTo>
                    <a:pt x="2056371" y="888458"/>
                  </a:lnTo>
                  <a:lnTo>
                    <a:pt x="2044130" y="878173"/>
                  </a:lnTo>
                  <a:lnTo>
                    <a:pt x="2031890" y="867607"/>
                  </a:lnTo>
                  <a:lnTo>
                    <a:pt x="2019650" y="844780"/>
                  </a:lnTo>
                  <a:lnTo>
                    <a:pt x="2007409" y="832483"/>
                  </a:lnTo>
                  <a:lnTo>
                    <a:pt x="1995169" y="833958"/>
                  </a:lnTo>
                  <a:lnTo>
                    <a:pt x="1982929" y="822005"/>
                  </a:lnTo>
                  <a:lnTo>
                    <a:pt x="1970689" y="811815"/>
                  </a:lnTo>
                  <a:lnTo>
                    <a:pt x="1958448" y="817185"/>
                  </a:lnTo>
                  <a:lnTo>
                    <a:pt x="1946208" y="798194"/>
                  </a:lnTo>
                  <a:lnTo>
                    <a:pt x="1933968" y="779136"/>
                  </a:lnTo>
                  <a:lnTo>
                    <a:pt x="1921727" y="769116"/>
                  </a:lnTo>
                  <a:lnTo>
                    <a:pt x="1909487" y="760440"/>
                  </a:lnTo>
                  <a:lnTo>
                    <a:pt x="1897247" y="759251"/>
                  </a:lnTo>
                  <a:lnTo>
                    <a:pt x="1885006" y="758534"/>
                  </a:lnTo>
                  <a:lnTo>
                    <a:pt x="1872766" y="755247"/>
                  </a:lnTo>
                  <a:lnTo>
                    <a:pt x="1860526" y="731247"/>
                  </a:lnTo>
                  <a:lnTo>
                    <a:pt x="1848286" y="732748"/>
                  </a:lnTo>
                  <a:lnTo>
                    <a:pt x="1836045" y="719750"/>
                  </a:lnTo>
                  <a:lnTo>
                    <a:pt x="1823805" y="718349"/>
                  </a:lnTo>
                  <a:lnTo>
                    <a:pt x="1811565" y="727617"/>
                  </a:lnTo>
                  <a:lnTo>
                    <a:pt x="1799324" y="725414"/>
                  </a:lnTo>
                  <a:lnTo>
                    <a:pt x="1787084" y="722363"/>
                  </a:lnTo>
                  <a:lnTo>
                    <a:pt x="1774844" y="730172"/>
                  </a:lnTo>
                  <a:lnTo>
                    <a:pt x="1762603" y="730445"/>
                  </a:lnTo>
                  <a:lnTo>
                    <a:pt x="1750363" y="725082"/>
                  </a:lnTo>
                  <a:lnTo>
                    <a:pt x="1738123" y="726265"/>
                  </a:lnTo>
                  <a:lnTo>
                    <a:pt x="1725882" y="739057"/>
                  </a:lnTo>
                  <a:lnTo>
                    <a:pt x="1713642" y="751169"/>
                  </a:lnTo>
                  <a:lnTo>
                    <a:pt x="1701402" y="761924"/>
                  </a:lnTo>
                  <a:lnTo>
                    <a:pt x="1689162" y="771236"/>
                  </a:lnTo>
                  <a:lnTo>
                    <a:pt x="1676921" y="779243"/>
                  </a:lnTo>
                  <a:lnTo>
                    <a:pt x="1664681" y="786108"/>
                  </a:lnTo>
                  <a:lnTo>
                    <a:pt x="1652441" y="791997"/>
                  </a:lnTo>
                  <a:lnTo>
                    <a:pt x="1640200" y="794924"/>
                  </a:lnTo>
                  <a:lnTo>
                    <a:pt x="1627960" y="802715"/>
                  </a:lnTo>
                  <a:lnTo>
                    <a:pt x="1615720" y="822200"/>
                  </a:lnTo>
                  <a:lnTo>
                    <a:pt x="1603479" y="839550"/>
                  </a:lnTo>
                  <a:lnTo>
                    <a:pt x="1591239" y="863911"/>
                  </a:lnTo>
                  <a:lnTo>
                    <a:pt x="1578999" y="874720"/>
                  </a:lnTo>
                  <a:lnTo>
                    <a:pt x="1566759" y="884772"/>
                  </a:lnTo>
                  <a:lnTo>
                    <a:pt x="1554518" y="895000"/>
                  </a:lnTo>
                  <a:lnTo>
                    <a:pt x="1542278" y="906144"/>
                  </a:lnTo>
                  <a:lnTo>
                    <a:pt x="1530038" y="929514"/>
                  </a:lnTo>
                  <a:lnTo>
                    <a:pt x="1517797" y="939531"/>
                  </a:lnTo>
                  <a:lnTo>
                    <a:pt x="1505557" y="963231"/>
                  </a:lnTo>
                  <a:lnTo>
                    <a:pt x="1493317" y="984997"/>
                  </a:lnTo>
                  <a:lnTo>
                    <a:pt x="1481076" y="996243"/>
                  </a:lnTo>
                  <a:lnTo>
                    <a:pt x="1468836" y="1009495"/>
                  </a:lnTo>
                  <a:lnTo>
                    <a:pt x="1456596" y="1026606"/>
                  </a:lnTo>
                  <a:lnTo>
                    <a:pt x="1444355" y="1040116"/>
                  </a:lnTo>
                  <a:lnTo>
                    <a:pt x="1432115" y="1060090"/>
                  </a:lnTo>
                  <a:lnTo>
                    <a:pt x="1419875" y="1076685"/>
                  </a:lnTo>
                  <a:lnTo>
                    <a:pt x="1407635" y="1094523"/>
                  </a:lnTo>
                  <a:lnTo>
                    <a:pt x="1395394" y="1108983"/>
                  </a:lnTo>
                  <a:lnTo>
                    <a:pt x="1383154" y="1121818"/>
                  </a:lnTo>
                  <a:lnTo>
                    <a:pt x="1370914" y="1133228"/>
                  </a:lnTo>
                  <a:lnTo>
                    <a:pt x="1358673" y="1147066"/>
                  </a:lnTo>
                  <a:lnTo>
                    <a:pt x="1346433" y="1155501"/>
                  </a:lnTo>
                  <a:lnTo>
                    <a:pt x="1334193" y="1164286"/>
                  </a:lnTo>
                  <a:lnTo>
                    <a:pt x="1321952" y="1167816"/>
                  </a:lnTo>
                  <a:lnTo>
                    <a:pt x="1309712" y="1177529"/>
                  </a:lnTo>
                  <a:lnTo>
                    <a:pt x="1297472" y="1186093"/>
                  </a:lnTo>
                  <a:lnTo>
                    <a:pt x="1285231" y="1195436"/>
                  </a:lnTo>
                  <a:lnTo>
                    <a:pt x="1272991" y="1209576"/>
                  </a:lnTo>
                  <a:lnTo>
                    <a:pt x="1260751" y="1218303"/>
                  </a:lnTo>
                  <a:lnTo>
                    <a:pt x="1248511" y="1230403"/>
                  </a:lnTo>
                  <a:lnTo>
                    <a:pt x="1236270" y="1241476"/>
                  </a:lnTo>
                  <a:lnTo>
                    <a:pt x="1224030" y="1254816"/>
                  </a:lnTo>
                  <a:lnTo>
                    <a:pt x="1211790" y="1268786"/>
                  </a:lnTo>
                  <a:lnTo>
                    <a:pt x="1199549" y="1281162"/>
                  </a:lnTo>
                  <a:lnTo>
                    <a:pt x="1187309" y="1292038"/>
                  </a:lnTo>
                  <a:lnTo>
                    <a:pt x="1175069" y="1298988"/>
                  </a:lnTo>
                  <a:lnTo>
                    <a:pt x="1162828" y="1305072"/>
                  </a:lnTo>
                  <a:lnTo>
                    <a:pt x="1150588" y="1310427"/>
                  </a:lnTo>
                  <a:lnTo>
                    <a:pt x="1138348" y="1317431"/>
                  </a:lnTo>
                  <a:lnTo>
                    <a:pt x="1126108" y="1326193"/>
                  </a:lnTo>
                  <a:lnTo>
                    <a:pt x="1113867" y="1334809"/>
                  </a:lnTo>
                  <a:lnTo>
                    <a:pt x="1101627" y="1339855"/>
                  </a:lnTo>
                  <a:lnTo>
                    <a:pt x="1089387" y="1344324"/>
                  </a:lnTo>
                  <a:lnTo>
                    <a:pt x="1077146" y="1352529"/>
                  </a:lnTo>
                  <a:lnTo>
                    <a:pt x="1064906" y="1358470"/>
                  </a:lnTo>
                  <a:lnTo>
                    <a:pt x="1052666" y="1368508"/>
                  </a:lnTo>
                  <a:lnTo>
                    <a:pt x="1040425" y="1380560"/>
                  </a:lnTo>
                  <a:lnTo>
                    <a:pt x="1028185" y="1392813"/>
                  </a:lnTo>
                  <a:lnTo>
                    <a:pt x="1015945" y="1404995"/>
                  </a:lnTo>
                  <a:lnTo>
                    <a:pt x="1003704" y="1413462"/>
                  </a:lnTo>
                  <a:lnTo>
                    <a:pt x="991464" y="1425021"/>
                  </a:lnTo>
                  <a:lnTo>
                    <a:pt x="979224" y="1435871"/>
                  </a:lnTo>
                  <a:lnTo>
                    <a:pt x="966984" y="1446757"/>
                  </a:lnTo>
                  <a:lnTo>
                    <a:pt x="954743" y="1459479"/>
                  </a:lnTo>
                  <a:lnTo>
                    <a:pt x="942503" y="1472569"/>
                  </a:lnTo>
                  <a:lnTo>
                    <a:pt x="930263" y="1484733"/>
                  </a:lnTo>
                  <a:lnTo>
                    <a:pt x="918022" y="1499420"/>
                  </a:lnTo>
                  <a:lnTo>
                    <a:pt x="905782" y="1516490"/>
                  </a:lnTo>
                  <a:lnTo>
                    <a:pt x="893542" y="1532995"/>
                  </a:lnTo>
                  <a:lnTo>
                    <a:pt x="881301" y="1547092"/>
                  </a:lnTo>
                  <a:lnTo>
                    <a:pt x="869061" y="1561930"/>
                  </a:lnTo>
                  <a:lnTo>
                    <a:pt x="856821" y="1579939"/>
                  </a:lnTo>
                  <a:lnTo>
                    <a:pt x="844581" y="1598091"/>
                  </a:lnTo>
                  <a:lnTo>
                    <a:pt x="832340" y="1614260"/>
                  </a:lnTo>
                  <a:lnTo>
                    <a:pt x="820100" y="1629832"/>
                  </a:lnTo>
                  <a:lnTo>
                    <a:pt x="807860" y="1644327"/>
                  </a:lnTo>
                  <a:lnTo>
                    <a:pt x="795619" y="1661974"/>
                  </a:lnTo>
                  <a:lnTo>
                    <a:pt x="783379" y="1679141"/>
                  </a:lnTo>
                  <a:lnTo>
                    <a:pt x="771139" y="1691636"/>
                  </a:lnTo>
                  <a:lnTo>
                    <a:pt x="758898" y="1704542"/>
                  </a:lnTo>
                  <a:lnTo>
                    <a:pt x="746658" y="1722094"/>
                  </a:lnTo>
                  <a:lnTo>
                    <a:pt x="734418" y="1738432"/>
                  </a:lnTo>
                  <a:lnTo>
                    <a:pt x="722177" y="1753422"/>
                  </a:lnTo>
                  <a:lnTo>
                    <a:pt x="709937" y="1767073"/>
                  </a:lnTo>
                  <a:lnTo>
                    <a:pt x="697697" y="1779480"/>
                  </a:lnTo>
                  <a:lnTo>
                    <a:pt x="685457" y="1790744"/>
                  </a:lnTo>
                  <a:lnTo>
                    <a:pt x="673216" y="1800961"/>
                  </a:lnTo>
                  <a:lnTo>
                    <a:pt x="660976" y="1812399"/>
                  </a:lnTo>
                  <a:lnTo>
                    <a:pt x="648736" y="1825033"/>
                  </a:lnTo>
                  <a:lnTo>
                    <a:pt x="636495" y="1835985"/>
                  </a:lnTo>
                  <a:lnTo>
                    <a:pt x="624255" y="1845066"/>
                  </a:lnTo>
                  <a:lnTo>
                    <a:pt x="612015" y="1852957"/>
                  </a:lnTo>
                  <a:lnTo>
                    <a:pt x="599774" y="1862184"/>
                  </a:lnTo>
                  <a:lnTo>
                    <a:pt x="587534" y="1873602"/>
                  </a:lnTo>
                  <a:lnTo>
                    <a:pt x="575294" y="1885307"/>
                  </a:lnTo>
                  <a:lnTo>
                    <a:pt x="563054" y="1896574"/>
                  </a:lnTo>
                  <a:lnTo>
                    <a:pt x="550813" y="1907414"/>
                  </a:lnTo>
                  <a:lnTo>
                    <a:pt x="538573" y="1917479"/>
                  </a:lnTo>
                  <a:lnTo>
                    <a:pt x="526333" y="1927858"/>
                  </a:lnTo>
                  <a:lnTo>
                    <a:pt x="514092" y="1938945"/>
                  </a:lnTo>
                  <a:lnTo>
                    <a:pt x="501852" y="1948467"/>
                  </a:lnTo>
                  <a:lnTo>
                    <a:pt x="489612" y="1958820"/>
                  </a:lnTo>
                  <a:lnTo>
                    <a:pt x="477371" y="1969998"/>
                  </a:lnTo>
                  <a:lnTo>
                    <a:pt x="465131" y="1981232"/>
                  </a:lnTo>
                  <a:lnTo>
                    <a:pt x="452891" y="1990716"/>
                  </a:lnTo>
                  <a:lnTo>
                    <a:pt x="440650" y="1999900"/>
                  </a:lnTo>
                  <a:lnTo>
                    <a:pt x="428410" y="2008257"/>
                  </a:lnTo>
                  <a:lnTo>
                    <a:pt x="416170" y="2017878"/>
                  </a:lnTo>
                  <a:lnTo>
                    <a:pt x="403930" y="2029809"/>
                  </a:lnTo>
                  <a:lnTo>
                    <a:pt x="391689" y="2040784"/>
                  </a:lnTo>
                  <a:lnTo>
                    <a:pt x="379449" y="2051026"/>
                  </a:lnTo>
                  <a:lnTo>
                    <a:pt x="367209" y="2061759"/>
                  </a:lnTo>
                  <a:lnTo>
                    <a:pt x="354968" y="2073049"/>
                  </a:lnTo>
                  <a:lnTo>
                    <a:pt x="342728" y="2084961"/>
                  </a:lnTo>
                  <a:lnTo>
                    <a:pt x="330488" y="2097563"/>
                  </a:lnTo>
                  <a:lnTo>
                    <a:pt x="318247" y="2110920"/>
                  </a:lnTo>
                  <a:lnTo>
                    <a:pt x="306007" y="2125098"/>
                  </a:lnTo>
                  <a:lnTo>
                    <a:pt x="293767" y="2139512"/>
                  </a:lnTo>
                  <a:lnTo>
                    <a:pt x="281527" y="2150742"/>
                  </a:lnTo>
                  <a:lnTo>
                    <a:pt x="269286" y="2162970"/>
                  </a:lnTo>
                  <a:lnTo>
                    <a:pt x="257046" y="2176002"/>
                  </a:lnTo>
                  <a:lnTo>
                    <a:pt x="244806" y="2188926"/>
                  </a:lnTo>
                  <a:lnTo>
                    <a:pt x="232565" y="2202958"/>
                  </a:lnTo>
                  <a:lnTo>
                    <a:pt x="220325" y="2221290"/>
                  </a:lnTo>
                  <a:lnTo>
                    <a:pt x="208085" y="2239299"/>
                  </a:lnTo>
                  <a:lnTo>
                    <a:pt x="195844" y="2251728"/>
                  </a:lnTo>
                  <a:lnTo>
                    <a:pt x="183604" y="2266579"/>
                  </a:lnTo>
                  <a:lnTo>
                    <a:pt x="171364" y="2280964"/>
                  </a:lnTo>
                  <a:lnTo>
                    <a:pt x="159123" y="2294656"/>
                  </a:lnTo>
                  <a:lnTo>
                    <a:pt x="146883" y="2304311"/>
                  </a:lnTo>
                  <a:lnTo>
                    <a:pt x="134643" y="2311806"/>
                  </a:lnTo>
                  <a:lnTo>
                    <a:pt x="122403" y="2316017"/>
                  </a:lnTo>
                  <a:lnTo>
                    <a:pt x="110162" y="2316695"/>
                  </a:lnTo>
                  <a:lnTo>
                    <a:pt x="97922" y="2313120"/>
                  </a:lnTo>
                  <a:lnTo>
                    <a:pt x="85682" y="2303070"/>
                  </a:lnTo>
                  <a:lnTo>
                    <a:pt x="73441" y="2297263"/>
                  </a:lnTo>
                  <a:lnTo>
                    <a:pt x="61201" y="2285859"/>
                  </a:lnTo>
                  <a:lnTo>
                    <a:pt x="48961" y="2270573"/>
                  </a:lnTo>
                  <a:lnTo>
                    <a:pt x="36720" y="2250126"/>
                  </a:lnTo>
                  <a:lnTo>
                    <a:pt x="24480" y="2228203"/>
                  </a:lnTo>
                  <a:lnTo>
                    <a:pt x="12240" y="2215561"/>
                  </a:lnTo>
                  <a:lnTo>
                    <a:pt x="0" y="219285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66662"/>
              <a:ext cx="2191014" cy="2121139"/>
            </a:xfrm>
            <a:custGeom>
              <a:avLst/>
              <a:pathLst>
                <a:path w="2191014" h="2121139">
                  <a:moveTo>
                    <a:pt x="0" y="1791184"/>
                  </a:moveTo>
                  <a:lnTo>
                    <a:pt x="12240" y="1861947"/>
                  </a:lnTo>
                  <a:lnTo>
                    <a:pt x="24480" y="1930308"/>
                  </a:lnTo>
                  <a:lnTo>
                    <a:pt x="36720" y="1978630"/>
                  </a:lnTo>
                  <a:lnTo>
                    <a:pt x="48961" y="2021314"/>
                  </a:lnTo>
                  <a:lnTo>
                    <a:pt x="61201" y="2048104"/>
                  </a:lnTo>
                  <a:lnTo>
                    <a:pt x="73441" y="2070007"/>
                  </a:lnTo>
                  <a:lnTo>
                    <a:pt x="85682" y="2089012"/>
                  </a:lnTo>
                  <a:lnTo>
                    <a:pt x="97922" y="2097453"/>
                  </a:lnTo>
                  <a:lnTo>
                    <a:pt x="110162" y="2108729"/>
                  </a:lnTo>
                  <a:lnTo>
                    <a:pt x="122403" y="2114664"/>
                  </a:lnTo>
                  <a:lnTo>
                    <a:pt x="134643" y="2119203"/>
                  </a:lnTo>
                  <a:lnTo>
                    <a:pt x="146883" y="2121139"/>
                  </a:lnTo>
                  <a:lnTo>
                    <a:pt x="159123" y="2116110"/>
                  </a:lnTo>
                  <a:lnTo>
                    <a:pt x="171364" y="2108990"/>
                  </a:lnTo>
                  <a:lnTo>
                    <a:pt x="183604" y="2098655"/>
                  </a:lnTo>
                  <a:lnTo>
                    <a:pt x="195844" y="2088437"/>
                  </a:lnTo>
                  <a:lnTo>
                    <a:pt x="208085" y="2075878"/>
                  </a:lnTo>
                  <a:lnTo>
                    <a:pt x="220325" y="2062876"/>
                  </a:lnTo>
                  <a:lnTo>
                    <a:pt x="232565" y="2056033"/>
                  </a:lnTo>
                  <a:lnTo>
                    <a:pt x="244806" y="2039778"/>
                  </a:lnTo>
                  <a:lnTo>
                    <a:pt x="257046" y="2022879"/>
                  </a:lnTo>
                  <a:lnTo>
                    <a:pt x="269286" y="2005766"/>
                  </a:lnTo>
                  <a:lnTo>
                    <a:pt x="281527" y="1991397"/>
                  </a:lnTo>
                  <a:lnTo>
                    <a:pt x="293767" y="1978269"/>
                  </a:lnTo>
                  <a:lnTo>
                    <a:pt x="306007" y="1966679"/>
                  </a:lnTo>
                  <a:lnTo>
                    <a:pt x="318247" y="1956475"/>
                  </a:lnTo>
                  <a:lnTo>
                    <a:pt x="330488" y="1945229"/>
                  </a:lnTo>
                  <a:lnTo>
                    <a:pt x="342728" y="1933654"/>
                  </a:lnTo>
                  <a:lnTo>
                    <a:pt x="354968" y="1922178"/>
                  </a:lnTo>
                  <a:lnTo>
                    <a:pt x="367209" y="1910813"/>
                  </a:lnTo>
                  <a:lnTo>
                    <a:pt x="379449" y="1899571"/>
                  </a:lnTo>
                  <a:lnTo>
                    <a:pt x="391689" y="1888466"/>
                  </a:lnTo>
                  <a:lnTo>
                    <a:pt x="403930" y="1877510"/>
                  </a:lnTo>
                  <a:lnTo>
                    <a:pt x="416170" y="1869139"/>
                  </a:lnTo>
                  <a:lnTo>
                    <a:pt x="428410" y="1861705"/>
                  </a:lnTo>
                  <a:lnTo>
                    <a:pt x="440650" y="1850893"/>
                  </a:lnTo>
                  <a:lnTo>
                    <a:pt x="452891" y="1842115"/>
                  </a:lnTo>
                  <a:lnTo>
                    <a:pt x="465131" y="1833473"/>
                  </a:lnTo>
                  <a:lnTo>
                    <a:pt x="477371" y="1822604"/>
                  </a:lnTo>
                  <a:lnTo>
                    <a:pt x="489612" y="1811398"/>
                  </a:lnTo>
                  <a:lnTo>
                    <a:pt x="501852" y="1803469"/>
                  </a:lnTo>
                  <a:lnTo>
                    <a:pt x="514092" y="1795902"/>
                  </a:lnTo>
                  <a:lnTo>
                    <a:pt x="526333" y="1788133"/>
                  </a:lnTo>
                  <a:lnTo>
                    <a:pt x="538573" y="1780144"/>
                  </a:lnTo>
                  <a:lnTo>
                    <a:pt x="550813" y="1771916"/>
                  </a:lnTo>
                  <a:lnTo>
                    <a:pt x="563054" y="1763428"/>
                  </a:lnTo>
                  <a:lnTo>
                    <a:pt x="575294" y="1755261"/>
                  </a:lnTo>
                  <a:lnTo>
                    <a:pt x="587534" y="1745600"/>
                  </a:lnTo>
                  <a:lnTo>
                    <a:pt x="599774" y="1736220"/>
                  </a:lnTo>
                  <a:lnTo>
                    <a:pt x="612015" y="1726505"/>
                  </a:lnTo>
                  <a:lnTo>
                    <a:pt x="624255" y="1716434"/>
                  </a:lnTo>
                  <a:lnTo>
                    <a:pt x="636495" y="1705989"/>
                  </a:lnTo>
                  <a:lnTo>
                    <a:pt x="648736" y="1695150"/>
                  </a:lnTo>
                  <a:lnTo>
                    <a:pt x="660976" y="1683898"/>
                  </a:lnTo>
                  <a:lnTo>
                    <a:pt x="673216" y="1672213"/>
                  </a:lnTo>
                  <a:lnTo>
                    <a:pt x="685457" y="1660078"/>
                  </a:lnTo>
                  <a:lnTo>
                    <a:pt x="697697" y="1647471"/>
                  </a:lnTo>
                  <a:lnTo>
                    <a:pt x="709937" y="1634374"/>
                  </a:lnTo>
                  <a:lnTo>
                    <a:pt x="722177" y="1620768"/>
                  </a:lnTo>
                  <a:lnTo>
                    <a:pt x="734418" y="1607830"/>
                  </a:lnTo>
                  <a:lnTo>
                    <a:pt x="746658" y="1594326"/>
                  </a:lnTo>
                  <a:lnTo>
                    <a:pt x="758898" y="1580302"/>
                  </a:lnTo>
                  <a:lnTo>
                    <a:pt x="771139" y="1566596"/>
                  </a:lnTo>
                  <a:lnTo>
                    <a:pt x="783379" y="1550503"/>
                  </a:lnTo>
                  <a:lnTo>
                    <a:pt x="795619" y="1534165"/>
                  </a:lnTo>
                  <a:lnTo>
                    <a:pt x="807860" y="1517643"/>
                  </a:lnTo>
                  <a:lnTo>
                    <a:pt x="820100" y="1500994"/>
                  </a:lnTo>
                  <a:lnTo>
                    <a:pt x="832340" y="1484280"/>
                  </a:lnTo>
                  <a:lnTo>
                    <a:pt x="844581" y="1467559"/>
                  </a:lnTo>
                  <a:lnTo>
                    <a:pt x="856821" y="1450890"/>
                  </a:lnTo>
                  <a:lnTo>
                    <a:pt x="869061" y="1435356"/>
                  </a:lnTo>
                  <a:lnTo>
                    <a:pt x="881301" y="1418342"/>
                  </a:lnTo>
                  <a:lnTo>
                    <a:pt x="893542" y="1401523"/>
                  </a:lnTo>
                  <a:lnTo>
                    <a:pt x="905782" y="1385925"/>
                  </a:lnTo>
                  <a:lnTo>
                    <a:pt x="918022" y="1370361"/>
                  </a:lnTo>
                  <a:lnTo>
                    <a:pt x="930263" y="1354831"/>
                  </a:lnTo>
                  <a:lnTo>
                    <a:pt x="942503" y="1339586"/>
                  </a:lnTo>
                  <a:lnTo>
                    <a:pt x="954743" y="1324321"/>
                  </a:lnTo>
                  <a:lnTo>
                    <a:pt x="966984" y="1309250"/>
                  </a:lnTo>
                  <a:lnTo>
                    <a:pt x="979224" y="1296069"/>
                  </a:lnTo>
                  <a:lnTo>
                    <a:pt x="991464" y="1283671"/>
                  </a:lnTo>
                  <a:lnTo>
                    <a:pt x="1003704" y="1271125"/>
                  </a:lnTo>
                  <a:lnTo>
                    <a:pt x="1015945" y="1258988"/>
                  </a:lnTo>
                  <a:lnTo>
                    <a:pt x="1028185" y="1247451"/>
                  </a:lnTo>
                  <a:lnTo>
                    <a:pt x="1040425" y="1236485"/>
                  </a:lnTo>
                  <a:lnTo>
                    <a:pt x="1052666" y="1226062"/>
                  </a:lnTo>
                  <a:lnTo>
                    <a:pt x="1064906" y="1217531"/>
                  </a:lnTo>
                  <a:lnTo>
                    <a:pt x="1077146" y="1209664"/>
                  </a:lnTo>
                  <a:lnTo>
                    <a:pt x="1089387" y="1202248"/>
                  </a:lnTo>
                  <a:lnTo>
                    <a:pt x="1101627" y="1192943"/>
                  </a:lnTo>
                  <a:lnTo>
                    <a:pt x="1113867" y="1181080"/>
                  </a:lnTo>
                  <a:lnTo>
                    <a:pt x="1126108" y="1172538"/>
                  </a:lnTo>
                  <a:lnTo>
                    <a:pt x="1138348" y="1160900"/>
                  </a:lnTo>
                  <a:lnTo>
                    <a:pt x="1150588" y="1149090"/>
                  </a:lnTo>
                  <a:lnTo>
                    <a:pt x="1162828" y="1137917"/>
                  </a:lnTo>
                  <a:lnTo>
                    <a:pt x="1175069" y="1129530"/>
                  </a:lnTo>
                  <a:lnTo>
                    <a:pt x="1187309" y="1117182"/>
                  </a:lnTo>
                  <a:lnTo>
                    <a:pt x="1199549" y="1103449"/>
                  </a:lnTo>
                  <a:lnTo>
                    <a:pt x="1211790" y="1091769"/>
                  </a:lnTo>
                  <a:lnTo>
                    <a:pt x="1224030" y="1082653"/>
                  </a:lnTo>
                  <a:lnTo>
                    <a:pt x="1236270" y="1072285"/>
                  </a:lnTo>
                  <a:lnTo>
                    <a:pt x="1248511" y="1057102"/>
                  </a:lnTo>
                  <a:lnTo>
                    <a:pt x="1260751" y="1044845"/>
                  </a:lnTo>
                  <a:lnTo>
                    <a:pt x="1272991" y="1026842"/>
                  </a:lnTo>
                  <a:lnTo>
                    <a:pt x="1285231" y="1011878"/>
                  </a:lnTo>
                  <a:lnTo>
                    <a:pt x="1297472" y="1001523"/>
                  </a:lnTo>
                  <a:lnTo>
                    <a:pt x="1309712" y="990900"/>
                  </a:lnTo>
                  <a:lnTo>
                    <a:pt x="1321952" y="976480"/>
                  </a:lnTo>
                  <a:lnTo>
                    <a:pt x="1334193" y="957503"/>
                  </a:lnTo>
                  <a:lnTo>
                    <a:pt x="1346433" y="943980"/>
                  </a:lnTo>
                  <a:lnTo>
                    <a:pt x="1358673" y="932031"/>
                  </a:lnTo>
                  <a:lnTo>
                    <a:pt x="1370914" y="918665"/>
                  </a:lnTo>
                  <a:lnTo>
                    <a:pt x="1383154" y="903770"/>
                  </a:lnTo>
                  <a:lnTo>
                    <a:pt x="1395394" y="885722"/>
                  </a:lnTo>
                  <a:lnTo>
                    <a:pt x="1407635" y="864346"/>
                  </a:lnTo>
                  <a:lnTo>
                    <a:pt x="1419875" y="843113"/>
                  </a:lnTo>
                  <a:lnTo>
                    <a:pt x="1432115" y="822105"/>
                  </a:lnTo>
                  <a:lnTo>
                    <a:pt x="1444355" y="804773"/>
                  </a:lnTo>
                  <a:lnTo>
                    <a:pt x="1456596" y="785657"/>
                  </a:lnTo>
                  <a:lnTo>
                    <a:pt x="1468836" y="764799"/>
                  </a:lnTo>
                  <a:lnTo>
                    <a:pt x="1481076" y="744840"/>
                  </a:lnTo>
                  <a:lnTo>
                    <a:pt x="1493317" y="723761"/>
                  </a:lnTo>
                  <a:lnTo>
                    <a:pt x="1505557" y="702749"/>
                  </a:lnTo>
                  <a:lnTo>
                    <a:pt x="1517797" y="687499"/>
                  </a:lnTo>
                  <a:lnTo>
                    <a:pt x="1530038" y="668300"/>
                  </a:lnTo>
                  <a:lnTo>
                    <a:pt x="1542278" y="638852"/>
                  </a:lnTo>
                  <a:lnTo>
                    <a:pt x="1554518" y="616981"/>
                  </a:lnTo>
                  <a:lnTo>
                    <a:pt x="1566759" y="596786"/>
                  </a:lnTo>
                  <a:lnTo>
                    <a:pt x="1578999" y="574951"/>
                  </a:lnTo>
                  <a:lnTo>
                    <a:pt x="1591239" y="553953"/>
                  </a:lnTo>
                  <a:lnTo>
                    <a:pt x="1603479" y="532472"/>
                  </a:lnTo>
                  <a:lnTo>
                    <a:pt x="1615720" y="511906"/>
                  </a:lnTo>
                  <a:lnTo>
                    <a:pt x="1627960" y="482865"/>
                  </a:lnTo>
                  <a:lnTo>
                    <a:pt x="1640200" y="470064"/>
                  </a:lnTo>
                  <a:lnTo>
                    <a:pt x="1652441" y="454022"/>
                  </a:lnTo>
                  <a:lnTo>
                    <a:pt x="1664681" y="435814"/>
                  </a:lnTo>
                  <a:lnTo>
                    <a:pt x="1676921" y="418802"/>
                  </a:lnTo>
                  <a:lnTo>
                    <a:pt x="1689162" y="404045"/>
                  </a:lnTo>
                  <a:lnTo>
                    <a:pt x="1701402" y="393710"/>
                  </a:lnTo>
                  <a:lnTo>
                    <a:pt x="1713642" y="382718"/>
                  </a:lnTo>
                  <a:lnTo>
                    <a:pt x="1725882" y="381752"/>
                  </a:lnTo>
                  <a:lnTo>
                    <a:pt x="1738123" y="385488"/>
                  </a:lnTo>
                  <a:lnTo>
                    <a:pt x="1750363" y="375973"/>
                  </a:lnTo>
                  <a:lnTo>
                    <a:pt x="1762603" y="368569"/>
                  </a:lnTo>
                  <a:lnTo>
                    <a:pt x="1774844" y="371821"/>
                  </a:lnTo>
                  <a:lnTo>
                    <a:pt x="1787084" y="368226"/>
                  </a:lnTo>
                  <a:lnTo>
                    <a:pt x="1799324" y="361630"/>
                  </a:lnTo>
                  <a:lnTo>
                    <a:pt x="1811565" y="358134"/>
                  </a:lnTo>
                  <a:lnTo>
                    <a:pt x="1823805" y="351995"/>
                  </a:lnTo>
                  <a:lnTo>
                    <a:pt x="1836045" y="344833"/>
                  </a:lnTo>
                  <a:lnTo>
                    <a:pt x="1848286" y="338874"/>
                  </a:lnTo>
                  <a:lnTo>
                    <a:pt x="1860526" y="330001"/>
                  </a:lnTo>
                  <a:lnTo>
                    <a:pt x="1872766" y="323156"/>
                  </a:lnTo>
                  <a:lnTo>
                    <a:pt x="1885006" y="318515"/>
                  </a:lnTo>
                  <a:lnTo>
                    <a:pt x="1897247" y="316972"/>
                  </a:lnTo>
                  <a:lnTo>
                    <a:pt x="1909487" y="316539"/>
                  </a:lnTo>
                  <a:lnTo>
                    <a:pt x="1921727" y="318144"/>
                  </a:lnTo>
                  <a:lnTo>
                    <a:pt x="1933968" y="320892"/>
                  </a:lnTo>
                  <a:lnTo>
                    <a:pt x="1946208" y="327040"/>
                  </a:lnTo>
                  <a:lnTo>
                    <a:pt x="1958448" y="332966"/>
                  </a:lnTo>
                  <a:lnTo>
                    <a:pt x="1970689" y="337305"/>
                  </a:lnTo>
                  <a:lnTo>
                    <a:pt x="1982929" y="343646"/>
                  </a:lnTo>
                  <a:lnTo>
                    <a:pt x="1995169" y="345645"/>
                  </a:lnTo>
                  <a:lnTo>
                    <a:pt x="2007409" y="331728"/>
                  </a:lnTo>
                  <a:lnTo>
                    <a:pt x="2019650" y="331477"/>
                  </a:lnTo>
                  <a:lnTo>
                    <a:pt x="2031890" y="331886"/>
                  </a:lnTo>
                  <a:lnTo>
                    <a:pt x="2044130" y="328644"/>
                  </a:lnTo>
                  <a:lnTo>
                    <a:pt x="2056371" y="309352"/>
                  </a:lnTo>
                  <a:lnTo>
                    <a:pt x="2068611" y="279575"/>
                  </a:lnTo>
                  <a:lnTo>
                    <a:pt x="2080851" y="261543"/>
                  </a:lnTo>
                  <a:lnTo>
                    <a:pt x="2093092" y="238883"/>
                  </a:lnTo>
                  <a:lnTo>
                    <a:pt x="2105332" y="217659"/>
                  </a:lnTo>
                  <a:lnTo>
                    <a:pt x="2117572" y="198064"/>
                  </a:lnTo>
                  <a:lnTo>
                    <a:pt x="2129813" y="164926"/>
                  </a:lnTo>
                  <a:lnTo>
                    <a:pt x="2142053" y="138454"/>
                  </a:lnTo>
                  <a:lnTo>
                    <a:pt x="2154293" y="111159"/>
                  </a:lnTo>
                  <a:lnTo>
                    <a:pt x="2166533" y="41961"/>
                  </a:lnTo>
                  <a:lnTo>
                    <a:pt x="2178774" y="33354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485011"/>
              <a:ext cx="2191014" cy="1598345"/>
            </a:xfrm>
            <a:custGeom>
              <a:avLst/>
              <a:pathLst>
                <a:path w="2191014" h="1598345">
                  <a:moveTo>
                    <a:pt x="2191014" y="484604"/>
                  </a:moveTo>
                  <a:lnTo>
                    <a:pt x="2178774" y="443759"/>
                  </a:lnTo>
                  <a:lnTo>
                    <a:pt x="2166533" y="398026"/>
                  </a:lnTo>
                  <a:lnTo>
                    <a:pt x="2154293" y="334591"/>
                  </a:lnTo>
                  <a:lnTo>
                    <a:pt x="2142053" y="290957"/>
                  </a:lnTo>
                  <a:lnTo>
                    <a:pt x="2129813" y="274064"/>
                  </a:lnTo>
                  <a:lnTo>
                    <a:pt x="2117572" y="254022"/>
                  </a:lnTo>
                  <a:lnTo>
                    <a:pt x="2105332" y="238432"/>
                  </a:lnTo>
                  <a:lnTo>
                    <a:pt x="2093092" y="220150"/>
                  </a:lnTo>
                  <a:lnTo>
                    <a:pt x="2080851" y="201403"/>
                  </a:lnTo>
                  <a:lnTo>
                    <a:pt x="2068611" y="182419"/>
                  </a:lnTo>
                  <a:lnTo>
                    <a:pt x="2056371" y="170109"/>
                  </a:lnTo>
                  <a:lnTo>
                    <a:pt x="2044130" y="159824"/>
                  </a:lnTo>
                  <a:lnTo>
                    <a:pt x="2031890" y="149258"/>
                  </a:lnTo>
                  <a:lnTo>
                    <a:pt x="2019650" y="126431"/>
                  </a:lnTo>
                  <a:lnTo>
                    <a:pt x="2007409" y="114133"/>
                  </a:lnTo>
                  <a:lnTo>
                    <a:pt x="1995169" y="115609"/>
                  </a:lnTo>
                  <a:lnTo>
                    <a:pt x="1982929" y="103656"/>
                  </a:lnTo>
                  <a:lnTo>
                    <a:pt x="1970689" y="93466"/>
                  </a:lnTo>
                  <a:lnTo>
                    <a:pt x="1958448" y="98836"/>
                  </a:lnTo>
                  <a:lnTo>
                    <a:pt x="1946208" y="79845"/>
                  </a:lnTo>
                  <a:lnTo>
                    <a:pt x="1933968" y="60787"/>
                  </a:lnTo>
                  <a:lnTo>
                    <a:pt x="1921727" y="50767"/>
                  </a:lnTo>
                  <a:lnTo>
                    <a:pt x="1909487" y="42090"/>
                  </a:lnTo>
                  <a:lnTo>
                    <a:pt x="1897247" y="40902"/>
                  </a:lnTo>
                  <a:lnTo>
                    <a:pt x="1885006" y="40184"/>
                  </a:lnTo>
                  <a:lnTo>
                    <a:pt x="1872766" y="36897"/>
                  </a:lnTo>
                  <a:lnTo>
                    <a:pt x="1860526" y="12898"/>
                  </a:lnTo>
                  <a:lnTo>
                    <a:pt x="1848286" y="14399"/>
                  </a:lnTo>
                  <a:lnTo>
                    <a:pt x="1836045" y="1401"/>
                  </a:lnTo>
                  <a:lnTo>
                    <a:pt x="1823805" y="0"/>
                  </a:lnTo>
                  <a:lnTo>
                    <a:pt x="1811565" y="9268"/>
                  </a:lnTo>
                  <a:lnTo>
                    <a:pt x="1799324" y="7065"/>
                  </a:lnTo>
                  <a:lnTo>
                    <a:pt x="1787084" y="4014"/>
                  </a:lnTo>
                  <a:lnTo>
                    <a:pt x="1774844" y="11822"/>
                  </a:lnTo>
                  <a:lnTo>
                    <a:pt x="1762603" y="12096"/>
                  </a:lnTo>
                  <a:lnTo>
                    <a:pt x="1750363" y="6733"/>
                  </a:lnTo>
                  <a:lnTo>
                    <a:pt x="1738123" y="7916"/>
                  </a:lnTo>
                  <a:lnTo>
                    <a:pt x="1725882" y="20707"/>
                  </a:lnTo>
                  <a:lnTo>
                    <a:pt x="1713642" y="32819"/>
                  </a:lnTo>
                  <a:lnTo>
                    <a:pt x="1701402" y="43575"/>
                  </a:lnTo>
                  <a:lnTo>
                    <a:pt x="1689162" y="52887"/>
                  </a:lnTo>
                  <a:lnTo>
                    <a:pt x="1676921" y="60894"/>
                  </a:lnTo>
                  <a:lnTo>
                    <a:pt x="1664681" y="67759"/>
                  </a:lnTo>
                  <a:lnTo>
                    <a:pt x="1652441" y="73648"/>
                  </a:lnTo>
                  <a:lnTo>
                    <a:pt x="1640200" y="76575"/>
                  </a:lnTo>
                  <a:lnTo>
                    <a:pt x="1627960" y="84366"/>
                  </a:lnTo>
                  <a:lnTo>
                    <a:pt x="1615720" y="103851"/>
                  </a:lnTo>
                  <a:lnTo>
                    <a:pt x="1603479" y="121201"/>
                  </a:lnTo>
                  <a:lnTo>
                    <a:pt x="1591239" y="145561"/>
                  </a:lnTo>
                  <a:lnTo>
                    <a:pt x="1578999" y="156371"/>
                  </a:lnTo>
                  <a:lnTo>
                    <a:pt x="1566759" y="166423"/>
                  </a:lnTo>
                  <a:lnTo>
                    <a:pt x="1554518" y="176651"/>
                  </a:lnTo>
                  <a:lnTo>
                    <a:pt x="1542278" y="187795"/>
                  </a:lnTo>
                  <a:lnTo>
                    <a:pt x="1530038" y="211165"/>
                  </a:lnTo>
                  <a:lnTo>
                    <a:pt x="1517797" y="221182"/>
                  </a:lnTo>
                  <a:lnTo>
                    <a:pt x="1505557" y="244882"/>
                  </a:lnTo>
                  <a:lnTo>
                    <a:pt x="1493317" y="266648"/>
                  </a:lnTo>
                  <a:lnTo>
                    <a:pt x="1481076" y="277894"/>
                  </a:lnTo>
                  <a:lnTo>
                    <a:pt x="1468836" y="291146"/>
                  </a:lnTo>
                  <a:lnTo>
                    <a:pt x="1456596" y="308257"/>
                  </a:lnTo>
                  <a:lnTo>
                    <a:pt x="1444355" y="321766"/>
                  </a:lnTo>
                  <a:lnTo>
                    <a:pt x="1432115" y="341741"/>
                  </a:lnTo>
                  <a:lnTo>
                    <a:pt x="1419875" y="358336"/>
                  </a:lnTo>
                  <a:lnTo>
                    <a:pt x="1407635" y="376174"/>
                  </a:lnTo>
                  <a:lnTo>
                    <a:pt x="1395394" y="390634"/>
                  </a:lnTo>
                  <a:lnTo>
                    <a:pt x="1383154" y="403469"/>
                  </a:lnTo>
                  <a:lnTo>
                    <a:pt x="1370914" y="414879"/>
                  </a:lnTo>
                  <a:lnTo>
                    <a:pt x="1358673" y="428717"/>
                  </a:lnTo>
                  <a:lnTo>
                    <a:pt x="1346433" y="437152"/>
                  </a:lnTo>
                  <a:lnTo>
                    <a:pt x="1334193" y="445937"/>
                  </a:lnTo>
                  <a:lnTo>
                    <a:pt x="1321952" y="449467"/>
                  </a:lnTo>
                  <a:lnTo>
                    <a:pt x="1309712" y="459180"/>
                  </a:lnTo>
                  <a:lnTo>
                    <a:pt x="1297472" y="467743"/>
                  </a:lnTo>
                  <a:lnTo>
                    <a:pt x="1285231" y="477087"/>
                  </a:lnTo>
                  <a:lnTo>
                    <a:pt x="1272991" y="491227"/>
                  </a:lnTo>
                  <a:lnTo>
                    <a:pt x="1260751" y="499954"/>
                  </a:lnTo>
                  <a:lnTo>
                    <a:pt x="1248511" y="512054"/>
                  </a:lnTo>
                  <a:lnTo>
                    <a:pt x="1236270" y="523126"/>
                  </a:lnTo>
                  <a:lnTo>
                    <a:pt x="1224030" y="536467"/>
                  </a:lnTo>
                  <a:lnTo>
                    <a:pt x="1211790" y="550437"/>
                  </a:lnTo>
                  <a:lnTo>
                    <a:pt x="1199549" y="562813"/>
                  </a:lnTo>
                  <a:lnTo>
                    <a:pt x="1187309" y="573689"/>
                  </a:lnTo>
                  <a:lnTo>
                    <a:pt x="1175069" y="580639"/>
                  </a:lnTo>
                  <a:lnTo>
                    <a:pt x="1162828" y="586723"/>
                  </a:lnTo>
                  <a:lnTo>
                    <a:pt x="1150588" y="592078"/>
                  </a:lnTo>
                  <a:lnTo>
                    <a:pt x="1138348" y="599082"/>
                  </a:lnTo>
                  <a:lnTo>
                    <a:pt x="1126108" y="607844"/>
                  </a:lnTo>
                  <a:lnTo>
                    <a:pt x="1113867" y="616459"/>
                  </a:lnTo>
                  <a:lnTo>
                    <a:pt x="1101627" y="621505"/>
                  </a:lnTo>
                  <a:lnTo>
                    <a:pt x="1089387" y="625975"/>
                  </a:lnTo>
                  <a:lnTo>
                    <a:pt x="1077146" y="634180"/>
                  </a:lnTo>
                  <a:lnTo>
                    <a:pt x="1064906" y="640121"/>
                  </a:lnTo>
                  <a:lnTo>
                    <a:pt x="1052666" y="650159"/>
                  </a:lnTo>
                  <a:lnTo>
                    <a:pt x="1040425" y="662211"/>
                  </a:lnTo>
                  <a:lnTo>
                    <a:pt x="1028185" y="674464"/>
                  </a:lnTo>
                  <a:lnTo>
                    <a:pt x="1015945" y="686646"/>
                  </a:lnTo>
                  <a:lnTo>
                    <a:pt x="1003704" y="695113"/>
                  </a:lnTo>
                  <a:lnTo>
                    <a:pt x="991464" y="706672"/>
                  </a:lnTo>
                  <a:lnTo>
                    <a:pt x="979224" y="717522"/>
                  </a:lnTo>
                  <a:lnTo>
                    <a:pt x="966984" y="728408"/>
                  </a:lnTo>
                  <a:lnTo>
                    <a:pt x="954743" y="741130"/>
                  </a:lnTo>
                  <a:lnTo>
                    <a:pt x="942503" y="754219"/>
                  </a:lnTo>
                  <a:lnTo>
                    <a:pt x="930263" y="766384"/>
                  </a:lnTo>
                  <a:lnTo>
                    <a:pt x="918022" y="781071"/>
                  </a:lnTo>
                  <a:lnTo>
                    <a:pt x="905782" y="798141"/>
                  </a:lnTo>
                  <a:lnTo>
                    <a:pt x="893542" y="814646"/>
                  </a:lnTo>
                  <a:lnTo>
                    <a:pt x="881301" y="828742"/>
                  </a:lnTo>
                  <a:lnTo>
                    <a:pt x="869061" y="843580"/>
                  </a:lnTo>
                  <a:lnTo>
                    <a:pt x="856821" y="861590"/>
                  </a:lnTo>
                  <a:lnTo>
                    <a:pt x="844581" y="879742"/>
                  </a:lnTo>
                  <a:lnTo>
                    <a:pt x="832340" y="895911"/>
                  </a:lnTo>
                  <a:lnTo>
                    <a:pt x="820100" y="911483"/>
                  </a:lnTo>
                  <a:lnTo>
                    <a:pt x="807860" y="925978"/>
                  </a:lnTo>
                  <a:lnTo>
                    <a:pt x="795619" y="943625"/>
                  </a:lnTo>
                  <a:lnTo>
                    <a:pt x="783379" y="960791"/>
                  </a:lnTo>
                  <a:lnTo>
                    <a:pt x="771139" y="973287"/>
                  </a:lnTo>
                  <a:lnTo>
                    <a:pt x="758898" y="986192"/>
                  </a:lnTo>
                  <a:lnTo>
                    <a:pt x="746658" y="1003745"/>
                  </a:lnTo>
                  <a:lnTo>
                    <a:pt x="734418" y="1020083"/>
                  </a:lnTo>
                  <a:lnTo>
                    <a:pt x="722177" y="1035073"/>
                  </a:lnTo>
                  <a:lnTo>
                    <a:pt x="709937" y="1048724"/>
                  </a:lnTo>
                  <a:lnTo>
                    <a:pt x="697697" y="1061131"/>
                  </a:lnTo>
                  <a:lnTo>
                    <a:pt x="685457" y="1072394"/>
                  </a:lnTo>
                  <a:lnTo>
                    <a:pt x="673216" y="1082612"/>
                  </a:lnTo>
                  <a:lnTo>
                    <a:pt x="660976" y="1094050"/>
                  </a:lnTo>
                  <a:lnTo>
                    <a:pt x="648736" y="1106684"/>
                  </a:lnTo>
                  <a:lnTo>
                    <a:pt x="636495" y="1117636"/>
                  </a:lnTo>
                  <a:lnTo>
                    <a:pt x="624255" y="1126717"/>
                  </a:lnTo>
                  <a:lnTo>
                    <a:pt x="612015" y="1134608"/>
                  </a:lnTo>
                  <a:lnTo>
                    <a:pt x="599774" y="1143835"/>
                  </a:lnTo>
                  <a:lnTo>
                    <a:pt x="587534" y="1155253"/>
                  </a:lnTo>
                  <a:lnTo>
                    <a:pt x="575294" y="1166958"/>
                  </a:lnTo>
                  <a:lnTo>
                    <a:pt x="563054" y="1178225"/>
                  </a:lnTo>
                  <a:lnTo>
                    <a:pt x="550813" y="1189065"/>
                  </a:lnTo>
                  <a:lnTo>
                    <a:pt x="538573" y="1199130"/>
                  </a:lnTo>
                  <a:lnTo>
                    <a:pt x="526333" y="1209509"/>
                  </a:lnTo>
                  <a:lnTo>
                    <a:pt x="514092" y="1220596"/>
                  </a:lnTo>
                  <a:lnTo>
                    <a:pt x="501852" y="1230118"/>
                  </a:lnTo>
                  <a:lnTo>
                    <a:pt x="489612" y="1240471"/>
                  </a:lnTo>
                  <a:lnTo>
                    <a:pt x="477371" y="1251649"/>
                  </a:lnTo>
                  <a:lnTo>
                    <a:pt x="465131" y="1262883"/>
                  </a:lnTo>
                  <a:lnTo>
                    <a:pt x="452891" y="1272367"/>
                  </a:lnTo>
                  <a:lnTo>
                    <a:pt x="440650" y="1281551"/>
                  </a:lnTo>
                  <a:lnTo>
                    <a:pt x="428410" y="1289908"/>
                  </a:lnTo>
                  <a:lnTo>
                    <a:pt x="416170" y="1299528"/>
                  </a:lnTo>
                  <a:lnTo>
                    <a:pt x="403930" y="1311459"/>
                  </a:lnTo>
                  <a:lnTo>
                    <a:pt x="391689" y="1322435"/>
                  </a:lnTo>
                  <a:lnTo>
                    <a:pt x="379449" y="1332677"/>
                  </a:lnTo>
                  <a:lnTo>
                    <a:pt x="367209" y="1343409"/>
                  </a:lnTo>
                  <a:lnTo>
                    <a:pt x="354968" y="1354699"/>
                  </a:lnTo>
                  <a:lnTo>
                    <a:pt x="342728" y="1366612"/>
                  </a:lnTo>
                  <a:lnTo>
                    <a:pt x="330488" y="1379214"/>
                  </a:lnTo>
                  <a:lnTo>
                    <a:pt x="318247" y="1392571"/>
                  </a:lnTo>
                  <a:lnTo>
                    <a:pt x="306007" y="1406749"/>
                  </a:lnTo>
                  <a:lnTo>
                    <a:pt x="293767" y="1421163"/>
                  </a:lnTo>
                  <a:lnTo>
                    <a:pt x="281527" y="1432393"/>
                  </a:lnTo>
                  <a:lnTo>
                    <a:pt x="269286" y="1444621"/>
                  </a:lnTo>
                  <a:lnTo>
                    <a:pt x="257046" y="1457653"/>
                  </a:lnTo>
                  <a:lnTo>
                    <a:pt x="244806" y="1470577"/>
                  </a:lnTo>
                  <a:lnTo>
                    <a:pt x="232565" y="1484609"/>
                  </a:lnTo>
                  <a:lnTo>
                    <a:pt x="220325" y="1502941"/>
                  </a:lnTo>
                  <a:lnTo>
                    <a:pt x="208085" y="1520949"/>
                  </a:lnTo>
                  <a:lnTo>
                    <a:pt x="195844" y="1533378"/>
                  </a:lnTo>
                  <a:lnTo>
                    <a:pt x="183604" y="1548230"/>
                  </a:lnTo>
                  <a:lnTo>
                    <a:pt x="171364" y="1562615"/>
                  </a:lnTo>
                  <a:lnTo>
                    <a:pt x="159123" y="1576307"/>
                  </a:lnTo>
                  <a:lnTo>
                    <a:pt x="146883" y="1585962"/>
                  </a:lnTo>
                  <a:lnTo>
                    <a:pt x="134643" y="1593457"/>
                  </a:lnTo>
                  <a:lnTo>
                    <a:pt x="122403" y="1597668"/>
                  </a:lnTo>
                  <a:lnTo>
                    <a:pt x="110162" y="1598345"/>
                  </a:lnTo>
                  <a:lnTo>
                    <a:pt x="97922" y="1594771"/>
                  </a:lnTo>
                  <a:lnTo>
                    <a:pt x="85682" y="1584721"/>
                  </a:lnTo>
                  <a:lnTo>
                    <a:pt x="73441" y="1578914"/>
                  </a:lnTo>
                  <a:lnTo>
                    <a:pt x="61201" y="1567510"/>
                  </a:lnTo>
                  <a:lnTo>
                    <a:pt x="48961" y="1552224"/>
                  </a:lnTo>
                  <a:lnTo>
                    <a:pt x="36720" y="1531777"/>
                  </a:lnTo>
                  <a:lnTo>
                    <a:pt x="24480" y="1509853"/>
                  </a:lnTo>
                  <a:lnTo>
                    <a:pt x="12240" y="1497212"/>
                  </a:lnTo>
                  <a:lnTo>
                    <a:pt x="0" y="1474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290113"/>
              <a:ext cx="2191014" cy="1696063"/>
            </a:xfrm>
            <a:custGeom>
              <a:avLst/>
              <a:pathLst>
                <a:path w="2191014" h="1696063">
                  <a:moveTo>
                    <a:pt x="0" y="1470702"/>
                  </a:moveTo>
                  <a:lnTo>
                    <a:pt x="12240" y="1518756"/>
                  </a:lnTo>
                  <a:lnTo>
                    <a:pt x="24480" y="1560138"/>
                  </a:lnTo>
                  <a:lnTo>
                    <a:pt x="36720" y="1595225"/>
                  </a:lnTo>
                  <a:lnTo>
                    <a:pt x="48961" y="1624392"/>
                  </a:lnTo>
                  <a:lnTo>
                    <a:pt x="61201" y="1648013"/>
                  </a:lnTo>
                  <a:lnTo>
                    <a:pt x="73441" y="1666463"/>
                  </a:lnTo>
                  <a:lnTo>
                    <a:pt x="85682" y="1680118"/>
                  </a:lnTo>
                  <a:lnTo>
                    <a:pt x="97922" y="1689353"/>
                  </a:lnTo>
                  <a:lnTo>
                    <a:pt x="110162" y="1694543"/>
                  </a:lnTo>
                  <a:lnTo>
                    <a:pt x="122403" y="1696063"/>
                  </a:lnTo>
                  <a:lnTo>
                    <a:pt x="134643" y="1694289"/>
                  </a:lnTo>
                  <a:lnTo>
                    <a:pt x="146883" y="1689594"/>
                  </a:lnTo>
                  <a:lnTo>
                    <a:pt x="159123" y="1682355"/>
                  </a:lnTo>
                  <a:lnTo>
                    <a:pt x="171364" y="1672946"/>
                  </a:lnTo>
                  <a:lnTo>
                    <a:pt x="183604" y="1661742"/>
                  </a:lnTo>
                  <a:lnTo>
                    <a:pt x="195844" y="1649119"/>
                  </a:lnTo>
                  <a:lnTo>
                    <a:pt x="208085" y="1635452"/>
                  </a:lnTo>
                  <a:lnTo>
                    <a:pt x="220325" y="1621116"/>
                  </a:lnTo>
                  <a:lnTo>
                    <a:pt x="232565" y="1606486"/>
                  </a:lnTo>
                  <a:lnTo>
                    <a:pt x="244806" y="1591936"/>
                  </a:lnTo>
                  <a:lnTo>
                    <a:pt x="257046" y="1577752"/>
                  </a:lnTo>
                  <a:lnTo>
                    <a:pt x="269286" y="1563962"/>
                  </a:lnTo>
                  <a:lnTo>
                    <a:pt x="281527" y="1550549"/>
                  </a:lnTo>
                  <a:lnTo>
                    <a:pt x="293767" y="1537497"/>
                  </a:lnTo>
                  <a:lnTo>
                    <a:pt x="306007" y="1524789"/>
                  </a:lnTo>
                  <a:lnTo>
                    <a:pt x="318247" y="1512407"/>
                  </a:lnTo>
                  <a:lnTo>
                    <a:pt x="330488" y="1500336"/>
                  </a:lnTo>
                  <a:lnTo>
                    <a:pt x="342728" y="1488558"/>
                  </a:lnTo>
                  <a:lnTo>
                    <a:pt x="354968" y="1477056"/>
                  </a:lnTo>
                  <a:lnTo>
                    <a:pt x="367209" y="1465814"/>
                  </a:lnTo>
                  <a:lnTo>
                    <a:pt x="379449" y="1454815"/>
                  </a:lnTo>
                  <a:lnTo>
                    <a:pt x="391689" y="1444042"/>
                  </a:lnTo>
                  <a:lnTo>
                    <a:pt x="403930" y="1433478"/>
                  </a:lnTo>
                  <a:lnTo>
                    <a:pt x="416170" y="1423107"/>
                  </a:lnTo>
                  <a:lnTo>
                    <a:pt x="428410" y="1412911"/>
                  </a:lnTo>
                  <a:lnTo>
                    <a:pt x="440650" y="1402874"/>
                  </a:lnTo>
                  <a:lnTo>
                    <a:pt x="452891" y="1392979"/>
                  </a:lnTo>
                  <a:lnTo>
                    <a:pt x="465131" y="1383209"/>
                  </a:lnTo>
                  <a:lnTo>
                    <a:pt x="477371" y="1373547"/>
                  </a:lnTo>
                  <a:lnTo>
                    <a:pt x="489612" y="1363977"/>
                  </a:lnTo>
                  <a:lnTo>
                    <a:pt x="501852" y="1354475"/>
                  </a:lnTo>
                  <a:lnTo>
                    <a:pt x="514092" y="1345011"/>
                  </a:lnTo>
                  <a:lnTo>
                    <a:pt x="526333" y="1335554"/>
                  </a:lnTo>
                  <a:lnTo>
                    <a:pt x="538573" y="1326073"/>
                  </a:lnTo>
                  <a:lnTo>
                    <a:pt x="550813" y="1316536"/>
                  </a:lnTo>
                  <a:lnTo>
                    <a:pt x="563054" y="1306911"/>
                  </a:lnTo>
                  <a:lnTo>
                    <a:pt x="575294" y="1297167"/>
                  </a:lnTo>
                  <a:lnTo>
                    <a:pt x="587534" y="1287273"/>
                  </a:lnTo>
                  <a:lnTo>
                    <a:pt x="599774" y="1277198"/>
                  </a:lnTo>
                  <a:lnTo>
                    <a:pt x="612015" y="1266909"/>
                  </a:lnTo>
                  <a:lnTo>
                    <a:pt x="624255" y="1256375"/>
                  </a:lnTo>
                  <a:lnTo>
                    <a:pt x="636495" y="1245565"/>
                  </a:lnTo>
                  <a:lnTo>
                    <a:pt x="648736" y="1234448"/>
                  </a:lnTo>
                  <a:lnTo>
                    <a:pt x="660976" y="1222991"/>
                  </a:lnTo>
                  <a:lnTo>
                    <a:pt x="673216" y="1211165"/>
                  </a:lnTo>
                  <a:lnTo>
                    <a:pt x="685457" y="1198936"/>
                  </a:lnTo>
                  <a:lnTo>
                    <a:pt x="697697" y="1186274"/>
                  </a:lnTo>
                  <a:lnTo>
                    <a:pt x="709937" y="1173147"/>
                  </a:lnTo>
                  <a:lnTo>
                    <a:pt x="722177" y="1159524"/>
                  </a:lnTo>
                  <a:lnTo>
                    <a:pt x="734418" y="1145377"/>
                  </a:lnTo>
                  <a:lnTo>
                    <a:pt x="746658" y="1130709"/>
                  </a:lnTo>
                  <a:lnTo>
                    <a:pt x="758898" y="1115579"/>
                  </a:lnTo>
                  <a:lnTo>
                    <a:pt x="771139" y="1100049"/>
                  </a:lnTo>
                  <a:lnTo>
                    <a:pt x="783379" y="1084182"/>
                  </a:lnTo>
                  <a:lnTo>
                    <a:pt x="795619" y="1068039"/>
                  </a:lnTo>
                  <a:lnTo>
                    <a:pt x="807860" y="1051684"/>
                  </a:lnTo>
                  <a:lnTo>
                    <a:pt x="820100" y="1035178"/>
                  </a:lnTo>
                  <a:lnTo>
                    <a:pt x="832340" y="1018585"/>
                  </a:lnTo>
                  <a:lnTo>
                    <a:pt x="844581" y="1001966"/>
                  </a:lnTo>
                  <a:lnTo>
                    <a:pt x="856821" y="985384"/>
                  </a:lnTo>
                  <a:lnTo>
                    <a:pt x="869061" y="968901"/>
                  </a:lnTo>
                  <a:lnTo>
                    <a:pt x="881301" y="952580"/>
                  </a:lnTo>
                  <a:lnTo>
                    <a:pt x="893542" y="936483"/>
                  </a:lnTo>
                  <a:lnTo>
                    <a:pt x="905782" y="920673"/>
                  </a:lnTo>
                  <a:lnTo>
                    <a:pt x="918022" y="905211"/>
                  </a:lnTo>
                  <a:lnTo>
                    <a:pt x="930263" y="890161"/>
                  </a:lnTo>
                  <a:lnTo>
                    <a:pt x="942503" y="875585"/>
                  </a:lnTo>
                  <a:lnTo>
                    <a:pt x="954743" y="861544"/>
                  </a:lnTo>
                  <a:lnTo>
                    <a:pt x="966984" y="848102"/>
                  </a:lnTo>
                  <a:lnTo>
                    <a:pt x="979224" y="835316"/>
                  </a:lnTo>
                  <a:lnTo>
                    <a:pt x="991464" y="823197"/>
                  </a:lnTo>
                  <a:lnTo>
                    <a:pt x="1003704" y="811693"/>
                  </a:lnTo>
                  <a:lnTo>
                    <a:pt x="1015945" y="800750"/>
                  </a:lnTo>
                  <a:lnTo>
                    <a:pt x="1028185" y="790314"/>
                  </a:lnTo>
                  <a:lnTo>
                    <a:pt x="1040425" y="780330"/>
                  </a:lnTo>
                  <a:lnTo>
                    <a:pt x="1052666" y="770745"/>
                  </a:lnTo>
                  <a:lnTo>
                    <a:pt x="1064906" y="761504"/>
                  </a:lnTo>
                  <a:lnTo>
                    <a:pt x="1077146" y="752553"/>
                  </a:lnTo>
                  <a:lnTo>
                    <a:pt x="1089387" y="743838"/>
                  </a:lnTo>
                  <a:lnTo>
                    <a:pt x="1101627" y="735304"/>
                  </a:lnTo>
                  <a:lnTo>
                    <a:pt x="1113867" y="726899"/>
                  </a:lnTo>
                  <a:lnTo>
                    <a:pt x="1126108" y="718566"/>
                  </a:lnTo>
                  <a:lnTo>
                    <a:pt x="1138348" y="710252"/>
                  </a:lnTo>
                  <a:lnTo>
                    <a:pt x="1150588" y="701904"/>
                  </a:lnTo>
                  <a:lnTo>
                    <a:pt x="1162828" y="693466"/>
                  </a:lnTo>
                  <a:lnTo>
                    <a:pt x="1175069" y="684885"/>
                  </a:lnTo>
                  <a:lnTo>
                    <a:pt x="1187309" y="676106"/>
                  </a:lnTo>
                  <a:lnTo>
                    <a:pt x="1199549" y="667073"/>
                  </a:lnTo>
                  <a:lnTo>
                    <a:pt x="1211790" y="657733"/>
                  </a:lnTo>
                  <a:lnTo>
                    <a:pt x="1224030" y="648030"/>
                  </a:lnTo>
                  <a:lnTo>
                    <a:pt x="1236270" y="637938"/>
                  </a:lnTo>
                  <a:lnTo>
                    <a:pt x="1248511" y="627450"/>
                  </a:lnTo>
                  <a:lnTo>
                    <a:pt x="1260751" y="616564"/>
                  </a:lnTo>
                  <a:lnTo>
                    <a:pt x="1272991" y="605274"/>
                  </a:lnTo>
                  <a:lnTo>
                    <a:pt x="1285231" y="593576"/>
                  </a:lnTo>
                  <a:lnTo>
                    <a:pt x="1297472" y="581465"/>
                  </a:lnTo>
                  <a:lnTo>
                    <a:pt x="1309712" y="568939"/>
                  </a:lnTo>
                  <a:lnTo>
                    <a:pt x="1321952" y="555991"/>
                  </a:lnTo>
                  <a:lnTo>
                    <a:pt x="1334193" y="542618"/>
                  </a:lnTo>
                  <a:lnTo>
                    <a:pt x="1346433" y="528816"/>
                  </a:lnTo>
                  <a:lnTo>
                    <a:pt x="1358673" y="514580"/>
                  </a:lnTo>
                  <a:lnTo>
                    <a:pt x="1370914" y="499906"/>
                  </a:lnTo>
                  <a:lnTo>
                    <a:pt x="1383154" y="484789"/>
                  </a:lnTo>
                  <a:lnTo>
                    <a:pt x="1395394" y="469226"/>
                  </a:lnTo>
                  <a:lnTo>
                    <a:pt x="1407635" y="453212"/>
                  </a:lnTo>
                  <a:lnTo>
                    <a:pt x="1419875" y="436742"/>
                  </a:lnTo>
                  <a:lnTo>
                    <a:pt x="1432115" y="419816"/>
                  </a:lnTo>
                  <a:lnTo>
                    <a:pt x="1444355" y="402431"/>
                  </a:lnTo>
                  <a:lnTo>
                    <a:pt x="1456596" y="384586"/>
                  </a:lnTo>
                  <a:lnTo>
                    <a:pt x="1468836" y="366285"/>
                  </a:lnTo>
                  <a:lnTo>
                    <a:pt x="1481076" y="347583"/>
                  </a:lnTo>
                  <a:lnTo>
                    <a:pt x="1493317" y="328568"/>
                  </a:lnTo>
                  <a:lnTo>
                    <a:pt x="1505557" y="309329"/>
                  </a:lnTo>
                  <a:lnTo>
                    <a:pt x="1517797" y="289957"/>
                  </a:lnTo>
                  <a:lnTo>
                    <a:pt x="1530038" y="270541"/>
                  </a:lnTo>
                  <a:lnTo>
                    <a:pt x="1542278" y="251169"/>
                  </a:lnTo>
                  <a:lnTo>
                    <a:pt x="1554518" y="231931"/>
                  </a:lnTo>
                  <a:lnTo>
                    <a:pt x="1566759" y="212917"/>
                  </a:lnTo>
                  <a:lnTo>
                    <a:pt x="1578999" y="194217"/>
                  </a:lnTo>
                  <a:lnTo>
                    <a:pt x="1591239" y="175918"/>
                  </a:lnTo>
                  <a:lnTo>
                    <a:pt x="1603479" y="158111"/>
                  </a:lnTo>
                  <a:lnTo>
                    <a:pt x="1615720" y="140885"/>
                  </a:lnTo>
                  <a:lnTo>
                    <a:pt x="1627960" y="124329"/>
                  </a:lnTo>
                  <a:lnTo>
                    <a:pt x="1640200" y="108533"/>
                  </a:lnTo>
                  <a:lnTo>
                    <a:pt x="1652441" y="93586"/>
                  </a:lnTo>
                  <a:lnTo>
                    <a:pt x="1664681" y="79577"/>
                  </a:lnTo>
                  <a:lnTo>
                    <a:pt x="1676921" y="66592"/>
                  </a:lnTo>
                  <a:lnTo>
                    <a:pt x="1689162" y="54720"/>
                  </a:lnTo>
                  <a:lnTo>
                    <a:pt x="1701402" y="44048"/>
                  </a:lnTo>
                  <a:lnTo>
                    <a:pt x="1713642" y="34653"/>
                  </a:lnTo>
                  <a:lnTo>
                    <a:pt x="1725882" y="26521"/>
                  </a:lnTo>
                  <a:lnTo>
                    <a:pt x="1738123" y="19593"/>
                  </a:lnTo>
                  <a:lnTo>
                    <a:pt x="1750363" y="13813"/>
                  </a:lnTo>
                  <a:lnTo>
                    <a:pt x="1762603" y="9123"/>
                  </a:lnTo>
                  <a:lnTo>
                    <a:pt x="1774844" y="5465"/>
                  </a:lnTo>
                  <a:lnTo>
                    <a:pt x="1787084" y="2781"/>
                  </a:lnTo>
                  <a:lnTo>
                    <a:pt x="1799324" y="1014"/>
                  </a:lnTo>
                  <a:lnTo>
                    <a:pt x="1811565" y="106"/>
                  </a:lnTo>
                  <a:lnTo>
                    <a:pt x="1823805" y="0"/>
                  </a:lnTo>
                  <a:lnTo>
                    <a:pt x="1836045" y="637"/>
                  </a:lnTo>
                  <a:lnTo>
                    <a:pt x="1848286" y="1960"/>
                  </a:lnTo>
                  <a:lnTo>
                    <a:pt x="1860526" y="3912"/>
                  </a:lnTo>
                  <a:lnTo>
                    <a:pt x="1872766" y="6434"/>
                  </a:lnTo>
                  <a:lnTo>
                    <a:pt x="1885006" y="9470"/>
                  </a:lnTo>
                  <a:lnTo>
                    <a:pt x="1897247" y="12957"/>
                  </a:lnTo>
                  <a:lnTo>
                    <a:pt x="1909487" y="16834"/>
                  </a:lnTo>
                  <a:lnTo>
                    <a:pt x="1921727" y="21036"/>
                  </a:lnTo>
                  <a:lnTo>
                    <a:pt x="1933968" y="25501"/>
                  </a:lnTo>
                  <a:lnTo>
                    <a:pt x="1946208" y="30166"/>
                  </a:lnTo>
                  <a:lnTo>
                    <a:pt x="1958448" y="34971"/>
                  </a:lnTo>
                  <a:lnTo>
                    <a:pt x="1970689" y="39888"/>
                  </a:lnTo>
                  <a:lnTo>
                    <a:pt x="1982929" y="44896"/>
                  </a:lnTo>
                  <a:lnTo>
                    <a:pt x="1995169" y="49976"/>
                  </a:lnTo>
                  <a:lnTo>
                    <a:pt x="2007409" y="55107"/>
                  </a:lnTo>
                  <a:lnTo>
                    <a:pt x="2019650" y="60269"/>
                  </a:lnTo>
                  <a:lnTo>
                    <a:pt x="2031890" y="65443"/>
                  </a:lnTo>
                  <a:lnTo>
                    <a:pt x="2044130" y="70608"/>
                  </a:lnTo>
                  <a:lnTo>
                    <a:pt x="2056371" y="75745"/>
                  </a:lnTo>
                  <a:lnTo>
                    <a:pt x="2068611" y="80833"/>
                  </a:lnTo>
                  <a:lnTo>
                    <a:pt x="2080851" y="85853"/>
                  </a:lnTo>
                  <a:lnTo>
                    <a:pt x="2093092" y="90784"/>
                  </a:lnTo>
                  <a:lnTo>
                    <a:pt x="2105332" y="95606"/>
                  </a:lnTo>
                  <a:lnTo>
                    <a:pt x="2117572" y="100307"/>
                  </a:lnTo>
                  <a:lnTo>
                    <a:pt x="2129813" y="104928"/>
                  </a:lnTo>
                  <a:lnTo>
                    <a:pt x="2142053" y="109471"/>
                  </a:lnTo>
                  <a:lnTo>
                    <a:pt x="2154293" y="113921"/>
                  </a:lnTo>
                  <a:lnTo>
                    <a:pt x="2166533" y="118263"/>
                  </a:lnTo>
                  <a:lnTo>
                    <a:pt x="2178774" y="122482"/>
                  </a:lnTo>
                  <a:lnTo>
                    <a:pt x="2191014" y="12656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2173509"/>
            </a:xfrm>
            <a:custGeom>
              <a:avLst/>
              <a:pathLst>
                <a:path w="2189796" h="2173509">
                  <a:moveTo>
                    <a:pt x="0" y="1819183"/>
                  </a:moveTo>
                  <a:lnTo>
                    <a:pt x="12233" y="1864650"/>
                  </a:lnTo>
                  <a:lnTo>
                    <a:pt x="24466" y="1900293"/>
                  </a:lnTo>
                  <a:lnTo>
                    <a:pt x="36700" y="1931488"/>
                  </a:lnTo>
                  <a:lnTo>
                    <a:pt x="48933" y="1957369"/>
                  </a:lnTo>
                  <a:lnTo>
                    <a:pt x="61167" y="1977633"/>
                  </a:lnTo>
                  <a:lnTo>
                    <a:pt x="73400" y="1994719"/>
                  </a:lnTo>
                  <a:lnTo>
                    <a:pt x="85634" y="2004808"/>
                  </a:lnTo>
                  <a:lnTo>
                    <a:pt x="97867" y="2007687"/>
                  </a:lnTo>
                  <a:lnTo>
                    <a:pt x="110101" y="2007307"/>
                  </a:lnTo>
                  <a:lnTo>
                    <a:pt x="122334" y="2008608"/>
                  </a:lnTo>
                  <a:lnTo>
                    <a:pt x="134568" y="2008567"/>
                  </a:lnTo>
                  <a:lnTo>
                    <a:pt x="146801" y="2010216"/>
                  </a:lnTo>
                  <a:lnTo>
                    <a:pt x="159035" y="2004496"/>
                  </a:lnTo>
                  <a:lnTo>
                    <a:pt x="171268" y="1998689"/>
                  </a:lnTo>
                  <a:lnTo>
                    <a:pt x="183502" y="1994655"/>
                  </a:lnTo>
                  <a:lnTo>
                    <a:pt x="195735" y="1988506"/>
                  </a:lnTo>
                  <a:lnTo>
                    <a:pt x="207969" y="1980864"/>
                  </a:lnTo>
                  <a:lnTo>
                    <a:pt x="220202" y="1975042"/>
                  </a:lnTo>
                  <a:lnTo>
                    <a:pt x="232436" y="1967556"/>
                  </a:lnTo>
                  <a:lnTo>
                    <a:pt x="244669" y="1956018"/>
                  </a:lnTo>
                  <a:lnTo>
                    <a:pt x="256903" y="1947947"/>
                  </a:lnTo>
                  <a:lnTo>
                    <a:pt x="269136" y="1939316"/>
                  </a:lnTo>
                  <a:lnTo>
                    <a:pt x="281370" y="1929994"/>
                  </a:lnTo>
                  <a:lnTo>
                    <a:pt x="293603" y="1921286"/>
                  </a:lnTo>
                  <a:lnTo>
                    <a:pt x="305837" y="1911806"/>
                  </a:lnTo>
                  <a:lnTo>
                    <a:pt x="318070" y="1900823"/>
                  </a:lnTo>
                  <a:lnTo>
                    <a:pt x="330304" y="1889131"/>
                  </a:lnTo>
                  <a:lnTo>
                    <a:pt x="342537" y="1880068"/>
                  </a:lnTo>
                  <a:lnTo>
                    <a:pt x="354771" y="1872150"/>
                  </a:lnTo>
                  <a:lnTo>
                    <a:pt x="367004" y="1863453"/>
                  </a:lnTo>
                  <a:lnTo>
                    <a:pt x="379238" y="1854783"/>
                  </a:lnTo>
                  <a:lnTo>
                    <a:pt x="391471" y="1846619"/>
                  </a:lnTo>
                  <a:lnTo>
                    <a:pt x="403705" y="1838906"/>
                  </a:lnTo>
                  <a:lnTo>
                    <a:pt x="415938" y="1831586"/>
                  </a:lnTo>
                  <a:lnTo>
                    <a:pt x="428172" y="1824604"/>
                  </a:lnTo>
                  <a:lnTo>
                    <a:pt x="440405" y="1817903"/>
                  </a:lnTo>
                  <a:lnTo>
                    <a:pt x="452639" y="1811426"/>
                  </a:lnTo>
                  <a:lnTo>
                    <a:pt x="464872" y="1805118"/>
                  </a:lnTo>
                  <a:lnTo>
                    <a:pt x="477106" y="1798921"/>
                  </a:lnTo>
                  <a:lnTo>
                    <a:pt x="489339" y="1792780"/>
                  </a:lnTo>
                  <a:lnTo>
                    <a:pt x="501573" y="1786250"/>
                  </a:lnTo>
                  <a:lnTo>
                    <a:pt x="513806" y="1777703"/>
                  </a:lnTo>
                  <a:lnTo>
                    <a:pt x="526040" y="1769071"/>
                  </a:lnTo>
                  <a:lnTo>
                    <a:pt x="538273" y="1760460"/>
                  </a:lnTo>
                  <a:lnTo>
                    <a:pt x="550507" y="1752102"/>
                  </a:lnTo>
                  <a:lnTo>
                    <a:pt x="562740" y="1743486"/>
                  </a:lnTo>
                  <a:lnTo>
                    <a:pt x="574974" y="1734506"/>
                  </a:lnTo>
                  <a:lnTo>
                    <a:pt x="587207" y="1724469"/>
                  </a:lnTo>
                  <a:lnTo>
                    <a:pt x="599441" y="1714241"/>
                  </a:lnTo>
                  <a:lnTo>
                    <a:pt x="611674" y="1704109"/>
                  </a:lnTo>
                  <a:lnTo>
                    <a:pt x="623908" y="1693873"/>
                  </a:lnTo>
                  <a:lnTo>
                    <a:pt x="636141" y="1683326"/>
                  </a:lnTo>
                  <a:lnTo>
                    <a:pt x="648375" y="1672025"/>
                  </a:lnTo>
                  <a:lnTo>
                    <a:pt x="660608" y="1659967"/>
                  </a:lnTo>
                  <a:lnTo>
                    <a:pt x="672842" y="1648768"/>
                  </a:lnTo>
                  <a:lnTo>
                    <a:pt x="685075" y="1637479"/>
                  </a:lnTo>
                  <a:lnTo>
                    <a:pt x="697309" y="1625980"/>
                  </a:lnTo>
                  <a:lnTo>
                    <a:pt x="709542" y="1613151"/>
                  </a:lnTo>
                  <a:lnTo>
                    <a:pt x="721776" y="1599543"/>
                  </a:lnTo>
                  <a:lnTo>
                    <a:pt x="734009" y="1585920"/>
                  </a:lnTo>
                  <a:lnTo>
                    <a:pt x="746243" y="1572157"/>
                  </a:lnTo>
                  <a:lnTo>
                    <a:pt x="758476" y="1558241"/>
                  </a:lnTo>
                  <a:lnTo>
                    <a:pt x="770710" y="1544202"/>
                  </a:lnTo>
                  <a:lnTo>
                    <a:pt x="782943" y="1529798"/>
                  </a:lnTo>
                  <a:lnTo>
                    <a:pt x="795177" y="1515885"/>
                  </a:lnTo>
                  <a:lnTo>
                    <a:pt x="807410" y="1501648"/>
                  </a:lnTo>
                  <a:lnTo>
                    <a:pt x="819644" y="1486008"/>
                  </a:lnTo>
                  <a:lnTo>
                    <a:pt x="831877" y="1470429"/>
                  </a:lnTo>
                  <a:lnTo>
                    <a:pt x="844111" y="1454969"/>
                  </a:lnTo>
                  <a:lnTo>
                    <a:pt x="856344" y="1439684"/>
                  </a:lnTo>
                  <a:lnTo>
                    <a:pt x="868578" y="1425620"/>
                  </a:lnTo>
                  <a:lnTo>
                    <a:pt x="880811" y="1412550"/>
                  </a:lnTo>
                  <a:lnTo>
                    <a:pt x="893045" y="1398442"/>
                  </a:lnTo>
                  <a:lnTo>
                    <a:pt x="905278" y="1384549"/>
                  </a:lnTo>
                  <a:lnTo>
                    <a:pt x="917512" y="1370568"/>
                  </a:lnTo>
                  <a:lnTo>
                    <a:pt x="929745" y="1357139"/>
                  </a:lnTo>
                  <a:lnTo>
                    <a:pt x="941979" y="1344098"/>
                  </a:lnTo>
                  <a:lnTo>
                    <a:pt x="954212" y="1330445"/>
                  </a:lnTo>
                  <a:lnTo>
                    <a:pt x="966446" y="1317545"/>
                  </a:lnTo>
                  <a:lnTo>
                    <a:pt x="978679" y="1304919"/>
                  </a:lnTo>
                  <a:lnTo>
                    <a:pt x="990913" y="1292744"/>
                  </a:lnTo>
                  <a:lnTo>
                    <a:pt x="1003146" y="1280830"/>
                  </a:lnTo>
                  <a:lnTo>
                    <a:pt x="1015380" y="1269249"/>
                  </a:lnTo>
                  <a:lnTo>
                    <a:pt x="1027613" y="1257896"/>
                  </a:lnTo>
                  <a:lnTo>
                    <a:pt x="1039847" y="1246694"/>
                  </a:lnTo>
                  <a:lnTo>
                    <a:pt x="1052080" y="1234714"/>
                  </a:lnTo>
                  <a:lnTo>
                    <a:pt x="1064314" y="1224618"/>
                  </a:lnTo>
                  <a:lnTo>
                    <a:pt x="1076547" y="1210971"/>
                  </a:lnTo>
                  <a:lnTo>
                    <a:pt x="1088781" y="1194099"/>
                  </a:lnTo>
                  <a:lnTo>
                    <a:pt x="1101014" y="1180382"/>
                  </a:lnTo>
                  <a:lnTo>
                    <a:pt x="1113248" y="1166986"/>
                  </a:lnTo>
                  <a:lnTo>
                    <a:pt x="1125481" y="1153586"/>
                  </a:lnTo>
                  <a:lnTo>
                    <a:pt x="1137715" y="1140175"/>
                  </a:lnTo>
                  <a:lnTo>
                    <a:pt x="1149948" y="1126742"/>
                  </a:lnTo>
                  <a:lnTo>
                    <a:pt x="1162182" y="1113278"/>
                  </a:lnTo>
                  <a:lnTo>
                    <a:pt x="1174415" y="1099776"/>
                  </a:lnTo>
                  <a:lnTo>
                    <a:pt x="1186649" y="1086226"/>
                  </a:lnTo>
                  <a:lnTo>
                    <a:pt x="1198882" y="1072618"/>
                  </a:lnTo>
                  <a:lnTo>
                    <a:pt x="1211116" y="1058944"/>
                  </a:lnTo>
                  <a:lnTo>
                    <a:pt x="1223349" y="1045195"/>
                  </a:lnTo>
                  <a:lnTo>
                    <a:pt x="1235583" y="1031362"/>
                  </a:lnTo>
                  <a:lnTo>
                    <a:pt x="1247816" y="1015884"/>
                  </a:lnTo>
                  <a:lnTo>
                    <a:pt x="1260050" y="996740"/>
                  </a:lnTo>
                  <a:lnTo>
                    <a:pt x="1272283" y="976794"/>
                  </a:lnTo>
                  <a:lnTo>
                    <a:pt x="1284517" y="963061"/>
                  </a:lnTo>
                  <a:lnTo>
                    <a:pt x="1296750" y="947104"/>
                  </a:lnTo>
                  <a:lnTo>
                    <a:pt x="1308984" y="926261"/>
                  </a:lnTo>
                  <a:lnTo>
                    <a:pt x="1321217" y="904761"/>
                  </a:lnTo>
                  <a:lnTo>
                    <a:pt x="1333451" y="883875"/>
                  </a:lnTo>
                  <a:lnTo>
                    <a:pt x="1345684" y="860809"/>
                  </a:lnTo>
                  <a:lnTo>
                    <a:pt x="1357918" y="838557"/>
                  </a:lnTo>
                  <a:lnTo>
                    <a:pt x="1370151" y="816253"/>
                  </a:lnTo>
                  <a:lnTo>
                    <a:pt x="1382385" y="793995"/>
                  </a:lnTo>
                  <a:lnTo>
                    <a:pt x="1394618" y="769071"/>
                  </a:lnTo>
                  <a:lnTo>
                    <a:pt x="1406852" y="743251"/>
                  </a:lnTo>
                  <a:lnTo>
                    <a:pt x="1419085" y="717931"/>
                  </a:lnTo>
                  <a:lnTo>
                    <a:pt x="1431319" y="696950"/>
                  </a:lnTo>
                  <a:lnTo>
                    <a:pt x="1443552" y="677876"/>
                  </a:lnTo>
                  <a:lnTo>
                    <a:pt x="1455786" y="658560"/>
                  </a:lnTo>
                  <a:lnTo>
                    <a:pt x="1468019" y="638415"/>
                  </a:lnTo>
                  <a:lnTo>
                    <a:pt x="1480253" y="619254"/>
                  </a:lnTo>
                  <a:lnTo>
                    <a:pt x="1492486" y="601071"/>
                  </a:lnTo>
                  <a:lnTo>
                    <a:pt x="1504720" y="584714"/>
                  </a:lnTo>
                  <a:lnTo>
                    <a:pt x="1516953" y="567181"/>
                  </a:lnTo>
                  <a:lnTo>
                    <a:pt x="1529187" y="548831"/>
                  </a:lnTo>
                  <a:lnTo>
                    <a:pt x="1541420" y="540228"/>
                  </a:lnTo>
                  <a:lnTo>
                    <a:pt x="1553654" y="533456"/>
                  </a:lnTo>
                  <a:lnTo>
                    <a:pt x="1565887" y="524936"/>
                  </a:lnTo>
                  <a:lnTo>
                    <a:pt x="1578121" y="514318"/>
                  </a:lnTo>
                  <a:lnTo>
                    <a:pt x="1590354" y="505284"/>
                  </a:lnTo>
                  <a:lnTo>
                    <a:pt x="1602588" y="502316"/>
                  </a:lnTo>
                  <a:lnTo>
                    <a:pt x="1614821" y="492127"/>
                  </a:lnTo>
                  <a:lnTo>
                    <a:pt x="1627055" y="486994"/>
                  </a:lnTo>
                  <a:lnTo>
                    <a:pt x="1639288" y="483606"/>
                  </a:lnTo>
                  <a:lnTo>
                    <a:pt x="1651522" y="481457"/>
                  </a:lnTo>
                  <a:lnTo>
                    <a:pt x="1663755" y="473085"/>
                  </a:lnTo>
                  <a:lnTo>
                    <a:pt x="1675989" y="470648"/>
                  </a:lnTo>
                  <a:lnTo>
                    <a:pt x="1688222" y="458814"/>
                  </a:lnTo>
                  <a:lnTo>
                    <a:pt x="1700456" y="452167"/>
                  </a:lnTo>
                  <a:lnTo>
                    <a:pt x="1712689" y="444196"/>
                  </a:lnTo>
                  <a:lnTo>
                    <a:pt x="1724923" y="435930"/>
                  </a:lnTo>
                  <a:lnTo>
                    <a:pt x="1737156" y="430885"/>
                  </a:lnTo>
                  <a:lnTo>
                    <a:pt x="1749390" y="425583"/>
                  </a:lnTo>
                  <a:lnTo>
                    <a:pt x="1761623" y="421207"/>
                  </a:lnTo>
                  <a:lnTo>
                    <a:pt x="1773857" y="417777"/>
                  </a:lnTo>
                  <a:lnTo>
                    <a:pt x="1786090" y="415311"/>
                  </a:lnTo>
                  <a:lnTo>
                    <a:pt x="1798324" y="413827"/>
                  </a:lnTo>
                  <a:lnTo>
                    <a:pt x="1810557" y="413345"/>
                  </a:lnTo>
                  <a:lnTo>
                    <a:pt x="1822791" y="413882"/>
                  </a:lnTo>
                  <a:lnTo>
                    <a:pt x="1835024" y="414273"/>
                  </a:lnTo>
                  <a:lnTo>
                    <a:pt x="1847258" y="411475"/>
                  </a:lnTo>
                  <a:lnTo>
                    <a:pt x="1859491" y="400780"/>
                  </a:lnTo>
                  <a:lnTo>
                    <a:pt x="1871725" y="400025"/>
                  </a:lnTo>
                  <a:lnTo>
                    <a:pt x="1883958" y="381414"/>
                  </a:lnTo>
                  <a:lnTo>
                    <a:pt x="1896192" y="388406"/>
                  </a:lnTo>
                  <a:lnTo>
                    <a:pt x="1908425" y="380446"/>
                  </a:lnTo>
                  <a:lnTo>
                    <a:pt x="1920659" y="365471"/>
                  </a:lnTo>
                  <a:lnTo>
                    <a:pt x="1932892" y="349759"/>
                  </a:lnTo>
                  <a:lnTo>
                    <a:pt x="1945126" y="317928"/>
                  </a:lnTo>
                  <a:lnTo>
                    <a:pt x="1957359" y="307159"/>
                  </a:lnTo>
                  <a:lnTo>
                    <a:pt x="1969593" y="279759"/>
                  </a:lnTo>
                  <a:lnTo>
                    <a:pt x="1981826" y="264337"/>
                  </a:lnTo>
                  <a:lnTo>
                    <a:pt x="1994060" y="246504"/>
                  </a:lnTo>
                  <a:lnTo>
                    <a:pt x="2006293" y="226287"/>
                  </a:lnTo>
                  <a:lnTo>
                    <a:pt x="2018527" y="209426"/>
                  </a:lnTo>
                  <a:lnTo>
                    <a:pt x="2030760" y="196473"/>
                  </a:lnTo>
                  <a:lnTo>
                    <a:pt x="2042994" y="181652"/>
                  </a:lnTo>
                  <a:lnTo>
                    <a:pt x="2055227" y="161361"/>
                  </a:lnTo>
                  <a:lnTo>
                    <a:pt x="2067461" y="144471"/>
                  </a:lnTo>
                  <a:lnTo>
                    <a:pt x="2079694" y="115265"/>
                  </a:lnTo>
                  <a:lnTo>
                    <a:pt x="2091928" y="122192"/>
                  </a:lnTo>
                  <a:lnTo>
                    <a:pt x="2104161" y="105595"/>
                  </a:lnTo>
                  <a:lnTo>
                    <a:pt x="2116395" y="72513"/>
                  </a:lnTo>
                  <a:lnTo>
                    <a:pt x="2128628" y="46960"/>
                  </a:lnTo>
                  <a:lnTo>
                    <a:pt x="2140112" y="0"/>
                  </a:lnTo>
                  <a:lnTo>
                    <a:pt x="2189796" y="0"/>
                  </a:lnTo>
                  <a:lnTo>
                    <a:pt x="2189796" y="1080588"/>
                  </a:lnTo>
                  <a:lnTo>
                    <a:pt x="2177562" y="945940"/>
                  </a:lnTo>
                  <a:lnTo>
                    <a:pt x="2165329" y="865224"/>
                  </a:lnTo>
                  <a:lnTo>
                    <a:pt x="2153095" y="811742"/>
                  </a:lnTo>
                  <a:lnTo>
                    <a:pt x="2140862" y="802300"/>
                  </a:lnTo>
                  <a:lnTo>
                    <a:pt x="2128628" y="785758"/>
                  </a:lnTo>
                  <a:lnTo>
                    <a:pt x="2116395" y="754579"/>
                  </a:lnTo>
                  <a:lnTo>
                    <a:pt x="2104161" y="753299"/>
                  </a:lnTo>
                  <a:lnTo>
                    <a:pt x="2091928" y="737453"/>
                  </a:lnTo>
                  <a:lnTo>
                    <a:pt x="2079694" y="734005"/>
                  </a:lnTo>
                  <a:lnTo>
                    <a:pt x="2067461" y="749154"/>
                  </a:lnTo>
                  <a:lnTo>
                    <a:pt x="2055227" y="762415"/>
                  </a:lnTo>
                  <a:lnTo>
                    <a:pt x="2042994" y="753303"/>
                  </a:lnTo>
                  <a:lnTo>
                    <a:pt x="2030760" y="744909"/>
                  </a:lnTo>
                  <a:lnTo>
                    <a:pt x="2018527" y="754328"/>
                  </a:lnTo>
                  <a:lnTo>
                    <a:pt x="2006293" y="764015"/>
                  </a:lnTo>
                  <a:lnTo>
                    <a:pt x="1994060" y="773808"/>
                  </a:lnTo>
                  <a:lnTo>
                    <a:pt x="1981826" y="783547"/>
                  </a:lnTo>
                  <a:lnTo>
                    <a:pt x="1969593" y="770101"/>
                  </a:lnTo>
                  <a:lnTo>
                    <a:pt x="1957359" y="769739"/>
                  </a:lnTo>
                  <a:lnTo>
                    <a:pt x="1945126" y="766338"/>
                  </a:lnTo>
                  <a:lnTo>
                    <a:pt x="1932892" y="750021"/>
                  </a:lnTo>
                  <a:lnTo>
                    <a:pt x="1920659" y="758645"/>
                  </a:lnTo>
                  <a:lnTo>
                    <a:pt x="1908425" y="758941"/>
                  </a:lnTo>
                  <a:lnTo>
                    <a:pt x="1896192" y="767422"/>
                  </a:lnTo>
                  <a:lnTo>
                    <a:pt x="1883958" y="758542"/>
                  </a:lnTo>
                  <a:lnTo>
                    <a:pt x="1871725" y="760221"/>
                  </a:lnTo>
                  <a:lnTo>
                    <a:pt x="1859491" y="771760"/>
                  </a:lnTo>
                  <a:lnTo>
                    <a:pt x="1847258" y="768294"/>
                  </a:lnTo>
                  <a:lnTo>
                    <a:pt x="1835024" y="759927"/>
                  </a:lnTo>
                  <a:lnTo>
                    <a:pt x="1822791" y="768142"/>
                  </a:lnTo>
                  <a:lnTo>
                    <a:pt x="1810557" y="769169"/>
                  </a:lnTo>
                  <a:lnTo>
                    <a:pt x="1798324" y="762687"/>
                  </a:lnTo>
                  <a:lnTo>
                    <a:pt x="1786090" y="753581"/>
                  </a:lnTo>
                  <a:lnTo>
                    <a:pt x="1773857" y="742782"/>
                  </a:lnTo>
                  <a:lnTo>
                    <a:pt x="1761623" y="738200"/>
                  </a:lnTo>
                  <a:lnTo>
                    <a:pt x="1749390" y="728921"/>
                  </a:lnTo>
                  <a:lnTo>
                    <a:pt x="1737156" y="724738"/>
                  </a:lnTo>
                  <a:lnTo>
                    <a:pt x="1724923" y="720979"/>
                  </a:lnTo>
                  <a:lnTo>
                    <a:pt x="1712689" y="717144"/>
                  </a:lnTo>
                  <a:lnTo>
                    <a:pt x="1700456" y="714647"/>
                  </a:lnTo>
                  <a:lnTo>
                    <a:pt x="1688222" y="709702"/>
                  </a:lnTo>
                  <a:lnTo>
                    <a:pt x="1675989" y="706320"/>
                  </a:lnTo>
                  <a:lnTo>
                    <a:pt x="1663755" y="703316"/>
                  </a:lnTo>
                  <a:lnTo>
                    <a:pt x="1651522" y="705723"/>
                  </a:lnTo>
                  <a:lnTo>
                    <a:pt x="1639288" y="707654"/>
                  </a:lnTo>
                  <a:lnTo>
                    <a:pt x="1627055" y="714024"/>
                  </a:lnTo>
                  <a:lnTo>
                    <a:pt x="1614821" y="720005"/>
                  </a:lnTo>
                  <a:lnTo>
                    <a:pt x="1602588" y="725093"/>
                  </a:lnTo>
                  <a:lnTo>
                    <a:pt x="1590354" y="730745"/>
                  </a:lnTo>
                  <a:lnTo>
                    <a:pt x="1578121" y="740091"/>
                  </a:lnTo>
                  <a:lnTo>
                    <a:pt x="1565887" y="750848"/>
                  </a:lnTo>
                  <a:lnTo>
                    <a:pt x="1553654" y="762719"/>
                  </a:lnTo>
                  <a:lnTo>
                    <a:pt x="1541420" y="776682"/>
                  </a:lnTo>
                  <a:lnTo>
                    <a:pt x="1529187" y="790313"/>
                  </a:lnTo>
                  <a:lnTo>
                    <a:pt x="1516953" y="804530"/>
                  </a:lnTo>
                  <a:lnTo>
                    <a:pt x="1504720" y="818989"/>
                  </a:lnTo>
                  <a:lnTo>
                    <a:pt x="1492486" y="833659"/>
                  </a:lnTo>
                  <a:lnTo>
                    <a:pt x="1480253" y="848511"/>
                  </a:lnTo>
                  <a:lnTo>
                    <a:pt x="1468019" y="862562"/>
                  </a:lnTo>
                  <a:lnTo>
                    <a:pt x="1455786" y="876220"/>
                  </a:lnTo>
                  <a:lnTo>
                    <a:pt x="1443552" y="890718"/>
                  </a:lnTo>
                  <a:lnTo>
                    <a:pt x="1431319" y="905210"/>
                  </a:lnTo>
                  <a:lnTo>
                    <a:pt x="1419085" y="919678"/>
                  </a:lnTo>
                  <a:lnTo>
                    <a:pt x="1406852" y="934103"/>
                  </a:lnTo>
                  <a:lnTo>
                    <a:pt x="1394618" y="950502"/>
                  </a:lnTo>
                  <a:lnTo>
                    <a:pt x="1382385" y="964824"/>
                  </a:lnTo>
                  <a:lnTo>
                    <a:pt x="1370151" y="985490"/>
                  </a:lnTo>
                  <a:lnTo>
                    <a:pt x="1357918" y="1000536"/>
                  </a:lnTo>
                  <a:lnTo>
                    <a:pt x="1345684" y="1018924"/>
                  </a:lnTo>
                  <a:lnTo>
                    <a:pt x="1333451" y="1040345"/>
                  </a:lnTo>
                  <a:lnTo>
                    <a:pt x="1321217" y="1066468"/>
                  </a:lnTo>
                  <a:lnTo>
                    <a:pt x="1308984" y="1091969"/>
                  </a:lnTo>
                  <a:lnTo>
                    <a:pt x="1296750" y="1115621"/>
                  </a:lnTo>
                  <a:lnTo>
                    <a:pt x="1284517" y="1131477"/>
                  </a:lnTo>
                  <a:lnTo>
                    <a:pt x="1272283" y="1146828"/>
                  </a:lnTo>
                  <a:lnTo>
                    <a:pt x="1260050" y="1162541"/>
                  </a:lnTo>
                  <a:lnTo>
                    <a:pt x="1247816" y="1178731"/>
                  </a:lnTo>
                  <a:lnTo>
                    <a:pt x="1235583" y="1196341"/>
                  </a:lnTo>
                  <a:lnTo>
                    <a:pt x="1223349" y="1211585"/>
                  </a:lnTo>
                  <a:lnTo>
                    <a:pt x="1211116" y="1223890"/>
                  </a:lnTo>
                  <a:lnTo>
                    <a:pt x="1198882" y="1235374"/>
                  </a:lnTo>
                  <a:lnTo>
                    <a:pt x="1186649" y="1246108"/>
                  </a:lnTo>
                  <a:lnTo>
                    <a:pt x="1174415" y="1256165"/>
                  </a:lnTo>
                  <a:lnTo>
                    <a:pt x="1162182" y="1265618"/>
                  </a:lnTo>
                  <a:lnTo>
                    <a:pt x="1149948" y="1275993"/>
                  </a:lnTo>
                  <a:lnTo>
                    <a:pt x="1137715" y="1284839"/>
                  </a:lnTo>
                  <a:lnTo>
                    <a:pt x="1125481" y="1292014"/>
                  </a:lnTo>
                  <a:lnTo>
                    <a:pt x="1113248" y="1299650"/>
                  </a:lnTo>
                  <a:lnTo>
                    <a:pt x="1101014" y="1309491"/>
                  </a:lnTo>
                  <a:lnTo>
                    <a:pt x="1088781" y="1322224"/>
                  </a:lnTo>
                  <a:lnTo>
                    <a:pt x="1076547" y="1329533"/>
                  </a:lnTo>
                  <a:lnTo>
                    <a:pt x="1064314" y="1339489"/>
                  </a:lnTo>
                  <a:lnTo>
                    <a:pt x="1052080" y="1351688"/>
                  </a:lnTo>
                  <a:lnTo>
                    <a:pt x="1039847" y="1364101"/>
                  </a:lnTo>
                  <a:lnTo>
                    <a:pt x="1027613" y="1376380"/>
                  </a:lnTo>
                  <a:lnTo>
                    <a:pt x="1015380" y="1387568"/>
                  </a:lnTo>
                  <a:lnTo>
                    <a:pt x="1003146" y="1395164"/>
                  </a:lnTo>
                  <a:lnTo>
                    <a:pt x="990913" y="1408755"/>
                  </a:lnTo>
                  <a:lnTo>
                    <a:pt x="978679" y="1422623"/>
                  </a:lnTo>
                  <a:lnTo>
                    <a:pt x="966446" y="1435066"/>
                  </a:lnTo>
                  <a:lnTo>
                    <a:pt x="954212" y="1446716"/>
                  </a:lnTo>
                  <a:lnTo>
                    <a:pt x="941979" y="1460118"/>
                  </a:lnTo>
                  <a:lnTo>
                    <a:pt x="929745" y="1472545"/>
                  </a:lnTo>
                  <a:lnTo>
                    <a:pt x="917512" y="1484566"/>
                  </a:lnTo>
                  <a:lnTo>
                    <a:pt x="905278" y="1497818"/>
                  </a:lnTo>
                  <a:lnTo>
                    <a:pt x="893045" y="1511996"/>
                  </a:lnTo>
                  <a:lnTo>
                    <a:pt x="880811" y="1525901"/>
                  </a:lnTo>
                  <a:lnTo>
                    <a:pt x="868578" y="1538780"/>
                  </a:lnTo>
                  <a:lnTo>
                    <a:pt x="856344" y="1551555"/>
                  </a:lnTo>
                  <a:lnTo>
                    <a:pt x="844111" y="1564220"/>
                  </a:lnTo>
                  <a:lnTo>
                    <a:pt x="831877" y="1576772"/>
                  </a:lnTo>
                  <a:lnTo>
                    <a:pt x="819644" y="1589204"/>
                  </a:lnTo>
                  <a:lnTo>
                    <a:pt x="807410" y="1601444"/>
                  </a:lnTo>
                  <a:lnTo>
                    <a:pt x="795177" y="1613691"/>
                  </a:lnTo>
                  <a:lnTo>
                    <a:pt x="782943" y="1628555"/>
                  </a:lnTo>
                  <a:lnTo>
                    <a:pt x="770710" y="1643154"/>
                  </a:lnTo>
                  <a:lnTo>
                    <a:pt x="758476" y="1657976"/>
                  </a:lnTo>
                  <a:lnTo>
                    <a:pt x="746243" y="1672355"/>
                  </a:lnTo>
                  <a:lnTo>
                    <a:pt x="734009" y="1686470"/>
                  </a:lnTo>
                  <a:lnTo>
                    <a:pt x="721776" y="1700290"/>
                  </a:lnTo>
                  <a:lnTo>
                    <a:pt x="709542" y="1713782"/>
                  </a:lnTo>
                  <a:lnTo>
                    <a:pt x="697309" y="1726914"/>
                  </a:lnTo>
                  <a:lnTo>
                    <a:pt x="685075" y="1739978"/>
                  </a:lnTo>
                  <a:lnTo>
                    <a:pt x="672842" y="1753213"/>
                  </a:lnTo>
                  <a:lnTo>
                    <a:pt x="660608" y="1765997"/>
                  </a:lnTo>
                  <a:lnTo>
                    <a:pt x="648375" y="1777687"/>
                  </a:lnTo>
                  <a:lnTo>
                    <a:pt x="636141" y="1787729"/>
                  </a:lnTo>
                  <a:lnTo>
                    <a:pt x="623908" y="1797359"/>
                  </a:lnTo>
                  <a:lnTo>
                    <a:pt x="611674" y="1806938"/>
                  </a:lnTo>
                  <a:lnTo>
                    <a:pt x="599441" y="1816639"/>
                  </a:lnTo>
                  <a:lnTo>
                    <a:pt x="587207" y="1825669"/>
                  </a:lnTo>
                  <a:lnTo>
                    <a:pt x="574974" y="1834106"/>
                  </a:lnTo>
                  <a:lnTo>
                    <a:pt x="562740" y="1843229"/>
                  </a:lnTo>
                  <a:lnTo>
                    <a:pt x="550507" y="1852010"/>
                  </a:lnTo>
                  <a:lnTo>
                    <a:pt x="538273" y="1860416"/>
                  </a:lnTo>
                  <a:lnTo>
                    <a:pt x="526040" y="1868407"/>
                  </a:lnTo>
                  <a:lnTo>
                    <a:pt x="513806" y="1874723"/>
                  </a:lnTo>
                  <a:lnTo>
                    <a:pt x="501573" y="1880025"/>
                  </a:lnTo>
                  <a:lnTo>
                    <a:pt x="489339" y="1884433"/>
                  </a:lnTo>
                  <a:lnTo>
                    <a:pt x="477106" y="1892769"/>
                  </a:lnTo>
                  <a:lnTo>
                    <a:pt x="464872" y="1900066"/>
                  </a:lnTo>
                  <a:lnTo>
                    <a:pt x="452639" y="1907854"/>
                  </a:lnTo>
                  <a:lnTo>
                    <a:pt x="440405" y="1915016"/>
                  </a:lnTo>
                  <a:lnTo>
                    <a:pt x="428172" y="1922809"/>
                  </a:lnTo>
                  <a:lnTo>
                    <a:pt x="415938" y="1930490"/>
                  </a:lnTo>
                  <a:lnTo>
                    <a:pt x="403705" y="1939469"/>
                  </a:lnTo>
                  <a:lnTo>
                    <a:pt x="391471" y="1946937"/>
                  </a:lnTo>
                  <a:lnTo>
                    <a:pt x="379238" y="1955214"/>
                  </a:lnTo>
                  <a:lnTo>
                    <a:pt x="367004" y="1963867"/>
                  </a:lnTo>
                  <a:lnTo>
                    <a:pt x="354771" y="1973354"/>
                  </a:lnTo>
                  <a:lnTo>
                    <a:pt x="342537" y="1984057"/>
                  </a:lnTo>
                  <a:lnTo>
                    <a:pt x="330304" y="1994654"/>
                  </a:lnTo>
                  <a:lnTo>
                    <a:pt x="318070" y="2006068"/>
                  </a:lnTo>
                  <a:lnTo>
                    <a:pt x="305837" y="2017823"/>
                  </a:lnTo>
                  <a:lnTo>
                    <a:pt x="293603" y="2030655"/>
                  </a:lnTo>
                  <a:lnTo>
                    <a:pt x="281370" y="2045188"/>
                  </a:lnTo>
                  <a:lnTo>
                    <a:pt x="269136" y="2058869"/>
                  </a:lnTo>
                  <a:lnTo>
                    <a:pt x="256903" y="2071384"/>
                  </a:lnTo>
                  <a:lnTo>
                    <a:pt x="244669" y="2084272"/>
                  </a:lnTo>
                  <a:lnTo>
                    <a:pt x="232436" y="2096032"/>
                  </a:lnTo>
                  <a:lnTo>
                    <a:pt x="220202" y="2111274"/>
                  </a:lnTo>
                  <a:lnTo>
                    <a:pt x="207969" y="2125188"/>
                  </a:lnTo>
                  <a:lnTo>
                    <a:pt x="195735" y="2135485"/>
                  </a:lnTo>
                  <a:lnTo>
                    <a:pt x="183502" y="2145772"/>
                  </a:lnTo>
                  <a:lnTo>
                    <a:pt x="171268" y="2154663"/>
                  </a:lnTo>
                  <a:lnTo>
                    <a:pt x="159035" y="2162152"/>
                  </a:lnTo>
                  <a:lnTo>
                    <a:pt x="146801" y="2165667"/>
                  </a:lnTo>
                  <a:lnTo>
                    <a:pt x="134568" y="2168728"/>
                  </a:lnTo>
                  <a:lnTo>
                    <a:pt x="122334" y="2169681"/>
                  </a:lnTo>
                  <a:lnTo>
                    <a:pt x="110101" y="2173509"/>
                  </a:lnTo>
                  <a:lnTo>
                    <a:pt x="97867" y="2172429"/>
                  </a:lnTo>
                  <a:lnTo>
                    <a:pt x="85634" y="2170804"/>
                  </a:lnTo>
                  <a:lnTo>
                    <a:pt x="73400" y="2168492"/>
                  </a:lnTo>
                  <a:lnTo>
                    <a:pt x="61167" y="2168029"/>
                  </a:lnTo>
                  <a:lnTo>
                    <a:pt x="48933" y="2158991"/>
                  </a:lnTo>
                  <a:lnTo>
                    <a:pt x="36700" y="2155883"/>
                  </a:lnTo>
                  <a:lnTo>
                    <a:pt x="24466" y="2155669"/>
                  </a:lnTo>
                  <a:lnTo>
                    <a:pt x="12233" y="2158101"/>
                  </a:lnTo>
                  <a:lnTo>
                    <a:pt x="0" y="21555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2140112" cy="2010216"/>
            </a:xfrm>
            <a:custGeom>
              <a:avLst/>
              <a:pathLst>
                <a:path w="2140112" h="2010216">
                  <a:moveTo>
                    <a:pt x="0" y="1819183"/>
                  </a:moveTo>
                  <a:lnTo>
                    <a:pt x="12233" y="1864650"/>
                  </a:lnTo>
                  <a:lnTo>
                    <a:pt x="24466" y="1900293"/>
                  </a:lnTo>
                  <a:lnTo>
                    <a:pt x="36700" y="1931488"/>
                  </a:lnTo>
                  <a:lnTo>
                    <a:pt x="48933" y="1957369"/>
                  </a:lnTo>
                  <a:lnTo>
                    <a:pt x="61167" y="1977633"/>
                  </a:lnTo>
                  <a:lnTo>
                    <a:pt x="73400" y="1994719"/>
                  </a:lnTo>
                  <a:lnTo>
                    <a:pt x="85634" y="2004808"/>
                  </a:lnTo>
                  <a:lnTo>
                    <a:pt x="97867" y="2007687"/>
                  </a:lnTo>
                  <a:lnTo>
                    <a:pt x="110101" y="2007307"/>
                  </a:lnTo>
                  <a:lnTo>
                    <a:pt x="122334" y="2008608"/>
                  </a:lnTo>
                  <a:lnTo>
                    <a:pt x="134568" y="2008567"/>
                  </a:lnTo>
                  <a:lnTo>
                    <a:pt x="146801" y="2010216"/>
                  </a:lnTo>
                  <a:lnTo>
                    <a:pt x="159035" y="2004496"/>
                  </a:lnTo>
                  <a:lnTo>
                    <a:pt x="171268" y="1998689"/>
                  </a:lnTo>
                  <a:lnTo>
                    <a:pt x="183502" y="1994655"/>
                  </a:lnTo>
                  <a:lnTo>
                    <a:pt x="195735" y="1988506"/>
                  </a:lnTo>
                  <a:lnTo>
                    <a:pt x="207969" y="1980864"/>
                  </a:lnTo>
                  <a:lnTo>
                    <a:pt x="220202" y="1975042"/>
                  </a:lnTo>
                  <a:lnTo>
                    <a:pt x="232436" y="1967556"/>
                  </a:lnTo>
                  <a:lnTo>
                    <a:pt x="244669" y="1956018"/>
                  </a:lnTo>
                  <a:lnTo>
                    <a:pt x="256903" y="1947947"/>
                  </a:lnTo>
                  <a:lnTo>
                    <a:pt x="269136" y="1939316"/>
                  </a:lnTo>
                  <a:lnTo>
                    <a:pt x="281370" y="1929994"/>
                  </a:lnTo>
                  <a:lnTo>
                    <a:pt x="293603" y="1921286"/>
                  </a:lnTo>
                  <a:lnTo>
                    <a:pt x="305837" y="1911806"/>
                  </a:lnTo>
                  <a:lnTo>
                    <a:pt x="318070" y="1900823"/>
                  </a:lnTo>
                  <a:lnTo>
                    <a:pt x="330304" y="1889131"/>
                  </a:lnTo>
                  <a:lnTo>
                    <a:pt x="342537" y="1880068"/>
                  </a:lnTo>
                  <a:lnTo>
                    <a:pt x="354771" y="1872150"/>
                  </a:lnTo>
                  <a:lnTo>
                    <a:pt x="367004" y="1863453"/>
                  </a:lnTo>
                  <a:lnTo>
                    <a:pt x="379238" y="1854783"/>
                  </a:lnTo>
                  <a:lnTo>
                    <a:pt x="391471" y="1846619"/>
                  </a:lnTo>
                  <a:lnTo>
                    <a:pt x="403705" y="1838906"/>
                  </a:lnTo>
                  <a:lnTo>
                    <a:pt x="415938" y="1831586"/>
                  </a:lnTo>
                  <a:lnTo>
                    <a:pt x="428172" y="1824604"/>
                  </a:lnTo>
                  <a:lnTo>
                    <a:pt x="440405" y="1817903"/>
                  </a:lnTo>
                  <a:lnTo>
                    <a:pt x="452639" y="1811426"/>
                  </a:lnTo>
                  <a:lnTo>
                    <a:pt x="464872" y="1805118"/>
                  </a:lnTo>
                  <a:lnTo>
                    <a:pt x="477106" y="1798921"/>
                  </a:lnTo>
                  <a:lnTo>
                    <a:pt x="489339" y="1792780"/>
                  </a:lnTo>
                  <a:lnTo>
                    <a:pt x="501573" y="1786250"/>
                  </a:lnTo>
                  <a:lnTo>
                    <a:pt x="513806" y="1777703"/>
                  </a:lnTo>
                  <a:lnTo>
                    <a:pt x="526040" y="1769071"/>
                  </a:lnTo>
                  <a:lnTo>
                    <a:pt x="538273" y="1760460"/>
                  </a:lnTo>
                  <a:lnTo>
                    <a:pt x="550507" y="1752102"/>
                  </a:lnTo>
                  <a:lnTo>
                    <a:pt x="562740" y="1743486"/>
                  </a:lnTo>
                  <a:lnTo>
                    <a:pt x="574974" y="1734506"/>
                  </a:lnTo>
                  <a:lnTo>
                    <a:pt x="587207" y="1724469"/>
                  </a:lnTo>
                  <a:lnTo>
                    <a:pt x="599441" y="1714241"/>
                  </a:lnTo>
                  <a:lnTo>
                    <a:pt x="611674" y="1704109"/>
                  </a:lnTo>
                  <a:lnTo>
                    <a:pt x="623908" y="1693873"/>
                  </a:lnTo>
                  <a:lnTo>
                    <a:pt x="636141" y="1683326"/>
                  </a:lnTo>
                  <a:lnTo>
                    <a:pt x="648375" y="1672025"/>
                  </a:lnTo>
                  <a:lnTo>
                    <a:pt x="660608" y="1659967"/>
                  </a:lnTo>
                  <a:lnTo>
                    <a:pt x="672842" y="1648768"/>
                  </a:lnTo>
                  <a:lnTo>
                    <a:pt x="685075" y="1637479"/>
                  </a:lnTo>
                  <a:lnTo>
                    <a:pt x="697309" y="1625980"/>
                  </a:lnTo>
                  <a:lnTo>
                    <a:pt x="709542" y="1613151"/>
                  </a:lnTo>
                  <a:lnTo>
                    <a:pt x="721776" y="1599543"/>
                  </a:lnTo>
                  <a:lnTo>
                    <a:pt x="734009" y="1585920"/>
                  </a:lnTo>
                  <a:lnTo>
                    <a:pt x="746243" y="1572157"/>
                  </a:lnTo>
                  <a:lnTo>
                    <a:pt x="758476" y="1558241"/>
                  </a:lnTo>
                  <a:lnTo>
                    <a:pt x="770710" y="1544202"/>
                  </a:lnTo>
                  <a:lnTo>
                    <a:pt x="782943" y="1529798"/>
                  </a:lnTo>
                  <a:lnTo>
                    <a:pt x="795177" y="1515885"/>
                  </a:lnTo>
                  <a:lnTo>
                    <a:pt x="807410" y="1501648"/>
                  </a:lnTo>
                  <a:lnTo>
                    <a:pt x="819644" y="1486008"/>
                  </a:lnTo>
                  <a:lnTo>
                    <a:pt x="831877" y="1470429"/>
                  </a:lnTo>
                  <a:lnTo>
                    <a:pt x="844111" y="1454969"/>
                  </a:lnTo>
                  <a:lnTo>
                    <a:pt x="856344" y="1439684"/>
                  </a:lnTo>
                  <a:lnTo>
                    <a:pt x="868578" y="1425620"/>
                  </a:lnTo>
                  <a:lnTo>
                    <a:pt x="880811" y="1412550"/>
                  </a:lnTo>
                  <a:lnTo>
                    <a:pt x="893045" y="1398442"/>
                  </a:lnTo>
                  <a:lnTo>
                    <a:pt x="905278" y="1384549"/>
                  </a:lnTo>
                  <a:lnTo>
                    <a:pt x="917512" y="1370568"/>
                  </a:lnTo>
                  <a:lnTo>
                    <a:pt x="929745" y="1357139"/>
                  </a:lnTo>
                  <a:lnTo>
                    <a:pt x="941979" y="1344098"/>
                  </a:lnTo>
                  <a:lnTo>
                    <a:pt x="954212" y="1330445"/>
                  </a:lnTo>
                  <a:lnTo>
                    <a:pt x="966446" y="1317545"/>
                  </a:lnTo>
                  <a:lnTo>
                    <a:pt x="978679" y="1304919"/>
                  </a:lnTo>
                  <a:lnTo>
                    <a:pt x="990913" y="1292744"/>
                  </a:lnTo>
                  <a:lnTo>
                    <a:pt x="1003146" y="1280830"/>
                  </a:lnTo>
                  <a:lnTo>
                    <a:pt x="1015380" y="1269249"/>
                  </a:lnTo>
                  <a:lnTo>
                    <a:pt x="1027613" y="1257896"/>
                  </a:lnTo>
                  <a:lnTo>
                    <a:pt x="1039847" y="1246694"/>
                  </a:lnTo>
                  <a:lnTo>
                    <a:pt x="1052080" y="1234714"/>
                  </a:lnTo>
                  <a:lnTo>
                    <a:pt x="1064314" y="1224618"/>
                  </a:lnTo>
                  <a:lnTo>
                    <a:pt x="1076547" y="1210971"/>
                  </a:lnTo>
                  <a:lnTo>
                    <a:pt x="1088781" y="1194099"/>
                  </a:lnTo>
                  <a:lnTo>
                    <a:pt x="1101014" y="1180382"/>
                  </a:lnTo>
                  <a:lnTo>
                    <a:pt x="1113248" y="1166986"/>
                  </a:lnTo>
                  <a:lnTo>
                    <a:pt x="1125481" y="1153586"/>
                  </a:lnTo>
                  <a:lnTo>
                    <a:pt x="1137715" y="1140175"/>
                  </a:lnTo>
                  <a:lnTo>
                    <a:pt x="1149948" y="1126742"/>
                  </a:lnTo>
                  <a:lnTo>
                    <a:pt x="1162182" y="1113278"/>
                  </a:lnTo>
                  <a:lnTo>
                    <a:pt x="1174415" y="1099776"/>
                  </a:lnTo>
                  <a:lnTo>
                    <a:pt x="1186649" y="1086226"/>
                  </a:lnTo>
                  <a:lnTo>
                    <a:pt x="1198882" y="1072618"/>
                  </a:lnTo>
                  <a:lnTo>
                    <a:pt x="1211116" y="1058944"/>
                  </a:lnTo>
                  <a:lnTo>
                    <a:pt x="1223349" y="1045195"/>
                  </a:lnTo>
                  <a:lnTo>
                    <a:pt x="1235583" y="1031362"/>
                  </a:lnTo>
                  <a:lnTo>
                    <a:pt x="1247816" y="1015884"/>
                  </a:lnTo>
                  <a:lnTo>
                    <a:pt x="1260050" y="996740"/>
                  </a:lnTo>
                  <a:lnTo>
                    <a:pt x="1272283" y="976794"/>
                  </a:lnTo>
                  <a:lnTo>
                    <a:pt x="1284517" y="963061"/>
                  </a:lnTo>
                  <a:lnTo>
                    <a:pt x="1296750" y="947104"/>
                  </a:lnTo>
                  <a:lnTo>
                    <a:pt x="1308984" y="926261"/>
                  </a:lnTo>
                  <a:lnTo>
                    <a:pt x="1321217" y="904761"/>
                  </a:lnTo>
                  <a:lnTo>
                    <a:pt x="1333451" y="883875"/>
                  </a:lnTo>
                  <a:lnTo>
                    <a:pt x="1345684" y="860809"/>
                  </a:lnTo>
                  <a:lnTo>
                    <a:pt x="1357918" y="838557"/>
                  </a:lnTo>
                  <a:lnTo>
                    <a:pt x="1370151" y="816253"/>
                  </a:lnTo>
                  <a:lnTo>
                    <a:pt x="1382385" y="793995"/>
                  </a:lnTo>
                  <a:lnTo>
                    <a:pt x="1394618" y="769071"/>
                  </a:lnTo>
                  <a:lnTo>
                    <a:pt x="1406852" y="743251"/>
                  </a:lnTo>
                  <a:lnTo>
                    <a:pt x="1419085" y="717931"/>
                  </a:lnTo>
                  <a:lnTo>
                    <a:pt x="1431319" y="696950"/>
                  </a:lnTo>
                  <a:lnTo>
                    <a:pt x="1443552" y="677876"/>
                  </a:lnTo>
                  <a:lnTo>
                    <a:pt x="1455786" y="658560"/>
                  </a:lnTo>
                  <a:lnTo>
                    <a:pt x="1468019" y="638415"/>
                  </a:lnTo>
                  <a:lnTo>
                    <a:pt x="1480253" y="619254"/>
                  </a:lnTo>
                  <a:lnTo>
                    <a:pt x="1492486" y="601071"/>
                  </a:lnTo>
                  <a:lnTo>
                    <a:pt x="1504720" y="584714"/>
                  </a:lnTo>
                  <a:lnTo>
                    <a:pt x="1516953" y="567181"/>
                  </a:lnTo>
                  <a:lnTo>
                    <a:pt x="1529187" y="548831"/>
                  </a:lnTo>
                  <a:lnTo>
                    <a:pt x="1541420" y="540228"/>
                  </a:lnTo>
                  <a:lnTo>
                    <a:pt x="1553654" y="533456"/>
                  </a:lnTo>
                  <a:lnTo>
                    <a:pt x="1565887" y="524936"/>
                  </a:lnTo>
                  <a:lnTo>
                    <a:pt x="1578121" y="514318"/>
                  </a:lnTo>
                  <a:lnTo>
                    <a:pt x="1590354" y="505284"/>
                  </a:lnTo>
                  <a:lnTo>
                    <a:pt x="1602588" y="502316"/>
                  </a:lnTo>
                  <a:lnTo>
                    <a:pt x="1614821" y="492127"/>
                  </a:lnTo>
                  <a:lnTo>
                    <a:pt x="1627055" y="486994"/>
                  </a:lnTo>
                  <a:lnTo>
                    <a:pt x="1639288" y="483606"/>
                  </a:lnTo>
                  <a:lnTo>
                    <a:pt x="1651522" y="481457"/>
                  </a:lnTo>
                  <a:lnTo>
                    <a:pt x="1663755" y="473085"/>
                  </a:lnTo>
                  <a:lnTo>
                    <a:pt x="1675989" y="470648"/>
                  </a:lnTo>
                  <a:lnTo>
                    <a:pt x="1688222" y="458814"/>
                  </a:lnTo>
                  <a:lnTo>
                    <a:pt x="1700456" y="452167"/>
                  </a:lnTo>
                  <a:lnTo>
                    <a:pt x="1712689" y="444196"/>
                  </a:lnTo>
                  <a:lnTo>
                    <a:pt x="1724923" y="435930"/>
                  </a:lnTo>
                  <a:lnTo>
                    <a:pt x="1737156" y="430885"/>
                  </a:lnTo>
                  <a:lnTo>
                    <a:pt x="1749390" y="425583"/>
                  </a:lnTo>
                  <a:lnTo>
                    <a:pt x="1761623" y="421207"/>
                  </a:lnTo>
                  <a:lnTo>
                    <a:pt x="1773857" y="417777"/>
                  </a:lnTo>
                  <a:lnTo>
                    <a:pt x="1786090" y="415311"/>
                  </a:lnTo>
                  <a:lnTo>
                    <a:pt x="1798324" y="413827"/>
                  </a:lnTo>
                  <a:lnTo>
                    <a:pt x="1810557" y="413345"/>
                  </a:lnTo>
                  <a:lnTo>
                    <a:pt x="1822791" y="413882"/>
                  </a:lnTo>
                  <a:lnTo>
                    <a:pt x="1835024" y="414273"/>
                  </a:lnTo>
                  <a:lnTo>
                    <a:pt x="1847258" y="411475"/>
                  </a:lnTo>
                  <a:lnTo>
                    <a:pt x="1859491" y="400780"/>
                  </a:lnTo>
                  <a:lnTo>
                    <a:pt x="1871725" y="400025"/>
                  </a:lnTo>
                  <a:lnTo>
                    <a:pt x="1883958" y="381414"/>
                  </a:lnTo>
                  <a:lnTo>
                    <a:pt x="1896192" y="388406"/>
                  </a:lnTo>
                  <a:lnTo>
                    <a:pt x="1908425" y="380446"/>
                  </a:lnTo>
                  <a:lnTo>
                    <a:pt x="1920659" y="365471"/>
                  </a:lnTo>
                  <a:lnTo>
                    <a:pt x="1932892" y="349759"/>
                  </a:lnTo>
                  <a:lnTo>
                    <a:pt x="1945126" y="317928"/>
                  </a:lnTo>
                  <a:lnTo>
                    <a:pt x="1957359" y="307159"/>
                  </a:lnTo>
                  <a:lnTo>
                    <a:pt x="1969593" y="279759"/>
                  </a:lnTo>
                  <a:lnTo>
                    <a:pt x="1981826" y="264337"/>
                  </a:lnTo>
                  <a:lnTo>
                    <a:pt x="1994060" y="246504"/>
                  </a:lnTo>
                  <a:lnTo>
                    <a:pt x="2006293" y="226287"/>
                  </a:lnTo>
                  <a:lnTo>
                    <a:pt x="2018527" y="209426"/>
                  </a:lnTo>
                  <a:lnTo>
                    <a:pt x="2030760" y="196473"/>
                  </a:lnTo>
                  <a:lnTo>
                    <a:pt x="2042994" y="181652"/>
                  </a:lnTo>
                  <a:lnTo>
                    <a:pt x="2055227" y="161361"/>
                  </a:lnTo>
                  <a:lnTo>
                    <a:pt x="2067461" y="144471"/>
                  </a:lnTo>
                  <a:lnTo>
                    <a:pt x="2079694" y="115265"/>
                  </a:lnTo>
                  <a:lnTo>
                    <a:pt x="2091928" y="122192"/>
                  </a:lnTo>
                  <a:lnTo>
                    <a:pt x="2104161" y="105595"/>
                  </a:lnTo>
                  <a:lnTo>
                    <a:pt x="2116395" y="72513"/>
                  </a:lnTo>
                  <a:lnTo>
                    <a:pt x="2128628" y="46960"/>
                  </a:lnTo>
                  <a:lnTo>
                    <a:pt x="214011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458705"/>
              <a:ext cx="2189796" cy="1470192"/>
            </a:xfrm>
            <a:custGeom>
              <a:avLst/>
              <a:pathLst>
                <a:path w="2189796" h="1470192">
                  <a:moveTo>
                    <a:pt x="2189796" y="377271"/>
                  </a:moveTo>
                  <a:lnTo>
                    <a:pt x="2177562" y="242623"/>
                  </a:lnTo>
                  <a:lnTo>
                    <a:pt x="2165329" y="161907"/>
                  </a:lnTo>
                  <a:lnTo>
                    <a:pt x="2153095" y="108425"/>
                  </a:lnTo>
                  <a:lnTo>
                    <a:pt x="2140862" y="98983"/>
                  </a:lnTo>
                  <a:lnTo>
                    <a:pt x="2128628" y="82441"/>
                  </a:lnTo>
                  <a:lnTo>
                    <a:pt x="2116395" y="51262"/>
                  </a:lnTo>
                  <a:lnTo>
                    <a:pt x="2104161" y="49982"/>
                  </a:lnTo>
                  <a:lnTo>
                    <a:pt x="2091928" y="34136"/>
                  </a:lnTo>
                  <a:lnTo>
                    <a:pt x="2079694" y="30688"/>
                  </a:lnTo>
                  <a:lnTo>
                    <a:pt x="2067461" y="45837"/>
                  </a:lnTo>
                  <a:lnTo>
                    <a:pt x="2055227" y="59098"/>
                  </a:lnTo>
                  <a:lnTo>
                    <a:pt x="2042994" y="49986"/>
                  </a:lnTo>
                  <a:lnTo>
                    <a:pt x="2030760" y="41592"/>
                  </a:lnTo>
                  <a:lnTo>
                    <a:pt x="2018527" y="51011"/>
                  </a:lnTo>
                  <a:lnTo>
                    <a:pt x="2006293" y="60698"/>
                  </a:lnTo>
                  <a:lnTo>
                    <a:pt x="1994060" y="70491"/>
                  </a:lnTo>
                  <a:lnTo>
                    <a:pt x="1981826" y="80230"/>
                  </a:lnTo>
                  <a:lnTo>
                    <a:pt x="1969593" y="66784"/>
                  </a:lnTo>
                  <a:lnTo>
                    <a:pt x="1957359" y="66422"/>
                  </a:lnTo>
                  <a:lnTo>
                    <a:pt x="1945126" y="63021"/>
                  </a:lnTo>
                  <a:lnTo>
                    <a:pt x="1932892" y="46704"/>
                  </a:lnTo>
                  <a:lnTo>
                    <a:pt x="1920659" y="55328"/>
                  </a:lnTo>
                  <a:lnTo>
                    <a:pt x="1908425" y="55624"/>
                  </a:lnTo>
                  <a:lnTo>
                    <a:pt x="1896192" y="64105"/>
                  </a:lnTo>
                  <a:lnTo>
                    <a:pt x="1883958" y="55226"/>
                  </a:lnTo>
                  <a:lnTo>
                    <a:pt x="1871725" y="56904"/>
                  </a:lnTo>
                  <a:lnTo>
                    <a:pt x="1859491" y="68443"/>
                  </a:lnTo>
                  <a:lnTo>
                    <a:pt x="1847258" y="64977"/>
                  </a:lnTo>
                  <a:lnTo>
                    <a:pt x="1835024" y="56610"/>
                  </a:lnTo>
                  <a:lnTo>
                    <a:pt x="1822791" y="64825"/>
                  </a:lnTo>
                  <a:lnTo>
                    <a:pt x="1810557" y="65853"/>
                  </a:lnTo>
                  <a:lnTo>
                    <a:pt x="1798324" y="59370"/>
                  </a:lnTo>
                  <a:lnTo>
                    <a:pt x="1786090" y="50265"/>
                  </a:lnTo>
                  <a:lnTo>
                    <a:pt x="1773857" y="39465"/>
                  </a:lnTo>
                  <a:lnTo>
                    <a:pt x="1761623" y="34883"/>
                  </a:lnTo>
                  <a:lnTo>
                    <a:pt x="1749390" y="25604"/>
                  </a:lnTo>
                  <a:lnTo>
                    <a:pt x="1737156" y="21421"/>
                  </a:lnTo>
                  <a:lnTo>
                    <a:pt x="1724923" y="17662"/>
                  </a:lnTo>
                  <a:lnTo>
                    <a:pt x="1712689" y="13828"/>
                  </a:lnTo>
                  <a:lnTo>
                    <a:pt x="1700456" y="11330"/>
                  </a:lnTo>
                  <a:lnTo>
                    <a:pt x="1688222" y="6385"/>
                  </a:lnTo>
                  <a:lnTo>
                    <a:pt x="1675989" y="3003"/>
                  </a:lnTo>
                  <a:lnTo>
                    <a:pt x="1663755" y="0"/>
                  </a:lnTo>
                  <a:lnTo>
                    <a:pt x="1651522" y="2406"/>
                  </a:lnTo>
                  <a:lnTo>
                    <a:pt x="1639288" y="4337"/>
                  </a:lnTo>
                  <a:lnTo>
                    <a:pt x="1627055" y="10707"/>
                  </a:lnTo>
                  <a:lnTo>
                    <a:pt x="1614821" y="16689"/>
                  </a:lnTo>
                  <a:lnTo>
                    <a:pt x="1602588" y="21776"/>
                  </a:lnTo>
                  <a:lnTo>
                    <a:pt x="1590354" y="27428"/>
                  </a:lnTo>
                  <a:lnTo>
                    <a:pt x="1578121" y="36774"/>
                  </a:lnTo>
                  <a:lnTo>
                    <a:pt x="1565887" y="47531"/>
                  </a:lnTo>
                  <a:lnTo>
                    <a:pt x="1553654" y="59402"/>
                  </a:lnTo>
                  <a:lnTo>
                    <a:pt x="1541420" y="73365"/>
                  </a:lnTo>
                  <a:lnTo>
                    <a:pt x="1529187" y="86996"/>
                  </a:lnTo>
                  <a:lnTo>
                    <a:pt x="1516953" y="101214"/>
                  </a:lnTo>
                  <a:lnTo>
                    <a:pt x="1504720" y="115672"/>
                  </a:lnTo>
                  <a:lnTo>
                    <a:pt x="1492486" y="130342"/>
                  </a:lnTo>
                  <a:lnTo>
                    <a:pt x="1480253" y="145194"/>
                  </a:lnTo>
                  <a:lnTo>
                    <a:pt x="1468019" y="159245"/>
                  </a:lnTo>
                  <a:lnTo>
                    <a:pt x="1455786" y="172903"/>
                  </a:lnTo>
                  <a:lnTo>
                    <a:pt x="1443552" y="187401"/>
                  </a:lnTo>
                  <a:lnTo>
                    <a:pt x="1431319" y="201893"/>
                  </a:lnTo>
                  <a:lnTo>
                    <a:pt x="1419085" y="216361"/>
                  </a:lnTo>
                  <a:lnTo>
                    <a:pt x="1406852" y="230787"/>
                  </a:lnTo>
                  <a:lnTo>
                    <a:pt x="1394618" y="247185"/>
                  </a:lnTo>
                  <a:lnTo>
                    <a:pt x="1382385" y="261507"/>
                  </a:lnTo>
                  <a:lnTo>
                    <a:pt x="1370151" y="282173"/>
                  </a:lnTo>
                  <a:lnTo>
                    <a:pt x="1357918" y="297219"/>
                  </a:lnTo>
                  <a:lnTo>
                    <a:pt x="1345684" y="315608"/>
                  </a:lnTo>
                  <a:lnTo>
                    <a:pt x="1333451" y="337028"/>
                  </a:lnTo>
                  <a:lnTo>
                    <a:pt x="1321217" y="363151"/>
                  </a:lnTo>
                  <a:lnTo>
                    <a:pt x="1308984" y="388652"/>
                  </a:lnTo>
                  <a:lnTo>
                    <a:pt x="1296750" y="412304"/>
                  </a:lnTo>
                  <a:lnTo>
                    <a:pt x="1284517" y="428160"/>
                  </a:lnTo>
                  <a:lnTo>
                    <a:pt x="1272283" y="443511"/>
                  </a:lnTo>
                  <a:lnTo>
                    <a:pt x="1260050" y="459224"/>
                  </a:lnTo>
                  <a:lnTo>
                    <a:pt x="1247816" y="475414"/>
                  </a:lnTo>
                  <a:lnTo>
                    <a:pt x="1235583" y="493024"/>
                  </a:lnTo>
                  <a:lnTo>
                    <a:pt x="1223349" y="508268"/>
                  </a:lnTo>
                  <a:lnTo>
                    <a:pt x="1211116" y="520573"/>
                  </a:lnTo>
                  <a:lnTo>
                    <a:pt x="1198882" y="532057"/>
                  </a:lnTo>
                  <a:lnTo>
                    <a:pt x="1186649" y="542791"/>
                  </a:lnTo>
                  <a:lnTo>
                    <a:pt x="1174415" y="552848"/>
                  </a:lnTo>
                  <a:lnTo>
                    <a:pt x="1162182" y="562301"/>
                  </a:lnTo>
                  <a:lnTo>
                    <a:pt x="1149948" y="572676"/>
                  </a:lnTo>
                  <a:lnTo>
                    <a:pt x="1137715" y="581522"/>
                  </a:lnTo>
                  <a:lnTo>
                    <a:pt x="1125481" y="588697"/>
                  </a:lnTo>
                  <a:lnTo>
                    <a:pt x="1113248" y="596333"/>
                  </a:lnTo>
                  <a:lnTo>
                    <a:pt x="1101014" y="606174"/>
                  </a:lnTo>
                  <a:lnTo>
                    <a:pt x="1088781" y="618907"/>
                  </a:lnTo>
                  <a:lnTo>
                    <a:pt x="1076547" y="626216"/>
                  </a:lnTo>
                  <a:lnTo>
                    <a:pt x="1064314" y="636173"/>
                  </a:lnTo>
                  <a:lnTo>
                    <a:pt x="1052080" y="648371"/>
                  </a:lnTo>
                  <a:lnTo>
                    <a:pt x="1039847" y="660784"/>
                  </a:lnTo>
                  <a:lnTo>
                    <a:pt x="1027613" y="673063"/>
                  </a:lnTo>
                  <a:lnTo>
                    <a:pt x="1015380" y="684251"/>
                  </a:lnTo>
                  <a:lnTo>
                    <a:pt x="1003146" y="691848"/>
                  </a:lnTo>
                  <a:lnTo>
                    <a:pt x="990913" y="705438"/>
                  </a:lnTo>
                  <a:lnTo>
                    <a:pt x="978679" y="719306"/>
                  </a:lnTo>
                  <a:lnTo>
                    <a:pt x="966446" y="731749"/>
                  </a:lnTo>
                  <a:lnTo>
                    <a:pt x="954212" y="743399"/>
                  </a:lnTo>
                  <a:lnTo>
                    <a:pt x="941979" y="756801"/>
                  </a:lnTo>
                  <a:lnTo>
                    <a:pt x="929745" y="769228"/>
                  </a:lnTo>
                  <a:lnTo>
                    <a:pt x="917512" y="781249"/>
                  </a:lnTo>
                  <a:lnTo>
                    <a:pt x="905278" y="794501"/>
                  </a:lnTo>
                  <a:lnTo>
                    <a:pt x="893045" y="808679"/>
                  </a:lnTo>
                  <a:lnTo>
                    <a:pt x="880811" y="822584"/>
                  </a:lnTo>
                  <a:lnTo>
                    <a:pt x="868578" y="835463"/>
                  </a:lnTo>
                  <a:lnTo>
                    <a:pt x="856344" y="848238"/>
                  </a:lnTo>
                  <a:lnTo>
                    <a:pt x="844111" y="860903"/>
                  </a:lnTo>
                  <a:lnTo>
                    <a:pt x="831877" y="873455"/>
                  </a:lnTo>
                  <a:lnTo>
                    <a:pt x="819644" y="885887"/>
                  </a:lnTo>
                  <a:lnTo>
                    <a:pt x="807410" y="898127"/>
                  </a:lnTo>
                  <a:lnTo>
                    <a:pt x="795177" y="910374"/>
                  </a:lnTo>
                  <a:lnTo>
                    <a:pt x="782943" y="925238"/>
                  </a:lnTo>
                  <a:lnTo>
                    <a:pt x="770710" y="939837"/>
                  </a:lnTo>
                  <a:lnTo>
                    <a:pt x="758476" y="954659"/>
                  </a:lnTo>
                  <a:lnTo>
                    <a:pt x="746243" y="969038"/>
                  </a:lnTo>
                  <a:lnTo>
                    <a:pt x="734009" y="983153"/>
                  </a:lnTo>
                  <a:lnTo>
                    <a:pt x="721776" y="996973"/>
                  </a:lnTo>
                  <a:lnTo>
                    <a:pt x="709542" y="1010465"/>
                  </a:lnTo>
                  <a:lnTo>
                    <a:pt x="697309" y="1023597"/>
                  </a:lnTo>
                  <a:lnTo>
                    <a:pt x="685075" y="1036661"/>
                  </a:lnTo>
                  <a:lnTo>
                    <a:pt x="672842" y="1049896"/>
                  </a:lnTo>
                  <a:lnTo>
                    <a:pt x="660608" y="1062680"/>
                  </a:lnTo>
                  <a:lnTo>
                    <a:pt x="648375" y="1074370"/>
                  </a:lnTo>
                  <a:lnTo>
                    <a:pt x="636141" y="1084413"/>
                  </a:lnTo>
                  <a:lnTo>
                    <a:pt x="623908" y="1094043"/>
                  </a:lnTo>
                  <a:lnTo>
                    <a:pt x="611674" y="1103621"/>
                  </a:lnTo>
                  <a:lnTo>
                    <a:pt x="599441" y="1113322"/>
                  </a:lnTo>
                  <a:lnTo>
                    <a:pt x="587207" y="1122352"/>
                  </a:lnTo>
                  <a:lnTo>
                    <a:pt x="574974" y="1130789"/>
                  </a:lnTo>
                  <a:lnTo>
                    <a:pt x="562740" y="1139912"/>
                  </a:lnTo>
                  <a:lnTo>
                    <a:pt x="550507" y="1148693"/>
                  </a:lnTo>
                  <a:lnTo>
                    <a:pt x="538273" y="1157099"/>
                  </a:lnTo>
                  <a:lnTo>
                    <a:pt x="526040" y="1165090"/>
                  </a:lnTo>
                  <a:lnTo>
                    <a:pt x="513806" y="1171407"/>
                  </a:lnTo>
                  <a:lnTo>
                    <a:pt x="501573" y="1176708"/>
                  </a:lnTo>
                  <a:lnTo>
                    <a:pt x="489339" y="1181116"/>
                  </a:lnTo>
                  <a:lnTo>
                    <a:pt x="477106" y="1189452"/>
                  </a:lnTo>
                  <a:lnTo>
                    <a:pt x="464872" y="1196749"/>
                  </a:lnTo>
                  <a:lnTo>
                    <a:pt x="452639" y="1204538"/>
                  </a:lnTo>
                  <a:lnTo>
                    <a:pt x="440405" y="1211700"/>
                  </a:lnTo>
                  <a:lnTo>
                    <a:pt x="428172" y="1219492"/>
                  </a:lnTo>
                  <a:lnTo>
                    <a:pt x="415938" y="1227174"/>
                  </a:lnTo>
                  <a:lnTo>
                    <a:pt x="403705" y="1236152"/>
                  </a:lnTo>
                  <a:lnTo>
                    <a:pt x="391471" y="1243621"/>
                  </a:lnTo>
                  <a:lnTo>
                    <a:pt x="379238" y="1251897"/>
                  </a:lnTo>
                  <a:lnTo>
                    <a:pt x="367004" y="1260551"/>
                  </a:lnTo>
                  <a:lnTo>
                    <a:pt x="354771" y="1270037"/>
                  </a:lnTo>
                  <a:lnTo>
                    <a:pt x="342537" y="1280740"/>
                  </a:lnTo>
                  <a:lnTo>
                    <a:pt x="330304" y="1291337"/>
                  </a:lnTo>
                  <a:lnTo>
                    <a:pt x="318070" y="1302751"/>
                  </a:lnTo>
                  <a:lnTo>
                    <a:pt x="305837" y="1314506"/>
                  </a:lnTo>
                  <a:lnTo>
                    <a:pt x="293603" y="1327338"/>
                  </a:lnTo>
                  <a:lnTo>
                    <a:pt x="281370" y="1341871"/>
                  </a:lnTo>
                  <a:lnTo>
                    <a:pt x="269136" y="1355552"/>
                  </a:lnTo>
                  <a:lnTo>
                    <a:pt x="256903" y="1368068"/>
                  </a:lnTo>
                  <a:lnTo>
                    <a:pt x="244669" y="1380955"/>
                  </a:lnTo>
                  <a:lnTo>
                    <a:pt x="232436" y="1392715"/>
                  </a:lnTo>
                  <a:lnTo>
                    <a:pt x="220202" y="1407957"/>
                  </a:lnTo>
                  <a:lnTo>
                    <a:pt x="207969" y="1421872"/>
                  </a:lnTo>
                  <a:lnTo>
                    <a:pt x="195735" y="1432168"/>
                  </a:lnTo>
                  <a:lnTo>
                    <a:pt x="183502" y="1442456"/>
                  </a:lnTo>
                  <a:lnTo>
                    <a:pt x="171268" y="1451346"/>
                  </a:lnTo>
                  <a:lnTo>
                    <a:pt x="159035" y="1458835"/>
                  </a:lnTo>
                  <a:lnTo>
                    <a:pt x="146801" y="1462350"/>
                  </a:lnTo>
                  <a:lnTo>
                    <a:pt x="134568" y="1465412"/>
                  </a:lnTo>
                  <a:lnTo>
                    <a:pt x="122334" y="1466364"/>
                  </a:lnTo>
                  <a:lnTo>
                    <a:pt x="110101" y="1470192"/>
                  </a:lnTo>
                  <a:lnTo>
                    <a:pt x="97867" y="1469112"/>
                  </a:lnTo>
                  <a:lnTo>
                    <a:pt x="85634" y="1467488"/>
                  </a:lnTo>
                  <a:lnTo>
                    <a:pt x="73400" y="1465175"/>
                  </a:lnTo>
                  <a:lnTo>
                    <a:pt x="61167" y="1464712"/>
                  </a:lnTo>
                  <a:lnTo>
                    <a:pt x="48933" y="1455674"/>
                  </a:lnTo>
                  <a:lnTo>
                    <a:pt x="36700" y="1452567"/>
                  </a:lnTo>
                  <a:lnTo>
                    <a:pt x="24466" y="1452352"/>
                  </a:lnTo>
                  <a:lnTo>
                    <a:pt x="12233" y="1454784"/>
                  </a:lnTo>
                  <a:lnTo>
                    <a:pt x="0" y="14522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119454"/>
              <a:ext cx="2189796" cy="1725303"/>
            </a:xfrm>
            <a:custGeom>
              <a:avLst/>
              <a:pathLst>
                <a:path w="2189796" h="1725303">
                  <a:moveTo>
                    <a:pt x="0" y="1618215"/>
                  </a:moveTo>
                  <a:lnTo>
                    <a:pt x="12233" y="1641234"/>
                  </a:lnTo>
                  <a:lnTo>
                    <a:pt x="24466" y="1661120"/>
                  </a:lnTo>
                  <a:lnTo>
                    <a:pt x="36700" y="1678022"/>
                  </a:lnTo>
                  <a:lnTo>
                    <a:pt x="48933" y="1692089"/>
                  </a:lnTo>
                  <a:lnTo>
                    <a:pt x="61167" y="1703469"/>
                  </a:lnTo>
                  <a:lnTo>
                    <a:pt x="73400" y="1712314"/>
                  </a:lnTo>
                  <a:lnTo>
                    <a:pt x="85634" y="1718770"/>
                  </a:lnTo>
                  <a:lnTo>
                    <a:pt x="97867" y="1722988"/>
                  </a:lnTo>
                  <a:lnTo>
                    <a:pt x="110101" y="1725116"/>
                  </a:lnTo>
                  <a:lnTo>
                    <a:pt x="122334" y="1725303"/>
                  </a:lnTo>
                  <a:lnTo>
                    <a:pt x="134568" y="1723700"/>
                  </a:lnTo>
                  <a:lnTo>
                    <a:pt x="146801" y="1720454"/>
                  </a:lnTo>
                  <a:lnTo>
                    <a:pt x="159035" y="1715715"/>
                  </a:lnTo>
                  <a:lnTo>
                    <a:pt x="171268" y="1709632"/>
                  </a:lnTo>
                  <a:lnTo>
                    <a:pt x="183502" y="1702353"/>
                  </a:lnTo>
                  <a:lnTo>
                    <a:pt x="195735" y="1694029"/>
                  </a:lnTo>
                  <a:lnTo>
                    <a:pt x="207969" y="1684808"/>
                  </a:lnTo>
                  <a:lnTo>
                    <a:pt x="220202" y="1674840"/>
                  </a:lnTo>
                  <a:lnTo>
                    <a:pt x="232436" y="1664273"/>
                  </a:lnTo>
                  <a:lnTo>
                    <a:pt x="244669" y="1653256"/>
                  </a:lnTo>
                  <a:lnTo>
                    <a:pt x="256903" y="1641939"/>
                  </a:lnTo>
                  <a:lnTo>
                    <a:pt x="269136" y="1630471"/>
                  </a:lnTo>
                  <a:lnTo>
                    <a:pt x="281370" y="1619000"/>
                  </a:lnTo>
                  <a:lnTo>
                    <a:pt x="293603" y="1607676"/>
                  </a:lnTo>
                  <a:lnTo>
                    <a:pt x="305837" y="1596649"/>
                  </a:lnTo>
                  <a:lnTo>
                    <a:pt x="318070" y="1586063"/>
                  </a:lnTo>
                  <a:lnTo>
                    <a:pt x="330304" y="1575984"/>
                  </a:lnTo>
                  <a:lnTo>
                    <a:pt x="342537" y="1566375"/>
                  </a:lnTo>
                  <a:lnTo>
                    <a:pt x="354771" y="1557196"/>
                  </a:lnTo>
                  <a:lnTo>
                    <a:pt x="367004" y="1548404"/>
                  </a:lnTo>
                  <a:lnTo>
                    <a:pt x="379238" y="1539960"/>
                  </a:lnTo>
                  <a:lnTo>
                    <a:pt x="391471" y="1531820"/>
                  </a:lnTo>
                  <a:lnTo>
                    <a:pt x="403705" y="1523944"/>
                  </a:lnTo>
                  <a:lnTo>
                    <a:pt x="415938" y="1516291"/>
                  </a:lnTo>
                  <a:lnTo>
                    <a:pt x="428172" y="1508819"/>
                  </a:lnTo>
                  <a:lnTo>
                    <a:pt x="440405" y="1501486"/>
                  </a:lnTo>
                  <a:lnTo>
                    <a:pt x="452639" y="1494252"/>
                  </a:lnTo>
                  <a:lnTo>
                    <a:pt x="464872" y="1487075"/>
                  </a:lnTo>
                  <a:lnTo>
                    <a:pt x="477106" y="1479914"/>
                  </a:lnTo>
                  <a:lnTo>
                    <a:pt x="489339" y="1472727"/>
                  </a:lnTo>
                  <a:lnTo>
                    <a:pt x="501573" y="1465473"/>
                  </a:lnTo>
                  <a:lnTo>
                    <a:pt x="513806" y="1458111"/>
                  </a:lnTo>
                  <a:lnTo>
                    <a:pt x="526040" y="1450599"/>
                  </a:lnTo>
                  <a:lnTo>
                    <a:pt x="538273" y="1442896"/>
                  </a:lnTo>
                  <a:lnTo>
                    <a:pt x="550507" y="1434960"/>
                  </a:lnTo>
                  <a:lnTo>
                    <a:pt x="562740" y="1426751"/>
                  </a:lnTo>
                  <a:lnTo>
                    <a:pt x="574974" y="1418226"/>
                  </a:lnTo>
                  <a:lnTo>
                    <a:pt x="587207" y="1409345"/>
                  </a:lnTo>
                  <a:lnTo>
                    <a:pt x="599441" y="1400066"/>
                  </a:lnTo>
                  <a:lnTo>
                    <a:pt x="611674" y="1390348"/>
                  </a:lnTo>
                  <a:lnTo>
                    <a:pt x="623908" y="1380149"/>
                  </a:lnTo>
                  <a:lnTo>
                    <a:pt x="636141" y="1369437"/>
                  </a:lnTo>
                  <a:lnTo>
                    <a:pt x="648375" y="1358228"/>
                  </a:lnTo>
                  <a:lnTo>
                    <a:pt x="660608" y="1346558"/>
                  </a:lnTo>
                  <a:lnTo>
                    <a:pt x="672842" y="1334461"/>
                  </a:lnTo>
                  <a:lnTo>
                    <a:pt x="685075" y="1321973"/>
                  </a:lnTo>
                  <a:lnTo>
                    <a:pt x="697309" y="1309130"/>
                  </a:lnTo>
                  <a:lnTo>
                    <a:pt x="709542" y="1295967"/>
                  </a:lnTo>
                  <a:lnTo>
                    <a:pt x="721776" y="1282518"/>
                  </a:lnTo>
                  <a:lnTo>
                    <a:pt x="734009" y="1268820"/>
                  </a:lnTo>
                  <a:lnTo>
                    <a:pt x="746243" y="1254908"/>
                  </a:lnTo>
                  <a:lnTo>
                    <a:pt x="758476" y="1240816"/>
                  </a:lnTo>
                  <a:lnTo>
                    <a:pt x="770710" y="1226581"/>
                  </a:lnTo>
                  <a:lnTo>
                    <a:pt x="782943" y="1212238"/>
                  </a:lnTo>
                  <a:lnTo>
                    <a:pt x="795177" y="1197821"/>
                  </a:lnTo>
                  <a:lnTo>
                    <a:pt x="807410" y="1183367"/>
                  </a:lnTo>
                  <a:lnTo>
                    <a:pt x="819644" y="1168911"/>
                  </a:lnTo>
                  <a:lnTo>
                    <a:pt x="831877" y="1154487"/>
                  </a:lnTo>
                  <a:lnTo>
                    <a:pt x="844111" y="1140132"/>
                  </a:lnTo>
                  <a:lnTo>
                    <a:pt x="856344" y="1125880"/>
                  </a:lnTo>
                  <a:lnTo>
                    <a:pt x="868578" y="1111767"/>
                  </a:lnTo>
                  <a:lnTo>
                    <a:pt x="880811" y="1097829"/>
                  </a:lnTo>
                  <a:lnTo>
                    <a:pt x="893045" y="1084100"/>
                  </a:lnTo>
                  <a:lnTo>
                    <a:pt x="905278" y="1070615"/>
                  </a:lnTo>
                  <a:lnTo>
                    <a:pt x="917512" y="1057411"/>
                  </a:lnTo>
                  <a:lnTo>
                    <a:pt x="929745" y="1044522"/>
                  </a:lnTo>
                  <a:lnTo>
                    <a:pt x="941979" y="1031983"/>
                  </a:lnTo>
                  <a:lnTo>
                    <a:pt x="954212" y="1019801"/>
                  </a:lnTo>
                  <a:lnTo>
                    <a:pt x="966446" y="1007938"/>
                  </a:lnTo>
                  <a:lnTo>
                    <a:pt x="978679" y="996351"/>
                  </a:lnTo>
                  <a:lnTo>
                    <a:pt x="990913" y="984996"/>
                  </a:lnTo>
                  <a:lnTo>
                    <a:pt x="1003146" y="973832"/>
                  </a:lnTo>
                  <a:lnTo>
                    <a:pt x="1015380" y="962813"/>
                  </a:lnTo>
                  <a:lnTo>
                    <a:pt x="1027613" y="951897"/>
                  </a:lnTo>
                  <a:lnTo>
                    <a:pt x="1039847" y="941042"/>
                  </a:lnTo>
                  <a:lnTo>
                    <a:pt x="1052080" y="930203"/>
                  </a:lnTo>
                  <a:lnTo>
                    <a:pt x="1064314" y="919337"/>
                  </a:lnTo>
                  <a:lnTo>
                    <a:pt x="1076547" y="908401"/>
                  </a:lnTo>
                  <a:lnTo>
                    <a:pt x="1088781" y="897352"/>
                  </a:lnTo>
                  <a:lnTo>
                    <a:pt x="1101014" y="886148"/>
                  </a:lnTo>
                  <a:lnTo>
                    <a:pt x="1113248" y="874743"/>
                  </a:lnTo>
                  <a:lnTo>
                    <a:pt x="1125481" y="863096"/>
                  </a:lnTo>
                  <a:lnTo>
                    <a:pt x="1137715" y="851163"/>
                  </a:lnTo>
                  <a:lnTo>
                    <a:pt x="1149948" y="838901"/>
                  </a:lnTo>
                  <a:lnTo>
                    <a:pt x="1162182" y="826266"/>
                  </a:lnTo>
                  <a:lnTo>
                    <a:pt x="1174415" y="813216"/>
                  </a:lnTo>
                  <a:lnTo>
                    <a:pt x="1186649" y="799707"/>
                  </a:lnTo>
                  <a:lnTo>
                    <a:pt x="1198882" y="785696"/>
                  </a:lnTo>
                  <a:lnTo>
                    <a:pt x="1211116" y="771140"/>
                  </a:lnTo>
                  <a:lnTo>
                    <a:pt x="1223349" y="755995"/>
                  </a:lnTo>
                  <a:lnTo>
                    <a:pt x="1235583" y="740220"/>
                  </a:lnTo>
                  <a:lnTo>
                    <a:pt x="1247816" y="723772"/>
                  </a:lnTo>
                  <a:lnTo>
                    <a:pt x="1260050" y="706616"/>
                  </a:lnTo>
                  <a:lnTo>
                    <a:pt x="1272283" y="688789"/>
                  </a:lnTo>
                  <a:lnTo>
                    <a:pt x="1284517" y="670372"/>
                  </a:lnTo>
                  <a:lnTo>
                    <a:pt x="1296750" y="651445"/>
                  </a:lnTo>
                  <a:lnTo>
                    <a:pt x="1308984" y="632087"/>
                  </a:lnTo>
                  <a:lnTo>
                    <a:pt x="1321217" y="612379"/>
                  </a:lnTo>
                  <a:lnTo>
                    <a:pt x="1333451" y="592402"/>
                  </a:lnTo>
                  <a:lnTo>
                    <a:pt x="1345684" y="572235"/>
                  </a:lnTo>
                  <a:lnTo>
                    <a:pt x="1357918" y="551958"/>
                  </a:lnTo>
                  <a:lnTo>
                    <a:pt x="1370151" y="531651"/>
                  </a:lnTo>
                  <a:lnTo>
                    <a:pt x="1382385" y="511395"/>
                  </a:lnTo>
                  <a:lnTo>
                    <a:pt x="1394618" y="491271"/>
                  </a:lnTo>
                  <a:lnTo>
                    <a:pt x="1406852" y="471356"/>
                  </a:lnTo>
                  <a:lnTo>
                    <a:pt x="1419085" y="451734"/>
                  </a:lnTo>
                  <a:lnTo>
                    <a:pt x="1431319" y="432482"/>
                  </a:lnTo>
                  <a:lnTo>
                    <a:pt x="1443552" y="413681"/>
                  </a:lnTo>
                  <a:lnTo>
                    <a:pt x="1455786" y="395413"/>
                  </a:lnTo>
                  <a:lnTo>
                    <a:pt x="1468019" y="377755"/>
                  </a:lnTo>
                  <a:lnTo>
                    <a:pt x="1480253" y="360790"/>
                  </a:lnTo>
                  <a:lnTo>
                    <a:pt x="1492486" y="344596"/>
                  </a:lnTo>
                  <a:lnTo>
                    <a:pt x="1504720" y="329255"/>
                  </a:lnTo>
                  <a:lnTo>
                    <a:pt x="1516953" y="314845"/>
                  </a:lnTo>
                  <a:lnTo>
                    <a:pt x="1529187" y="301448"/>
                  </a:lnTo>
                  <a:lnTo>
                    <a:pt x="1541420" y="289141"/>
                  </a:lnTo>
                  <a:lnTo>
                    <a:pt x="1553654" y="278005"/>
                  </a:lnTo>
                  <a:lnTo>
                    <a:pt x="1565887" y="268118"/>
                  </a:lnTo>
                  <a:lnTo>
                    <a:pt x="1578121" y="259519"/>
                  </a:lnTo>
                  <a:lnTo>
                    <a:pt x="1590354" y="252138"/>
                  </a:lnTo>
                  <a:lnTo>
                    <a:pt x="1602588" y="245887"/>
                  </a:lnTo>
                  <a:lnTo>
                    <a:pt x="1614821" y="240679"/>
                  </a:lnTo>
                  <a:lnTo>
                    <a:pt x="1627055" y="236428"/>
                  </a:lnTo>
                  <a:lnTo>
                    <a:pt x="1639288" y="233045"/>
                  </a:lnTo>
                  <a:lnTo>
                    <a:pt x="1651522" y="230444"/>
                  </a:lnTo>
                  <a:lnTo>
                    <a:pt x="1663755" y="228537"/>
                  </a:lnTo>
                  <a:lnTo>
                    <a:pt x="1675989" y="227236"/>
                  </a:lnTo>
                  <a:lnTo>
                    <a:pt x="1688222" y="226456"/>
                  </a:lnTo>
                  <a:lnTo>
                    <a:pt x="1700456" y="226107"/>
                  </a:lnTo>
                  <a:lnTo>
                    <a:pt x="1712689" y="226104"/>
                  </a:lnTo>
                  <a:lnTo>
                    <a:pt x="1724923" y="226358"/>
                  </a:lnTo>
                  <a:lnTo>
                    <a:pt x="1737156" y="226783"/>
                  </a:lnTo>
                  <a:lnTo>
                    <a:pt x="1749390" y="227291"/>
                  </a:lnTo>
                  <a:lnTo>
                    <a:pt x="1761623" y="227795"/>
                  </a:lnTo>
                  <a:lnTo>
                    <a:pt x="1773857" y="228208"/>
                  </a:lnTo>
                  <a:lnTo>
                    <a:pt x="1786090" y="228442"/>
                  </a:lnTo>
                  <a:lnTo>
                    <a:pt x="1798324" y="228410"/>
                  </a:lnTo>
                  <a:lnTo>
                    <a:pt x="1810557" y="228024"/>
                  </a:lnTo>
                  <a:lnTo>
                    <a:pt x="1822791" y="227199"/>
                  </a:lnTo>
                  <a:lnTo>
                    <a:pt x="1835024" y="225846"/>
                  </a:lnTo>
                  <a:lnTo>
                    <a:pt x="1847258" y="223880"/>
                  </a:lnTo>
                  <a:lnTo>
                    <a:pt x="1859491" y="221213"/>
                  </a:lnTo>
                  <a:lnTo>
                    <a:pt x="1871725" y="217760"/>
                  </a:lnTo>
                  <a:lnTo>
                    <a:pt x="1883958" y="213438"/>
                  </a:lnTo>
                  <a:lnTo>
                    <a:pt x="1896192" y="208246"/>
                  </a:lnTo>
                  <a:lnTo>
                    <a:pt x="1908425" y="202252"/>
                  </a:lnTo>
                  <a:lnTo>
                    <a:pt x="1920659" y="195523"/>
                  </a:lnTo>
                  <a:lnTo>
                    <a:pt x="1932892" y="188127"/>
                  </a:lnTo>
                  <a:lnTo>
                    <a:pt x="1945126" y="180134"/>
                  </a:lnTo>
                  <a:lnTo>
                    <a:pt x="1957359" y="171611"/>
                  </a:lnTo>
                  <a:lnTo>
                    <a:pt x="1969593" y="162628"/>
                  </a:lnTo>
                  <a:lnTo>
                    <a:pt x="1981826" y="153251"/>
                  </a:lnTo>
                  <a:lnTo>
                    <a:pt x="1994060" y="143551"/>
                  </a:lnTo>
                  <a:lnTo>
                    <a:pt x="2006293" y="133595"/>
                  </a:lnTo>
                  <a:lnTo>
                    <a:pt x="2018527" y="123451"/>
                  </a:lnTo>
                  <a:lnTo>
                    <a:pt x="2030760" y="113189"/>
                  </a:lnTo>
                  <a:lnTo>
                    <a:pt x="2042994" y="102876"/>
                  </a:lnTo>
                  <a:lnTo>
                    <a:pt x="2055227" y="92581"/>
                  </a:lnTo>
                  <a:lnTo>
                    <a:pt x="2067461" y="82372"/>
                  </a:lnTo>
                  <a:lnTo>
                    <a:pt x="2079694" y="72318"/>
                  </a:lnTo>
                  <a:lnTo>
                    <a:pt x="2091928" y="62486"/>
                  </a:lnTo>
                  <a:lnTo>
                    <a:pt x="2104161" y="52947"/>
                  </a:lnTo>
                  <a:lnTo>
                    <a:pt x="2116395" y="43767"/>
                  </a:lnTo>
                  <a:lnTo>
                    <a:pt x="2128628" y="35013"/>
                  </a:lnTo>
                  <a:lnTo>
                    <a:pt x="2140862" y="26752"/>
                  </a:lnTo>
                  <a:lnTo>
                    <a:pt x="2153095" y="19051"/>
                  </a:lnTo>
                  <a:lnTo>
                    <a:pt x="2165329" y="11981"/>
                  </a:lnTo>
                  <a:lnTo>
                    <a:pt x="2177562" y="5607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825161"/>
              <a:ext cx="2191014" cy="1357703"/>
            </a:xfrm>
            <a:custGeom>
              <a:avLst/>
              <a:pathLst>
                <a:path w="2191014" h="1357703">
                  <a:moveTo>
                    <a:pt x="0" y="987079"/>
                  </a:moveTo>
                  <a:lnTo>
                    <a:pt x="12240" y="1009757"/>
                  </a:lnTo>
                  <a:lnTo>
                    <a:pt x="24480" y="1015044"/>
                  </a:lnTo>
                  <a:lnTo>
                    <a:pt x="36720" y="1009509"/>
                  </a:lnTo>
                  <a:lnTo>
                    <a:pt x="48961" y="1013865"/>
                  </a:lnTo>
                  <a:lnTo>
                    <a:pt x="61201" y="1018010"/>
                  </a:lnTo>
                  <a:lnTo>
                    <a:pt x="73441" y="1015308"/>
                  </a:lnTo>
                  <a:lnTo>
                    <a:pt x="85682" y="1022865"/>
                  </a:lnTo>
                  <a:lnTo>
                    <a:pt x="97922" y="1029258"/>
                  </a:lnTo>
                  <a:lnTo>
                    <a:pt x="110162" y="1035781"/>
                  </a:lnTo>
                  <a:lnTo>
                    <a:pt x="122403" y="1044736"/>
                  </a:lnTo>
                  <a:lnTo>
                    <a:pt x="134643" y="1055653"/>
                  </a:lnTo>
                  <a:lnTo>
                    <a:pt x="146883" y="1067623"/>
                  </a:lnTo>
                  <a:lnTo>
                    <a:pt x="159123" y="1077372"/>
                  </a:lnTo>
                  <a:lnTo>
                    <a:pt x="171364" y="1088987"/>
                  </a:lnTo>
                  <a:lnTo>
                    <a:pt x="183604" y="1101779"/>
                  </a:lnTo>
                  <a:lnTo>
                    <a:pt x="195844" y="1115058"/>
                  </a:lnTo>
                  <a:lnTo>
                    <a:pt x="208085" y="1127319"/>
                  </a:lnTo>
                  <a:lnTo>
                    <a:pt x="220325" y="1132462"/>
                  </a:lnTo>
                  <a:lnTo>
                    <a:pt x="232565" y="1135305"/>
                  </a:lnTo>
                  <a:lnTo>
                    <a:pt x="244806" y="1137650"/>
                  </a:lnTo>
                  <a:lnTo>
                    <a:pt x="257046" y="1138864"/>
                  </a:lnTo>
                  <a:lnTo>
                    <a:pt x="269286" y="1137108"/>
                  </a:lnTo>
                  <a:lnTo>
                    <a:pt x="281527" y="1132894"/>
                  </a:lnTo>
                  <a:lnTo>
                    <a:pt x="293767" y="1127259"/>
                  </a:lnTo>
                  <a:lnTo>
                    <a:pt x="306007" y="1120546"/>
                  </a:lnTo>
                  <a:lnTo>
                    <a:pt x="318247" y="1112610"/>
                  </a:lnTo>
                  <a:lnTo>
                    <a:pt x="330488" y="1103693"/>
                  </a:lnTo>
                  <a:lnTo>
                    <a:pt x="342728" y="1093579"/>
                  </a:lnTo>
                  <a:lnTo>
                    <a:pt x="354968" y="1082676"/>
                  </a:lnTo>
                  <a:lnTo>
                    <a:pt x="367209" y="1071261"/>
                  </a:lnTo>
                  <a:lnTo>
                    <a:pt x="379449" y="1057546"/>
                  </a:lnTo>
                  <a:lnTo>
                    <a:pt x="391689" y="1043429"/>
                  </a:lnTo>
                  <a:lnTo>
                    <a:pt x="403930" y="1027898"/>
                  </a:lnTo>
                  <a:lnTo>
                    <a:pt x="416170" y="1013811"/>
                  </a:lnTo>
                  <a:lnTo>
                    <a:pt x="428410" y="1002718"/>
                  </a:lnTo>
                  <a:lnTo>
                    <a:pt x="440650" y="984658"/>
                  </a:lnTo>
                  <a:lnTo>
                    <a:pt x="452891" y="969748"/>
                  </a:lnTo>
                  <a:lnTo>
                    <a:pt x="465131" y="955543"/>
                  </a:lnTo>
                  <a:lnTo>
                    <a:pt x="477371" y="939067"/>
                  </a:lnTo>
                  <a:lnTo>
                    <a:pt x="489612" y="923159"/>
                  </a:lnTo>
                  <a:lnTo>
                    <a:pt x="501852" y="908657"/>
                  </a:lnTo>
                  <a:lnTo>
                    <a:pt x="514092" y="895486"/>
                  </a:lnTo>
                  <a:lnTo>
                    <a:pt x="526333" y="883639"/>
                  </a:lnTo>
                  <a:lnTo>
                    <a:pt x="538573" y="873857"/>
                  </a:lnTo>
                  <a:lnTo>
                    <a:pt x="550813" y="862889"/>
                  </a:lnTo>
                  <a:lnTo>
                    <a:pt x="563054" y="853974"/>
                  </a:lnTo>
                  <a:lnTo>
                    <a:pt x="575294" y="845856"/>
                  </a:lnTo>
                  <a:lnTo>
                    <a:pt x="587534" y="838429"/>
                  </a:lnTo>
                  <a:lnTo>
                    <a:pt x="599774" y="831587"/>
                  </a:lnTo>
                  <a:lnTo>
                    <a:pt x="612015" y="820889"/>
                  </a:lnTo>
                  <a:lnTo>
                    <a:pt x="624255" y="811828"/>
                  </a:lnTo>
                  <a:lnTo>
                    <a:pt x="636495" y="805675"/>
                  </a:lnTo>
                  <a:lnTo>
                    <a:pt x="648736" y="798589"/>
                  </a:lnTo>
                  <a:lnTo>
                    <a:pt x="660976" y="789095"/>
                  </a:lnTo>
                  <a:lnTo>
                    <a:pt x="673216" y="779895"/>
                  </a:lnTo>
                  <a:lnTo>
                    <a:pt x="685457" y="771501"/>
                  </a:lnTo>
                  <a:lnTo>
                    <a:pt x="697697" y="762396"/>
                  </a:lnTo>
                  <a:lnTo>
                    <a:pt x="709937" y="754108"/>
                  </a:lnTo>
                  <a:lnTo>
                    <a:pt x="722177" y="746135"/>
                  </a:lnTo>
                  <a:lnTo>
                    <a:pt x="734418" y="738481"/>
                  </a:lnTo>
                  <a:lnTo>
                    <a:pt x="746658" y="731107"/>
                  </a:lnTo>
                  <a:lnTo>
                    <a:pt x="758898" y="724180"/>
                  </a:lnTo>
                  <a:lnTo>
                    <a:pt x="771139" y="717566"/>
                  </a:lnTo>
                  <a:lnTo>
                    <a:pt x="783379" y="711331"/>
                  </a:lnTo>
                  <a:lnTo>
                    <a:pt x="795619" y="705494"/>
                  </a:lnTo>
                  <a:lnTo>
                    <a:pt x="807860" y="700070"/>
                  </a:lnTo>
                  <a:lnTo>
                    <a:pt x="820100" y="694288"/>
                  </a:lnTo>
                  <a:lnTo>
                    <a:pt x="832340" y="688611"/>
                  </a:lnTo>
                  <a:lnTo>
                    <a:pt x="844581" y="680055"/>
                  </a:lnTo>
                  <a:lnTo>
                    <a:pt x="856821" y="672654"/>
                  </a:lnTo>
                  <a:lnTo>
                    <a:pt x="869061" y="667581"/>
                  </a:lnTo>
                  <a:lnTo>
                    <a:pt x="881301" y="662949"/>
                  </a:lnTo>
                  <a:lnTo>
                    <a:pt x="893542" y="658577"/>
                  </a:lnTo>
                  <a:lnTo>
                    <a:pt x="905782" y="652724"/>
                  </a:lnTo>
                  <a:lnTo>
                    <a:pt x="918022" y="647452"/>
                  </a:lnTo>
                  <a:lnTo>
                    <a:pt x="930263" y="642656"/>
                  </a:lnTo>
                  <a:lnTo>
                    <a:pt x="942503" y="637864"/>
                  </a:lnTo>
                  <a:lnTo>
                    <a:pt x="954743" y="635628"/>
                  </a:lnTo>
                  <a:lnTo>
                    <a:pt x="966984" y="633129"/>
                  </a:lnTo>
                  <a:lnTo>
                    <a:pt x="979224" y="631359"/>
                  </a:lnTo>
                  <a:lnTo>
                    <a:pt x="991464" y="630754"/>
                  </a:lnTo>
                  <a:lnTo>
                    <a:pt x="1003704" y="630651"/>
                  </a:lnTo>
                  <a:lnTo>
                    <a:pt x="1015945" y="631151"/>
                  </a:lnTo>
                  <a:lnTo>
                    <a:pt x="1028185" y="632190"/>
                  </a:lnTo>
                  <a:lnTo>
                    <a:pt x="1040425" y="633592"/>
                  </a:lnTo>
                  <a:lnTo>
                    <a:pt x="1052666" y="635231"/>
                  </a:lnTo>
                  <a:lnTo>
                    <a:pt x="1064906" y="637103"/>
                  </a:lnTo>
                  <a:lnTo>
                    <a:pt x="1077146" y="638245"/>
                  </a:lnTo>
                  <a:lnTo>
                    <a:pt x="1089387" y="635427"/>
                  </a:lnTo>
                  <a:lnTo>
                    <a:pt x="1101627" y="633389"/>
                  </a:lnTo>
                  <a:lnTo>
                    <a:pt x="1113867" y="629021"/>
                  </a:lnTo>
                  <a:lnTo>
                    <a:pt x="1126108" y="628116"/>
                  </a:lnTo>
                  <a:lnTo>
                    <a:pt x="1138348" y="625268"/>
                  </a:lnTo>
                  <a:lnTo>
                    <a:pt x="1150588" y="624076"/>
                  </a:lnTo>
                  <a:lnTo>
                    <a:pt x="1162828" y="624724"/>
                  </a:lnTo>
                  <a:lnTo>
                    <a:pt x="1175069" y="624612"/>
                  </a:lnTo>
                  <a:lnTo>
                    <a:pt x="1187309" y="620149"/>
                  </a:lnTo>
                  <a:lnTo>
                    <a:pt x="1199549" y="616082"/>
                  </a:lnTo>
                  <a:lnTo>
                    <a:pt x="1211790" y="611030"/>
                  </a:lnTo>
                  <a:lnTo>
                    <a:pt x="1224030" y="606960"/>
                  </a:lnTo>
                  <a:lnTo>
                    <a:pt x="1236270" y="602220"/>
                  </a:lnTo>
                  <a:lnTo>
                    <a:pt x="1248511" y="599936"/>
                  </a:lnTo>
                  <a:lnTo>
                    <a:pt x="1260751" y="596431"/>
                  </a:lnTo>
                  <a:lnTo>
                    <a:pt x="1272991" y="588687"/>
                  </a:lnTo>
                  <a:lnTo>
                    <a:pt x="1285231" y="578484"/>
                  </a:lnTo>
                  <a:lnTo>
                    <a:pt x="1297472" y="571842"/>
                  </a:lnTo>
                  <a:lnTo>
                    <a:pt x="1309712" y="564238"/>
                  </a:lnTo>
                  <a:lnTo>
                    <a:pt x="1321952" y="558330"/>
                  </a:lnTo>
                  <a:lnTo>
                    <a:pt x="1334193" y="549489"/>
                  </a:lnTo>
                  <a:lnTo>
                    <a:pt x="1346433" y="536353"/>
                  </a:lnTo>
                  <a:lnTo>
                    <a:pt x="1358673" y="523621"/>
                  </a:lnTo>
                  <a:lnTo>
                    <a:pt x="1370914" y="511478"/>
                  </a:lnTo>
                  <a:lnTo>
                    <a:pt x="1383154" y="500109"/>
                  </a:lnTo>
                  <a:lnTo>
                    <a:pt x="1395394" y="489699"/>
                  </a:lnTo>
                  <a:lnTo>
                    <a:pt x="1407635" y="480648"/>
                  </a:lnTo>
                  <a:lnTo>
                    <a:pt x="1419875" y="472495"/>
                  </a:lnTo>
                  <a:lnTo>
                    <a:pt x="1432115" y="466071"/>
                  </a:lnTo>
                  <a:lnTo>
                    <a:pt x="1444355" y="461344"/>
                  </a:lnTo>
                  <a:lnTo>
                    <a:pt x="1456596" y="458501"/>
                  </a:lnTo>
                  <a:lnTo>
                    <a:pt x="1468836" y="457706"/>
                  </a:lnTo>
                  <a:lnTo>
                    <a:pt x="1481076" y="458890"/>
                  </a:lnTo>
                  <a:lnTo>
                    <a:pt x="1493317" y="465423"/>
                  </a:lnTo>
                  <a:lnTo>
                    <a:pt x="1505557" y="467986"/>
                  </a:lnTo>
                  <a:lnTo>
                    <a:pt x="1517797" y="470786"/>
                  </a:lnTo>
                  <a:lnTo>
                    <a:pt x="1530038" y="469765"/>
                  </a:lnTo>
                  <a:lnTo>
                    <a:pt x="1542278" y="466981"/>
                  </a:lnTo>
                  <a:lnTo>
                    <a:pt x="1554518" y="469071"/>
                  </a:lnTo>
                  <a:lnTo>
                    <a:pt x="1566759" y="465374"/>
                  </a:lnTo>
                  <a:lnTo>
                    <a:pt x="1578999" y="465701"/>
                  </a:lnTo>
                  <a:lnTo>
                    <a:pt x="1591239" y="466334"/>
                  </a:lnTo>
                  <a:lnTo>
                    <a:pt x="1603479" y="464638"/>
                  </a:lnTo>
                  <a:lnTo>
                    <a:pt x="1615720" y="455614"/>
                  </a:lnTo>
                  <a:lnTo>
                    <a:pt x="1627960" y="447187"/>
                  </a:lnTo>
                  <a:lnTo>
                    <a:pt x="1640200" y="439454"/>
                  </a:lnTo>
                  <a:lnTo>
                    <a:pt x="1652441" y="436488"/>
                  </a:lnTo>
                  <a:lnTo>
                    <a:pt x="1664681" y="438231"/>
                  </a:lnTo>
                  <a:lnTo>
                    <a:pt x="1676921" y="435653"/>
                  </a:lnTo>
                  <a:lnTo>
                    <a:pt x="1689162" y="431189"/>
                  </a:lnTo>
                  <a:lnTo>
                    <a:pt x="1701402" y="433616"/>
                  </a:lnTo>
                  <a:lnTo>
                    <a:pt x="1713642" y="427154"/>
                  </a:lnTo>
                  <a:lnTo>
                    <a:pt x="1725882" y="425574"/>
                  </a:lnTo>
                  <a:lnTo>
                    <a:pt x="1738123" y="426165"/>
                  </a:lnTo>
                  <a:lnTo>
                    <a:pt x="1750363" y="413617"/>
                  </a:lnTo>
                  <a:lnTo>
                    <a:pt x="1762603" y="397629"/>
                  </a:lnTo>
                  <a:lnTo>
                    <a:pt x="1774844" y="379817"/>
                  </a:lnTo>
                  <a:lnTo>
                    <a:pt x="1787084" y="363393"/>
                  </a:lnTo>
                  <a:lnTo>
                    <a:pt x="1799324" y="346993"/>
                  </a:lnTo>
                  <a:lnTo>
                    <a:pt x="1811565" y="332804"/>
                  </a:lnTo>
                  <a:lnTo>
                    <a:pt x="1823805" y="320611"/>
                  </a:lnTo>
                  <a:lnTo>
                    <a:pt x="1836045" y="292851"/>
                  </a:lnTo>
                  <a:lnTo>
                    <a:pt x="1848286" y="292430"/>
                  </a:lnTo>
                  <a:lnTo>
                    <a:pt x="1860526" y="271705"/>
                  </a:lnTo>
                  <a:lnTo>
                    <a:pt x="1872766" y="245972"/>
                  </a:lnTo>
                  <a:lnTo>
                    <a:pt x="1885006" y="232821"/>
                  </a:lnTo>
                  <a:lnTo>
                    <a:pt x="1897247" y="213820"/>
                  </a:lnTo>
                  <a:lnTo>
                    <a:pt x="1909487" y="180751"/>
                  </a:lnTo>
                  <a:lnTo>
                    <a:pt x="1921727" y="168430"/>
                  </a:lnTo>
                  <a:lnTo>
                    <a:pt x="1933968" y="159917"/>
                  </a:lnTo>
                  <a:lnTo>
                    <a:pt x="1946208" y="153802"/>
                  </a:lnTo>
                  <a:lnTo>
                    <a:pt x="1958448" y="158989"/>
                  </a:lnTo>
                  <a:lnTo>
                    <a:pt x="1970689" y="158843"/>
                  </a:lnTo>
                  <a:lnTo>
                    <a:pt x="1982929" y="152825"/>
                  </a:lnTo>
                  <a:lnTo>
                    <a:pt x="1995169" y="148371"/>
                  </a:lnTo>
                  <a:lnTo>
                    <a:pt x="2007409" y="145758"/>
                  </a:lnTo>
                  <a:lnTo>
                    <a:pt x="2019650" y="144395"/>
                  </a:lnTo>
                  <a:lnTo>
                    <a:pt x="2031890" y="140922"/>
                  </a:lnTo>
                  <a:lnTo>
                    <a:pt x="2044130" y="163707"/>
                  </a:lnTo>
                  <a:lnTo>
                    <a:pt x="2056371" y="163909"/>
                  </a:lnTo>
                  <a:lnTo>
                    <a:pt x="2068611" y="134654"/>
                  </a:lnTo>
                  <a:lnTo>
                    <a:pt x="2080851" y="113792"/>
                  </a:lnTo>
                  <a:lnTo>
                    <a:pt x="2093092" y="130511"/>
                  </a:lnTo>
                  <a:lnTo>
                    <a:pt x="2105332" y="124402"/>
                  </a:lnTo>
                  <a:lnTo>
                    <a:pt x="2117572" y="118962"/>
                  </a:lnTo>
                  <a:lnTo>
                    <a:pt x="2129813" y="125156"/>
                  </a:lnTo>
                  <a:lnTo>
                    <a:pt x="2142053" y="125529"/>
                  </a:lnTo>
                  <a:lnTo>
                    <a:pt x="2154293" y="145058"/>
                  </a:lnTo>
                  <a:lnTo>
                    <a:pt x="2166533" y="153393"/>
                  </a:lnTo>
                  <a:lnTo>
                    <a:pt x="2178774" y="77570"/>
                  </a:lnTo>
                  <a:lnTo>
                    <a:pt x="2191014" y="0"/>
                  </a:lnTo>
                  <a:lnTo>
                    <a:pt x="2191014" y="1329447"/>
                  </a:lnTo>
                  <a:lnTo>
                    <a:pt x="2178774" y="1201993"/>
                  </a:lnTo>
                  <a:lnTo>
                    <a:pt x="2166533" y="1150725"/>
                  </a:lnTo>
                  <a:lnTo>
                    <a:pt x="2154293" y="1085735"/>
                  </a:lnTo>
                  <a:lnTo>
                    <a:pt x="2142053" y="1040361"/>
                  </a:lnTo>
                  <a:lnTo>
                    <a:pt x="2129813" y="998236"/>
                  </a:lnTo>
                  <a:lnTo>
                    <a:pt x="2117572" y="918586"/>
                  </a:lnTo>
                  <a:lnTo>
                    <a:pt x="2105332" y="908563"/>
                  </a:lnTo>
                  <a:lnTo>
                    <a:pt x="2093092" y="894053"/>
                  </a:lnTo>
                  <a:lnTo>
                    <a:pt x="2080851" y="877028"/>
                  </a:lnTo>
                  <a:lnTo>
                    <a:pt x="2068611" y="853913"/>
                  </a:lnTo>
                  <a:lnTo>
                    <a:pt x="2056371" y="832791"/>
                  </a:lnTo>
                  <a:lnTo>
                    <a:pt x="2044130" y="803240"/>
                  </a:lnTo>
                  <a:lnTo>
                    <a:pt x="2031890" y="768503"/>
                  </a:lnTo>
                  <a:lnTo>
                    <a:pt x="2019650" y="729520"/>
                  </a:lnTo>
                  <a:lnTo>
                    <a:pt x="2007409" y="703413"/>
                  </a:lnTo>
                  <a:lnTo>
                    <a:pt x="1995169" y="685568"/>
                  </a:lnTo>
                  <a:lnTo>
                    <a:pt x="1982929" y="658878"/>
                  </a:lnTo>
                  <a:lnTo>
                    <a:pt x="1970689" y="645390"/>
                  </a:lnTo>
                  <a:lnTo>
                    <a:pt x="1958448" y="633929"/>
                  </a:lnTo>
                  <a:lnTo>
                    <a:pt x="1946208" y="628201"/>
                  </a:lnTo>
                  <a:lnTo>
                    <a:pt x="1933968" y="625499"/>
                  </a:lnTo>
                  <a:lnTo>
                    <a:pt x="1921727" y="620994"/>
                  </a:lnTo>
                  <a:lnTo>
                    <a:pt x="1909487" y="629538"/>
                  </a:lnTo>
                  <a:lnTo>
                    <a:pt x="1897247" y="641959"/>
                  </a:lnTo>
                  <a:lnTo>
                    <a:pt x="1885006" y="637120"/>
                  </a:lnTo>
                  <a:lnTo>
                    <a:pt x="1872766" y="642477"/>
                  </a:lnTo>
                  <a:lnTo>
                    <a:pt x="1860526" y="647737"/>
                  </a:lnTo>
                  <a:lnTo>
                    <a:pt x="1848286" y="652848"/>
                  </a:lnTo>
                  <a:lnTo>
                    <a:pt x="1836045" y="664931"/>
                  </a:lnTo>
                  <a:lnTo>
                    <a:pt x="1823805" y="663609"/>
                  </a:lnTo>
                  <a:lnTo>
                    <a:pt x="1811565" y="677090"/>
                  </a:lnTo>
                  <a:lnTo>
                    <a:pt x="1799324" y="694721"/>
                  </a:lnTo>
                  <a:lnTo>
                    <a:pt x="1787084" y="703219"/>
                  </a:lnTo>
                  <a:lnTo>
                    <a:pt x="1774844" y="704789"/>
                  </a:lnTo>
                  <a:lnTo>
                    <a:pt x="1762603" y="714903"/>
                  </a:lnTo>
                  <a:lnTo>
                    <a:pt x="1750363" y="731469"/>
                  </a:lnTo>
                  <a:lnTo>
                    <a:pt x="1738123" y="747048"/>
                  </a:lnTo>
                  <a:lnTo>
                    <a:pt x="1725882" y="764156"/>
                  </a:lnTo>
                  <a:lnTo>
                    <a:pt x="1713642" y="773898"/>
                  </a:lnTo>
                  <a:lnTo>
                    <a:pt x="1701402" y="780051"/>
                  </a:lnTo>
                  <a:lnTo>
                    <a:pt x="1689162" y="785678"/>
                  </a:lnTo>
                  <a:lnTo>
                    <a:pt x="1676921" y="787822"/>
                  </a:lnTo>
                  <a:lnTo>
                    <a:pt x="1664681" y="787779"/>
                  </a:lnTo>
                  <a:lnTo>
                    <a:pt x="1652441" y="785794"/>
                  </a:lnTo>
                  <a:lnTo>
                    <a:pt x="1640200" y="788425"/>
                  </a:lnTo>
                  <a:lnTo>
                    <a:pt x="1627960" y="790868"/>
                  </a:lnTo>
                  <a:lnTo>
                    <a:pt x="1615720" y="789926"/>
                  </a:lnTo>
                  <a:lnTo>
                    <a:pt x="1603479" y="780772"/>
                  </a:lnTo>
                  <a:lnTo>
                    <a:pt x="1591239" y="770007"/>
                  </a:lnTo>
                  <a:lnTo>
                    <a:pt x="1578999" y="757971"/>
                  </a:lnTo>
                  <a:lnTo>
                    <a:pt x="1566759" y="745008"/>
                  </a:lnTo>
                  <a:lnTo>
                    <a:pt x="1554518" y="745245"/>
                  </a:lnTo>
                  <a:lnTo>
                    <a:pt x="1542278" y="748013"/>
                  </a:lnTo>
                  <a:lnTo>
                    <a:pt x="1530038" y="750747"/>
                  </a:lnTo>
                  <a:lnTo>
                    <a:pt x="1517797" y="745145"/>
                  </a:lnTo>
                  <a:lnTo>
                    <a:pt x="1505557" y="732598"/>
                  </a:lnTo>
                  <a:lnTo>
                    <a:pt x="1493317" y="728910"/>
                  </a:lnTo>
                  <a:lnTo>
                    <a:pt x="1481076" y="725802"/>
                  </a:lnTo>
                  <a:lnTo>
                    <a:pt x="1468836" y="722733"/>
                  </a:lnTo>
                  <a:lnTo>
                    <a:pt x="1456596" y="719771"/>
                  </a:lnTo>
                  <a:lnTo>
                    <a:pt x="1444355" y="719566"/>
                  </a:lnTo>
                  <a:lnTo>
                    <a:pt x="1432115" y="720481"/>
                  </a:lnTo>
                  <a:lnTo>
                    <a:pt x="1419875" y="723230"/>
                  </a:lnTo>
                  <a:lnTo>
                    <a:pt x="1407635" y="728300"/>
                  </a:lnTo>
                  <a:lnTo>
                    <a:pt x="1395394" y="732816"/>
                  </a:lnTo>
                  <a:lnTo>
                    <a:pt x="1383154" y="736521"/>
                  </a:lnTo>
                  <a:lnTo>
                    <a:pt x="1370914" y="739465"/>
                  </a:lnTo>
                  <a:lnTo>
                    <a:pt x="1358673" y="741700"/>
                  </a:lnTo>
                  <a:lnTo>
                    <a:pt x="1346433" y="744216"/>
                  </a:lnTo>
                  <a:lnTo>
                    <a:pt x="1334193" y="753214"/>
                  </a:lnTo>
                  <a:lnTo>
                    <a:pt x="1321952" y="761564"/>
                  </a:lnTo>
                  <a:lnTo>
                    <a:pt x="1309712" y="765734"/>
                  </a:lnTo>
                  <a:lnTo>
                    <a:pt x="1297472" y="766191"/>
                  </a:lnTo>
                  <a:lnTo>
                    <a:pt x="1285231" y="782349"/>
                  </a:lnTo>
                  <a:lnTo>
                    <a:pt x="1272991" y="787728"/>
                  </a:lnTo>
                  <a:lnTo>
                    <a:pt x="1260751" y="792652"/>
                  </a:lnTo>
                  <a:lnTo>
                    <a:pt x="1248511" y="804142"/>
                  </a:lnTo>
                  <a:lnTo>
                    <a:pt x="1236270" y="813125"/>
                  </a:lnTo>
                  <a:lnTo>
                    <a:pt x="1224030" y="822849"/>
                  </a:lnTo>
                  <a:lnTo>
                    <a:pt x="1211790" y="830001"/>
                  </a:lnTo>
                  <a:lnTo>
                    <a:pt x="1199549" y="830228"/>
                  </a:lnTo>
                  <a:lnTo>
                    <a:pt x="1187309" y="830038"/>
                  </a:lnTo>
                  <a:lnTo>
                    <a:pt x="1175069" y="829476"/>
                  </a:lnTo>
                  <a:lnTo>
                    <a:pt x="1162828" y="829190"/>
                  </a:lnTo>
                  <a:lnTo>
                    <a:pt x="1150588" y="827404"/>
                  </a:lnTo>
                  <a:lnTo>
                    <a:pt x="1138348" y="827281"/>
                  </a:lnTo>
                  <a:lnTo>
                    <a:pt x="1126108" y="827506"/>
                  </a:lnTo>
                  <a:lnTo>
                    <a:pt x="1113867" y="822582"/>
                  </a:lnTo>
                  <a:lnTo>
                    <a:pt x="1101627" y="818304"/>
                  </a:lnTo>
                  <a:lnTo>
                    <a:pt x="1089387" y="818729"/>
                  </a:lnTo>
                  <a:lnTo>
                    <a:pt x="1077146" y="816741"/>
                  </a:lnTo>
                  <a:lnTo>
                    <a:pt x="1064906" y="814770"/>
                  </a:lnTo>
                  <a:lnTo>
                    <a:pt x="1052666" y="812859"/>
                  </a:lnTo>
                  <a:lnTo>
                    <a:pt x="1040425" y="811052"/>
                  </a:lnTo>
                  <a:lnTo>
                    <a:pt x="1028185" y="809391"/>
                  </a:lnTo>
                  <a:lnTo>
                    <a:pt x="1015945" y="806483"/>
                  </a:lnTo>
                  <a:lnTo>
                    <a:pt x="1003704" y="801528"/>
                  </a:lnTo>
                  <a:lnTo>
                    <a:pt x="991464" y="803958"/>
                  </a:lnTo>
                  <a:lnTo>
                    <a:pt x="979224" y="805084"/>
                  </a:lnTo>
                  <a:lnTo>
                    <a:pt x="966984" y="804806"/>
                  </a:lnTo>
                  <a:lnTo>
                    <a:pt x="954743" y="804910"/>
                  </a:lnTo>
                  <a:lnTo>
                    <a:pt x="942503" y="805092"/>
                  </a:lnTo>
                  <a:lnTo>
                    <a:pt x="930263" y="804814"/>
                  </a:lnTo>
                  <a:lnTo>
                    <a:pt x="918022" y="804995"/>
                  </a:lnTo>
                  <a:lnTo>
                    <a:pt x="905782" y="806561"/>
                  </a:lnTo>
                  <a:lnTo>
                    <a:pt x="893542" y="811192"/>
                  </a:lnTo>
                  <a:lnTo>
                    <a:pt x="881301" y="813603"/>
                  </a:lnTo>
                  <a:lnTo>
                    <a:pt x="869061" y="815466"/>
                  </a:lnTo>
                  <a:lnTo>
                    <a:pt x="856821" y="816712"/>
                  </a:lnTo>
                  <a:lnTo>
                    <a:pt x="844581" y="821703"/>
                  </a:lnTo>
                  <a:lnTo>
                    <a:pt x="832340" y="826627"/>
                  </a:lnTo>
                  <a:lnTo>
                    <a:pt x="820100" y="828214"/>
                  </a:lnTo>
                  <a:lnTo>
                    <a:pt x="807860" y="833609"/>
                  </a:lnTo>
                  <a:lnTo>
                    <a:pt x="795619" y="841313"/>
                  </a:lnTo>
                  <a:lnTo>
                    <a:pt x="783379" y="848905"/>
                  </a:lnTo>
                  <a:lnTo>
                    <a:pt x="771139" y="857048"/>
                  </a:lnTo>
                  <a:lnTo>
                    <a:pt x="758898" y="864976"/>
                  </a:lnTo>
                  <a:lnTo>
                    <a:pt x="746658" y="872610"/>
                  </a:lnTo>
                  <a:lnTo>
                    <a:pt x="734418" y="879874"/>
                  </a:lnTo>
                  <a:lnTo>
                    <a:pt x="722177" y="886700"/>
                  </a:lnTo>
                  <a:lnTo>
                    <a:pt x="709937" y="893117"/>
                  </a:lnTo>
                  <a:lnTo>
                    <a:pt x="697697" y="900267"/>
                  </a:lnTo>
                  <a:lnTo>
                    <a:pt x="685457" y="905512"/>
                  </a:lnTo>
                  <a:lnTo>
                    <a:pt x="673216" y="914008"/>
                  </a:lnTo>
                  <a:lnTo>
                    <a:pt x="660976" y="923436"/>
                  </a:lnTo>
                  <a:lnTo>
                    <a:pt x="648736" y="933664"/>
                  </a:lnTo>
                  <a:lnTo>
                    <a:pt x="636495" y="944765"/>
                  </a:lnTo>
                  <a:lnTo>
                    <a:pt x="624255" y="954487"/>
                  </a:lnTo>
                  <a:lnTo>
                    <a:pt x="612015" y="965101"/>
                  </a:lnTo>
                  <a:lnTo>
                    <a:pt x="599774" y="976509"/>
                  </a:lnTo>
                  <a:lnTo>
                    <a:pt x="587534" y="985015"/>
                  </a:lnTo>
                  <a:lnTo>
                    <a:pt x="575294" y="998490"/>
                  </a:lnTo>
                  <a:lnTo>
                    <a:pt x="563054" y="1012223"/>
                  </a:lnTo>
                  <a:lnTo>
                    <a:pt x="550813" y="1022769"/>
                  </a:lnTo>
                  <a:lnTo>
                    <a:pt x="538573" y="1031102"/>
                  </a:lnTo>
                  <a:lnTo>
                    <a:pt x="526333" y="1042764"/>
                  </a:lnTo>
                  <a:lnTo>
                    <a:pt x="514092" y="1057370"/>
                  </a:lnTo>
                  <a:lnTo>
                    <a:pt x="501852" y="1072363"/>
                  </a:lnTo>
                  <a:lnTo>
                    <a:pt x="489612" y="1087282"/>
                  </a:lnTo>
                  <a:lnTo>
                    <a:pt x="477371" y="1099103"/>
                  </a:lnTo>
                  <a:lnTo>
                    <a:pt x="465131" y="1110443"/>
                  </a:lnTo>
                  <a:lnTo>
                    <a:pt x="452891" y="1121914"/>
                  </a:lnTo>
                  <a:lnTo>
                    <a:pt x="440650" y="1137942"/>
                  </a:lnTo>
                  <a:lnTo>
                    <a:pt x="428410" y="1152019"/>
                  </a:lnTo>
                  <a:lnTo>
                    <a:pt x="416170" y="1165494"/>
                  </a:lnTo>
                  <a:lnTo>
                    <a:pt x="403930" y="1188137"/>
                  </a:lnTo>
                  <a:lnTo>
                    <a:pt x="391689" y="1201088"/>
                  </a:lnTo>
                  <a:lnTo>
                    <a:pt x="379449" y="1220229"/>
                  </a:lnTo>
                  <a:lnTo>
                    <a:pt x="367209" y="1242199"/>
                  </a:lnTo>
                  <a:lnTo>
                    <a:pt x="354968" y="1255720"/>
                  </a:lnTo>
                  <a:lnTo>
                    <a:pt x="342728" y="1268603"/>
                  </a:lnTo>
                  <a:lnTo>
                    <a:pt x="330488" y="1280771"/>
                  </a:lnTo>
                  <a:lnTo>
                    <a:pt x="318247" y="1292151"/>
                  </a:lnTo>
                  <a:lnTo>
                    <a:pt x="306007" y="1302666"/>
                  </a:lnTo>
                  <a:lnTo>
                    <a:pt x="293767" y="1310142"/>
                  </a:lnTo>
                  <a:lnTo>
                    <a:pt x="281527" y="1316655"/>
                  </a:lnTo>
                  <a:lnTo>
                    <a:pt x="269286" y="1320948"/>
                  </a:lnTo>
                  <a:lnTo>
                    <a:pt x="257046" y="1324265"/>
                  </a:lnTo>
                  <a:lnTo>
                    <a:pt x="244806" y="1325039"/>
                  </a:lnTo>
                  <a:lnTo>
                    <a:pt x="232565" y="1323138"/>
                  </a:lnTo>
                  <a:lnTo>
                    <a:pt x="220325" y="1318720"/>
                  </a:lnTo>
                  <a:lnTo>
                    <a:pt x="208085" y="1314887"/>
                  </a:lnTo>
                  <a:lnTo>
                    <a:pt x="195844" y="1303373"/>
                  </a:lnTo>
                  <a:lnTo>
                    <a:pt x="183604" y="1293066"/>
                  </a:lnTo>
                  <a:lnTo>
                    <a:pt x="171364" y="1284265"/>
                  </a:lnTo>
                  <a:lnTo>
                    <a:pt x="159123" y="1278992"/>
                  </a:lnTo>
                  <a:lnTo>
                    <a:pt x="146883" y="1271493"/>
                  </a:lnTo>
                  <a:lnTo>
                    <a:pt x="134643" y="1267222"/>
                  </a:lnTo>
                  <a:lnTo>
                    <a:pt x="122403" y="1264643"/>
                  </a:lnTo>
                  <a:lnTo>
                    <a:pt x="110162" y="1265812"/>
                  </a:lnTo>
                  <a:lnTo>
                    <a:pt x="97922" y="1266448"/>
                  </a:lnTo>
                  <a:lnTo>
                    <a:pt x="85682" y="1255106"/>
                  </a:lnTo>
                  <a:lnTo>
                    <a:pt x="73441" y="1252010"/>
                  </a:lnTo>
                  <a:lnTo>
                    <a:pt x="61201" y="1255444"/>
                  </a:lnTo>
                  <a:lnTo>
                    <a:pt x="48961" y="1261322"/>
                  </a:lnTo>
                  <a:lnTo>
                    <a:pt x="36720" y="1270965"/>
                  </a:lnTo>
                  <a:lnTo>
                    <a:pt x="24480" y="1286859"/>
                  </a:lnTo>
                  <a:lnTo>
                    <a:pt x="12240" y="1318844"/>
                  </a:lnTo>
                  <a:lnTo>
                    <a:pt x="0" y="135770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825161"/>
              <a:ext cx="2191014" cy="1138864"/>
            </a:xfrm>
            <a:custGeom>
              <a:avLst/>
              <a:pathLst>
                <a:path w="2191014" h="1138864">
                  <a:moveTo>
                    <a:pt x="0" y="987079"/>
                  </a:moveTo>
                  <a:lnTo>
                    <a:pt x="12240" y="1009757"/>
                  </a:lnTo>
                  <a:lnTo>
                    <a:pt x="24480" y="1015044"/>
                  </a:lnTo>
                  <a:lnTo>
                    <a:pt x="36720" y="1009509"/>
                  </a:lnTo>
                  <a:lnTo>
                    <a:pt x="48961" y="1013865"/>
                  </a:lnTo>
                  <a:lnTo>
                    <a:pt x="61201" y="1018010"/>
                  </a:lnTo>
                  <a:lnTo>
                    <a:pt x="73441" y="1015308"/>
                  </a:lnTo>
                  <a:lnTo>
                    <a:pt x="85682" y="1022865"/>
                  </a:lnTo>
                  <a:lnTo>
                    <a:pt x="97922" y="1029258"/>
                  </a:lnTo>
                  <a:lnTo>
                    <a:pt x="110162" y="1035781"/>
                  </a:lnTo>
                  <a:lnTo>
                    <a:pt x="122403" y="1044736"/>
                  </a:lnTo>
                  <a:lnTo>
                    <a:pt x="134643" y="1055653"/>
                  </a:lnTo>
                  <a:lnTo>
                    <a:pt x="146883" y="1067623"/>
                  </a:lnTo>
                  <a:lnTo>
                    <a:pt x="159123" y="1077372"/>
                  </a:lnTo>
                  <a:lnTo>
                    <a:pt x="171364" y="1088987"/>
                  </a:lnTo>
                  <a:lnTo>
                    <a:pt x="183604" y="1101779"/>
                  </a:lnTo>
                  <a:lnTo>
                    <a:pt x="195844" y="1115058"/>
                  </a:lnTo>
                  <a:lnTo>
                    <a:pt x="208085" y="1127319"/>
                  </a:lnTo>
                  <a:lnTo>
                    <a:pt x="220325" y="1132462"/>
                  </a:lnTo>
                  <a:lnTo>
                    <a:pt x="232565" y="1135305"/>
                  </a:lnTo>
                  <a:lnTo>
                    <a:pt x="244806" y="1137650"/>
                  </a:lnTo>
                  <a:lnTo>
                    <a:pt x="257046" y="1138864"/>
                  </a:lnTo>
                  <a:lnTo>
                    <a:pt x="269286" y="1137108"/>
                  </a:lnTo>
                  <a:lnTo>
                    <a:pt x="281527" y="1132894"/>
                  </a:lnTo>
                  <a:lnTo>
                    <a:pt x="293767" y="1127259"/>
                  </a:lnTo>
                  <a:lnTo>
                    <a:pt x="306007" y="1120546"/>
                  </a:lnTo>
                  <a:lnTo>
                    <a:pt x="318247" y="1112610"/>
                  </a:lnTo>
                  <a:lnTo>
                    <a:pt x="330488" y="1103693"/>
                  </a:lnTo>
                  <a:lnTo>
                    <a:pt x="342728" y="1093579"/>
                  </a:lnTo>
                  <a:lnTo>
                    <a:pt x="354968" y="1082676"/>
                  </a:lnTo>
                  <a:lnTo>
                    <a:pt x="367209" y="1071261"/>
                  </a:lnTo>
                  <a:lnTo>
                    <a:pt x="379449" y="1057546"/>
                  </a:lnTo>
                  <a:lnTo>
                    <a:pt x="391689" y="1043429"/>
                  </a:lnTo>
                  <a:lnTo>
                    <a:pt x="403930" y="1027898"/>
                  </a:lnTo>
                  <a:lnTo>
                    <a:pt x="416170" y="1013811"/>
                  </a:lnTo>
                  <a:lnTo>
                    <a:pt x="428410" y="1002718"/>
                  </a:lnTo>
                  <a:lnTo>
                    <a:pt x="440650" y="984658"/>
                  </a:lnTo>
                  <a:lnTo>
                    <a:pt x="452891" y="969748"/>
                  </a:lnTo>
                  <a:lnTo>
                    <a:pt x="465131" y="955543"/>
                  </a:lnTo>
                  <a:lnTo>
                    <a:pt x="477371" y="939067"/>
                  </a:lnTo>
                  <a:lnTo>
                    <a:pt x="489612" y="923159"/>
                  </a:lnTo>
                  <a:lnTo>
                    <a:pt x="501852" y="908657"/>
                  </a:lnTo>
                  <a:lnTo>
                    <a:pt x="514092" y="895486"/>
                  </a:lnTo>
                  <a:lnTo>
                    <a:pt x="526333" y="883639"/>
                  </a:lnTo>
                  <a:lnTo>
                    <a:pt x="538573" y="873857"/>
                  </a:lnTo>
                  <a:lnTo>
                    <a:pt x="550813" y="862889"/>
                  </a:lnTo>
                  <a:lnTo>
                    <a:pt x="563054" y="853974"/>
                  </a:lnTo>
                  <a:lnTo>
                    <a:pt x="575294" y="845856"/>
                  </a:lnTo>
                  <a:lnTo>
                    <a:pt x="587534" y="838429"/>
                  </a:lnTo>
                  <a:lnTo>
                    <a:pt x="599774" y="831587"/>
                  </a:lnTo>
                  <a:lnTo>
                    <a:pt x="612015" y="820889"/>
                  </a:lnTo>
                  <a:lnTo>
                    <a:pt x="624255" y="811828"/>
                  </a:lnTo>
                  <a:lnTo>
                    <a:pt x="636495" y="805675"/>
                  </a:lnTo>
                  <a:lnTo>
                    <a:pt x="648736" y="798589"/>
                  </a:lnTo>
                  <a:lnTo>
                    <a:pt x="660976" y="789095"/>
                  </a:lnTo>
                  <a:lnTo>
                    <a:pt x="673216" y="779895"/>
                  </a:lnTo>
                  <a:lnTo>
                    <a:pt x="685457" y="771501"/>
                  </a:lnTo>
                  <a:lnTo>
                    <a:pt x="697697" y="762396"/>
                  </a:lnTo>
                  <a:lnTo>
                    <a:pt x="709937" y="754108"/>
                  </a:lnTo>
                  <a:lnTo>
                    <a:pt x="722177" y="746135"/>
                  </a:lnTo>
                  <a:lnTo>
                    <a:pt x="734418" y="738481"/>
                  </a:lnTo>
                  <a:lnTo>
                    <a:pt x="746658" y="731107"/>
                  </a:lnTo>
                  <a:lnTo>
                    <a:pt x="758898" y="724180"/>
                  </a:lnTo>
                  <a:lnTo>
                    <a:pt x="771139" y="717566"/>
                  </a:lnTo>
                  <a:lnTo>
                    <a:pt x="783379" y="711331"/>
                  </a:lnTo>
                  <a:lnTo>
                    <a:pt x="795619" y="705494"/>
                  </a:lnTo>
                  <a:lnTo>
                    <a:pt x="807860" y="700070"/>
                  </a:lnTo>
                  <a:lnTo>
                    <a:pt x="820100" y="694288"/>
                  </a:lnTo>
                  <a:lnTo>
                    <a:pt x="832340" y="688611"/>
                  </a:lnTo>
                  <a:lnTo>
                    <a:pt x="844581" y="680055"/>
                  </a:lnTo>
                  <a:lnTo>
                    <a:pt x="856821" y="672654"/>
                  </a:lnTo>
                  <a:lnTo>
                    <a:pt x="869061" y="667581"/>
                  </a:lnTo>
                  <a:lnTo>
                    <a:pt x="881301" y="662949"/>
                  </a:lnTo>
                  <a:lnTo>
                    <a:pt x="893542" y="658577"/>
                  </a:lnTo>
                  <a:lnTo>
                    <a:pt x="905782" y="652724"/>
                  </a:lnTo>
                  <a:lnTo>
                    <a:pt x="918022" y="647452"/>
                  </a:lnTo>
                  <a:lnTo>
                    <a:pt x="930263" y="642656"/>
                  </a:lnTo>
                  <a:lnTo>
                    <a:pt x="942503" y="637864"/>
                  </a:lnTo>
                  <a:lnTo>
                    <a:pt x="954743" y="635628"/>
                  </a:lnTo>
                  <a:lnTo>
                    <a:pt x="966984" y="633129"/>
                  </a:lnTo>
                  <a:lnTo>
                    <a:pt x="979224" y="631359"/>
                  </a:lnTo>
                  <a:lnTo>
                    <a:pt x="991464" y="630754"/>
                  </a:lnTo>
                  <a:lnTo>
                    <a:pt x="1003704" y="630651"/>
                  </a:lnTo>
                  <a:lnTo>
                    <a:pt x="1015945" y="631151"/>
                  </a:lnTo>
                  <a:lnTo>
                    <a:pt x="1028185" y="632190"/>
                  </a:lnTo>
                  <a:lnTo>
                    <a:pt x="1040425" y="633592"/>
                  </a:lnTo>
                  <a:lnTo>
                    <a:pt x="1052666" y="635231"/>
                  </a:lnTo>
                  <a:lnTo>
                    <a:pt x="1064906" y="637103"/>
                  </a:lnTo>
                  <a:lnTo>
                    <a:pt x="1077146" y="638245"/>
                  </a:lnTo>
                  <a:lnTo>
                    <a:pt x="1089387" y="635427"/>
                  </a:lnTo>
                  <a:lnTo>
                    <a:pt x="1101627" y="633389"/>
                  </a:lnTo>
                  <a:lnTo>
                    <a:pt x="1113867" y="629021"/>
                  </a:lnTo>
                  <a:lnTo>
                    <a:pt x="1126108" y="628116"/>
                  </a:lnTo>
                  <a:lnTo>
                    <a:pt x="1138348" y="625268"/>
                  </a:lnTo>
                  <a:lnTo>
                    <a:pt x="1150588" y="624076"/>
                  </a:lnTo>
                  <a:lnTo>
                    <a:pt x="1162828" y="624724"/>
                  </a:lnTo>
                  <a:lnTo>
                    <a:pt x="1175069" y="624612"/>
                  </a:lnTo>
                  <a:lnTo>
                    <a:pt x="1187309" y="620149"/>
                  </a:lnTo>
                  <a:lnTo>
                    <a:pt x="1199549" y="616082"/>
                  </a:lnTo>
                  <a:lnTo>
                    <a:pt x="1211790" y="611030"/>
                  </a:lnTo>
                  <a:lnTo>
                    <a:pt x="1224030" y="606960"/>
                  </a:lnTo>
                  <a:lnTo>
                    <a:pt x="1236270" y="602220"/>
                  </a:lnTo>
                  <a:lnTo>
                    <a:pt x="1248511" y="599936"/>
                  </a:lnTo>
                  <a:lnTo>
                    <a:pt x="1260751" y="596431"/>
                  </a:lnTo>
                  <a:lnTo>
                    <a:pt x="1272991" y="588687"/>
                  </a:lnTo>
                  <a:lnTo>
                    <a:pt x="1285231" y="578484"/>
                  </a:lnTo>
                  <a:lnTo>
                    <a:pt x="1297472" y="571842"/>
                  </a:lnTo>
                  <a:lnTo>
                    <a:pt x="1309712" y="564238"/>
                  </a:lnTo>
                  <a:lnTo>
                    <a:pt x="1321952" y="558330"/>
                  </a:lnTo>
                  <a:lnTo>
                    <a:pt x="1334193" y="549489"/>
                  </a:lnTo>
                  <a:lnTo>
                    <a:pt x="1346433" y="536353"/>
                  </a:lnTo>
                  <a:lnTo>
                    <a:pt x="1358673" y="523621"/>
                  </a:lnTo>
                  <a:lnTo>
                    <a:pt x="1370914" y="511478"/>
                  </a:lnTo>
                  <a:lnTo>
                    <a:pt x="1383154" y="500109"/>
                  </a:lnTo>
                  <a:lnTo>
                    <a:pt x="1395394" y="489699"/>
                  </a:lnTo>
                  <a:lnTo>
                    <a:pt x="1407635" y="480648"/>
                  </a:lnTo>
                  <a:lnTo>
                    <a:pt x="1419875" y="472495"/>
                  </a:lnTo>
                  <a:lnTo>
                    <a:pt x="1432115" y="466071"/>
                  </a:lnTo>
                  <a:lnTo>
                    <a:pt x="1444355" y="461344"/>
                  </a:lnTo>
                  <a:lnTo>
                    <a:pt x="1456596" y="458501"/>
                  </a:lnTo>
                  <a:lnTo>
                    <a:pt x="1468836" y="457706"/>
                  </a:lnTo>
                  <a:lnTo>
                    <a:pt x="1481076" y="458890"/>
                  </a:lnTo>
                  <a:lnTo>
                    <a:pt x="1493317" y="465423"/>
                  </a:lnTo>
                  <a:lnTo>
                    <a:pt x="1505557" y="467986"/>
                  </a:lnTo>
                  <a:lnTo>
                    <a:pt x="1517797" y="470786"/>
                  </a:lnTo>
                  <a:lnTo>
                    <a:pt x="1530038" y="469765"/>
                  </a:lnTo>
                  <a:lnTo>
                    <a:pt x="1542278" y="466981"/>
                  </a:lnTo>
                  <a:lnTo>
                    <a:pt x="1554518" y="469071"/>
                  </a:lnTo>
                  <a:lnTo>
                    <a:pt x="1566759" y="465374"/>
                  </a:lnTo>
                  <a:lnTo>
                    <a:pt x="1578999" y="465701"/>
                  </a:lnTo>
                  <a:lnTo>
                    <a:pt x="1591239" y="466334"/>
                  </a:lnTo>
                  <a:lnTo>
                    <a:pt x="1603479" y="464638"/>
                  </a:lnTo>
                  <a:lnTo>
                    <a:pt x="1615720" y="455614"/>
                  </a:lnTo>
                  <a:lnTo>
                    <a:pt x="1627960" y="447187"/>
                  </a:lnTo>
                  <a:lnTo>
                    <a:pt x="1640200" y="439454"/>
                  </a:lnTo>
                  <a:lnTo>
                    <a:pt x="1652441" y="436488"/>
                  </a:lnTo>
                  <a:lnTo>
                    <a:pt x="1664681" y="438231"/>
                  </a:lnTo>
                  <a:lnTo>
                    <a:pt x="1676921" y="435653"/>
                  </a:lnTo>
                  <a:lnTo>
                    <a:pt x="1689162" y="431189"/>
                  </a:lnTo>
                  <a:lnTo>
                    <a:pt x="1701402" y="433616"/>
                  </a:lnTo>
                  <a:lnTo>
                    <a:pt x="1713642" y="427154"/>
                  </a:lnTo>
                  <a:lnTo>
                    <a:pt x="1725882" y="425574"/>
                  </a:lnTo>
                  <a:lnTo>
                    <a:pt x="1738123" y="426165"/>
                  </a:lnTo>
                  <a:lnTo>
                    <a:pt x="1750363" y="413617"/>
                  </a:lnTo>
                  <a:lnTo>
                    <a:pt x="1762603" y="397629"/>
                  </a:lnTo>
                  <a:lnTo>
                    <a:pt x="1774844" y="379817"/>
                  </a:lnTo>
                  <a:lnTo>
                    <a:pt x="1787084" y="363393"/>
                  </a:lnTo>
                  <a:lnTo>
                    <a:pt x="1799324" y="346993"/>
                  </a:lnTo>
                  <a:lnTo>
                    <a:pt x="1811565" y="332804"/>
                  </a:lnTo>
                  <a:lnTo>
                    <a:pt x="1823805" y="320611"/>
                  </a:lnTo>
                  <a:lnTo>
                    <a:pt x="1836045" y="292851"/>
                  </a:lnTo>
                  <a:lnTo>
                    <a:pt x="1848286" y="292430"/>
                  </a:lnTo>
                  <a:lnTo>
                    <a:pt x="1860526" y="271705"/>
                  </a:lnTo>
                  <a:lnTo>
                    <a:pt x="1872766" y="245972"/>
                  </a:lnTo>
                  <a:lnTo>
                    <a:pt x="1885006" y="232821"/>
                  </a:lnTo>
                  <a:lnTo>
                    <a:pt x="1897247" y="213820"/>
                  </a:lnTo>
                  <a:lnTo>
                    <a:pt x="1909487" y="180751"/>
                  </a:lnTo>
                  <a:lnTo>
                    <a:pt x="1921727" y="168430"/>
                  </a:lnTo>
                  <a:lnTo>
                    <a:pt x="1933968" y="159917"/>
                  </a:lnTo>
                  <a:lnTo>
                    <a:pt x="1946208" y="153802"/>
                  </a:lnTo>
                  <a:lnTo>
                    <a:pt x="1958448" y="158989"/>
                  </a:lnTo>
                  <a:lnTo>
                    <a:pt x="1970689" y="158843"/>
                  </a:lnTo>
                  <a:lnTo>
                    <a:pt x="1982929" y="152825"/>
                  </a:lnTo>
                  <a:lnTo>
                    <a:pt x="1995169" y="148371"/>
                  </a:lnTo>
                  <a:lnTo>
                    <a:pt x="2007409" y="145758"/>
                  </a:lnTo>
                  <a:lnTo>
                    <a:pt x="2019650" y="144395"/>
                  </a:lnTo>
                  <a:lnTo>
                    <a:pt x="2031890" y="140922"/>
                  </a:lnTo>
                  <a:lnTo>
                    <a:pt x="2044130" y="163707"/>
                  </a:lnTo>
                  <a:lnTo>
                    <a:pt x="2056371" y="163909"/>
                  </a:lnTo>
                  <a:lnTo>
                    <a:pt x="2068611" y="134654"/>
                  </a:lnTo>
                  <a:lnTo>
                    <a:pt x="2080851" y="113792"/>
                  </a:lnTo>
                  <a:lnTo>
                    <a:pt x="2093092" y="130511"/>
                  </a:lnTo>
                  <a:lnTo>
                    <a:pt x="2105332" y="124402"/>
                  </a:lnTo>
                  <a:lnTo>
                    <a:pt x="2117572" y="118962"/>
                  </a:lnTo>
                  <a:lnTo>
                    <a:pt x="2129813" y="125156"/>
                  </a:lnTo>
                  <a:lnTo>
                    <a:pt x="2142053" y="125529"/>
                  </a:lnTo>
                  <a:lnTo>
                    <a:pt x="2154293" y="145058"/>
                  </a:lnTo>
                  <a:lnTo>
                    <a:pt x="2166533" y="153393"/>
                  </a:lnTo>
                  <a:lnTo>
                    <a:pt x="2178774" y="77570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446156"/>
              <a:ext cx="2191014" cy="736708"/>
            </a:xfrm>
            <a:custGeom>
              <a:avLst/>
              <a:pathLst>
                <a:path w="2191014" h="736708">
                  <a:moveTo>
                    <a:pt x="2191014" y="708452"/>
                  </a:moveTo>
                  <a:lnTo>
                    <a:pt x="2178774" y="580998"/>
                  </a:lnTo>
                  <a:lnTo>
                    <a:pt x="2166533" y="529730"/>
                  </a:lnTo>
                  <a:lnTo>
                    <a:pt x="2154293" y="464740"/>
                  </a:lnTo>
                  <a:lnTo>
                    <a:pt x="2142053" y="419366"/>
                  </a:lnTo>
                  <a:lnTo>
                    <a:pt x="2129813" y="377242"/>
                  </a:lnTo>
                  <a:lnTo>
                    <a:pt x="2117572" y="297591"/>
                  </a:lnTo>
                  <a:lnTo>
                    <a:pt x="2105332" y="287568"/>
                  </a:lnTo>
                  <a:lnTo>
                    <a:pt x="2093092" y="273058"/>
                  </a:lnTo>
                  <a:lnTo>
                    <a:pt x="2080851" y="256033"/>
                  </a:lnTo>
                  <a:lnTo>
                    <a:pt x="2068611" y="232918"/>
                  </a:lnTo>
                  <a:lnTo>
                    <a:pt x="2056371" y="211796"/>
                  </a:lnTo>
                  <a:lnTo>
                    <a:pt x="2044130" y="182245"/>
                  </a:lnTo>
                  <a:lnTo>
                    <a:pt x="2031890" y="147508"/>
                  </a:lnTo>
                  <a:lnTo>
                    <a:pt x="2019650" y="108525"/>
                  </a:lnTo>
                  <a:lnTo>
                    <a:pt x="2007409" y="82418"/>
                  </a:lnTo>
                  <a:lnTo>
                    <a:pt x="1995169" y="64573"/>
                  </a:lnTo>
                  <a:lnTo>
                    <a:pt x="1982929" y="37883"/>
                  </a:lnTo>
                  <a:lnTo>
                    <a:pt x="1970689" y="24395"/>
                  </a:lnTo>
                  <a:lnTo>
                    <a:pt x="1958448" y="12934"/>
                  </a:lnTo>
                  <a:lnTo>
                    <a:pt x="1946208" y="7207"/>
                  </a:lnTo>
                  <a:lnTo>
                    <a:pt x="1933968" y="4505"/>
                  </a:lnTo>
                  <a:lnTo>
                    <a:pt x="1921727" y="0"/>
                  </a:lnTo>
                  <a:lnTo>
                    <a:pt x="1909487" y="8543"/>
                  </a:lnTo>
                  <a:lnTo>
                    <a:pt x="1897247" y="20964"/>
                  </a:lnTo>
                  <a:lnTo>
                    <a:pt x="1885006" y="16125"/>
                  </a:lnTo>
                  <a:lnTo>
                    <a:pt x="1872766" y="21482"/>
                  </a:lnTo>
                  <a:lnTo>
                    <a:pt x="1860526" y="26742"/>
                  </a:lnTo>
                  <a:lnTo>
                    <a:pt x="1848286" y="31853"/>
                  </a:lnTo>
                  <a:lnTo>
                    <a:pt x="1836045" y="43936"/>
                  </a:lnTo>
                  <a:lnTo>
                    <a:pt x="1823805" y="42614"/>
                  </a:lnTo>
                  <a:lnTo>
                    <a:pt x="1811565" y="56095"/>
                  </a:lnTo>
                  <a:lnTo>
                    <a:pt x="1799324" y="73727"/>
                  </a:lnTo>
                  <a:lnTo>
                    <a:pt x="1787084" y="82224"/>
                  </a:lnTo>
                  <a:lnTo>
                    <a:pt x="1774844" y="83794"/>
                  </a:lnTo>
                  <a:lnTo>
                    <a:pt x="1762603" y="93908"/>
                  </a:lnTo>
                  <a:lnTo>
                    <a:pt x="1750363" y="110474"/>
                  </a:lnTo>
                  <a:lnTo>
                    <a:pt x="1738123" y="126053"/>
                  </a:lnTo>
                  <a:lnTo>
                    <a:pt x="1725882" y="143161"/>
                  </a:lnTo>
                  <a:lnTo>
                    <a:pt x="1713642" y="152903"/>
                  </a:lnTo>
                  <a:lnTo>
                    <a:pt x="1701402" y="159057"/>
                  </a:lnTo>
                  <a:lnTo>
                    <a:pt x="1689162" y="164684"/>
                  </a:lnTo>
                  <a:lnTo>
                    <a:pt x="1676921" y="166827"/>
                  </a:lnTo>
                  <a:lnTo>
                    <a:pt x="1664681" y="166784"/>
                  </a:lnTo>
                  <a:lnTo>
                    <a:pt x="1652441" y="164799"/>
                  </a:lnTo>
                  <a:lnTo>
                    <a:pt x="1640200" y="167430"/>
                  </a:lnTo>
                  <a:lnTo>
                    <a:pt x="1627960" y="169873"/>
                  </a:lnTo>
                  <a:lnTo>
                    <a:pt x="1615720" y="168931"/>
                  </a:lnTo>
                  <a:lnTo>
                    <a:pt x="1603479" y="159778"/>
                  </a:lnTo>
                  <a:lnTo>
                    <a:pt x="1591239" y="149012"/>
                  </a:lnTo>
                  <a:lnTo>
                    <a:pt x="1578999" y="136976"/>
                  </a:lnTo>
                  <a:lnTo>
                    <a:pt x="1566759" y="124014"/>
                  </a:lnTo>
                  <a:lnTo>
                    <a:pt x="1554518" y="124250"/>
                  </a:lnTo>
                  <a:lnTo>
                    <a:pt x="1542278" y="127018"/>
                  </a:lnTo>
                  <a:lnTo>
                    <a:pt x="1530038" y="129752"/>
                  </a:lnTo>
                  <a:lnTo>
                    <a:pt x="1517797" y="124150"/>
                  </a:lnTo>
                  <a:lnTo>
                    <a:pt x="1505557" y="111603"/>
                  </a:lnTo>
                  <a:lnTo>
                    <a:pt x="1493317" y="107915"/>
                  </a:lnTo>
                  <a:lnTo>
                    <a:pt x="1481076" y="104807"/>
                  </a:lnTo>
                  <a:lnTo>
                    <a:pt x="1468836" y="101738"/>
                  </a:lnTo>
                  <a:lnTo>
                    <a:pt x="1456596" y="98776"/>
                  </a:lnTo>
                  <a:lnTo>
                    <a:pt x="1444355" y="98571"/>
                  </a:lnTo>
                  <a:lnTo>
                    <a:pt x="1432115" y="99486"/>
                  </a:lnTo>
                  <a:lnTo>
                    <a:pt x="1419875" y="102235"/>
                  </a:lnTo>
                  <a:lnTo>
                    <a:pt x="1407635" y="107306"/>
                  </a:lnTo>
                  <a:lnTo>
                    <a:pt x="1395394" y="111821"/>
                  </a:lnTo>
                  <a:lnTo>
                    <a:pt x="1383154" y="115526"/>
                  </a:lnTo>
                  <a:lnTo>
                    <a:pt x="1370914" y="118470"/>
                  </a:lnTo>
                  <a:lnTo>
                    <a:pt x="1358673" y="120706"/>
                  </a:lnTo>
                  <a:lnTo>
                    <a:pt x="1346433" y="123221"/>
                  </a:lnTo>
                  <a:lnTo>
                    <a:pt x="1334193" y="132219"/>
                  </a:lnTo>
                  <a:lnTo>
                    <a:pt x="1321952" y="140569"/>
                  </a:lnTo>
                  <a:lnTo>
                    <a:pt x="1309712" y="144739"/>
                  </a:lnTo>
                  <a:lnTo>
                    <a:pt x="1297472" y="145196"/>
                  </a:lnTo>
                  <a:lnTo>
                    <a:pt x="1285231" y="161354"/>
                  </a:lnTo>
                  <a:lnTo>
                    <a:pt x="1272991" y="166733"/>
                  </a:lnTo>
                  <a:lnTo>
                    <a:pt x="1260751" y="171657"/>
                  </a:lnTo>
                  <a:lnTo>
                    <a:pt x="1248511" y="183147"/>
                  </a:lnTo>
                  <a:lnTo>
                    <a:pt x="1236270" y="192130"/>
                  </a:lnTo>
                  <a:lnTo>
                    <a:pt x="1224030" y="201855"/>
                  </a:lnTo>
                  <a:lnTo>
                    <a:pt x="1211790" y="209006"/>
                  </a:lnTo>
                  <a:lnTo>
                    <a:pt x="1199549" y="209233"/>
                  </a:lnTo>
                  <a:lnTo>
                    <a:pt x="1187309" y="209044"/>
                  </a:lnTo>
                  <a:lnTo>
                    <a:pt x="1175069" y="208481"/>
                  </a:lnTo>
                  <a:lnTo>
                    <a:pt x="1162828" y="208195"/>
                  </a:lnTo>
                  <a:lnTo>
                    <a:pt x="1150588" y="206409"/>
                  </a:lnTo>
                  <a:lnTo>
                    <a:pt x="1138348" y="206286"/>
                  </a:lnTo>
                  <a:lnTo>
                    <a:pt x="1126108" y="206511"/>
                  </a:lnTo>
                  <a:lnTo>
                    <a:pt x="1113867" y="201587"/>
                  </a:lnTo>
                  <a:lnTo>
                    <a:pt x="1101627" y="197309"/>
                  </a:lnTo>
                  <a:lnTo>
                    <a:pt x="1089387" y="197734"/>
                  </a:lnTo>
                  <a:lnTo>
                    <a:pt x="1077146" y="195746"/>
                  </a:lnTo>
                  <a:lnTo>
                    <a:pt x="1064906" y="193775"/>
                  </a:lnTo>
                  <a:lnTo>
                    <a:pt x="1052666" y="191864"/>
                  </a:lnTo>
                  <a:lnTo>
                    <a:pt x="1040425" y="190057"/>
                  </a:lnTo>
                  <a:lnTo>
                    <a:pt x="1028185" y="188396"/>
                  </a:lnTo>
                  <a:lnTo>
                    <a:pt x="1015945" y="185488"/>
                  </a:lnTo>
                  <a:lnTo>
                    <a:pt x="1003704" y="180533"/>
                  </a:lnTo>
                  <a:lnTo>
                    <a:pt x="991464" y="182964"/>
                  </a:lnTo>
                  <a:lnTo>
                    <a:pt x="979224" y="184089"/>
                  </a:lnTo>
                  <a:lnTo>
                    <a:pt x="966984" y="183811"/>
                  </a:lnTo>
                  <a:lnTo>
                    <a:pt x="954743" y="183915"/>
                  </a:lnTo>
                  <a:lnTo>
                    <a:pt x="942503" y="184097"/>
                  </a:lnTo>
                  <a:lnTo>
                    <a:pt x="930263" y="183819"/>
                  </a:lnTo>
                  <a:lnTo>
                    <a:pt x="918022" y="184000"/>
                  </a:lnTo>
                  <a:lnTo>
                    <a:pt x="905782" y="185566"/>
                  </a:lnTo>
                  <a:lnTo>
                    <a:pt x="893542" y="190197"/>
                  </a:lnTo>
                  <a:lnTo>
                    <a:pt x="881301" y="192608"/>
                  </a:lnTo>
                  <a:lnTo>
                    <a:pt x="869061" y="194471"/>
                  </a:lnTo>
                  <a:lnTo>
                    <a:pt x="856821" y="195717"/>
                  </a:lnTo>
                  <a:lnTo>
                    <a:pt x="844581" y="200708"/>
                  </a:lnTo>
                  <a:lnTo>
                    <a:pt x="832340" y="205633"/>
                  </a:lnTo>
                  <a:lnTo>
                    <a:pt x="820100" y="207219"/>
                  </a:lnTo>
                  <a:lnTo>
                    <a:pt x="807860" y="212614"/>
                  </a:lnTo>
                  <a:lnTo>
                    <a:pt x="795619" y="220319"/>
                  </a:lnTo>
                  <a:lnTo>
                    <a:pt x="783379" y="227910"/>
                  </a:lnTo>
                  <a:lnTo>
                    <a:pt x="771139" y="236054"/>
                  </a:lnTo>
                  <a:lnTo>
                    <a:pt x="758898" y="243981"/>
                  </a:lnTo>
                  <a:lnTo>
                    <a:pt x="746658" y="251615"/>
                  </a:lnTo>
                  <a:lnTo>
                    <a:pt x="734418" y="258879"/>
                  </a:lnTo>
                  <a:lnTo>
                    <a:pt x="722177" y="265705"/>
                  </a:lnTo>
                  <a:lnTo>
                    <a:pt x="709937" y="272122"/>
                  </a:lnTo>
                  <a:lnTo>
                    <a:pt x="697697" y="279273"/>
                  </a:lnTo>
                  <a:lnTo>
                    <a:pt x="685457" y="284518"/>
                  </a:lnTo>
                  <a:lnTo>
                    <a:pt x="673216" y="293013"/>
                  </a:lnTo>
                  <a:lnTo>
                    <a:pt x="660976" y="302441"/>
                  </a:lnTo>
                  <a:lnTo>
                    <a:pt x="648736" y="312670"/>
                  </a:lnTo>
                  <a:lnTo>
                    <a:pt x="636495" y="323771"/>
                  </a:lnTo>
                  <a:lnTo>
                    <a:pt x="624255" y="333492"/>
                  </a:lnTo>
                  <a:lnTo>
                    <a:pt x="612015" y="344107"/>
                  </a:lnTo>
                  <a:lnTo>
                    <a:pt x="599774" y="355515"/>
                  </a:lnTo>
                  <a:lnTo>
                    <a:pt x="587534" y="364020"/>
                  </a:lnTo>
                  <a:lnTo>
                    <a:pt x="575294" y="377495"/>
                  </a:lnTo>
                  <a:lnTo>
                    <a:pt x="563054" y="391228"/>
                  </a:lnTo>
                  <a:lnTo>
                    <a:pt x="550813" y="401774"/>
                  </a:lnTo>
                  <a:lnTo>
                    <a:pt x="538573" y="410107"/>
                  </a:lnTo>
                  <a:lnTo>
                    <a:pt x="526333" y="421769"/>
                  </a:lnTo>
                  <a:lnTo>
                    <a:pt x="514092" y="436375"/>
                  </a:lnTo>
                  <a:lnTo>
                    <a:pt x="501852" y="451368"/>
                  </a:lnTo>
                  <a:lnTo>
                    <a:pt x="489612" y="466288"/>
                  </a:lnTo>
                  <a:lnTo>
                    <a:pt x="477371" y="478108"/>
                  </a:lnTo>
                  <a:lnTo>
                    <a:pt x="465131" y="489449"/>
                  </a:lnTo>
                  <a:lnTo>
                    <a:pt x="452891" y="500919"/>
                  </a:lnTo>
                  <a:lnTo>
                    <a:pt x="440650" y="516947"/>
                  </a:lnTo>
                  <a:lnTo>
                    <a:pt x="428410" y="531024"/>
                  </a:lnTo>
                  <a:lnTo>
                    <a:pt x="416170" y="544499"/>
                  </a:lnTo>
                  <a:lnTo>
                    <a:pt x="403930" y="567142"/>
                  </a:lnTo>
                  <a:lnTo>
                    <a:pt x="391689" y="580093"/>
                  </a:lnTo>
                  <a:lnTo>
                    <a:pt x="379449" y="599234"/>
                  </a:lnTo>
                  <a:lnTo>
                    <a:pt x="367209" y="621204"/>
                  </a:lnTo>
                  <a:lnTo>
                    <a:pt x="354968" y="634726"/>
                  </a:lnTo>
                  <a:lnTo>
                    <a:pt x="342728" y="647608"/>
                  </a:lnTo>
                  <a:lnTo>
                    <a:pt x="330488" y="659777"/>
                  </a:lnTo>
                  <a:lnTo>
                    <a:pt x="318247" y="671156"/>
                  </a:lnTo>
                  <a:lnTo>
                    <a:pt x="306007" y="681671"/>
                  </a:lnTo>
                  <a:lnTo>
                    <a:pt x="293767" y="689147"/>
                  </a:lnTo>
                  <a:lnTo>
                    <a:pt x="281527" y="695660"/>
                  </a:lnTo>
                  <a:lnTo>
                    <a:pt x="269286" y="699953"/>
                  </a:lnTo>
                  <a:lnTo>
                    <a:pt x="257046" y="703270"/>
                  </a:lnTo>
                  <a:lnTo>
                    <a:pt x="244806" y="704045"/>
                  </a:lnTo>
                  <a:lnTo>
                    <a:pt x="232565" y="702143"/>
                  </a:lnTo>
                  <a:lnTo>
                    <a:pt x="220325" y="697725"/>
                  </a:lnTo>
                  <a:lnTo>
                    <a:pt x="208085" y="693892"/>
                  </a:lnTo>
                  <a:lnTo>
                    <a:pt x="195844" y="682378"/>
                  </a:lnTo>
                  <a:lnTo>
                    <a:pt x="183604" y="672072"/>
                  </a:lnTo>
                  <a:lnTo>
                    <a:pt x="171364" y="663270"/>
                  </a:lnTo>
                  <a:lnTo>
                    <a:pt x="159123" y="657997"/>
                  </a:lnTo>
                  <a:lnTo>
                    <a:pt x="146883" y="650498"/>
                  </a:lnTo>
                  <a:lnTo>
                    <a:pt x="134643" y="646228"/>
                  </a:lnTo>
                  <a:lnTo>
                    <a:pt x="122403" y="643649"/>
                  </a:lnTo>
                  <a:lnTo>
                    <a:pt x="110162" y="644817"/>
                  </a:lnTo>
                  <a:lnTo>
                    <a:pt x="97922" y="645453"/>
                  </a:lnTo>
                  <a:lnTo>
                    <a:pt x="85682" y="634111"/>
                  </a:lnTo>
                  <a:lnTo>
                    <a:pt x="73441" y="631016"/>
                  </a:lnTo>
                  <a:lnTo>
                    <a:pt x="61201" y="634449"/>
                  </a:lnTo>
                  <a:lnTo>
                    <a:pt x="48961" y="640327"/>
                  </a:lnTo>
                  <a:lnTo>
                    <a:pt x="36720" y="649970"/>
                  </a:lnTo>
                  <a:lnTo>
                    <a:pt x="24480" y="665864"/>
                  </a:lnTo>
                  <a:lnTo>
                    <a:pt x="12240" y="697850"/>
                  </a:lnTo>
                  <a:lnTo>
                    <a:pt x="0" y="7367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234684"/>
              <a:ext cx="2191014" cy="813557"/>
            </a:xfrm>
            <a:custGeom>
              <a:avLst/>
              <a:pathLst>
                <a:path w="2191014" h="813557">
                  <a:moveTo>
                    <a:pt x="0" y="764025"/>
                  </a:moveTo>
                  <a:lnTo>
                    <a:pt x="12240" y="751020"/>
                  </a:lnTo>
                  <a:lnTo>
                    <a:pt x="24480" y="741369"/>
                  </a:lnTo>
                  <a:lnTo>
                    <a:pt x="36720" y="734785"/>
                  </a:lnTo>
                  <a:lnTo>
                    <a:pt x="48961" y="730980"/>
                  </a:lnTo>
                  <a:lnTo>
                    <a:pt x="61201" y="729668"/>
                  </a:lnTo>
                  <a:lnTo>
                    <a:pt x="73441" y="730561"/>
                  </a:lnTo>
                  <a:lnTo>
                    <a:pt x="85682" y="733370"/>
                  </a:lnTo>
                  <a:lnTo>
                    <a:pt x="97922" y="737810"/>
                  </a:lnTo>
                  <a:lnTo>
                    <a:pt x="110162" y="743591"/>
                  </a:lnTo>
                  <a:lnTo>
                    <a:pt x="122403" y="750427"/>
                  </a:lnTo>
                  <a:lnTo>
                    <a:pt x="134643" y="758031"/>
                  </a:lnTo>
                  <a:lnTo>
                    <a:pt x="146883" y="766114"/>
                  </a:lnTo>
                  <a:lnTo>
                    <a:pt x="159123" y="774390"/>
                  </a:lnTo>
                  <a:lnTo>
                    <a:pt x="171364" y="782571"/>
                  </a:lnTo>
                  <a:lnTo>
                    <a:pt x="183604" y="790369"/>
                  </a:lnTo>
                  <a:lnTo>
                    <a:pt x="195844" y="797496"/>
                  </a:lnTo>
                  <a:lnTo>
                    <a:pt x="208085" y="803667"/>
                  </a:lnTo>
                  <a:lnTo>
                    <a:pt x="220325" y="808592"/>
                  </a:lnTo>
                  <a:lnTo>
                    <a:pt x="232565" y="811984"/>
                  </a:lnTo>
                  <a:lnTo>
                    <a:pt x="244806" y="813557"/>
                  </a:lnTo>
                  <a:lnTo>
                    <a:pt x="257046" y="813120"/>
                  </a:lnTo>
                  <a:lnTo>
                    <a:pt x="269286" y="810759"/>
                  </a:lnTo>
                  <a:lnTo>
                    <a:pt x="281527" y="806609"/>
                  </a:lnTo>
                  <a:lnTo>
                    <a:pt x="293767" y="800804"/>
                  </a:lnTo>
                  <a:lnTo>
                    <a:pt x="306007" y="793480"/>
                  </a:lnTo>
                  <a:lnTo>
                    <a:pt x="318247" y="784771"/>
                  </a:lnTo>
                  <a:lnTo>
                    <a:pt x="330488" y="774813"/>
                  </a:lnTo>
                  <a:lnTo>
                    <a:pt x="342728" y="763740"/>
                  </a:lnTo>
                  <a:lnTo>
                    <a:pt x="354968" y="751688"/>
                  </a:lnTo>
                  <a:lnTo>
                    <a:pt x="367209" y="738790"/>
                  </a:lnTo>
                  <a:lnTo>
                    <a:pt x="379449" y="725183"/>
                  </a:lnTo>
                  <a:lnTo>
                    <a:pt x="391689" y="711001"/>
                  </a:lnTo>
                  <a:lnTo>
                    <a:pt x="403930" y="696379"/>
                  </a:lnTo>
                  <a:lnTo>
                    <a:pt x="416170" y="681451"/>
                  </a:lnTo>
                  <a:lnTo>
                    <a:pt x="428410" y="666354"/>
                  </a:lnTo>
                  <a:lnTo>
                    <a:pt x="440650" y="651221"/>
                  </a:lnTo>
                  <a:lnTo>
                    <a:pt x="452891" y="636188"/>
                  </a:lnTo>
                  <a:lnTo>
                    <a:pt x="465131" y="621389"/>
                  </a:lnTo>
                  <a:lnTo>
                    <a:pt x="477371" y="606960"/>
                  </a:lnTo>
                  <a:lnTo>
                    <a:pt x="489612" y="593034"/>
                  </a:lnTo>
                  <a:lnTo>
                    <a:pt x="501852" y="579698"/>
                  </a:lnTo>
                  <a:lnTo>
                    <a:pt x="514092" y="566936"/>
                  </a:lnTo>
                  <a:lnTo>
                    <a:pt x="526333" y="554719"/>
                  </a:lnTo>
                  <a:lnTo>
                    <a:pt x="538573" y="543018"/>
                  </a:lnTo>
                  <a:lnTo>
                    <a:pt x="550813" y="531805"/>
                  </a:lnTo>
                  <a:lnTo>
                    <a:pt x="563054" y="521051"/>
                  </a:lnTo>
                  <a:lnTo>
                    <a:pt x="575294" y="510729"/>
                  </a:lnTo>
                  <a:lnTo>
                    <a:pt x="587534" y="500808"/>
                  </a:lnTo>
                  <a:lnTo>
                    <a:pt x="599774" y="491262"/>
                  </a:lnTo>
                  <a:lnTo>
                    <a:pt x="612015" y="482061"/>
                  </a:lnTo>
                  <a:lnTo>
                    <a:pt x="624255" y="473176"/>
                  </a:lnTo>
                  <a:lnTo>
                    <a:pt x="636495" y="464580"/>
                  </a:lnTo>
                  <a:lnTo>
                    <a:pt x="648736" y="456243"/>
                  </a:lnTo>
                  <a:lnTo>
                    <a:pt x="660976" y="448138"/>
                  </a:lnTo>
                  <a:lnTo>
                    <a:pt x="673216" y="440235"/>
                  </a:lnTo>
                  <a:lnTo>
                    <a:pt x="685457" y="432506"/>
                  </a:lnTo>
                  <a:lnTo>
                    <a:pt x="697697" y="424922"/>
                  </a:lnTo>
                  <a:lnTo>
                    <a:pt x="709937" y="417455"/>
                  </a:lnTo>
                  <a:lnTo>
                    <a:pt x="722177" y="410077"/>
                  </a:lnTo>
                  <a:lnTo>
                    <a:pt x="734418" y="402759"/>
                  </a:lnTo>
                  <a:lnTo>
                    <a:pt x="746658" y="395493"/>
                  </a:lnTo>
                  <a:lnTo>
                    <a:pt x="758898" y="388306"/>
                  </a:lnTo>
                  <a:lnTo>
                    <a:pt x="771139" y="381225"/>
                  </a:lnTo>
                  <a:lnTo>
                    <a:pt x="783379" y="374277"/>
                  </a:lnTo>
                  <a:lnTo>
                    <a:pt x="795619" y="367490"/>
                  </a:lnTo>
                  <a:lnTo>
                    <a:pt x="807860" y="360893"/>
                  </a:lnTo>
                  <a:lnTo>
                    <a:pt x="820100" y="354512"/>
                  </a:lnTo>
                  <a:lnTo>
                    <a:pt x="832340" y="348376"/>
                  </a:lnTo>
                  <a:lnTo>
                    <a:pt x="844581" y="342513"/>
                  </a:lnTo>
                  <a:lnTo>
                    <a:pt x="856821" y="336950"/>
                  </a:lnTo>
                  <a:lnTo>
                    <a:pt x="869061" y="331715"/>
                  </a:lnTo>
                  <a:lnTo>
                    <a:pt x="881301" y="326837"/>
                  </a:lnTo>
                  <a:lnTo>
                    <a:pt x="893542" y="322341"/>
                  </a:lnTo>
                  <a:lnTo>
                    <a:pt x="905782" y="318258"/>
                  </a:lnTo>
                  <a:lnTo>
                    <a:pt x="918022" y="314613"/>
                  </a:lnTo>
                  <a:lnTo>
                    <a:pt x="930263" y="311436"/>
                  </a:lnTo>
                  <a:lnTo>
                    <a:pt x="942503" y="308754"/>
                  </a:lnTo>
                  <a:lnTo>
                    <a:pt x="954743" y="306594"/>
                  </a:lnTo>
                  <a:lnTo>
                    <a:pt x="966984" y="304984"/>
                  </a:lnTo>
                  <a:lnTo>
                    <a:pt x="979224" y="303951"/>
                  </a:lnTo>
                  <a:lnTo>
                    <a:pt x="991464" y="303473"/>
                  </a:lnTo>
                  <a:lnTo>
                    <a:pt x="1003704" y="303479"/>
                  </a:lnTo>
                  <a:lnTo>
                    <a:pt x="1015945" y="303893"/>
                  </a:lnTo>
                  <a:lnTo>
                    <a:pt x="1028185" y="304638"/>
                  </a:lnTo>
                  <a:lnTo>
                    <a:pt x="1040425" y="305639"/>
                  </a:lnTo>
                  <a:lnTo>
                    <a:pt x="1052666" y="306820"/>
                  </a:lnTo>
                  <a:lnTo>
                    <a:pt x="1064906" y="308105"/>
                  </a:lnTo>
                  <a:lnTo>
                    <a:pt x="1077146" y="309419"/>
                  </a:lnTo>
                  <a:lnTo>
                    <a:pt x="1089387" y="310684"/>
                  </a:lnTo>
                  <a:lnTo>
                    <a:pt x="1101627" y="311826"/>
                  </a:lnTo>
                  <a:lnTo>
                    <a:pt x="1113867" y="312768"/>
                  </a:lnTo>
                  <a:lnTo>
                    <a:pt x="1126108" y="313435"/>
                  </a:lnTo>
                  <a:lnTo>
                    <a:pt x="1138348" y="313751"/>
                  </a:lnTo>
                  <a:lnTo>
                    <a:pt x="1150588" y="313640"/>
                  </a:lnTo>
                  <a:lnTo>
                    <a:pt x="1162828" y="313026"/>
                  </a:lnTo>
                  <a:lnTo>
                    <a:pt x="1175069" y="311833"/>
                  </a:lnTo>
                  <a:lnTo>
                    <a:pt x="1187309" y="309986"/>
                  </a:lnTo>
                  <a:lnTo>
                    <a:pt x="1199549" y="307409"/>
                  </a:lnTo>
                  <a:lnTo>
                    <a:pt x="1211790" y="304027"/>
                  </a:lnTo>
                  <a:lnTo>
                    <a:pt x="1224030" y="299770"/>
                  </a:lnTo>
                  <a:lnTo>
                    <a:pt x="1236270" y="294663"/>
                  </a:lnTo>
                  <a:lnTo>
                    <a:pt x="1248511" y="288809"/>
                  </a:lnTo>
                  <a:lnTo>
                    <a:pt x="1260751" y="282318"/>
                  </a:lnTo>
                  <a:lnTo>
                    <a:pt x="1272991" y="275295"/>
                  </a:lnTo>
                  <a:lnTo>
                    <a:pt x="1285231" y="267850"/>
                  </a:lnTo>
                  <a:lnTo>
                    <a:pt x="1297472" y="260090"/>
                  </a:lnTo>
                  <a:lnTo>
                    <a:pt x="1309712" y="252122"/>
                  </a:lnTo>
                  <a:lnTo>
                    <a:pt x="1321952" y="244054"/>
                  </a:lnTo>
                  <a:lnTo>
                    <a:pt x="1334193" y="235994"/>
                  </a:lnTo>
                  <a:lnTo>
                    <a:pt x="1346433" y="228050"/>
                  </a:lnTo>
                  <a:lnTo>
                    <a:pt x="1358673" y="220328"/>
                  </a:lnTo>
                  <a:lnTo>
                    <a:pt x="1370914" y="212938"/>
                  </a:lnTo>
                  <a:lnTo>
                    <a:pt x="1383154" y="205986"/>
                  </a:lnTo>
                  <a:lnTo>
                    <a:pt x="1395394" y="199579"/>
                  </a:lnTo>
                  <a:lnTo>
                    <a:pt x="1407635" y="193827"/>
                  </a:lnTo>
                  <a:lnTo>
                    <a:pt x="1419875" y="188836"/>
                  </a:lnTo>
                  <a:lnTo>
                    <a:pt x="1432115" y="184713"/>
                  </a:lnTo>
                  <a:lnTo>
                    <a:pt x="1444355" y="181563"/>
                  </a:lnTo>
                  <a:lnTo>
                    <a:pt x="1456596" y="179494"/>
                  </a:lnTo>
                  <a:lnTo>
                    <a:pt x="1468836" y="178599"/>
                  </a:lnTo>
                  <a:lnTo>
                    <a:pt x="1481076" y="178824"/>
                  </a:lnTo>
                  <a:lnTo>
                    <a:pt x="1493317" y="180020"/>
                  </a:lnTo>
                  <a:lnTo>
                    <a:pt x="1505557" y="182036"/>
                  </a:lnTo>
                  <a:lnTo>
                    <a:pt x="1517797" y="184721"/>
                  </a:lnTo>
                  <a:lnTo>
                    <a:pt x="1530038" y="187925"/>
                  </a:lnTo>
                  <a:lnTo>
                    <a:pt x="1542278" y="191497"/>
                  </a:lnTo>
                  <a:lnTo>
                    <a:pt x="1554518" y="195287"/>
                  </a:lnTo>
                  <a:lnTo>
                    <a:pt x="1566759" y="199144"/>
                  </a:lnTo>
                  <a:lnTo>
                    <a:pt x="1578999" y="202917"/>
                  </a:lnTo>
                  <a:lnTo>
                    <a:pt x="1591239" y="206455"/>
                  </a:lnTo>
                  <a:lnTo>
                    <a:pt x="1603479" y="209608"/>
                  </a:lnTo>
                  <a:lnTo>
                    <a:pt x="1615720" y="212225"/>
                  </a:lnTo>
                  <a:lnTo>
                    <a:pt x="1627960" y="214155"/>
                  </a:lnTo>
                  <a:lnTo>
                    <a:pt x="1640200" y="215248"/>
                  </a:lnTo>
                  <a:lnTo>
                    <a:pt x="1652441" y="215354"/>
                  </a:lnTo>
                  <a:lnTo>
                    <a:pt x="1664681" y="214322"/>
                  </a:lnTo>
                  <a:lnTo>
                    <a:pt x="1676921" y="212002"/>
                  </a:lnTo>
                  <a:lnTo>
                    <a:pt x="1689162" y="208247"/>
                  </a:lnTo>
                  <a:lnTo>
                    <a:pt x="1701402" y="202905"/>
                  </a:lnTo>
                  <a:lnTo>
                    <a:pt x="1713642" y="195857"/>
                  </a:lnTo>
                  <a:lnTo>
                    <a:pt x="1725882" y="187207"/>
                  </a:lnTo>
                  <a:lnTo>
                    <a:pt x="1738123" y="177166"/>
                  </a:lnTo>
                  <a:lnTo>
                    <a:pt x="1750363" y="165948"/>
                  </a:lnTo>
                  <a:lnTo>
                    <a:pt x="1762603" y="153766"/>
                  </a:lnTo>
                  <a:lnTo>
                    <a:pt x="1774844" y="140831"/>
                  </a:lnTo>
                  <a:lnTo>
                    <a:pt x="1787084" y="127356"/>
                  </a:lnTo>
                  <a:lnTo>
                    <a:pt x="1799324" y="113555"/>
                  </a:lnTo>
                  <a:lnTo>
                    <a:pt x="1811565" y="99640"/>
                  </a:lnTo>
                  <a:lnTo>
                    <a:pt x="1823805" y="85823"/>
                  </a:lnTo>
                  <a:lnTo>
                    <a:pt x="1836045" y="72318"/>
                  </a:lnTo>
                  <a:lnTo>
                    <a:pt x="1848286" y="59337"/>
                  </a:lnTo>
                  <a:lnTo>
                    <a:pt x="1860526" y="47092"/>
                  </a:lnTo>
                  <a:lnTo>
                    <a:pt x="1872766" y="35797"/>
                  </a:lnTo>
                  <a:lnTo>
                    <a:pt x="1885006" y="25664"/>
                  </a:lnTo>
                  <a:lnTo>
                    <a:pt x="1897247" y="16908"/>
                  </a:lnTo>
                  <a:lnTo>
                    <a:pt x="1909487" y="9747"/>
                  </a:lnTo>
                  <a:lnTo>
                    <a:pt x="1921727" y="4397"/>
                  </a:lnTo>
                  <a:lnTo>
                    <a:pt x="1933968" y="1076"/>
                  </a:lnTo>
                  <a:lnTo>
                    <a:pt x="1946208" y="0"/>
                  </a:lnTo>
                  <a:lnTo>
                    <a:pt x="1958448" y="1329"/>
                  </a:lnTo>
                  <a:lnTo>
                    <a:pt x="1970689" y="4908"/>
                  </a:lnTo>
                  <a:lnTo>
                    <a:pt x="1982929" y="10468"/>
                  </a:lnTo>
                  <a:lnTo>
                    <a:pt x="1995169" y="17743"/>
                  </a:lnTo>
                  <a:lnTo>
                    <a:pt x="2007409" y="26465"/>
                  </a:lnTo>
                  <a:lnTo>
                    <a:pt x="2019650" y="36367"/>
                  </a:lnTo>
                  <a:lnTo>
                    <a:pt x="2031890" y="47182"/>
                  </a:lnTo>
                  <a:lnTo>
                    <a:pt x="2044130" y="58643"/>
                  </a:lnTo>
                  <a:lnTo>
                    <a:pt x="2056371" y="70482"/>
                  </a:lnTo>
                  <a:lnTo>
                    <a:pt x="2068611" y="82432"/>
                  </a:lnTo>
                  <a:lnTo>
                    <a:pt x="2080851" y="94226"/>
                  </a:lnTo>
                  <a:lnTo>
                    <a:pt x="2093092" y="105596"/>
                  </a:lnTo>
                  <a:lnTo>
                    <a:pt x="2105332" y="116276"/>
                  </a:lnTo>
                  <a:lnTo>
                    <a:pt x="2117572" y="125992"/>
                  </a:lnTo>
                  <a:lnTo>
                    <a:pt x="2129813" y="134408"/>
                  </a:lnTo>
                  <a:lnTo>
                    <a:pt x="2142053" y="141239"/>
                  </a:lnTo>
                  <a:lnTo>
                    <a:pt x="2154293" y="146211"/>
                  </a:lnTo>
                  <a:lnTo>
                    <a:pt x="2166533" y="149053"/>
                  </a:lnTo>
                  <a:lnTo>
                    <a:pt x="2178774" y="149492"/>
                  </a:lnTo>
                  <a:lnTo>
                    <a:pt x="2191014" y="14725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762093"/>
              <a:ext cx="2347515" cy="1335178"/>
            </a:xfrm>
            <a:custGeom>
              <a:avLst/>
              <a:pathLst>
                <a:path w="2347515" h="1335178">
                  <a:moveTo>
                    <a:pt x="0" y="653638"/>
                  </a:moveTo>
                  <a:lnTo>
                    <a:pt x="13114" y="684714"/>
                  </a:lnTo>
                  <a:lnTo>
                    <a:pt x="26229" y="703950"/>
                  </a:lnTo>
                  <a:lnTo>
                    <a:pt x="39343" y="712891"/>
                  </a:lnTo>
                  <a:lnTo>
                    <a:pt x="52458" y="726749"/>
                  </a:lnTo>
                  <a:lnTo>
                    <a:pt x="65573" y="724534"/>
                  </a:lnTo>
                  <a:lnTo>
                    <a:pt x="78687" y="721599"/>
                  </a:lnTo>
                  <a:lnTo>
                    <a:pt x="91802" y="722168"/>
                  </a:lnTo>
                  <a:lnTo>
                    <a:pt x="104916" y="714904"/>
                  </a:lnTo>
                  <a:lnTo>
                    <a:pt x="118031" y="709402"/>
                  </a:lnTo>
                  <a:lnTo>
                    <a:pt x="131146" y="705406"/>
                  </a:lnTo>
                  <a:lnTo>
                    <a:pt x="144260" y="702661"/>
                  </a:lnTo>
                  <a:lnTo>
                    <a:pt x="157375" y="700442"/>
                  </a:lnTo>
                  <a:lnTo>
                    <a:pt x="170489" y="692226"/>
                  </a:lnTo>
                  <a:lnTo>
                    <a:pt x="183604" y="686819"/>
                  </a:lnTo>
                  <a:lnTo>
                    <a:pt x="196719" y="680304"/>
                  </a:lnTo>
                  <a:lnTo>
                    <a:pt x="209833" y="675799"/>
                  </a:lnTo>
                  <a:lnTo>
                    <a:pt x="222948" y="663037"/>
                  </a:lnTo>
                  <a:lnTo>
                    <a:pt x="236063" y="654117"/>
                  </a:lnTo>
                  <a:lnTo>
                    <a:pt x="249177" y="647794"/>
                  </a:lnTo>
                  <a:lnTo>
                    <a:pt x="262292" y="636076"/>
                  </a:lnTo>
                  <a:lnTo>
                    <a:pt x="275406" y="626924"/>
                  </a:lnTo>
                  <a:lnTo>
                    <a:pt x="288521" y="616725"/>
                  </a:lnTo>
                  <a:lnTo>
                    <a:pt x="301636" y="609036"/>
                  </a:lnTo>
                  <a:lnTo>
                    <a:pt x="314750" y="598331"/>
                  </a:lnTo>
                  <a:lnTo>
                    <a:pt x="327865" y="592567"/>
                  </a:lnTo>
                  <a:lnTo>
                    <a:pt x="340979" y="585087"/>
                  </a:lnTo>
                  <a:lnTo>
                    <a:pt x="354094" y="577472"/>
                  </a:lnTo>
                  <a:lnTo>
                    <a:pt x="367209" y="571061"/>
                  </a:lnTo>
                  <a:lnTo>
                    <a:pt x="380323" y="567036"/>
                  </a:lnTo>
                  <a:lnTo>
                    <a:pt x="393438" y="562109"/>
                  </a:lnTo>
                  <a:lnTo>
                    <a:pt x="406552" y="560280"/>
                  </a:lnTo>
                  <a:lnTo>
                    <a:pt x="419667" y="556401"/>
                  </a:lnTo>
                  <a:lnTo>
                    <a:pt x="432782" y="554332"/>
                  </a:lnTo>
                  <a:lnTo>
                    <a:pt x="445896" y="553510"/>
                  </a:lnTo>
                  <a:lnTo>
                    <a:pt x="459011" y="548434"/>
                  </a:lnTo>
                  <a:lnTo>
                    <a:pt x="472126" y="546382"/>
                  </a:lnTo>
                  <a:lnTo>
                    <a:pt x="485240" y="544522"/>
                  </a:lnTo>
                  <a:lnTo>
                    <a:pt x="498355" y="541747"/>
                  </a:lnTo>
                  <a:lnTo>
                    <a:pt x="511469" y="542990"/>
                  </a:lnTo>
                  <a:lnTo>
                    <a:pt x="524584" y="544304"/>
                  </a:lnTo>
                  <a:lnTo>
                    <a:pt x="537699" y="546995"/>
                  </a:lnTo>
                  <a:lnTo>
                    <a:pt x="550813" y="549757"/>
                  </a:lnTo>
                  <a:lnTo>
                    <a:pt x="563928" y="552645"/>
                  </a:lnTo>
                  <a:lnTo>
                    <a:pt x="577042" y="555988"/>
                  </a:lnTo>
                  <a:lnTo>
                    <a:pt x="590157" y="560258"/>
                  </a:lnTo>
                  <a:lnTo>
                    <a:pt x="603272" y="565638"/>
                  </a:lnTo>
                  <a:lnTo>
                    <a:pt x="616386" y="572532"/>
                  </a:lnTo>
                  <a:lnTo>
                    <a:pt x="629501" y="578446"/>
                  </a:lnTo>
                  <a:lnTo>
                    <a:pt x="642615" y="585617"/>
                  </a:lnTo>
                  <a:lnTo>
                    <a:pt x="655730" y="591455"/>
                  </a:lnTo>
                  <a:lnTo>
                    <a:pt x="668845" y="597399"/>
                  </a:lnTo>
                  <a:lnTo>
                    <a:pt x="681959" y="603510"/>
                  </a:lnTo>
                  <a:lnTo>
                    <a:pt x="695074" y="609849"/>
                  </a:lnTo>
                  <a:lnTo>
                    <a:pt x="708189" y="616300"/>
                  </a:lnTo>
                  <a:lnTo>
                    <a:pt x="721303" y="620852"/>
                  </a:lnTo>
                  <a:lnTo>
                    <a:pt x="734418" y="625246"/>
                  </a:lnTo>
                  <a:lnTo>
                    <a:pt x="747532" y="628254"/>
                  </a:lnTo>
                  <a:lnTo>
                    <a:pt x="760647" y="631435"/>
                  </a:lnTo>
                  <a:lnTo>
                    <a:pt x="773762" y="635022"/>
                  </a:lnTo>
                  <a:lnTo>
                    <a:pt x="786876" y="637493"/>
                  </a:lnTo>
                  <a:lnTo>
                    <a:pt x="799991" y="639494"/>
                  </a:lnTo>
                  <a:lnTo>
                    <a:pt x="813105" y="641230"/>
                  </a:lnTo>
                  <a:lnTo>
                    <a:pt x="826220" y="641271"/>
                  </a:lnTo>
                  <a:lnTo>
                    <a:pt x="839335" y="640941"/>
                  </a:lnTo>
                  <a:lnTo>
                    <a:pt x="852449" y="644125"/>
                  </a:lnTo>
                  <a:lnTo>
                    <a:pt x="865564" y="645692"/>
                  </a:lnTo>
                  <a:lnTo>
                    <a:pt x="878679" y="648242"/>
                  </a:lnTo>
                  <a:lnTo>
                    <a:pt x="891793" y="650319"/>
                  </a:lnTo>
                  <a:lnTo>
                    <a:pt x="904908" y="650158"/>
                  </a:lnTo>
                  <a:lnTo>
                    <a:pt x="918022" y="652009"/>
                  </a:lnTo>
                  <a:lnTo>
                    <a:pt x="931137" y="650522"/>
                  </a:lnTo>
                  <a:lnTo>
                    <a:pt x="944252" y="648972"/>
                  </a:lnTo>
                  <a:lnTo>
                    <a:pt x="957366" y="647536"/>
                  </a:lnTo>
                  <a:lnTo>
                    <a:pt x="970481" y="646266"/>
                  </a:lnTo>
                  <a:lnTo>
                    <a:pt x="983595" y="646104"/>
                  </a:lnTo>
                  <a:lnTo>
                    <a:pt x="996710" y="644441"/>
                  </a:lnTo>
                  <a:lnTo>
                    <a:pt x="1009825" y="643990"/>
                  </a:lnTo>
                  <a:lnTo>
                    <a:pt x="1022939" y="643871"/>
                  </a:lnTo>
                  <a:lnTo>
                    <a:pt x="1036054" y="641838"/>
                  </a:lnTo>
                  <a:lnTo>
                    <a:pt x="1049168" y="640416"/>
                  </a:lnTo>
                  <a:lnTo>
                    <a:pt x="1062283" y="638741"/>
                  </a:lnTo>
                  <a:lnTo>
                    <a:pt x="1075398" y="637029"/>
                  </a:lnTo>
                  <a:lnTo>
                    <a:pt x="1088512" y="635397"/>
                  </a:lnTo>
                  <a:lnTo>
                    <a:pt x="1101627" y="633817"/>
                  </a:lnTo>
                  <a:lnTo>
                    <a:pt x="1114742" y="632259"/>
                  </a:lnTo>
                  <a:lnTo>
                    <a:pt x="1127856" y="630693"/>
                  </a:lnTo>
                  <a:lnTo>
                    <a:pt x="1140971" y="628890"/>
                  </a:lnTo>
                  <a:lnTo>
                    <a:pt x="1154085" y="624809"/>
                  </a:lnTo>
                  <a:lnTo>
                    <a:pt x="1167200" y="621392"/>
                  </a:lnTo>
                  <a:lnTo>
                    <a:pt x="1180315" y="617958"/>
                  </a:lnTo>
                  <a:lnTo>
                    <a:pt x="1193429" y="613428"/>
                  </a:lnTo>
                  <a:lnTo>
                    <a:pt x="1206544" y="610627"/>
                  </a:lnTo>
                  <a:lnTo>
                    <a:pt x="1219658" y="608218"/>
                  </a:lnTo>
                  <a:lnTo>
                    <a:pt x="1232773" y="605569"/>
                  </a:lnTo>
                  <a:lnTo>
                    <a:pt x="1245888" y="601355"/>
                  </a:lnTo>
                  <a:lnTo>
                    <a:pt x="1259002" y="597171"/>
                  </a:lnTo>
                  <a:lnTo>
                    <a:pt x="1272117" y="593636"/>
                  </a:lnTo>
                  <a:lnTo>
                    <a:pt x="1285231" y="590641"/>
                  </a:lnTo>
                  <a:lnTo>
                    <a:pt x="1298346" y="590165"/>
                  </a:lnTo>
                  <a:lnTo>
                    <a:pt x="1311461" y="590291"/>
                  </a:lnTo>
                  <a:lnTo>
                    <a:pt x="1324575" y="586411"/>
                  </a:lnTo>
                  <a:lnTo>
                    <a:pt x="1337690" y="584412"/>
                  </a:lnTo>
                  <a:lnTo>
                    <a:pt x="1350805" y="581285"/>
                  </a:lnTo>
                  <a:lnTo>
                    <a:pt x="1363919" y="577473"/>
                  </a:lnTo>
                  <a:lnTo>
                    <a:pt x="1377034" y="576839"/>
                  </a:lnTo>
                  <a:lnTo>
                    <a:pt x="1390148" y="576615"/>
                  </a:lnTo>
                  <a:lnTo>
                    <a:pt x="1403263" y="576473"/>
                  </a:lnTo>
                  <a:lnTo>
                    <a:pt x="1416378" y="572526"/>
                  </a:lnTo>
                  <a:lnTo>
                    <a:pt x="1429492" y="570839"/>
                  </a:lnTo>
                  <a:lnTo>
                    <a:pt x="1442607" y="570043"/>
                  </a:lnTo>
                  <a:lnTo>
                    <a:pt x="1455721" y="568154"/>
                  </a:lnTo>
                  <a:lnTo>
                    <a:pt x="1468836" y="565792"/>
                  </a:lnTo>
                  <a:lnTo>
                    <a:pt x="1481951" y="566483"/>
                  </a:lnTo>
                  <a:lnTo>
                    <a:pt x="1495065" y="561678"/>
                  </a:lnTo>
                  <a:lnTo>
                    <a:pt x="1508180" y="560000"/>
                  </a:lnTo>
                  <a:lnTo>
                    <a:pt x="1521295" y="558624"/>
                  </a:lnTo>
                  <a:lnTo>
                    <a:pt x="1534409" y="560759"/>
                  </a:lnTo>
                  <a:lnTo>
                    <a:pt x="1547524" y="564208"/>
                  </a:lnTo>
                  <a:lnTo>
                    <a:pt x="1560638" y="567895"/>
                  </a:lnTo>
                  <a:lnTo>
                    <a:pt x="1573753" y="572174"/>
                  </a:lnTo>
                  <a:lnTo>
                    <a:pt x="1586868" y="576386"/>
                  </a:lnTo>
                  <a:lnTo>
                    <a:pt x="1599982" y="580565"/>
                  </a:lnTo>
                  <a:lnTo>
                    <a:pt x="1613097" y="584557"/>
                  </a:lnTo>
                  <a:lnTo>
                    <a:pt x="1626211" y="588215"/>
                  </a:lnTo>
                  <a:lnTo>
                    <a:pt x="1639326" y="593481"/>
                  </a:lnTo>
                  <a:lnTo>
                    <a:pt x="1652441" y="598342"/>
                  </a:lnTo>
                  <a:lnTo>
                    <a:pt x="1665555" y="596626"/>
                  </a:lnTo>
                  <a:lnTo>
                    <a:pt x="1678670" y="596558"/>
                  </a:lnTo>
                  <a:lnTo>
                    <a:pt x="1691784" y="600767"/>
                  </a:lnTo>
                  <a:lnTo>
                    <a:pt x="1704899" y="602308"/>
                  </a:lnTo>
                  <a:lnTo>
                    <a:pt x="1718014" y="602246"/>
                  </a:lnTo>
                  <a:lnTo>
                    <a:pt x="1731128" y="601177"/>
                  </a:lnTo>
                  <a:lnTo>
                    <a:pt x="1744243" y="599183"/>
                  </a:lnTo>
                  <a:lnTo>
                    <a:pt x="1757358" y="595694"/>
                  </a:lnTo>
                  <a:lnTo>
                    <a:pt x="1770472" y="594634"/>
                  </a:lnTo>
                  <a:lnTo>
                    <a:pt x="1783587" y="592373"/>
                  </a:lnTo>
                  <a:lnTo>
                    <a:pt x="1796701" y="584146"/>
                  </a:lnTo>
                  <a:lnTo>
                    <a:pt x="1809816" y="573743"/>
                  </a:lnTo>
                  <a:lnTo>
                    <a:pt x="1822931" y="562189"/>
                  </a:lnTo>
                  <a:lnTo>
                    <a:pt x="1836045" y="551489"/>
                  </a:lnTo>
                  <a:lnTo>
                    <a:pt x="1849160" y="540786"/>
                  </a:lnTo>
                  <a:lnTo>
                    <a:pt x="1862274" y="530189"/>
                  </a:lnTo>
                  <a:lnTo>
                    <a:pt x="1875389" y="519808"/>
                  </a:lnTo>
                  <a:lnTo>
                    <a:pt x="1888504" y="509750"/>
                  </a:lnTo>
                  <a:lnTo>
                    <a:pt x="1901618" y="493028"/>
                  </a:lnTo>
                  <a:lnTo>
                    <a:pt x="1914733" y="471654"/>
                  </a:lnTo>
                  <a:lnTo>
                    <a:pt x="1927847" y="450155"/>
                  </a:lnTo>
                  <a:lnTo>
                    <a:pt x="1940962" y="428887"/>
                  </a:lnTo>
                  <a:lnTo>
                    <a:pt x="1954077" y="411058"/>
                  </a:lnTo>
                  <a:lnTo>
                    <a:pt x="1967191" y="399918"/>
                  </a:lnTo>
                  <a:lnTo>
                    <a:pt x="1980306" y="390119"/>
                  </a:lnTo>
                  <a:lnTo>
                    <a:pt x="1993421" y="371735"/>
                  </a:lnTo>
                  <a:lnTo>
                    <a:pt x="2006535" y="340636"/>
                  </a:lnTo>
                  <a:lnTo>
                    <a:pt x="2019650" y="326090"/>
                  </a:lnTo>
                  <a:lnTo>
                    <a:pt x="2032764" y="316416"/>
                  </a:lnTo>
                  <a:lnTo>
                    <a:pt x="2045879" y="311152"/>
                  </a:lnTo>
                  <a:lnTo>
                    <a:pt x="2058994" y="308969"/>
                  </a:lnTo>
                  <a:lnTo>
                    <a:pt x="2072108" y="303291"/>
                  </a:lnTo>
                  <a:lnTo>
                    <a:pt x="2085223" y="291659"/>
                  </a:lnTo>
                  <a:lnTo>
                    <a:pt x="2098337" y="285054"/>
                  </a:lnTo>
                  <a:lnTo>
                    <a:pt x="2111452" y="289533"/>
                  </a:lnTo>
                  <a:lnTo>
                    <a:pt x="2124567" y="287009"/>
                  </a:lnTo>
                  <a:lnTo>
                    <a:pt x="2137681" y="293118"/>
                  </a:lnTo>
                  <a:lnTo>
                    <a:pt x="2150796" y="299552"/>
                  </a:lnTo>
                  <a:lnTo>
                    <a:pt x="2163911" y="295058"/>
                  </a:lnTo>
                  <a:lnTo>
                    <a:pt x="2177025" y="286930"/>
                  </a:lnTo>
                  <a:lnTo>
                    <a:pt x="2190140" y="283675"/>
                  </a:lnTo>
                  <a:lnTo>
                    <a:pt x="2203254" y="287423"/>
                  </a:lnTo>
                  <a:lnTo>
                    <a:pt x="2216369" y="271264"/>
                  </a:lnTo>
                  <a:lnTo>
                    <a:pt x="2229484" y="269087"/>
                  </a:lnTo>
                  <a:lnTo>
                    <a:pt x="2242598" y="243067"/>
                  </a:lnTo>
                  <a:lnTo>
                    <a:pt x="2255713" y="239408"/>
                  </a:lnTo>
                  <a:lnTo>
                    <a:pt x="2268827" y="225320"/>
                  </a:lnTo>
                  <a:lnTo>
                    <a:pt x="2281942" y="211937"/>
                  </a:lnTo>
                  <a:lnTo>
                    <a:pt x="2295057" y="152334"/>
                  </a:lnTo>
                  <a:lnTo>
                    <a:pt x="2308171" y="92043"/>
                  </a:lnTo>
                  <a:lnTo>
                    <a:pt x="2321286" y="61362"/>
                  </a:lnTo>
                  <a:lnTo>
                    <a:pt x="2334400" y="30681"/>
                  </a:lnTo>
                  <a:lnTo>
                    <a:pt x="2347515" y="0"/>
                  </a:lnTo>
                  <a:lnTo>
                    <a:pt x="2347515" y="1335178"/>
                  </a:lnTo>
                  <a:lnTo>
                    <a:pt x="2346253" y="1335178"/>
                  </a:lnTo>
                  <a:lnTo>
                    <a:pt x="2334400" y="1257029"/>
                  </a:lnTo>
                  <a:lnTo>
                    <a:pt x="2321286" y="1199023"/>
                  </a:lnTo>
                  <a:lnTo>
                    <a:pt x="2308171" y="1146064"/>
                  </a:lnTo>
                  <a:lnTo>
                    <a:pt x="2295057" y="1060940"/>
                  </a:lnTo>
                  <a:lnTo>
                    <a:pt x="2281942" y="992423"/>
                  </a:lnTo>
                  <a:lnTo>
                    <a:pt x="2268827" y="939224"/>
                  </a:lnTo>
                  <a:lnTo>
                    <a:pt x="2255713" y="904360"/>
                  </a:lnTo>
                  <a:lnTo>
                    <a:pt x="2242598" y="887693"/>
                  </a:lnTo>
                  <a:lnTo>
                    <a:pt x="2229484" y="841584"/>
                  </a:lnTo>
                  <a:lnTo>
                    <a:pt x="2216369" y="801925"/>
                  </a:lnTo>
                  <a:lnTo>
                    <a:pt x="2203254" y="778721"/>
                  </a:lnTo>
                  <a:lnTo>
                    <a:pt x="2190140" y="750778"/>
                  </a:lnTo>
                  <a:lnTo>
                    <a:pt x="2177025" y="728812"/>
                  </a:lnTo>
                  <a:lnTo>
                    <a:pt x="2163911" y="714399"/>
                  </a:lnTo>
                  <a:lnTo>
                    <a:pt x="2150796" y="697840"/>
                  </a:lnTo>
                  <a:lnTo>
                    <a:pt x="2137681" y="686460"/>
                  </a:lnTo>
                  <a:lnTo>
                    <a:pt x="2124567" y="674197"/>
                  </a:lnTo>
                  <a:lnTo>
                    <a:pt x="2111452" y="671012"/>
                  </a:lnTo>
                  <a:lnTo>
                    <a:pt x="2098337" y="673205"/>
                  </a:lnTo>
                  <a:lnTo>
                    <a:pt x="2085223" y="663459"/>
                  </a:lnTo>
                  <a:lnTo>
                    <a:pt x="2072108" y="656358"/>
                  </a:lnTo>
                  <a:lnTo>
                    <a:pt x="2058994" y="661895"/>
                  </a:lnTo>
                  <a:lnTo>
                    <a:pt x="2045879" y="668207"/>
                  </a:lnTo>
                  <a:lnTo>
                    <a:pt x="2032764" y="674820"/>
                  </a:lnTo>
                  <a:lnTo>
                    <a:pt x="2019650" y="677104"/>
                  </a:lnTo>
                  <a:lnTo>
                    <a:pt x="2006535" y="679879"/>
                  </a:lnTo>
                  <a:lnTo>
                    <a:pt x="1993421" y="680951"/>
                  </a:lnTo>
                  <a:lnTo>
                    <a:pt x="1980306" y="682554"/>
                  </a:lnTo>
                  <a:lnTo>
                    <a:pt x="1967191" y="687218"/>
                  </a:lnTo>
                  <a:lnTo>
                    <a:pt x="1954077" y="690276"/>
                  </a:lnTo>
                  <a:lnTo>
                    <a:pt x="1940962" y="692761"/>
                  </a:lnTo>
                  <a:lnTo>
                    <a:pt x="1927847" y="698041"/>
                  </a:lnTo>
                  <a:lnTo>
                    <a:pt x="1914733" y="708037"/>
                  </a:lnTo>
                  <a:lnTo>
                    <a:pt x="1901618" y="717269"/>
                  </a:lnTo>
                  <a:lnTo>
                    <a:pt x="1888504" y="725665"/>
                  </a:lnTo>
                  <a:lnTo>
                    <a:pt x="1875389" y="735751"/>
                  </a:lnTo>
                  <a:lnTo>
                    <a:pt x="1862274" y="743246"/>
                  </a:lnTo>
                  <a:lnTo>
                    <a:pt x="1849160" y="749461"/>
                  </a:lnTo>
                  <a:lnTo>
                    <a:pt x="1836045" y="754254"/>
                  </a:lnTo>
                  <a:lnTo>
                    <a:pt x="1822931" y="761033"/>
                  </a:lnTo>
                  <a:lnTo>
                    <a:pt x="1809816" y="762602"/>
                  </a:lnTo>
                  <a:lnTo>
                    <a:pt x="1796701" y="766047"/>
                  </a:lnTo>
                  <a:lnTo>
                    <a:pt x="1783587" y="770855"/>
                  </a:lnTo>
                  <a:lnTo>
                    <a:pt x="1770472" y="770145"/>
                  </a:lnTo>
                  <a:lnTo>
                    <a:pt x="1757358" y="767504"/>
                  </a:lnTo>
                  <a:lnTo>
                    <a:pt x="1744243" y="762260"/>
                  </a:lnTo>
                  <a:lnTo>
                    <a:pt x="1731128" y="759933"/>
                  </a:lnTo>
                  <a:lnTo>
                    <a:pt x="1718014" y="759323"/>
                  </a:lnTo>
                  <a:lnTo>
                    <a:pt x="1704899" y="754532"/>
                  </a:lnTo>
                  <a:lnTo>
                    <a:pt x="1691784" y="749961"/>
                  </a:lnTo>
                  <a:lnTo>
                    <a:pt x="1678670" y="737696"/>
                  </a:lnTo>
                  <a:lnTo>
                    <a:pt x="1665555" y="738347"/>
                  </a:lnTo>
                  <a:lnTo>
                    <a:pt x="1652441" y="734978"/>
                  </a:lnTo>
                  <a:lnTo>
                    <a:pt x="1639326" y="729604"/>
                  </a:lnTo>
                  <a:lnTo>
                    <a:pt x="1626211" y="722007"/>
                  </a:lnTo>
                  <a:lnTo>
                    <a:pt x="1613097" y="720716"/>
                  </a:lnTo>
                  <a:lnTo>
                    <a:pt x="1599982" y="715378"/>
                  </a:lnTo>
                  <a:lnTo>
                    <a:pt x="1586868" y="717585"/>
                  </a:lnTo>
                  <a:lnTo>
                    <a:pt x="1573753" y="717779"/>
                  </a:lnTo>
                  <a:lnTo>
                    <a:pt x="1560638" y="716464"/>
                  </a:lnTo>
                  <a:lnTo>
                    <a:pt x="1547524" y="713231"/>
                  </a:lnTo>
                  <a:lnTo>
                    <a:pt x="1534409" y="709183"/>
                  </a:lnTo>
                  <a:lnTo>
                    <a:pt x="1521295" y="705934"/>
                  </a:lnTo>
                  <a:lnTo>
                    <a:pt x="1508180" y="703439"/>
                  </a:lnTo>
                  <a:lnTo>
                    <a:pt x="1495065" y="703261"/>
                  </a:lnTo>
                  <a:lnTo>
                    <a:pt x="1481951" y="703198"/>
                  </a:lnTo>
                  <a:lnTo>
                    <a:pt x="1468836" y="703198"/>
                  </a:lnTo>
                  <a:lnTo>
                    <a:pt x="1455721" y="702762"/>
                  </a:lnTo>
                  <a:lnTo>
                    <a:pt x="1442607" y="700801"/>
                  </a:lnTo>
                  <a:lnTo>
                    <a:pt x="1429492" y="700391"/>
                  </a:lnTo>
                  <a:lnTo>
                    <a:pt x="1416378" y="699995"/>
                  </a:lnTo>
                  <a:lnTo>
                    <a:pt x="1403263" y="700370"/>
                  </a:lnTo>
                  <a:lnTo>
                    <a:pt x="1390148" y="702791"/>
                  </a:lnTo>
                  <a:lnTo>
                    <a:pt x="1377034" y="706334"/>
                  </a:lnTo>
                  <a:lnTo>
                    <a:pt x="1363919" y="708715"/>
                  </a:lnTo>
                  <a:lnTo>
                    <a:pt x="1350805" y="713286"/>
                  </a:lnTo>
                  <a:lnTo>
                    <a:pt x="1337690" y="715586"/>
                  </a:lnTo>
                  <a:lnTo>
                    <a:pt x="1324575" y="717037"/>
                  </a:lnTo>
                  <a:lnTo>
                    <a:pt x="1311461" y="721160"/>
                  </a:lnTo>
                  <a:lnTo>
                    <a:pt x="1298346" y="723013"/>
                  </a:lnTo>
                  <a:lnTo>
                    <a:pt x="1285231" y="724491"/>
                  </a:lnTo>
                  <a:lnTo>
                    <a:pt x="1272117" y="726781"/>
                  </a:lnTo>
                  <a:lnTo>
                    <a:pt x="1259002" y="729545"/>
                  </a:lnTo>
                  <a:lnTo>
                    <a:pt x="1245888" y="731968"/>
                  </a:lnTo>
                  <a:lnTo>
                    <a:pt x="1232773" y="733828"/>
                  </a:lnTo>
                  <a:lnTo>
                    <a:pt x="1219658" y="735221"/>
                  </a:lnTo>
                  <a:lnTo>
                    <a:pt x="1206544" y="738317"/>
                  </a:lnTo>
                  <a:lnTo>
                    <a:pt x="1193429" y="741859"/>
                  </a:lnTo>
                  <a:lnTo>
                    <a:pt x="1180315" y="745404"/>
                  </a:lnTo>
                  <a:lnTo>
                    <a:pt x="1167200" y="748916"/>
                  </a:lnTo>
                  <a:lnTo>
                    <a:pt x="1154085" y="750038"/>
                  </a:lnTo>
                  <a:lnTo>
                    <a:pt x="1140971" y="755227"/>
                  </a:lnTo>
                  <a:lnTo>
                    <a:pt x="1127856" y="758924"/>
                  </a:lnTo>
                  <a:lnTo>
                    <a:pt x="1114742" y="761729"/>
                  </a:lnTo>
                  <a:lnTo>
                    <a:pt x="1101627" y="761993"/>
                  </a:lnTo>
                  <a:lnTo>
                    <a:pt x="1088512" y="762071"/>
                  </a:lnTo>
                  <a:lnTo>
                    <a:pt x="1075398" y="766228"/>
                  </a:lnTo>
                  <a:lnTo>
                    <a:pt x="1062283" y="770498"/>
                  </a:lnTo>
                  <a:lnTo>
                    <a:pt x="1049168" y="773524"/>
                  </a:lnTo>
                  <a:lnTo>
                    <a:pt x="1036054" y="774862"/>
                  </a:lnTo>
                  <a:lnTo>
                    <a:pt x="1022939" y="775822"/>
                  </a:lnTo>
                  <a:lnTo>
                    <a:pt x="1009825" y="776408"/>
                  </a:lnTo>
                  <a:lnTo>
                    <a:pt x="996710" y="776629"/>
                  </a:lnTo>
                  <a:lnTo>
                    <a:pt x="983595" y="776492"/>
                  </a:lnTo>
                  <a:lnTo>
                    <a:pt x="970481" y="776003"/>
                  </a:lnTo>
                  <a:lnTo>
                    <a:pt x="957366" y="775171"/>
                  </a:lnTo>
                  <a:lnTo>
                    <a:pt x="944252" y="774002"/>
                  </a:lnTo>
                  <a:lnTo>
                    <a:pt x="931137" y="775177"/>
                  </a:lnTo>
                  <a:lnTo>
                    <a:pt x="918022" y="776808"/>
                  </a:lnTo>
                  <a:lnTo>
                    <a:pt x="904908" y="776720"/>
                  </a:lnTo>
                  <a:lnTo>
                    <a:pt x="891793" y="774784"/>
                  </a:lnTo>
                  <a:lnTo>
                    <a:pt x="878679" y="774422"/>
                  </a:lnTo>
                  <a:lnTo>
                    <a:pt x="865564" y="775363"/>
                  </a:lnTo>
                  <a:lnTo>
                    <a:pt x="852449" y="776378"/>
                  </a:lnTo>
                  <a:lnTo>
                    <a:pt x="839335" y="776883"/>
                  </a:lnTo>
                  <a:lnTo>
                    <a:pt x="826220" y="775977"/>
                  </a:lnTo>
                  <a:lnTo>
                    <a:pt x="813105" y="773541"/>
                  </a:lnTo>
                  <a:lnTo>
                    <a:pt x="799991" y="771020"/>
                  </a:lnTo>
                  <a:lnTo>
                    <a:pt x="786876" y="767784"/>
                  </a:lnTo>
                  <a:lnTo>
                    <a:pt x="773762" y="764936"/>
                  </a:lnTo>
                  <a:lnTo>
                    <a:pt x="760647" y="761641"/>
                  </a:lnTo>
                  <a:lnTo>
                    <a:pt x="747532" y="759571"/>
                  </a:lnTo>
                  <a:lnTo>
                    <a:pt x="734418" y="757003"/>
                  </a:lnTo>
                  <a:lnTo>
                    <a:pt x="721303" y="753318"/>
                  </a:lnTo>
                  <a:lnTo>
                    <a:pt x="708189" y="750559"/>
                  </a:lnTo>
                  <a:lnTo>
                    <a:pt x="695074" y="745321"/>
                  </a:lnTo>
                  <a:lnTo>
                    <a:pt x="681959" y="737808"/>
                  </a:lnTo>
                  <a:lnTo>
                    <a:pt x="668845" y="730086"/>
                  </a:lnTo>
                  <a:lnTo>
                    <a:pt x="655730" y="722308"/>
                  </a:lnTo>
                  <a:lnTo>
                    <a:pt x="642615" y="717735"/>
                  </a:lnTo>
                  <a:lnTo>
                    <a:pt x="629501" y="716132"/>
                  </a:lnTo>
                  <a:lnTo>
                    <a:pt x="616386" y="717806"/>
                  </a:lnTo>
                  <a:lnTo>
                    <a:pt x="603272" y="713140"/>
                  </a:lnTo>
                  <a:lnTo>
                    <a:pt x="590157" y="708604"/>
                  </a:lnTo>
                  <a:lnTo>
                    <a:pt x="577042" y="704239"/>
                  </a:lnTo>
                  <a:lnTo>
                    <a:pt x="563928" y="699418"/>
                  </a:lnTo>
                  <a:lnTo>
                    <a:pt x="550813" y="696109"/>
                  </a:lnTo>
                  <a:lnTo>
                    <a:pt x="537699" y="694162"/>
                  </a:lnTo>
                  <a:lnTo>
                    <a:pt x="524584" y="694882"/>
                  </a:lnTo>
                  <a:lnTo>
                    <a:pt x="511469" y="694438"/>
                  </a:lnTo>
                  <a:lnTo>
                    <a:pt x="498355" y="694452"/>
                  </a:lnTo>
                  <a:lnTo>
                    <a:pt x="485240" y="694247"/>
                  </a:lnTo>
                  <a:lnTo>
                    <a:pt x="472126" y="693682"/>
                  </a:lnTo>
                  <a:lnTo>
                    <a:pt x="459011" y="694022"/>
                  </a:lnTo>
                  <a:lnTo>
                    <a:pt x="445896" y="698565"/>
                  </a:lnTo>
                  <a:lnTo>
                    <a:pt x="432782" y="703708"/>
                  </a:lnTo>
                  <a:lnTo>
                    <a:pt x="419667" y="708932"/>
                  </a:lnTo>
                  <a:lnTo>
                    <a:pt x="406552" y="715578"/>
                  </a:lnTo>
                  <a:lnTo>
                    <a:pt x="393438" y="722197"/>
                  </a:lnTo>
                  <a:lnTo>
                    <a:pt x="380323" y="729200"/>
                  </a:lnTo>
                  <a:lnTo>
                    <a:pt x="367209" y="735928"/>
                  </a:lnTo>
                  <a:lnTo>
                    <a:pt x="354094" y="744145"/>
                  </a:lnTo>
                  <a:lnTo>
                    <a:pt x="340979" y="751692"/>
                  </a:lnTo>
                  <a:lnTo>
                    <a:pt x="327865" y="757547"/>
                  </a:lnTo>
                  <a:lnTo>
                    <a:pt x="314750" y="764910"/>
                  </a:lnTo>
                  <a:lnTo>
                    <a:pt x="301636" y="776275"/>
                  </a:lnTo>
                  <a:lnTo>
                    <a:pt x="288521" y="784461"/>
                  </a:lnTo>
                  <a:lnTo>
                    <a:pt x="275406" y="793901"/>
                  </a:lnTo>
                  <a:lnTo>
                    <a:pt x="262292" y="802083"/>
                  </a:lnTo>
                  <a:lnTo>
                    <a:pt x="249177" y="812221"/>
                  </a:lnTo>
                  <a:lnTo>
                    <a:pt x="236063" y="825535"/>
                  </a:lnTo>
                  <a:lnTo>
                    <a:pt x="222948" y="836110"/>
                  </a:lnTo>
                  <a:lnTo>
                    <a:pt x="209833" y="845774"/>
                  </a:lnTo>
                  <a:lnTo>
                    <a:pt x="196719" y="854552"/>
                  </a:lnTo>
                  <a:lnTo>
                    <a:pt x="183604" y="862766"/>
                  </a:lnTo>
                  <a:lnTo>
                    <a:pt x="170489" y="876878"/>
                  </a:lnTo>
                  <a:lnTo>
                    <a:pt x="157375" y="894024"/>
                  </a:lnTo>
                  <a:lnTo>
                    <a:pt x="144260" y="908392"/>
                  </a:lnTo>
                  <a:lnTo>
                    <a:pt x="131146" y="919112"/>
                  </a:lnTo>
                  <a:lnTo>
                    <a:pt x="118031" y="923461"/>
                  </a:lnTo>
                  <a:lnTo>
                    <a:pt x="104916" y="924997"/>
                  </a:lnTo>
                  <a:lnTo>
                    <a:pt x="91802" y="925565"/>
                  </a:lnTo>
                  <a:lnTo>
                    <a:pt x="78687" y="921271"/>
                  </a:lnTo>
                  <a:lnTo>
                    <a:pt x="65573" y="918528"/>
                  </a:lnTo>
                  <a:lnTo>
                    <a:pt x="52458" y="914550"/>
                  </a:lnTo>
                  <a:lnTo>
                    <a:pt x="39343" y="900898"/>
                  </a:lnTo>
                  <a:lnTo>
                    <a:pt x="26229" y="882277"/>
                  </a:lnTo>
                  <a:lnTo>
                    <a:pt x="13114" y="875486"/>
                  </a:lnTo>
                  <a:lnTo>
                    <a:pt x="0" y="86912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762093"/>
              <a:ext cx="2347515" cy="726749"/>
            </a:xfrm>
            <a:custGeom>
              <a:avLst/>
              <a:pathLst>
                <a:path w="2347515" h="726749">
                  <a:moveTo>
                    <a:pt x="0" y="653638"/>
                  </a:moveTo>
                  <a:lnTo>
                    <a:pt x="13114" y="684714"/>
                  </a:lnTo>
                  <a:lnTo>
                    <a:pt x="26229" y="703950"/>
                  </a:lnTo>
                  <a:lnTo>
                    <a:pt x="39343" y="712891"/>
                  </a:lnTo>
                  <a:lnTo>
                    <a:pt x="52458" y="726749"/>
                  </a:lnTo>
                  <a:lnTo>
                    <a:pt x="65573" y="724534"/>
                  </a:lnTo>
                  <a:lnTo>
                    <a:pt x="78687" y="721599"/>
                  </a:lnTo>
                  <a:lnTo>
                    <a:pt x="91802" y="722168"/>
                  </a:lnTo>
                  <a:lnTo>
                    <a:pt x="104916" y="714904"/>
                  </a:lnTo>
                  <a:lnTo>
                    <a:pt x="118031" y="709402"/>
                  </a:lnTo>
                  <a:lnTo>
                    <a:pt x="131146" y="705406"/>
                  </a:lnTo>
                  <a:lnTo>
                    <a:pt x="144260" y="702661"/>
                  </a:lnTo>
                  <a:lnTo>
                    <a:pt x="157375" y="700442"/>
                  </a:lnTo>
                  <a:lnTo>
                    <a:pt x="170489" y="692226"/>
                  </a:lnTo>
                  <a:lnTo>
                    <a:pt x="183604" y="686819"/>
                  </a:lnTo>
                  <a:lnTo>
                    <a:pt x="196719" y="680304"/>
                  </a:lnTo>
                  <a:lnTo>
                    <a:pt x="209833" y="675799"/>
                  </a:lnTo>
                  <a:lnTo>
                    <a:pt x="222948" y="663037"/>
                  </a:lnTo>
                  <a:lnTo>
                    <a:pt x="236063" y="654117"/>
                  </a:lnTo>
                  <a:lnTo>
                    <a:pt x="249177" y="647794"/>
                  </a:lnTo>
                  <a:lnTo>
                    <a:pt x="262292" y="636076"/>
                  </a:lnTo>
                  <a:lnTo>
                    <a:pt x="275406" y="626924"/>
                  </a:lnTo>
                  <a:lnTo>
                    <a:pt x="288521" y="616725"/>
                  </a:lnTo>
                  <a:lnTo>
                    <a:pt x="301636" y="609036"/>
                  </a:lnTo>
                  <a:lnTo>
                    <a:pt x="314750" y="598331"/>
                  </a:lnTo>
                  <a:lnTo>
                    <a:pt x="327865" y="592567"/>
                  </a:lnTo>
                  <a:lnTo>
                    <a:pt x="340979" y="585087"/>
                  </a:lnTo>
                  <a:lnTo>
                    <a:pt x="354094" y="577472"/>
                  </a:lnTo>
                  <a:lnTo>
                    <a:pt x="367209" y="571061"/>
                  </a:lnTo>
                  <a:lnTo>
                    <a:pt x="380323" y="567036"/>
                  </a:lnTo>
                  <a:lnTo>
                    <a:pt x="393438" y="562109"/>
                  </a:lnTo>
                  <a:lnTo>
                    <a:pt x="406552" y="560280"/>
                  </a:lnTo>
                  <a:lnTo>
                    <a:pt x="419667" y="556401"/>
                  </a:lnTo>
                  <a:lnTo>
                    <a:pt x="432782" y="554332"/>
                  </a:lnTo>
                  <a:lnTo>
                    <a:pt x="445896" y="553510"/>
                  </a:lnTo>
                  <a:lnTo>
                    <a:pt x="459011" y="548434"/>
                  </a:lnTo>
                  <a:lnTo>
                    <a:pt x="472126" y="546382"/>
                  </a:lnTo>
                  <a:lnTo>
                    <a:pt x="485240" y="544522"/>
                  </a:lnTo>
                  <a:lnTo>
                    <a:pt x="498355" y="541747"/>
                  </a:lnTo>
                  <a:lnTo>
                    <a:pt x="511469" y="542990"/>
                  </a:lnTo>
                  <a:lnTo>
                    <a:pt x="524584" y="544304"/>
                  </a:lnTo>
                  <a:lnTo>
                    <a:pt x="537699" y="546995"/>
                  </a:lnTo>
                  <a:lnTo>
                    <a:pt x="550813" y="549757"/>
                  </a:lnTo>
                  <a:lnTo>
                    <a:pt x="563928" y="552645"/>
                  </a:lnTo>
                  <a:lnTo>
                    <a:pt x="577042" y="555988"/>
                  </a:lnTo>
                  <a:lnTo>
                    <a:pt x="590157" y="560258"/>
                  </a:lnTo>
                  <a:lnTo>
                    <a:pt x="603272" y="565638"/>
                  </a:lnTo>
                  <a:lnTo>
                    <a:pt x="616386" y="572532"/>
                  </a:lnTo>
                  <a:lnTo>
                    <a:pt x="629501" y="578446"/>
                  </a:lnTo>
                  <a:lnTo>
                    <a:pt x="642615" y="585617"/>
                  </a:lnTo>
                  <a:lnTo>
                    <a:pt x="655730" y="591455"/>
                  </a:lnTo>
                  <a:lnTo>
                    <a:pt x="668845" y="597399"/>
                  </a:lnTo>
                  <a:lnTo>
                    <a:pt x="681959" y="603510"/>
                  </a:lnTo>
                  <a:lnTo>
                    <a:pt x="695074" y="609849"/>
                  </a:lnTo>
                  <a:lnTo>
                    <a:pt x="708189" y="616300"/>
                  </a:lnTo>
                  <a:lnTo>
                    <a:pt x="721303" y="620852"/>
                  </a:lnTo>
                  <a:lnTo>
                    <a:pt x="734418" y="625246"/>
                  </a:lnTo>
                  <a:lnTo>
                    <a:pt x="747532" y="628254"/>
                  </a:lnTo>
                  <a:lnTo>
                    <a:pt x="760647" y="631435"/>
                  </a:lnTo>
                  <a:lnTo>
                    <a:pt x="773762" y="635022"/>
                  </a:lnTo>
                  <a:lnTo>
                    <a:pt x="786876" y="637493"/>
                  </a:lnTo>
                  <a:lnTo>
                    <a:pt x="799991" y="639494"/>
                  </a:lnTo>
                  <a:lnTo>
                    <a:pt x="813105" y="641230"/>
                  </a:lnTo>
                  <a:lnTo>
                    <a:pt x="826220" y="641271"/>
                  </a:lnTo>
                  <a:lnTo>
                    <a:pt x="839335" y="640941"/>
                  </a:lnTo>
                  <a:lnTo>
                    <a:pt x="852449" y="644125"/>
                  </a:lnTo>
                  <a:lnTo>
                    <a:pt x="865564" y="645692"/>
                  </a:lnTo>
                  <a:lnTo>
                    <a:pt x="878679" y="648242"/>
                  </a:lnTo>
                  <a:lnTo>
                    <a:pt x="891793" y="650319"/>
                  </a:lnTo>
                  <a:lnTo>
                    <a:pt x="904908" y="650158"/>
                  </a:lnTo>
                  <a:lnTo>
                    <a:pt x="918022" y="652009"/>
                  </a:lnTo>
                  <a:lnTo>
                    <a:pt x="931137" y="650522"/>
                  </a:lnTo>
                  <a:lnTo>
                    <a:pt x="944252" y="648972"/>
                  </a:lnTo>
                  <a:lnTo>
                    <a:pt x="957366" y="647536"/>
                  </a:lnTo>
                  <a:lnTo>
                    <a:pt x="970481" y="646266"/>
                  </a:lnTo>
                  <a:lnTo>
                    <a:pt x="983595" y="646104"/>
                  </a:lnTo>
                  <a:lnTo>
                    <a:pt x="996710" y="644441"/>
                  </a:lnTo>
                  <a:lnTo>
                    <a:pt x="1009825" y="643990"/>
                  </a:lnTo>
                  <a:lnTo>
                    <a:pt x="1022939" y="643871"/>
                  </a:lnTo>
                  <a:lnTo>
                    <a:pt x="1036054" y="641838"/>
                  </a:lnTo>
                  <a:lnTo>
                    <a:pt x="1049168" y="640416"/>
                  </a:lnTo>
                  <a:lnTo>
                    <a:pt x="1062283" y="638741"/>
                  </a:lnTo>
                  <a:lnTo>
                    <a:pt x="1075398" y="637029"/>
                  </a:lnTo>
                  <a:lnTo>
                    <a:pt x="1088512" y="635397"/>
                  </a:lnTo>
                  <a:lnTo>
                    <a:pt x="1101627" y="633817"/>
                  </a:lnTo>
                  <a:lnTo>
                    <a:pt x="1114742" y="632259"/>
                  </a:lnTo>
                  <a:lnTo>
                    <a:pt x="1127856" y="630693"/>
                  </a:lnTo>
                  <a:lnTo>
                    <a:pt x="1140971" y="628890"/>
                  </a:lnTo>
                  <a:lnTo>
                    <a:pt x="1154085" y="624809"/>
                  </a:lnTo>
                  <a:lnTo>
                    <a:pt x="1167200" y="621392"/>
                  </a:lnTo>
                  <a:lnTo>
                    <a:pt x="1180315" y="617958"/>
                  </a:lnTo>
                  <a:lnTo>
                    <a:pt x="1193429" y="613428"/>
                  </a:lnTo>
                  <a:lnTo>
                    <a:pt x="1206544" y="610627"/>
                  </a:lnTo>
                  <a:lnTo>
                    <a:pt x="1219658" y="608218"/>
                  </a:lnTo>
                  <a:lnTo>
                    <a:pt x="1232773" y="605569"/>
                  </a:lnTo>
                  <a:lnTo>
                    <a:pt x="1245888" y="601355"/>
                  </a:lnTo>
                  <a:lnTo>
                    <a:pt x="1259002" y="597171"/>
                  </a:lnTo>
                  <a:lnTo>
                    <a:pt x="1272117" y="593636"/>
                  </a:lnTo>
                  <a:lnTo>
                    <a:pt x="1285231" y="590641"/>
                  </a:lnTo>
                  <a:lnTo>
                    <a:pt x="1298346" y="590165"/>
                  </a:lnTo>
                  <a:lnTo>
                    <a:pt x="1311461" y="590291"/>
                  </a:lnTo>
                  <a:lnTo>
                    <a:pt x="1324575" y="586411"/>
                  </a:lnTo>
                  <a:lnTo>
                    <a:pt x="1337690" y="584412"/>
                  </a:lnTo>
                  <a:lnTo>
                    <a:pt x="1350805" y="581285"/>
                  </a:lnTo>
                  <a:lnTo>
                    <a:pt x="1363919" y="577473"/>
                  </a:lnTo>
                  <a:lnTo>
                    <a:pt x="1377034" y="576839"/>
                  </a:lnTo>
                  <a:lnTo>
                    <a:pt x="1390148" y="576615"/>
                  </a:lnTo>
                  <a:lnTo>
                    <a:pt x="1403263" y="576473"/>
                  </a:lnTo>
                  <a:lnTo>
                    <a:pt x="1416378" y="572526"/>
                  </a:lnTo>
                  <a:lnTo>
                    <a:pt x="1429492" y="570839"/>
                  </a:lnTo>
                  <a:lnTo>
                    <a:pt x="1442607" y="570043"/>
                  </a:lnTo>
                  <a:lnTo>
                    <a:pt x="1455721" y="568154"/>
                  </a:lnTo>
                  <a:lnTo>
                    <a:pt x="1468836" y="565792"/>
                  </a:lnTo>
                  <a:lnTo>
                    <a:pt x="1481951" y="566483"/>
                  </a:lnTo>
                  <a:lnTo>
                    <a:pt x="1495065" y="561678"/>
                  </a:lnTo>
                  <a:lnTo>
                    <a:pt x="1508180" y="560000"/>
                  </a:lnTo>
                  <a:lnTo>
                    <a:pt x="1521295" y="558624"/>
                  </a:lnTo>
                  <a:lnTo>
                    <a:pt x="1534409" y="560759"/>
                  </a:lnTo>
                  <a:lnTo>
                    <a:pt x="1547524" y="564208"/>
                  </a:lnTo>
                  <a:lnTo>
                    <a:pt x="1560638" y="567895"/>
                  </a:lnTo>
                  <a:lnTo>
                    <a:pt x="1573753" y="572174"/>
                  </a:lnTo>
                  <a:lnTo>
                    <a:pt x="1586868" y="576386"/>
                  </a:lnTo>
                  <a:lnTo>
                    <a:pt x="1599982" y="580565"/>
                  </a:lnTo>
                  <a:lnTo>
                    <a:pt x="1613097" y="584557"/>
                  </a:lnTo>
                  <a:lnTo>
                    <a:pt x="1626211" y="588215"/>
                  </a:lnTo>
                  <a:lnTo>
                    <a:pt x="1639326" y="593481"/>
                  </a:lnTo>
                  <a:lnTo>
                    <a:pt x="1652441" y="598342"/>
                  </a:lnTo>
                  <a:lnTo>
                    <a:pt x="1665555" y="596626"/>
                  </a:lnTo>
                  <a:lnTo>
                    <a:pt x="1678670" y="596558"/>
                  </a:lnTo>
                  <a:lnTo>
                    <a:pt x="1691784" y="600767"/>
                  </a:lnTo>
                  <a:lnTo>
                    <a:pt x="1704899" y="602308"/>
                  </a:lnTo>
                  <a:lnTo>
                    <a:pt x="1718014" y="602246"/>
                  </a:lnTo>
                  <a:lnTo>
                    <a:pt x="1731128" y="601177"/>
                  </a:lnTo>
                  <a:lnTo>
                    <a:pt x="1744243" y="599183"/>
                  </a:lnTo>
                  <a:lnTo>
                    <a:pt x="1757358" y="595694"/>
                  </a:lnTo>
                  <a:lnTo>
                    <a:pt x="1770472" y="594634"/>
                  </a:lnTo>
                  <a:lnTo>
                    <a:pt x="1783587" y="592373"/>
                  </a:lnTo>
                  <a:lnTo>
                    <a:pt x="1796701" y="584146"/>
                  </a:lnTo>
                  <a:lnTo>
                    <a:pt x="1809816" y="573743"/>
                  </a:lnTo>
                  <a:lnTo>
                    <a:pt x="1822931" y="562189"/>
                  </a:lnTo>
                  <a:lnTo>
                    <a:pt x="1836045" y="551489"/>
                  </a:lnTo>
                  <a:lnTo>
                    <a:pt x="1849160" y="540786"/>
                  </a:lnTo>
                  <a:lnTo>
                    <a:pt x="1862274" y="530189"/>
                  </a:lnTo>
                  <a:lnTo>
                    <a:pt x="1875389" y="519808"/>
                  </a:lnTo>
                  <a:lnTo>
                    <a:pt x="1888504" y="509750"/>
                  </a:lnTo>
                  <a:lnTo>
                    <a:pt x="1901618" y="493028"/>
                  </a:lnTo>
                  <a:lnTo>
                    <a:pt x="1914733" y="471654"/>
                  </a:lnTo>
                  <a:lnTo>
                    <a:pt x="1927847" y="450155"/>
                  </a:lnTo>
                  <a:lnTo>
                    <a:pt x="1940962" y="428887"/>
                  </a:lnTo>
                  <a:lnTo>
                    <a:pt x="1954077" y="411058"/>
                  </a:lnTo>
                  <a:lnTo>
                    <a:pt x="1967191" y="399918"/>
                  </a:lnTo>
                  <a:lnTo>
                    <a:pt x="1980306" y="390119"/>
                  </a:lnTo>
                  <a:lnTo>
                    <a:pt x="1993421" y="371735"/>
                  </a:lnTo>
                  <a:lnTo>
                    <a:pt x="2006535" y="340636"/>
                  </a:lnTo>
                  <a:lnTo>
                    <a:pt x="2019650" y="326090"/>
                  </a:lnTo>
                  <a:lnTo>
                    <a:pt x="2032764" y="316416"/>
                  </a:lnTo>
                  <a:lnTo>
                    <a:pt x="2045879" y="311152"/>
                  </a:lnTo>
                  <a:lnTo>
                    <a:pt x="2058994" y="308969"/>
                  </a:lnTo>
                  <a:lnTo>
                    <a:pt x="2072108" y="303291"/>
                  </a:lnTo>
                  <a:lnTo>
                    <a:pt x="2085223" y="291659"/>
                  </a:lnTo>
                  <a:lnTo>
                    <a:pt x="2098337" y="285054"/>
                  </a:lnTo>
                  <a:lnTo>
                    <a:pt x="2111452" y="289533"/>
                  </a:lnTo>
                  <a:lnTo>
                    <a:pt x="2124567" y="287009"/>
                  </a:lnTo>
                  <a:lnTo>
                    <a:pt x="2137681" y="293118"/>
                  </a:lnTo>
                  <a:lnTo>
                    <a:pt x="2150796" y="299552"/>
                  </a:lnTo>
                  <a:lnTo>
                    <a:pt x="2163911" y="295058"/>
                  </a:lnTo>
                  <a:lnTo>
                    <a:pt x="2177025" y="286930"/>
                  </a:lnTo>
                  <a:lnTo>
                    <a:pt x="2190140" y="283675"/>
                  </a:lnTo>
                  <a:lnTo>
                    <a:pt x="2203254" y="287423"/>
                  </a:lnTo>
                  <a:lnTo>
                    <a:pt x="2216369" y="271264"/>
                  </a:lnTo>
                  <a:lnTo>
                    <a:pt x="2229484" y="269087"/>
                  </a:lnTo>
                  <a:lnTo>
                    <a:pt x="2242598" y="243067"/>
                  </a:lnTo>
                  <a:lnTo>
                    <a:pt x="2255713" y="239408"/>
                  </a:lnTo>
                  <a:lnTo>
                    <a:pt x="2268827" y="225320"/>
                  </a:lnTo>
                  <a:lnTo>
                    <a:pt x="2281942" y="211937"/>
                  </a:lnTo>
                  <a:lnTo>
                    <a:pt x="2295057" y="152334"/>
                  </a:lnTo>
                  <a:lnTo>
                    <a:pt x="2308171" y="92043"/>
                  </a:lnTo>
                  <a:lnTo>
                    <a:pt x="2321286" y="61362"/>
                  </a:lnTo>
                  <a:lnTo>
                    <a:pt x="2334400" y="3068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418452"/>
              <a:ext cx="2346253" cy="678819"/>
            </a:xfrm>
            <a:custGeom>
              <a:avLst/>
              <a:pathLst>
                <a:path w="2346253" h="678819">
                  <a:moveTo>
                    <a:pt x="2346253" y="678819"/>
                  </a:moveTo>
                  <a:lnTo>
                    <a:pt x="2334400" y="600670"/>
                  </a:lnTo>
                  <a:lnTo>
                    <a:pt x="2321286" y="542664"/>
                  </a:lnTo>
                  <a:lnTo>
                    <a:pt x="2308171" y="489705"/>
                  </a:lnTo>
                  <a:lnTo>
                    <a:pt x="2295057" y="404581"/>
                  </a:lnTo>
                  <a:lnTo>
                    <a:pt x="2281942" y="336065"/>
                  </a:lnTo>
                  <a:lnTo>
                    <a:pt x="2268827" y="282866"/>
                  </a:lnTo>
                  <a:lnTo>
                    <a:pt x="2255713" y="248002"/>
                  </a:lnTo>
                  <a:lnTo>
                    <a:pt x="2242598" y="231334"/>
                  </a:lnTo>
                  <a:lnTo>
                    <a:pt x="2229484" y="185225"/>
                  </a:lnTo>
                  <a:lnTo>
                    <a:pt x="2216369" y="145567"/>
                  </a:lnTo>
                  <a:lnTo>
                    <a:pt x="2203254" y="122363"/>
                  </a:lnTo>
                  <a:lnTo>
                    <a:pt x="2190140" y="94420"/>
                  </a:lnTo>
                  <a:lnTo>
                    <a:pt x="2177025" y="72454"/>
                  </a:lnTo>
                  <a:lnTo>
                    <a:pt x="2163911" y="58041"/>
                  </a:lnTo>
                  <a:lnTo>
                    <a:pt x="2150796" y="41482"/>
                  </a:lnTo>
                  <a:lnTo>
                    <a:pt x="2137681" y="30102"/>
                  </a:lnTo>
                  <a:lnTo>
                    <a:pt x="2124567" y="17839"/>
                  </a:lnTo>
                  <a:lnTo>
                    <a:pt x="2111452" y="14653"/>
                  </a:lnTo>
                  <a:lnTo>
                    <a:pt x="2098337" y="16846"/>
                  </a:lnTo>
                  <a:lnTo>
                    <a:pt x="2085223" y="7100"/>
                  </a:lnTo>
                  <a:lnTo>
                    <a:pt x="2072108" y="0"/>
                  </a:lnTo>
                  <a:lnTo>
                    <a:pt x="2058994" y="5537"/>
                  </a:lnTo>
                  <a:lnTo>
                    <a:pt x="2045879" y="11848"/>
                  </a:lnTo>
                  <a:lnTo>
                    <a:pt x="2032764" y="18461"/>
                  </a:lnTo>
                  <a:lnTo>
                    <a:pt x="2019650" y="20746"/>
                  </a:lnTo>
                  <a:lnTo>
                    <a:pt x="2006535" y="23520"/>
                  </a:lnTo>
                  <a:lnTo>
                    <a:pt x="1993421" y="24592"/>
                  </a:lnTo>
                  <a:lnTo>
                    <a:pt x="1980306" y="26195"/>
                  </a:lnTo>
                  <a:lnTo>
                    <a:pt x="1967191" y="30860"/>
                  </a:lnTo>
                  <a:lnTo>
                    <a:pt x="1954077" y="33918"/>
                  </a:lnTo>
                  <a:lnTo>
                    <a:pt x="1940962" y="36403"/>
                  </a:lnTo>
                  <a:lnTo>
                    <a:pt x="1927847" y="41682"/>
                  </a:lnTo>
                  <a:lnTo>
                    <a:pt x="1914733" y="51679"/>
                  </a:lnTo>
                  <a:lnTo>
                    <a:pt x="1901618" y="60911"/>
                  </a:lnTo>
                  <a:lnTo>
                    <a:pt x="1888504" y="69307"/>
                  </a:lnTo>
                  <a:lnTo>
                    <a:pt x="1875389" y="79393"/>
                  </a:lnTo>
                  <a:lnTo>
                    <a:pt x="1862274" y="86887"/>
                  </a:lnTo>
                  <a:lnTo>
                    <a:pt x="1849160" y="93102"/>
                  </a:lnTo>
                  <a:lnTo>
                    <a:pt x="1836045" y="97895"/>
                  </a:lnTo>
                  <a:lnTo>
                    <a:pt x="1822931" y="104675"/>
                  </a:lnTo>
                  <a:lnTo>
                    <a:pt x="1809816" y="106244"/>
                  </a:lnTo>
                  <a:lnTo>
                    <a:pt x="1796701" y="109688"/>
                  </a:lnTo>
                  <a:lnTo>
                    <a:pt x="1783587" y="114497"/>
                  </a:lnTo>
                  <a:lnTo>
                    <a:pt x="1770472" y="113786"/>
                  </a:lnTo>
                  <a:lnTo>
                    <a:pt x="1757358" y="111146"/>
                  </a:lnTo>
                  <a:lnTo>
                    <a:pt x="1744243" y="105902"/>
                  </a:lnTo>
                  <a:lnTo>
                    <a:pt x="1731128" y="103575"/>
                  </a:lnTo>
                  <a:lnTo>
                    <a:pt x="1718014" y="102965"/>
                  </a:lnTo>
                  <a:lnTo>
                    <a:pt x="1704899" y="98174"/>
                  </a:lnTo>
                  <a:lnTo>
                    <a:pt x="1691784" y="93602"/>
                  </a:lnTo>
                  <a:lnTo>
                    <a:pt x="1678670" y="81338"/>
                  </a:lnTo>
                  <a:lnTo>
                    <a:pt x="1665555" y="81988"/>
                  </a:lnTo>
                  <a:lnTo>
                    <a:pt x="1652441" y="78619"/>
                  </a:lnTo>
                  <a:lnTo>
                    <a:pt x="1639326" y="73246"/>
                  </a:lnTo>
                  <a:lnTo>
                    <a:pt x="1626211" y="65649"/>
                  </a:lnTo>
                  <a:lnTo>
                    <a:pt x="1613097" y="64358"/>
                  </a:lnTo>
                  <a:lnTo>
                    <a:pt x="1599982" y="59020"/>
                  </a:lnTo>
                  <a:lnTo>
                    <a:pt x="1586868" y="61227"/>
                  </a:lnTo>
                  <a:lnTo>
                    <a:pt x="1573753" y="61421"/>
                  </a:lnTo>
                  <a:lnTo>
                    <a:pt x="1560638" y="60106"/>
                  </a:lnTo>
                  <a:lnTo>
                    <a:pt x="1547524" y="56872"/>
                  </a:lnTo>
                  <a:lnTo>
                    <a:pt x="1534409" y="52824"/>
                  </a:lnTo>
                  <a:lnTo>
                    <a:pt x="1521295" y="49576"/>
                  </a:lnTo>
                  <a:lnTo>
                    <a:pt x="1508180" y="47080"/>
                  </a:lnTo>
                  <a:lnTo>
                    <a:pt x="1495065" y="46902"/>
                  </a:lnTo>
                  <a:lnTo>
                    <a:pt x="1481951" y="46840"/>
                  </a:lnTo>
                  <a:lnTo>
                    <a:pt x="1468836" y="46839"/>
                  </a:lnTo>
                  <a:lnTo>
                    <a:pt x="1455721" y="46404"/>
                  </a:lnTo>
                  <a:lnTo>
                    <a:pt x="1442607" y="44442"/>
                  </a:lnTo>
                  <a:lnTo>
                    <a:pt x="1429492" y="44033"/>
                  </a:lnTo>
                  <a:lnTo>
                    <a:pt x="1416378" y="43637"/>
                  </a:lnTo>
                  <a:lnTo>
                    <a:pt x="1403263" y="44012"/>
                  </a:lnTo>
                  <a:lnTo>
                    <a:pt x="1390148" y="46433"/>
                  </a:lnTo>
                  <a:lnTo>
                    <a:pt x="1377034" y="49976"/>
                  </a:lnTo>
                  <a:lnTo>
                    <a:pt x="1363919" y="52356"/>
                  </a:lnTo>
                  <a:lnTo>
                    <a:pt x="1350805" y="56927"/>
                  </a:lnTo>
                  <a:lnTo>
                    <a:pt x="1337690" y="59228"/>
                  </a:lnTo>
                  <a:lnTo>
                    <a:pt x="1324575" y="60679"/>
                  </a:lnTo>
                  <a:lnTo>
                    <a:pt x="1311461" y="64801"/>
                  </a:lnTo>
                  <a:lnTo>
                    <a:pt x="1298346" y="66655"/>
                  </a:lnTo>
                  <a:lnTo>
                    <a:pt x="1285231" y="68133"/>
                  </a:lnTo>
                  <a:lnTo>
                    <a:pt x="1272117" y="70422"/>
                  </a:lnTo>
                  <a:lnTo>
                    <a:pt x="1259002" y="73187"/>
                  </a:lnTo>
                  <a:lnTo>
                    <a:pt x="1245888" y="75610"/>
                  </a:lnTo>
                  <a:lnTo>
                    <a:pt x="1232773" y="77469"/>
                  </a:lnTo>
                  <a:lnTo>
                    <a:pt x="1219658" y="78863"/>
                  </a:lnTo>
                  <a:lnTo>
                    <a:pt x="1206544" y="81959"/>
                  </a:lnTo>
                  <a:lnTo>
                    <a:pt x="1193429" y="85501"/>
                  </a:lnTo>
                  <a:lnTo>
                    <a:pt x="1180315" y="89045"/>
                  </a:lnTo>
                  <a:lnTo>
                    <a:pt x="1167200" y="92558"/>
                  </a:lnTo>
                  <a:lnTo>
                    <a:pt x="1154085" y="93679"/>
                  </a:lnTo>
                  <a:lnTo>
                    <a:pt x="1140971" y="98868"/>
                  </a:lnTo>
                  <a:lnTo>
                    <a:pt x="1127856" y="102565"/>
                  </a:lnTo>
                  <a:lnTo>
                    <a:pt x="1114742" y="105370"/>
                  </a:lnTo>
                  <a:lnTo>
                    <a:pt x="1101627" y="105634"/>
                  </a:lnTo>
                  <a:lnTo>
                    <a:pt x="1088512" y="105713"/>
                  </a:lnTo>
                  <a:lnTo>
                    <a:pt x="1075398" y="109869"/>
                  </a:lnTo>
                  <a:lnTo>
                    <a:pt x="1062283" y="114139"/>
                  </a:lnTo>
                  <a:lnTo>
                    <a:pt x="1049168" y="117165"/>
                  </a:lnTo>
                  <a:lnTo>
                    <a:pt x="1036054" y="118504"/>
                  </a:lnTo>
                  <a:lnTo>
                    <a:pt x="1022939" y="119463"/>
                  </a:lnTo>
                  <a:lnTo>
                    <a:pt x="1009825" y="120050"/>
                  </a:lnTo>
                  <a:lnTo>
                    <a:pt x="996710" y="120271"/>
                  </a:lnTo>
                  <a:lnTo>
                    <a:pt x="983595" y="120133"/>
                  </a:lnTo>
                  <a:lnTo>
                    <a:pt x="970481" y="119645"/>
                  </a:lnTo>
                  <a:lnTo>
                    <a:pt x="957366" y="118812"/>
                  </a:lnTo>
                  <a:lnTo>
                    <a:pt x="944252" y="117643"/>
                  </a:lnTo>
                  <a:lnTo>
                    <a:pt x="931137" y="118818"/>
                  </a:lnTo>
                  <a:lnTo>
                    <a:pt x="918022" y="120450"/>
                  </a:lnTo>
                  <a:lnTo>
                    <a:pt x="904908" y="120361"/>
                  </a:lnTo>
                  <a:lnTo>
                    <a:pt x="891793" y="118425"/>
                  </a:lnTo>
                  <a:lnTo>
                    <a:pt x="878679" y="118063"/>
                  </a:lnTo>
                  <a:lnTo>
                    <a:pt x="865564" y="119004"/>
                  </a:lnTo>
                  <a:lnTo>
                    <a:pt x="852449" y="120020"/>
                  </a:lnTo>
                  <a:lnTo>
                    <a:pt x="839335" y="120525"/>
                  </a:lnTo>
                  <a:lnTo>
                    <a:pt x="826220" y="119619"/>
                  </a:lnTo>
                  <a:lnTo>
                    <a:pt x="813105" y="117182"/>
                  </a:lnTo>
                  <a:lnTo>
                    <a:pt x="799991" y="114661"/>
                  </a:lnTo>
                  <a:lnTo>
                    <a:pt x="786876" y="111426"/>
                  </a:lnTo>
                  <a:lnTo>
                    <a:pt x="773762" y="108578"/>
                  </a:lnTo>
                  <a:lnTo>
                    <a:pt x="760647" y="105283"/>
                  </a:lnTo>
                  <a:lnTo>
                    <a:pt x="747532" y="103212"/>
                  </a:lnTo>
                  <a:lnTo>
                    <a:pt x="734418" y="100644"/>
                  </a:lnTo>
                  <a:lnTo>
                    <a:pt x="721303" y="96960"/>
                  </a:lnTo>
                  <a:lnTo>
                    <a:pt x="708189" y="94201"/>
                  </a:lnTo>
                  <a:lnTo>
                    <a:pt x="695074" y="88962"/>
                  </a:lnTo>
                  <a:lnTo>
                    <a:pt x="681959" y="81449"/>
                  </a:lnTo>
                  <a:lnTo>
                    <a:pt x="668845" y="73727"/>
                  </a:lnTo>
                  <a:lnTo>
                    <a:pt x="655730" y="65950"/>
                  </a:lnTo>
                  <a:lnTo>
                    <a:pt x="642615" y="61377"/>
                  </a:lnTo>
                  <a:lnTo>
                    <a:pt x="629501" y="59774"/>
                  </a:lnTo>
                  <a:lnTo>
                    <a:pt x="616386" y="61447"/>
                  </a:lnTo>
                  <a:lnTo>
                    <a:pt x="603272" y="56782"/>
                  </a:lnTo>
                  <a:lnTo>
                    <a:pt x="590157" y="52246"/>
                  </a:lnTo>
                  <a:lnTo>
                    <a:pt x="577042" y="47881"/>
                  </a:lnTo>
                  <a:lnTo>
                    <a:pt x="563928" y="43059"/>
                  </a:lnTo>
                  <a:lnTo>
                    <a:pt x="550813" y="39750"/>
                  </a:lnTo>
                  <a:lnTo>
                    <a:pt x="537699" y="37804"/>
                  </a:lnTo>
                  <a:lnTo>
                    <a:pt x="524584" y="38523"/>
                  </a:lnTo>
                  <a:lnTo>
                    <a:pt x="511469" y="38079"/>
                  </a:lnTo>
                  <a:lnTo>
                    <a:pt x="498355" y="38093"/>
                  </a:lnTo>
                  <a:lnTo>
                    <a:pt x="485240" y="37888"/>
                  </a:lnTo>
                  <a:lnTo>
                    <a:pt x="472126" y="37324"/>
                  </a:lnTo>
                  <a:lnTo>
                    <a:pt x="459011" y="37664"/>
                  </a:lnTo>
                  <a:lnTo>
                    <a:pt x="445896" y="42207"/>
                  </a:lnTo>
                  <a:lnTo>
                    <a:pt x="432782" y="47350"/>
                  </a:lnTo>
                  <a:lnTo>
                    <a:pt x="419667" y="52574"/>
                  </a:lnTo>
                  <a:lnTo>
                    <a:pt x="406552" y="59220"/>
                  </a:lnTo>
                  <a:lnTo>
                    <a:pt x="393438" y="65839"/>
                  </a:lnTo>
                  <a:lnTo>
                    <a:pt x="380323" y="72842"/>
                  </a:lnTo>
                  <a:lnTo>
                    <a:pt x="367209" y="79569"/>
                  </a:lnTo>
                  <a:lnTo>
                    <a:pt x="354094" y="87786"/>
                  </a:lnTo>
                  <a:lnTo>
                    <a:pt x="340979" y="95334"/>
                  </a:lnTo>
                  <a:lnTo>
                    <a:pt x="327865" y="101189"/>
                  </a:lnTo>
                  <a:lnTo>
                    <a:pt x="314750" y="108551"/>
                  </a:lnTo>
                  <a:lnTo>
                    <a:pt x="301636" y="119916"/>
                  </a:lnTo>
                  <a:lnTo>
                    <a:pt x="288521" y="128102"/>
                  </a:lnTo>
                  <a:lnTo>
                    <a:pt x="275406" y="137542"/>
                  </a:lnTo>
                  <a:lnTo>
                    <a:pt x="262292" y="145725"/>
                  </a:lnTo>
                  <a:lnTo>
                    <a:pt x="249177" y="155863"/>
                  </a:lnTo>
                  <a:lnTo>
                    <a:pt x="236063" y="169177"/>
                  </a:lnTo>
                  <a:lnTo>
                    <a:pt x="222948" y="179752"/>
                  </a:lnTo>
                  <a:lnTo>
                    <a:pt x="209833" y="189416"/>
                  </a:lnTo>
                  <a:lnTo>
                    <a:pt x="196719" y="198194"/>
                  </a:lnTo>
                  <a:lnTo>
                    <a:pt x="183604" y="206408"/>
                  </a:lnTo>
                  <a:lnTo>
                    <a:pt x="170489" y="220519"/>
                  </a:lnTo>
                  <a:lnTo>
                    <a:pt x="157375" y="237666"/>
                  </a:lnTo>
                  <a:lnTo>
                    <a:pt x="144260" y="252033"/>
                  </a:lnTo>
                  <a:lnTo>
                    <a:pt x="131146" y="262754"/>
                  </a:lnTo>
                  <a:lnTo>
                    <a:pt x="118031" y="267103"/>
                  </a:lnTo>
                  <a:lnTo>
                    <a:pt x="104916" y="268638"/>
                  </a:lnTo>
                  <a:lnTo>
                    <a:pt x="91802" y="269207"/>
                  </a:lnTo>
                  <a:lnTo>
                    <a:pt x="78687" y="264913"/>
                  </a:lnTo>
                  <a:lnTo>
                    <a:pt x="65573" y="262170"/>
                  </a:lnTo>
                  <a:lnTo>
                    <a:pt x="52458" y="258192"/>
                  </a:lnTo>
                  <a:lnTo>
                    <a:pt x="39343" y="244540"/>
                  </a:lnTo>
                  <a:lnTo>
                    <a:pt x="26229" y="225918"/>
                  </a:lnTo>
                  <a:lnTo>
                    <a:pt x="13114" y="219128"/>
                  </a:lnTo>
                  <a:lnTo>
                    <a:pt x="0" y="2127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237641"/>
              <a:ext cx="2347515" cy="360951"/>
            </a:xfrm>
            <a:custGeom>
              <a:avLst/>
              <a:pathLst>
                <a:path w="2347515" h="360951">
                  <a:moveTo>
                    <a:pt x="0" y="288434"/>
                  </a:moveTo>
                  <a:lnTo>
                    <a:pt x="13114" y="304612"/>
                  </a:lnTo>
                  <a:lnTo>
                    <a:pt x="26229" y="317731"/>
                  </a:lnTo>
                  <a:lnTo>
                    <a:pt x="39343" y="327976"/>
                  </a:lnTo>
                  <a:lnTo>
                    <a:pt x="52458" y="335532"/>
                  </a:lnTo>
                  <a:lnTo>
                    <a:pt x="65573" y="340586"/>
                  </a:lnTo>
                  <a:lnTo>
                    <a:pt x="78687" y="343322"/>
                  </a:lnTo>
                  <a:lnTo>
                    <a:pt x="91802" y="343927"/>
                  </a:lnTo>
                  <a:lnTo>
                    <a:pt x="104916" y="342586"/>
                  </a:lnTo>
                  <a:lnTo>
                    <a:pt x="118031" y="339484"/>
                  </a:lnTo>
                  <a:lnTo>
                    <a:pt x="131146" y="334807"/>
                  </a:lnTo>
                  <a:lnTo>
                    <a:pt x="144260" y="328742"/>
                  </a:lnTo>
                  <a:lnTo>
                    <a:pt x="157375" y="321472"/>
                  </a:lnTo>
                  <a:lnTo>
                    <a:pt x="170489" y="313185"/>
                  </a:lnTo>
                  <a:lnTo>
                    <a:pt x="183604" y="304065"/>
                  </a:lnTo>
                  <a:lnTo>
                    <a:pt x="196719" y="294299"/>
                  </a:lnTo>
                  <a:lnTo>
                    <a:pt x="209833" y="284071"/>
                  </a:lnTo>
                  <a:lnTo>
                    <a:pt x="222948" y="273567"/>
                  </a:lnTo>
                  <a:lnTo>
                    <a:pt x="236063" y="262974"/>
                  </a:lnTo>
                  <a:lnTo>
                    <a:pt x="249177" y="252476"/>
                  </a:lnTo>
                  <a:lnTo>
                    <a:pt x="262292" y="242258"/>
                  </a:lnTo>
                  <a:lnTo>
                    <a:pt x="275406" y="232458"/>
                  </a:lnTo>
                  <a:lnTo>
                    <a:pt x="288521" y="223106"/>
                  </a:lnTo>
                  <a:lnTo>
                    <a:pt x="301636" y="214214"/>
                  </a:lnTo>
                  <a:lnTo>
                    <a:pt x="314750" y="205796"/>
                  </a:lnTo>
                  <a:lnTo>
                    <a:pt x="327865" y="197865"/>
                  </a:lnTo>
                  <a:lnTo>
                    <a:pt x="340979" y="190432"/>
                  </a:lnTo>
                  <a:lnTo>
                    <a:pt x="354094" y="183512"/>
                  </a:lnTo>
                  <a:lnTo>
                    <a:pt x="367209" y="177116"/>
                  </a:lnTo>
                  <a:lnTo>
                    <a:pt x="380323" y="171258"/>
                  </a:lnTo>
                  <a:lnTo>
                    <a:pt x="393438" y="165950"/>
                  </a:lnTo>
                  <a:lnTo>
                    <a:pt x="406552" y="161206"/>
                  </a:lnTo>
                  <a:lnTo>
                    <a:pt x="419667" y="157038"/>
                  </a:lnTo>
                  <a:lnTo>
                    <a:pt x="432782" y="153458"/>
                  </a:lnTo>
                  <a:lnTo>
                    <a:pt x="445896" y="150481"/>
                  </a:lnTo>
                  <a:lnTo>
                    <a:pt x="459011" y="148118"/>
                  </a:lnTo>
                  <a:lnTo>
                    <a:pt x="472126" y="146382"/>
                  </a:lnTo>
                  <a:lnTo>
                    <a:pt x="485240" y="145287"/>
                  </a:lnTo>
                  <a:lnTo>
                    <a:pt x="498355" y="144845"/>
                  </a:lnTo>
                  <a:lnTo>
                    <a:pt x="511469" y="145068"/>
                  </a:lnTo>
                  <a:lnTo>
                    <a:pt x="524584" y="145967"/>
                  </a:lnTo>
                  <a:lnTo>
                    <a:pt x="537699" y="147526"/>
                  </a:lnTo>
                  <a:lnTo>
                    <a:pt x="550813" y="149693"/>
                  </a:lnTo>
                  <a:lnTo>
                    <a:pt x="563928" y="152410"/>
                  </a:lnTo>
                  <a:lnTo>
                    <a:pt x="577042" y="155618"/>
                  </a:lnTo>
                  <a:lnTo>
                    <a:pt x="590157" y="159262"/>
                  </a:lnTo>
                  <a:lnTo>
                    <a:pt x="603272" y="163283"/>
                  </a:lnTo>
                  <a:lnTo>
                    <a:pt x="616386" y="167624"/>
                  </a:lnTo>
                  <a:lnTo>
                    <a:pt x="629501" y="172227"/>
                  </a:lnTo>
                  <a:lnTo>
                    <a:pt x="642615" y="177036"/>
                  </a:lnTo>
                  <a:lnTo>
                    <a:pt x="655730" y="181992"/>
                  </a:lnTo>
                  <a:lnTo>
                    <a:pt x="668845" y="187038"/>
                  </a:lnTo>
                  <a:lnTo>
                    <a:pt x="681959" y="192116"/>
                  </a:lnTo>
                  <a:lnTo>
                    <a:pt x="695074" y="197170"/>
                  </a:lnTo>
                  <a:lnTo>
                    <a:pt x="708189" y="202141"/>
                  </a:lnTo>
                  <a:lnTo>
                    <a:pt x="721303" y="206972"/>
                  </a:lnTo>
                  <a:lnTo>
                    <a:pt x="734418" y="211606"/>
                  </a:lnTo>
                  <a:lnTo>
                    <a:pt x="747532" y="215985"/>
                  </a:lnTo>
                  <a:lnTo>
                    <a:pt x="760647" y="220052"/>
                  </a:lnTo>
                  <a:lnTo>
                    <a:pt x="773762" y="223752"/>
                  </a:lnTo>
                  <a:lnTo>
                    <a:pt x="786876" y="227032"/>
                  </a:lnTo>
                  <a:lnTo>
                    <a:pt x="799991" y="229873"/>
                  </a:lnTo>
                  <a:lnTo>
                    <a:pt x="813105" y="232291"/>
                  </a:lnTo>
                  <a:lnTo>
                    <a:pt x="826220" y="234306"/>
                  </a:lnTo>
                  <a:lnTo>
                    <a:pt x="839335" y="235936"/>
                  </a:lnTo>
                  <a:lnTo>
                    <a:pt x="852449" y="237202"/>
                  </a:lnTo>
                  <a:lnTo>
                    <a:pt x="865564" y="238122"/>
                  </a:lnTo>
                  <a:lnTo>
                    <a:pt x="878679" y="238716"/>
                  </a:lnTo>
                  <a:lnTo>
                    <a:pt x="891793" y="239003"/>
                  </a:lnTo>
                  <a:lnTo>
                    <a:pt x="904908" y="239003"/>
                  </a:lnTo>
                  <a:lnTo>
                    <a:pt x="918022" y="238734"/>
                  </a:lnTo>
                  <a:lnTo>
                    <a:pt x="931137" y="238216"/>
                  </a:lnTo>
                  <a:lnTo>
                    <a:pt x="944252" y="237468"/>
                  </a:lnTo>
                  <a:lnTo>
                    <a:pt x="957366" y="236510"/>
                  </a:lnTo>
                  <a:lnTo>
                    <a:pt x="970481" y="235361"/>
                  </a:lnTo>
                  <a:lnTo>
                    <a:pt x="983595" y="234039"/>
                  </a:lnTo>
                  <a:lnTo>
                    <a:pt x="996710" y="232566"/>
                  </a:lnTo>
                  <a:lnTo>
                    <a:pt x="1009825" y="230959"/>
                  </a:lnTo>
                  <a:lnTo>
                    <a:pt x="1022939" y="229237"/>
                  </a:lnTo>
                  <a:lnTo>
                    <a:pt x="1036054" y="227419"/>
                  </a:lnTo>
                  <a:lnTo>
                    <a:pt x="1049168" y="225521"/>
                  </a:lnTo>
                  <a:lnTo>
                    <a:pt x="1062283" y="223554"/>
                  </a:lnTo>
                  <a:lnTo>
                    <a:pt x="1075398" y="221522"/>
                  </a:lnTo>
                  <a:lnTo>
                    <a:pt x="1088512" y="219428"/>
                  </a:lnTo>
                  <a:lnTo>
                    <a:pt x="1101627" y="217276"/>
                  </a:lnTo>
                  <a:lnTo>
                    <a:pt x="1114742" y="215070"/>
                  </a:lnTo>
                  <a:lnTo>
                    <a:pt x="1127856" y="212815"/>
                  </a:lnTo>
                  <a:lnTo>
                    <a:pt x="1140971" y="210513"/>
                  </a:lnTo>
                  <a:lnTo>
                    <a:pt x="1154085" y="208169"/>
                  </a:lnTo>
                  <a:lnTo>
                    <a:pt x="1167200" y="205787"/>
                  </a:lnTo>
                  <a:lnTo>
                    <a:pt x="1180315" y="203371"/>
                  </a:lnTo>
                  <a:lnTo>
                    <a:pt x="1193429" y="200924"/>
                  </a:lnTo>
                  <a:lnTo>
                    <a:pt x="1206544" y="198450"/>
                  </a:lnTo>
                  <a:lnTo>
                    <a:pt x="1219658" y="195953"/>
                  </a:lnTo>
                  <a:lnTo>
                    <a:pt x="1232773" y="193438"/>
                  </a:lnTo>
                  <a:lnTo>
                    <a:pt x="1245888" y="190907"/>
                  </a:lnTo>
                  <a:lnTo>
                    <a:pt x="1259002" y="188365"/>
                  </a:lnTo>
                  <a:lnTo>
                    <a:pt x="1272117" y="185818"/>
                  </a:lnTo>
                  <a:lnTo>
                    <a:pt x="1285231" y="183270"/>
                  </a:lnTo>
                  <a:lnTo>
                    <a:pt x="1298346" y="180731"/>
                  </a:lnTo>
                  <a:lnTo>
                    <a:pt x="1311461" y="178211"/>
                  </a:lnTo>
                  <a:lnTo>
                    <a:pt x="1324575" y="175726"/>
                  </a:lnTo>
                  <a:lnTo>
                    <a:pt x="1337690" y="173300"/>
                  </a:lnTo>
                  <a:lnTo>
                    <a:pt x="1350805" y="170958"/>
                  </a:lnTo>
                  <a:lnTo>
                    <a:pt x="1363919" y="168722"/>
                  </a:lnTo>
                  <a:lnTo>
                    <a:pt x="1377034" y="166618"/>
                  </a:lnTo>
                  <a:lnTo>
                    <a:pt x="1390148" y="164667"/>
                  </a:lnTo>
                  <a:lnTo>
                    <a:pt x="1403263" y="162894"/>
                  </a:lnTo>
                  <a:lnTo>
                    <a:pt x="1416378" y="161322"/>
                  </a:lnTo>
                  <a:lnTo>
                    <a:pt x="1429492" y="159975"/>
                  </a:lnTo>
                  <a:lnTo>
                    <a:pt x="1442607" y="158878"/>
                  </a:lnTo>
                  <a:lnTo>
                    <a:pt x="1455721" y="158052"/>
                  </a:lnTo>
                  <a:lnTo>
                    <a:pt x="1468836" y="157523"/>
                  </a:lnTo>
                  <a:lnTo>
                    <a:pt x="1481951" y="157313"/>
                  </a:lnTo>
                  <a:lnTo>
                    <a:pt x="1495065" y="157447"/>
                  </a:lnTo>
                  <a:lnTo>
                    <a:pt x="1508180" y="157947"/>
                  </a:lnTo>
                  <a:lnTo>
                    <a:pt x="1521295" y="158836"/>
                  </a:lnTo>
                  <a:lnTo>
                    <a:pt x="1534409" y="160129"/>
                  </a:lnTo>
                  <a:lnTo>
                    <a:pt x="1547524" y="161841"/>
                  </a:lnTo>
                  <a:lnTo>
                    <a:pt x="1560638" y="163980"/>
                  </a:lnTo>
                  <a:lnTo>
                    <a:pt x="1573753" y="166545"/>
                  </a:lnTo>
                  <a:lnTo>
                    <a:pt x="1586868" y="169476"/>
                  </a:lnTo>
                  <a:lnTo>
                    <a:pt x="1599982" y="172686"/>
                  </a:lnTo>
                  <a:lnTo>
                    <a:pt x="1613097" y="176087"/>
                  </a:lnTo>
                  <a:lnTo>
                    <a:pt x="1626211" y="179591"/>
                  </a:lnTo>
                  <a:lnTo>
                    <a:pt x="1639326" y="183108"/>
                  </a:lnTo>
                  <a:lnTo>
                    <a:pt x="1652441" y="186550"/>
                  </a:lnTo>
                  <a:lnTo>
                    <a:pt x="1665555" y="189830"/>
                  </a:lnTo>
                  <a:lnTo>
                    <a:pt x="1678670" y="192857"/>
                  </a:lnTo>
                  <a:lnTo>
                    <a:pt x="1691784" y="195545"/>
                  </a:lnTo>
                  <a:lnTo>
                    <a:pt x="1704899" y="197804"/>
                  </a:lnTo>
                  <a:lnTo>
                    <a:pt x="1718014" y="199546"/>
                  </a:lnTo>
                  <a:lnTo>
                    <a:pt x="1731128" y="200682"/>
                  </a:lnTo>
                  <a:lnTo>
                    <a:pt x="1744243" y="201125"/>
                  </a:lnTo>
                  <a:lnTo>
                    <a:pt x="1757358" y="200785"/>
                  </a:lnTo>
                  <a:lnTo>
                    <a:pt x="1770472" y="199578"/>
                  </a:lnTo>
                  <a:lnTo>
                    <a:pt x="1783587" y="197425"/>
                  </a:lnTo>
                  <a:lnTo>
                    <a:pt x="1796701" y="194252"/>
                  </a:lnTo>
                  <a:lnTo>
                    <a:pt x="1809816" y="189990"/>
                  </a:lnTo>
                  <a:lnTo>
                    <a:pt x="1822931" y="184577"/>
                  </a:lnTo>
                  <a:lnTo>
                    <a:pt x="1836045" y="177984"/>
                  </a:lnTo>
                  <a:lnTo>
                    <a:pt x="1849160" y="170297"/>
                  </a:lnTo>
                  <a:lnTo>
                    <a:pt x="1862274" y="161657"/>
                  </a:lnTo>
                  <a:lnTo>
                    <a:pt x="1875389" y="152201"/>
                  </a:lnTo>
                  <a:lnTo>
                    <a:pt x="1888504" y="142070"/>
                  </a:lnTo>
                  <a:lnTo>
                    <a:pt x="1901618" y="131404"/>
                  </a:lnTo>
                  <a:lnTo>
                    <a:pt x="1914733" y="120340"/>
                  </a:lnTo>
                  <a:lnTo>
                    <a:pt x="1927847" y="109020"/>
                  </a:lnTo>
                  <a:lnTo>
                    <a:pt x="1940962" y="97581"/>
                  </a:lnTo>
                  <a:lnTo>
                    <a:pt x="1954077" y="86164"/>
                  </a:lnTo>
                  <a:lnTo>
                    <a:pt x="1967191" y="74909"/>
                  </a:lnTo>
                  <a:lnTo>
                    <a:pt x="1980306" y="63953"/>
                  </a:lnTo>
                  <a:lnTo>
                    <a:pt x="1993421" y="53437"/>
                  </a:lnTo>
                  <a:lnTo>
                    <a:pt x="2006535" y="43501"/>
                  </a:lnTo>
                  <a:lnTo>
                    <a:pt x="2019650" y="34277"/>
                  </a:lnTo>
                  <a:lnTo>
                    <a:pt x="2032764" y="25896"/>
                  </a:lnTo>
                  <a:lnTo>
                    <a:pt x="2045879" y="18478"/>
                  </a:lnTo>
                  <a:lnTo>
                    <a:pt x="2058994" y="12143"/>
                  </a:lnTo>
                  <a:lnTo>
                    <a:pt x="2072108" y="7007"/>
                  </a:lnTo>
                  <a:lnTo>
                    <a:pt x="2085223" y="3192"/>
                  </a:lnTo>
                  <a:lnTo>
                    <a:pt x="2098337" y="821"/>
                  </a:lnTo>
                  <a:lnTo>
                    <a:pt x="2111452" y="0"/>
                  </a:lnTo>
                  <a:lnTo>
                    <a:pt x="2124567" y="821"/>
                  </a:lnTo>
                  <a:lnTo>
                    <a:pt x="2137681" y="3382"/>
                  </a:lnTo>
                  <a:lnTo>
                    <a:pt x="2150796" y="7777"/>
                  </a:lnTo>
                  <a:lnTo>
                    <a:pt x="2163911" y="14102"/>
                  </a:lnTo>
                  <a:lnTo>
                    <a:pt x="2177025" y="22452"/>
                  </a:lnTo>
                  <a:lnTo>
                    <a:pt x="2190140" y="32923"/>
                  </a:lnTo>
                  <a:lnTo>
                    <a:pt x="2203254" y="45611"/>
                  </a:lnTo>
                  <a:lnTo>
                    <a:pt x="2216369" y="60610"/>
                  </a:lnTo>
                  <a:lnTo>
                    <a:pt x="2229484" y="78017"/>
                  </a:lnTo>
                  <a:lnTo>
                    <a:pt x="2242598" y="97926"/>
                  </a:lnTo>
                  <a:lnTo>
                    <a:pt x="2255713" y="120443"/>
                  </a:lnTo>
                  <a:lnTo>
                    <a:pt x="2268827" y="145715"/>
                  </a:lnTo>
                  <a:lnTo>
                    <a:pt x="2281942" y="173873"/>
                  </a:lnTo>
                  <a:lnTo>
                    <a:pt x="2295057" y="205059"/>
                  </a:lnTo>
                  <a:lnTo>
                    <a:pt x="2308171" y="239366"/>
                  </a:lnTo>
                  <a:lnTo>
                    <a:pt x="2321286" y="276885"/>
                  </a:lnTo>
                  <a:lnTo>
                    <a:pt x="2334400" y="317530"/>
                  </a:lnTo>
                  <a:lnTo>
                    <a:pt x="2347515" y="360951"/>
                  </a:lnTo>
                  <a:lnTo>
                    <a:pt x="2347515" y="36095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1450537"/>
              <a:ext cx="2339506" cy="1646735"/>
            </a:xfrm>
            <a:custGeom>
              <a:avLst/>
              <a:pathLst>
                <a:path w="2339506" h="1646735">
                  <a:moveTo>
                    <a:pt x="0" y="969904"/>
                  </a:moveTo>
                  <a:lnTo>
                    <a:pt x="13069" y="986006"/>
                  </a:lnTo>
                  <a:lnTo>
                    <a:pt x="26139" y="1000990"/>
                  </a:lnTo>
                  <a:lnTo>
                    <a:pt x="39209" y="1007390"/>
                  </a:lnTo>
                  <a:lnTo>
                    <a:pt x="52279" y="1004868"/>
                  </a:lnTo>
                  <a:lnTo>
                    <a:pt x="65349" y="1005532"/>
                  </a:lnTo>
                  <a:lnTo>
                    <a:pt x="78419" y="1006768"/>
                  </a:lnTo>
                  <a:lnTo>
                    <a:pt x="91489" y="999124"/>
                  </a:lnTo>
                  <a:lnTo>
                    <a:pt x="104558" y="997743"/>
                  </a:lnTo>
                  <a:lnTo>
                    <a:pt x="117628" y="996594"/>
                  </a:lnTo>
                  <a:lnTo>
                    <a:pt x="130698" y="995654"/>
                  </a:lnTo>
                  <a:lnTo>
                    <a:pt x="143768" y="994901"/>
                  </a:lnTo>
                  <a:lnTo>
                    <a:pt x="156838" y="994314"/>
                  </a:lnTo>
                  <a:lnTo>
                    <a:pt x="169908" y="993668"/>
                  </a:lnTo>
                  <a:lnTo>
                    <a:pt x="182978" y="993169"/>
                  </a:lnTo>
                  <a:lnTo>
                    <a:pt x="196048" y="991156"/>
                  </a:lnTo>
                  <a:lnTo>
                    <a:pt x="209117" y="986861"/>
                  </a:lnTo>
                  <a:lnTo>
                    <a:pt x="222187" y="982484"/>
                  </a:lnTo>
                  <a:lnTo>
                    <a:pt x="235257" y="978093"/>
                  </a:lnTo>
                  <a:lnTo>
                    <a:pt x="248327" y="973755"/>
                  </a:lnTo>
                  <a:lnTo>
                    <a:pt x="261397" y="974006"/>
                  </a:lnTo>
                  <a:lnTo>
                    <a:pt x="274467" y="970876"/>
                  </a:lnTo>
                  <a:lnTo>
                    <a:pt x="287537" y="966318"/>
                  </a:lnTo>
                  <a:lnTo>
                    <a:pt x="300606" y="963868"/>
                  </a:lnTo>
                  <a:lnTo>
                    <a:pt x="313676" y="963681"/>
                  </a:lnTo>
                  <a:lnTo>
                    <a:pt x="326746" y="956715"/>
                  </a:lnTo>
                  <a:lnTo>
                    <a:pt x="339816" y="953431"/>
                  </a:lnTo>
                  <a:lnTo>
                    <a:pt x="352886" y="948972"/>
                  </a:lnTo>
                  <a:lnTo>
                    <a:pt x="365956" y="944790"/>
                  </a:lnTo>
                  <a:lnTo>
                    <a:pt x="379026" y="940698"/>
                  </a:lnTo>
                  <a:lnTo>
                    <a:pt x="392096" y="937163"/>
                  </a:lnTo>
                  <a:lnTo>
                    <a:pt x="405165" y="935546"/>
                  </a:lnTo>
                  <a:lnTo>
                    <a:pt x="418235" y="934612"/>
                  </a:lnTo>
                  <a:lnTo>
                    <a:pt x="431305" y="934307"/>
                  </a:lnTo>
                  <a:lnTo>
                    <a:pt x="444375" y="934580"/>
                  </a:lnTo>
                  <a:lnTo>
                    <a:pt x="457445" y="935379"/>
                  </a:lnTo>
                  <a:lnTo>
                    <a:pt x="470515" y="935666"/>
                  </a:lnTo>
                  <a:lnTo>
                    <a:pt x="483585" y="938030"/>
                  </a:lnTo>
                  <a:lnTo>
                    <a:pt x="496655" y="939134"/>
                  </a:lnTo>
                  <a:lnTo>
                    <a:pt x="509724" y="938756"/>
                  </a:lnTo>
                  <a:lnTo>
                    <a:pt x="522794" y="937228"/>
                  </a:lnTo>
                  <a:lnTo>
                    <a:pt x="535864" y="935975"/>
                  </a:lnTo>
                  <a:lnTo>
                    <a:pt x="548934" y="936056"/>
                  </a:lnTo>
                  <a:lnTo>
                    <a:pt x="562004" y="936539"/>
                  </a:lnTo>
                  <a:lnTo>
                    <a:pt x="575074" y="937268"/>
                  </a:lnTo>
                  <a:lnTo>
                    <a:pt x="588144" y="937938"/>
                  </a:lnTo>
                  <a:lnTo>
                    <a:pt x="601213" y="936858"/>
                  </a:lnTo>
                  <a:lnTo>
                    <a:pt x="614283" y="936380"/>
                  </a:lnTo>
                  <a:lnTo>
                    <a:pt x="627353" y="935751"/>
                  </a:lnTo>
                  <a:lnTo>
                    <a:pt x="640423" y="935219"/>
                  </a:lnTo>
                  <a:lnTo>
                    <a:pt x="653493" y="934138"/>
                  </a:lnTo>
                  <a:lnTo>
                    <a:pt x="666563" y="934397"/>
                  </a:lnTo>
                  <a:lnTo>
                    <a:pt x="679633" y="934171"/>
                  </a:lnTo>
                  <a:lnTo>
                    <a:pt x="692703" y="933989"/>
                  </a:lnTo>
                  <a:lnTo>
                    <a:pt x="705772" y="933273"/>
                  </a:lnTo>
                  <a:lnTo>
                    <a:pt x="718842" y="932540"/>
                  </a:lnTo>
                  <a:lnTo>
                    <a:pt x="731912" y="932043"/>
                  </a:lnTo>
                  <a:lnTo>
                    <a:pt x="744982" y="932390"/>
                  </a:lnTo>
                  <a:lnTo>
                    <a:pt x="758052" y="933922"/>
                  </a:lnTo>
                  <a:lnTo>
                    <a:pt x="771122" y="934059"/>
                  </a:lnTo>
                  <a:lnTo>
                    <a:pt x="784192" y="934177"/>
                  </a:lnTo>
                  <a:lnTo>
                    <a:pt x="797262" y="934694"/>
                  </a:lnTo>
                  <a:lnTo>
                    <a:pt x="810331" y="936607"/>
                  </a:lnTo>
                  <a:lnTo>
                    <a:pt x="823401" y="936484"/>
                  </a:lnTo>
                  <a:lnTo>
                    <a:pt x="836471" y="935894"/>
                  </a:lnTo>
                  <a:lnTo>
                    <a:pt x="849541" y="935004"/>
                  </a:lnTo>
                  <a:lnTo>
                    <a:pt x="862611" y="934745"/>
                  </a:lnTo>
                  <a:lnTo>
                    <a:pt x="875681" y="935250"/>
                  </a:lnTo>
                  <a:lnTo>
                    <a:pt x="888751" y="935468"/>
                  </a:lnTo>
                  <a:lnTo>
                    <a:pt x="901820" y="936075"/>
                  </a:lnTo>
                  <a:lnTo>
                    <a:pt x="914890" y="935223"/>
                  </a:lnTo>
                  <a:lnTo>
                    <a:pt x="927960" y="933341"/>
                  </a:lnTo>
                  <a:lnTo>
                    <a:pt x="941030" y="931494"/>
                  </a:lnTo>
                  <a:lnTo>
                    <a:pt x="954100" y="929696"/>
                  </a:lnTo>
                  <a:lnTo>
                    <a:pt x="967170" y="927964"/>
                  </a:lnTo>
                  <a:lnTo>
                    <a:pt x="980240" y="926313"/>
                  </a:lnTo>
                  <a:lnTo>
                    <a:pt x="993310" y="924758"/>
                  </a:lnTo>
                  <a:lnTo>
                    <a:pt x="1006379" y="923316"/>
                  </a:lnTo>
                  <a:lnTo>
                    <a:pt x="1019449" y="921959"/>
                  </a:lnTo>
                  <a:lnTo>
                    <a:pt x="1032519" y="919785"/>
                  </a:lnTo>
                  <a:lnTo>
                    <a:pt x="1045589" y="917124"/>
                  </a:lnTo>
                  <a:lnTo>
                    <a:pt x="1058659" y="914422"/>
                  </a:lnTo>
                  <a:lnTo>
                    <a:pt x="1071729" y="911698"/>
                  </a:lnTo>
                  <a:lnTo>
                    <a:pt x="1084799" y="908969"/>
                  </a:lnTo>
                  <a:lnTo>
                    <a:pt x="1097869" y="906254"/>
                  </a:lnTo>
                  <a:lnTo>
                    <a:pt x="1110938" y="903163"/>
                  </a:lnTo>
                  <a:lnTo>
                    <a:pt x="1124008" y="899717"/>
                  </a:lnTo>
                  <a:lnTo>
                    <a:pt x="1137078" y="896291"/>
                  </a:lnTo>
                  <a:lnTo>
                    <a:pt x="1150148" y="890993"/>
                  </a:lnTo>
                  <a:lnTo>
                    <a:pt x="1163218" y="885018"/>
                  </a:lnTo>
                  <a:lnTo>
                    <a:pt x="1176288" y="883008"/>
                  </a:lnTo>
                  <a:lnTo>
                    <a:pt x="1189358" y="881681"/>
                  </a:lnTo>
                  <a:lnTo>
                    <a:pt x="1202427" y="878879"/>
                  </a:lnTo>
                  <a:lnTo>
                    <a:pt x="1215497" y="874991"/>
                  </a:lnTo>
                  <a:lnTo>
                    <a:pt x="1228567" y="871389"/>
                  </a:lnTo>
                  <a:lnTo>
                    <a:pt x="1241637" y="868858"/>
                  </a:lnTo>
                  <a:lnTo>
                    <a:pt x="1254707" y="867324"/>
                  </a:lnTo>
                  <a:lnTo>
                    <a:pt x="1267777" y="866281"/>
                  </a:lnTo>
                  <a:lnTo>
                    <a:pt x="1280847" y="865194"/>
                  </a:lnTo>
                  <a:lnTo>
                    <a:pt x="1293917" y="863146"/>
                  </a:lnTo>
                  <a:lnTo>
                    <a:pt x="1306986" y="860494"/>
                  </a:lnTo>
                  <a:lnTo>
                    <a:pt x="1320056" y="858524"/>
                  </a:lnTo>
                  <a:lnTo>
                    <a:pt x="1333126" y="856990"/>
                  </a:lnTo>
                  <a:lnTo>
                    <a:pt x="1346196" y="856509"/>
                  </a:lnTo>
                  <a:lnTo>
                    <a:pt x="1359266" y="857293"/>
                  </a:lnTo>
                  <a:lnTo>
                    <a:pt x="1372336" y="855798"/>
                  </a:lnTo>
                  <a:lnTo>
                    <a:pt x="1385406" y="855413"/>
                  </a:lnTo>
                  <a:lnTo>
                    <a:pt x="1398476" y="855996"/>
                  </a:lnTo>
                  <a:lnTo>
                    <a:pt x="1411545" y="856885"/>
                  </a:lnTo>
                  <a:lnTo>
                    <a:pt x="1424615" y="856516"/>
                  </a:lnTo>
                  <a:lnTo>
                    <a:pt x="1437685" y="856031"/>
                  </a:lnTo>
                  <a:lnTo>
                    <a:pt x="1450755" y="855626"/>
                  </a:lnTo>
                  <a:lnTo>
                    <a:pt x="1463825" y="855281"/>
                  </a:lnTo>
                  <a:lnTo>
                    <a:pt x="1476895" y="854973"/>
                  </a:lnTo>
                  <a:lnTo>
                    <a:pt x="1489965" y="854681"/>
                  </a:lnTo>
                  <a:lnTo>
                    <a:pt x="1503034" y="854402"/>
                  </a:lnTo>
                  <a:lnTo>
                    <a:pt x="1516104" y="854064"/>
                  </a:lnTo>
                  <a:lnTo>
                    <a:pt x="1529174" y="853529"/>
                  </a:lnTo>
                  <a:lnTo>
                    <a:pt x="1542244" y="852769"/>
                  </a:lnTo>
                  <a:lnTo>
                    <a:pt x="1555314" y="852734"/>
                  </a:lnTo>
                  <a:lnTo>
                    <a:pt x="1568384" y="852098"/>
                  </a:lnTo>
                  <a:lnTo>
                    <a:pt x="1581454" y="851331"/>
                  </a:lnTo>
                  <a:lnTo>
                    <a:pt x="1594524" y="850411"/>
                  </a:lnTo>
                  <a:lnTo>
                    <a:pt x="1607593" y="849317"/>
                  </a:lnTo>
                  <a:lnTo>
                    <a:pt x="1620663" y="848028"/>
                  </a:lnTo>
                  <a:lnTo>
                    <a:pt x="1633733" y="846523"/>
                  </a:lnTo>
                  <a:lnTo>
                    <a:pt x="1646803" y="844781"/>
                  </a:lnTo>
                  <a:lnTo>
                    <a:pt x="1659873" y="842781"/>
                  </a:lnTo>
                  <a:lnTo>
                    <a:pt x="1672943" y="839771"/>
                  </a:lnTo>
                  <a:lnTo>
                    <a:pt x="1686013" y="837878"/>
                  </a:lnTo>
                  <a:lnTo>
                    <a:pt x="1699083" y="833246"/>
                  </a:lnTo>
                  <a:lnTo>
                    <a:pt x="1712152" y="825903"/>
                  </a:lnTo>
                  <a:lnTo>
                    <a:pt x="1725222" y="817292"/>
                  </a:lnTo>
                  <a:lnTo>
                    <a:pt x="1738292" y="809760"/>
                  </a:lnTo>
                  <a:lnTo>
                    <a:pt x="1751362" y="801100"/>
                  </a:lnTo>
                  <a:lnTo>
                    <a:pt x="1764432" y="792142"/>
                  </a:lnTo>
                  <a:lnTo>
                    <a:pt x="1777502" y="783836"/>
                  </a:lnTo>
                  <a:lnTo>
                    <a:pt x="1790572" y="776812"/>
                  </a:lnTo>
                  <a:lnTo>
                    <a:pt x="1803641" y="773394"/>
                  </a:lnTo>
                  <a:lnTo>
                    <a:pt x="1816711" y="762220"/>
                  </a:lnTo>
                  <a:lnTo>
                    <a:pt x="1829781" y="758467"/>
                  </a:lnTo>
                  <a:lnTo>
                    <a:pt x="1842851" y="748437"/>
                  </a:lnTo>
                  <a:lnTo>
                    <a:pt x="1855921" y="735166"/>
                  </a:lnTo>
                  <a:lnTo>
                    <a:pt x="1868991" y="726664"/>
                  </a:lnTo>
                  <a:lnTo>
                    <a:pt x="1882061" y="719642"/>
                  </a:lnTo>
                  <a:lnTo>
                    <a:pt x="1895131" y="713117"/>
                  </a:lnTo>
                  <a:lnTo>
                    <a:pt x="1908200" y="706039"/>
                  </a:lnTo>
                  <a:lnTo>
                    <a:pt x="1921270" y="698869"/>
                  </a:lnTo>
                  <a:lnTo>
                    <a:pt x="1934340" y="693703"/>
                  </a:lnTo>
                  <a:lnTo>
                    <a:pt x="1947410" y="688281"/>
                  </a:lnTo>
                  <a:lnTo>
                    <a:pt x="1960480" y="687416"/>
                  </a:lnTo>
                  <a:lnTo>
                    <a:pt x="1973550" y="685964"/>
                  </a:lnTo>
                  <a:lnTo>
                    <a:pt x="1986620" y="686160"/>
                  </a:lnTo>
                  <a:lnTo>
                    <a:pt x="1999690" y="684172"/>
                  </a:lnTo>
                  <a:lnTo>
                    <a:pt x="2012759" y="670296"/>
                  </a:lnTo>
                  <a:lnTo>
                    <a:pt x="2025829" y="667161"/>
                  </a:lnTo>
                  <a:lnTo>
                    <a:pt x="2038899" y="660794"/>
                  </a:lnTo>
                  <a:lnTo>
                    <a:pt x="2051969" y="657198"/>
                  </a:lnTo>
                  <a:lnTo>
                    <a:pt x="2065039" y="647026"/>
                  </a:lnTo>
                  <a:lnTo>
                    <a:pt x="2078109" y="639367"/>
                  </a:lnTo>
                  <a:lnTo>
                    <a:pt x="2091179" y="627204"/>
                  </a:lnTo>
                  <a:lnTo>
                    <a:pt x="2104248" y="626035"/>
                  </a:lnTo>
                  <a:lnTo>
                    <a:pt x="2117318" y="617855"/>
                  </a:lnTo>
                  <a:lnTo>
                    <a:pt x="2130388" y="622547"/>
                  </a:lnTo>
                  <a:lnTo>
                    <a:pt x="2143458" y="634432"/>
                  </a:lnTo>
                  <a:lnTo>
                    <a:pt x="2156528" y="637479"/>
                  </a:lnTo>
                  <a:lnTo>
                    <a:pt x="2169598" y="642910"/>
                  </a:lnTo>
                  <a:lnTo>
                    <a:pt x="2182668" y="621165"/>
                  </a:lnTo>
                  <a:lnTo>
                    <a:pt x="2195738" y="620496"/>
                  </a:lnTo>
                  <a:lnTo>
                    <a:pt x="2208807" y="613718"/>
                  </a:lnTo>
                  <a:lnTo>
                    <a:pt x="2221877" y="582887"/>
                  </a:lnTo>
                  <a:lnTo>
                    <a:pt x="2234947" y="563274"/>
                  </a:lnTo>
                  <a:lnTo>
                    <a:pt x="2248017" y="552972"/>
                  </a:lnTo>
                  <a:lnTo>
                    <a:pt x="2261087" y="500527"/>
                  </a:lnTo>
                  <a:lnTo>
                    <a:pt x="2274157" y="441262"/>
                  </a:lnTo>
                  <a:lnTo>
                    <a:pt x="2287227" y="374792"/>
                  </a:lnTo>
                  <a:lnTo>
                    <a:pt x="2300297" y="300732"/>
                  </a:lnTo>
                  <a:lnTo>
                    <a:pt x="2313366" y="197405"/>
                  </a:lnTo>
                  <a:lnTo>
                    <a:pt x="2326436" y="97045"/>
                  </a:lnTo>
                  <a:lnTo>
                    <a:pt x="2339506" y="0"/>
                  </a:lnTo>
                  <a:lnTo>
                    <a:pt x="2339506" y="1646735"/>
                  </a:lnTo>
                  <a:lnTo>
                    <a:pt x="2281921" y="1646735"/>
                  </a:lnTo>
                  <a:lnTo>
                    <a:pt x="2274157" y="1562349"/>
                  </a:lnTo>
                  <a:lnTo>
                    <a:pt x="2261087" y="1457605"/>
                  </a:lnTo>
                  <a:lnTo>
                    <a:pt x="2248017" y="1367069"/>
                  </a:lnTo>
                  <a:lnTo>
                    <a:pt x="2234947" y="1281479"/>
                  </a:lnTo>
                  <a:lnTo>
                    <a:pt x="2221877" y="1225676"/>
                  </a:lnTo>
                  <a:lnTo>
                    <a:pt x="2208807" y="1169676"/>
                  </a:lnTo>
                  <a:lnTo>
                    <a:pt x="2195738" y="1154558"/>
                  </a:lnTo>
                  <a:lnTo>
                    <a:pt x="2182668" y="1137472"/>
                  </a:lnTo>
                  <a:lnTo>
                    <a:pt x="2169598" y="1118702"/>
                  </a:lnTo>
                  <a:lnTo>
                    <a:pt x="2156528" y="1100164"/>
                  </a:lnTo>
                  <a:lnTo>
                    <a:pt x="2143458" y="1077244"/>
                  </a:lnTo>
                  <a:lnTo>
                    <a:pt x="2130388" y="1055125"/>
                  </a:lnTo>
                  <a:lnTo>
                    <a:pt x="2117318" y="1032457"/>
                  </a:lnTo>
                  <a:lnTo>
                    <a:pt x="2104248" y="1009525"/>
                  </a:lnTo>
                  <a:lnTo>
                    <a:pt x="2091179" y="998435"/>
                  </a:lnTo>
                  <a:lnTo>
                    <a:pt x="2078109" y="987752"/>
                  </a:lnTo>
                  <a:lnTo>
                    <a:pt x="2065039" y="974979"/>
                  </a:lnTo>
                  <a:lnTo>
                    <a:pt x="2051969" y="966384"/>
                  </a:lnTo>
                  <a:lnTo>
                    <a:pt x="2038899" y="947550"/>
                  </a:lnTo>
                  <a:lnTo>
                    <a:pt x="2025829" y="933596"/>
                  </a:lnTo>
                  <a:lnTo>
                    <a:pt x="2012759" y="923260"/>
                  </a:lnTo>
                  <a:lnTo>
                    <a:pt x="1999690" y="914211"/>
                  </a:lnTo>
                  <a:lnTo>
                    <a:pt x="1986620" y="907514"/>
                  </a:lnTo>
                  <a:lnTo>
                    <a:pt x="1973550" y="910112"/>
                  </a:lnTo>
                  <a:lnTo>
                    <a:pt x="1960480" y="912982"/>
                  </a:lnTo>
                  <a:lnTo>
                    <a:pt x="1947410" y="914081"/>
                  </a:lnTo>
                  <a:lnTo>
                    <a:pt x="1934340" y="915910"/>
                  </a:lnTo>
                  <a:lnTo>
                    <a:pt x="1921270" y="918868"/>
                  </a:lnTo>
                  <a:lnTo>
                    <a:pt x="1908200" y="920148"/>
                  </a:lnTo>
                  <a:lnTo>
                    <a:pt x="1895131" y="921995"/>
                  </a:lnTo>
                  <a:lnTo>
                    <a:pt x="1882061" y="921524"/>
                  </a:lnTo>
                  <a:lnTo>
                    <a:pt x="1868991" y="924469"/>
                  </a:lnTo>
                  <a:lnTo>
                    <a:pt x="1855921" y="926974"/>
                  </a:lnTo>
                  <a:lnTo>
                    <a:pt x="1842851" y="928652"/>
                  </a:lnTo>
                  <a:lnTo>
                    <a:pt x="1829781" y="931462"/>
                  </a:lnTo>
                  <a:lnTo>
                    <a:pt x="1816711" y="933182"/>
                  </a:lnTo>
                  <a:lnTo>
                    <a:pt x="1803641" y="934830"/>
                  </a:lnTo>
                  <a:lnTo>
                    <a:pt x="1790572" y="936399"/>
                  </a:lnTo>
                  <a:lnTo>
                    <a:pt x="1777502" y="938154"/>
                  </a:lnTo>
                  <a:lnTo>
                    <a:pt x="1764432" y="939848"/>
                  </a:lnTo>
                  <a:lnTo>
                    <a:pt x="1751362" y="943816"/>
                  </a:lnTo>
                  <a:lnTo>
                    <a:pt x="1738292" y="947691"/>
                  </a:lnTo>
                  <a:lnTo>
                    <a:pt x="1725222" y="951426"/>
                  </a:lnTo>
                  <a:lnTo>
                    <a:pt x="1712152" y="954975"/>
                  </a:lnTo>
                  <a:lnTo>
                    <a:pt x="1699083" y="958292"/>
                  </a:lnTo>
                  <a:lnTo>
                    <a:pt x="1686013" y="962208"/>
                  </a:lnTo>
                  <a:lnTo>
                    <a:pt x="1672943" y="965956"/>
                  </a:lnTo>
                  <a:lnTo>
                    <a:pt x="1659873" y="970374"/>
                  </a:lnTo>
                  <a:lnTo>
                    <a:pt x="1646803" y="974171"/>
                  </a:lnTo>
                  <a:lnTo>
                    <a:pt x="1633733" y="975496"/>
                  </a:lnTo>
                  <a:lnTo>
                    <a:pt x="1620663" y="976944"/>
                  </a:lnTo>
                  <a:lnTo>
                    <a:pt x="1607593" y="975173"/>
                  </a:lnTo>
                  <a:lnTo>
                    <a:pt x="1594524" y="974326"/>
                  </a:lnTo>
                  <a:lnTo>
                    <a:pt x="1581454" y="974366"/>
                  </a:lnTo>
                  <a:lnTo>
                    <a:pt x="1568384" y="974868"/>
                  </a:lnTo>
                  <a:lnTo>
                    <a:pt x="1555314" y="975901"/>
                  </a:lnTo>
                  <a:lnTo>
                    <a:pt x="1542244" y="976890"/>
                  </a:lnTo>
                  <a:lnTo>
                    <a:pt x="1529174" y="977640"/>
                  </a:lnTo>
                  <a:lnTo>
                    <a:pt x="1516104" y="978179"/>
                  </a:lnTo>
                  <a:lnTo>
                    <a:pt x="1503034" y="978537"/>
                  </a:lnTo>
                  <a:lnTo>
                    <a:pt x="1489965" y="976429"/>
                  </a:lnTo>
                  <a:lnTo>
                    <a:pt x="1476895" y="974968"/>
                  </a:lnTo>
                  <a:lnTo>
                    <a:pt x="1463825" y="975451"/>
                  </a:lnTo>
                  <a:lnTo>
                    <a:pt x="1450755" y="975909"/>
                  </a:lnTo>
                  <a:lnTo>
                    <a:pt x="1437685" y="975106"/>
                  </a:lnTo>
                  <a:lnTo>
                    <a:pt x="1424615" y="973802"/>
                  </a:lnTo>
                  <a:lnTo>
                    <a:pt x="1411545" y="973693"/>
                  </a:lnTo>
                  <a:lnTo>
                    <a:pt x="1398476" y="973681"/>
                  </a:lnTo>
                  <a:lnTo>
                    <a:pt x="1385406" y="973383"/>
                  </a:lnTo>
                  <a:lnTo>
                    <a:pt x="1372336" y="972189"/>
                  </a:lnTo>
                  <a:lnTo>
                    <a:pt x="1359266" y="971140"/>
                  </a:lnTo>
                  <a:lnTo>
                    <a:pt x="1346196" y="971936"/>
                  </a:lnTo>
                  <a:lnTo>
                    <a:pt x="1333126" y="973521"/>
                  </a:lnTo>
                  <a:lnTo>
                    <a:pt x="1320056" y="975262"/>
                  </a:lnTo>
                  <a:lnTo>
                    <a:pt x="1306986" y="977144"/>
                  </a:lnTo>
                  <a:lnTo>
                    <a:pt x="1293917" y="978162"/>
                  </a:lnTo>
                  <a:lnTo>
                    <a:pt x="1280847" y="979506"/>
                  </a:lnTo>
                  <a:lnTo>
                    <a:pt x="1267777" y="981167"/>
                  </a:lnTo>
                  <a:lnTo>
                    <a:pt x="1254707" y="981648"/>
                  </a:lnTo>
                  <a:lnTo>
                    <a:pt x="1241637" y="982073"/>
                  </a:lnTo>
                  <a:lnTo>
                    <a:pt x="1228567" y="982785"/>
                  </a:lnTo>
                  <a:lnTo>
                    <a:pt x="1215497" y="985944"/>
                  </a:lnTo>
                  <a:lnTo>
                    <a:pt x="1202427" y="989303"/>
                  </a:lnTo>
                  <a:lnTo>
                    <a:pt x="1189358" y="992835"/>
                  </a:lnTo>
                  <a:lnTo>
                    <a:pt x="1176288" y="996517"/>
                  </a:lnTo>
                  <a:lnTo>
                    <a:pt x="1163218" y="1000323"/>
                  </a:lnTo>
                  <a:lnTo>
                    <a:pt x="1150148" y="1002707"/>
                  </a:lnTo>
                  <a:lnTo>
                    <a:pt x="1137078" y="1004868"/>
                  </a:lnTo>
                  <a:lnTo>
                    <a:pt x="1124008" y="1007028"/>
                  </a:lnTo>
                  <a:lnTo>
                    <a:pt x="1110938" y="1009174"/>
                  </a:lnTo>
                  <a:lnTo>
                    <a:pt x="1097869" y="1011292"/>
                  </a:lnTo>
                  <a:lnTo>
                    <a:pt x="1084799" y="1013371"/>
                  </a:lnTo>
                  <a:lnTo>
                    <a:pt x="1071729" y="1015396"/>
                  </a:lnTo>
                  <a:lnTo>
                    <a:pt x="1058659" y="1017354"/>
                  </a:lnTo>
                  <a:lnTo>
                    <a:pt x="1045589" y="1019233"/>
                  </a:lnTo>
                  <a:lnTo>
                    <a:pt x="1032519" y="1021020"/>
                  </a:lnTo>
                  <a:lnTo>
                    <a:pt x="1019449" y="1022700"/>
                  </a:lnTo>
                  <a:lnTo>
                    <a:pt x="1006379" y="1024262"/>
                  </a:lnTo>
                  <a:lnTo>
                    <a:pt x="993310" y="1025695"/>
                  </a:lnTo>
                  <a:lnTo>
                    <a:pt x="980240" y="1026998"/>
                  </a:lnTo>
                  <a:lnTo>
                    <a:pt x="967170" y="1028097"/>
                  </a:lnTo>
                  <a:lnTo>
                    <a:pt x="954100" y="1028439"/>
                  </a:lnTo>
                  <a:lnTo>
                    <a:pt x="941030" y="1028617"/>
                  </a:lnTo>
                  <a:lnTo>
                    <a:pt x="927960" y="1030058"/>
                  </a:lnTo>
                  <a:lnTo>
                    <a:pt x="914890" y="1031736"/>
                  </a:lnTo>
                  <a:lnTo>
                    <a:pt x="901820" y="1034165"/>
                  </a:lnTo>
                  <a:lnTo>
                    <a:pt x="888751" y="1035968"/>
                  </a:lnTo>
                  <a:lnTo>
                    <a:pt x="875681" y="1037428"/>
                  </a:lnTo>
                  <a:lnTo>
                    <a:pt x="862611" y="1038657"/>
                  </a:lnTo>
                  <a:lnTo>
                    <a:pt x="849541" y="1039666"/>
                  </a:lnTo>
                  <a:lnTo>
                    <a:pt x="836471" y="1040471"/>
                  </a:lnTo>
                  <a:lnTo>
                    <a:pt x="823401" y="1042027"/>
                  </a:lnTo>
                  <a:lnTo>
                    <a:pt x="810331" y="1044191"/>
                  </a:lnTo>
                  <a:lnTo>
                    <a:pt x="797262" y="1046166"/>
                  </a:lnTo>
                  <a:lnTo>
                    <a:pt x="784192" y="1046864"/>
                  </a:lnTo>
                  <a:lnTo>
                    <a:pt x="771122" y="1045898"/>
                  </a:lnTo>
                  <a:lnTo>
                    <a:pt x="758052" y="1044848"/>
                  </a:lnTo>
                  <a:lnTo>
                    <a:pt x="744982" y="1044830"/>
                  </a:lnTo>
                  <a:lnTo>
                    <a:pt x="731912" y="1045661"/>
                  </a:lnTo>
                  <a:lnTo>
                    <a:pt x="718842" y="1045916"/>
                  </a:lnTo>
                  <a:lnTo>
                    <a:pt x="705772" y="1045993"/>
                  </a:lnTo>
                  <a:lnTo>
                    <a:pt x="692703" y="1045742"/>
                  </a:lnTo>
                  <a:lnTo>
                    <a:pt x="679633" y="1045524"/>
                  </a:lnTo>
                  <a:lnTo>
                    <a:pt x="666563" y="1045895"/>
                  </a:lnTo>
                  <a:lnTo>
                    <a:pt x="653493" y="1046021"/>
                  </a:lnTo>
                  <a:lnTo>
                    <a:pt x="640423" y="1045934"/>
                  </a:lnTo>
                  <a:lnTo>
                    <a:pt x="627353" y="1045667"/>
                  </a:lnTo>
                  <a:lnTo>
                    <a:pt x="614283" y="1045256"/>
                  </a:lnTo>
                  <a:lnTo>
                    <a:pt x="601213" y="1043666"/>
                  </a:lnTo>
                  <a:lnTo>
                    <a:pt x="588144" y="1041640"/>
                  </a:lnTo>
                  <a:lnTo>
                    <a:pt x="575074" y="1041975"/>
                  </a:lnTo>
                  <a:lnTo>
                    <a:pt x="562004" y="1040848"/>
                  </a:lnTo>
                  <a:lnTo>
                    <a:pt x="548934" y="1042220"/>
                  </a:lnTo>
                  <a:lnTo>
                    <a:pt x="535864" y="1042882"/>
                  </a:lnTo>
                  <a:lnTo>
                    <a:pt x="522794" y="1043487"/>
                  </a:lnTo>
                  <a:lnTo>
                    <a:pt x="509724" y="1045485"/>
                  </a:lnTo>
                  <a:lnTo>
                    <a:pt x="496655" y="1048658"/>
                  </a:lnTo>
                  <a:lnTo>
                    <a:pt x="483585" y="1053423"/>
                  </a:lnTo>
                  <a:lnTo>
                    <a:pt x="470515" y="1053594"/>
                  </a:lnTo>
                  <a:lnTo>
                    <a:pt x="457445" y="1055252"/>
                  </a:lnTo>
                  <a:lnTo>
                    <a:pt x="444375" y="1059341"/>
                  </a:lnTo>
                  <a:lnTo>
                    <a:pt x="431305" y="1063377"/>
                  </a:lnTo>
                  <a:lnTo>
                    <a:pt x="418235" y="1067331"/>
                  </a:lnTo>
                  <a:lnTo>
                    <a:pt x="405165" y="1071177"/>
                  </a:lnTo>
                  <a:lnTo>
                    <a:pt x="392096" y="1073771"/>
                  </a:lnTo>
                  <a:lnTo>
                    <a:pt x="379026" y="1075309"/>
                  </a:lnTo>
                  <a:lnTo>
                    <a:pt x="365956" y="1079750"/>
                  </a:lnTo>
                  <a:lnTo>
                    <a:pt x="352886" y="1079112"/>
                  </a:lnTo>
                  <a:lnTo>
                    <a:pt x="339816" y="1081246"/>
                  </a:lnTo>
                  <a:lnTo>
                    <a:pt x="326746" y="1087153"/>
                  </a:lnTo>
                  <a:lnTo>
                    <a:pt x="313676" y="1095446"/>
                  </a:lnTo>
                  <a:lnTo>
                    <a:pt x="300606" y="1106065"/>
                  </a:lnTo>
                  <a:lnTo>
                    <a:pt x="287537" y="1117418"/>
                  </a:lnTo>
                  <a:lnTo>
                    <a:pt x="274467" y="1129298"/>
                  </a:lnTo>
                  <a:lnTo>
                    <a:pt x="261397" y="1139698"/>
                  </a:lnTo>
                  <a:lnTo>
                    <a:pt x="248327" y="1147166"/>
                  </a:lnTo>
                  <a:lnTo>
                    <a:pt x="235257" y="1151809"/>
                  </a:lnTo>
                  <a:lnTo>
                    <a:pt x="222187" y="1156414"/>
                  </a:lnTo>
                  <a:lnTo>
                    <a:pt x="209117" y="1162398"/>
                  </a:lnTo>
                  <a:lnTo>
                    <a:pt x="196048" y="1167916"/>
                  </a:lnTo>
                  <a:lnTo>
                    <a:pt x="182978" y="1172895"/>
                  </a:lnTo>
                  <a:lnTo>
                    <a:pt x="169908" y="1176489"/>
                  </a:lnTo>
                  <a:lnTo>
                    <a:pt x="156838" y="1179514"/>
                  </a:lnTo>
                  <a:lnTo>
                    <a:pt x="143768" y="1181141"/>
                  </a:lnTo>
                  <a:lnTo>
                    <a:pt x="130698" y="1184818"/>
                  </a:lnTo>
                  <a:lnTo>
                    <a:pt x="117628" y="1187110"/>
                  </a:lnTo>
                  <a:lnTo>
                    <a:pt x="104558" y="1187300"/>
                  </a:lnTo>
                  <a:lnTo>
                    <a:pt x="91489" y="1187251"/>
                  </a:lnTo>
                  <a:lnTo>
                    <a:pt x="78419" y="1188008"/>
                  </a:lnTo>
                  <a:lnTo>
                    <a:pt x="65349" y="1184301"/>
                  </a:lnTo>
                  <a:lnTo>
                    <a:pt x="52279" y="1178525"/>
                  </a:lnTo>
                  <a:lnTo>
                    <a:pt x="39209" y="1171246"/>
                  </a:lnTo>
                  <a:lnTo>
                    <a:pt x="26139" y="1169527"/>
                  </a:lnTo>
                  <a:lnTo>
                    <a:pt x="13069" y="1165619"/>
                  </a:lnTo>
                  <a:lnTo>
                    <a:pt x="0" y="11640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1450537"/>
              <a:ext cx="2339506" cy="1007390"/>
            </a:xfrm>
            <a:custGeom>
              <a:avLst/>
              <a:pathLst>
                <a:path w="2339506" h="1007390">
                  <a:moveTo>
                    <a:pt x="0" y="969904"/>
                  </a:moveTo>
                  <a:lnTo>
                    <a:pt x="13069" y="986006"/>
                  </a:lnTo>
                  <a:lnTo>
                    <a:pt x="26139" y="1000990"/>
                  </a:lnTo>
                  <a:lnTo>
                    <a:pt x="39209" y="1007390"/>
                  </a:lnTo>
                  <a:lnTo>
                    <a:pt x="52279" y="1004868"/>
                  </a:lnTo>
                  <a:lnTo>
                    <a:pt x="65349" y="1005532"/>
                  </a:lnTo>
                  <a:lnTo>
                    <a:pt x="78419" y="1006768"/>
                  </a:lnTo>
                  <a:lnTo>
                    <a:pt x="91489" y="999124"/>
                  </a:lnTo>
                  <a:lnTo>
                    <a:pt x="104558" y="997743"/>
                  </a:lnTo>
                  <a:lnTo>
                    <a:pt x="117628" y="996594"/>
                  </a:lnTo>
                  <a:lnTo>
                    <a:pt x="130698" y="995654"/>
                  </a:lnTo>
                  <a:lnTo>
                    <a:pt x="143768" y="994901"/>
                  </a:lnTo>
                  <a:lnTo>
                    <a:pt x="156838" y="994314"/>
                  </a:lnTo>
                  <a:lnTo>
                    <a:pt x="169908" y="993668"/>
                  </a:lnTo>
                  <a:lnTo>
                    <a:pt x="182978" y="993169"/>
                  </a:lnTo>
                  <a:lnTo>
                    <a:pt x="196048" y="991156"/>
                  </a:lnTo>
                  <a:lnTo>
                    <a:pt x="209117" y="986861"/>
                  </a:lnTo>
                  <a:lnTo>
                    <a:pt x="222187" y="982484"/>
                  </a:lnTo>
                  <a:lnTo>
                    <a:pt x="235257" y="978093"/>
                  </a:lnTo>
                  <a:lnTo>
                    <a:pt x="248327" y="973755"/>
                  </a:lnTo>
                  <a:lnTo>
                    <a:pt x="261397" y="974006"/>
                  </a:lnTo>
                  <a:lnTo>
                    <a:pt x="274467" y="970876"/>
                  </a:lnTo>
                  <a:lnTo>
                    <a:pt x="287537" y="966318"/>
                  </a:lnTo>
                  <a:lnTo>
                    <a:pt x="300606" y="963868"/>
                  </a:lnTo>
                  <a:lnTo>
                    <a:pt x="313676" y="963681"/>
                  </a:lnTo>
                  <a:lnTo>
                    <a:pt x="326746" y="956715"/>
                  </a:lnTo>
                  <a:lnTo>
                    <a:pt x="339816" y="953431"/>
                  </a:lnTo>
                  <a:lnTo>
                    <a:pt x="352886" y="948972"/>
                  </a:lnTo>
                  <a:lnTo>
                    <a:pt x="365956" y="944790"/>
                  </a:lnTo>
                  <a:lnTo>
                    <a:pt x="379026" y="940698"/>
                  </a:lnTo>
                  <a:lnTo>
                    <a:pt x="392096" y="937163"/>
                  </a:lnTo>
                  <a:lnTo>
                    <a:pt x="405165" y="935546"/>
                  </a:lnTo>
                  <a:lnTo>
                    <a:pt x="418235" y="934612"/>
                  </a:lnTo>
                  <a:lnTo>
                    <a:pt x="431305" y="934307"/>
                  </a:lnTo>
                  <a:lnTo>
                    <a:pt x="444375" y="934580"/>
                  </a:lnTo>
                  <a:lnTo>
                    <a:pt x="457445" y="935379"/>
                  </a:lnTo>
                  <a:lnTo>
                    <a:pt x="470515" y="935666"/>
                  </a:lnTo>
                  <a:lnTo>
                    <a:pt x="483585" y="938030"/>
                  </a:lnTo>
                  <a:lnTo>
                    <a:pt x="496655" y="939134"/>
                  </a:lnTo>
                  <a:lnTo>
                    <a:pt x="509724" y="938756"/>
                  </a:lnTo>
                  <a:lnTo>
                    <a:pt x="522794" y="937228"/>
                  </a:lnTo>
                  <a:lnTo>
                    <a:pt x="535864" y="935975"/>
                  </a:lnTo>
                  <a:lnTo>
                    <a:pt x="548934" y="936056"/>
                  </a:lnTo>
                  <a:lnTo>
                    <a:pt x="562004" y="936539"/>
                  </a:lnTo>
                  <a:lnTo>
                    <a:pt x="575074" y="937268"/>
                  </a:lnTo>
                  <a:lnTo>
                    <a:pt x="588144" y="937938"/>
                  </a:lnTo>
                  <a:lnTo>
                    <a:pt x="601213" y="936858"/>
                  </a:lnTo>
                  <a:lnTo>
                    <a:pt x="614283" y="936380"/>
                  </a:lnTo>
                  <a:lnTo>
                    <a:pt x="627353" y="935751"/>
                  </a:lnTo>
                  <a:lnTo>
                    <a:pt x="640423" y="935219"/>
                  </a:lnTo>
                  <a:lnTo>
                    <a:pt x="653493" y="934138"/>
                  </a:lnTo>
                  <a:lnTo>
                    <a:pt x="666563" y="934397"/>
                  </a:lnTo>
                  <a:lnTo>
                    <a:pt x="679633" y="934171"/>
                  </a:lnTo>
                  <a:lnTo>
                    <a:pt x="692703" y="933989"/>
                  </a:lnTo>
                  <a:lnTo>
                    <a:pt x="705772" y="933273"/>
                  </a:lnTo>
                  <a:lnTo>
                    <a:pt x="718842" y="932540"/>
                  </a:lnTo>
                  <a:lnTo>
                    <a:pt x="731912" y="932043"/>
                  </a:lnTo>
                  <a:lnTo>
                    <a:pt x="744982" y="932390"/>
                  </a:lnTo>
                  <a:lnTo>
                    <a:pt x="758052" y="933922"/>
                  </a:lnTo>
                  <a:lnTo>
                    <a:pt x="771122" y="934059"/>
                  </a:lnTo>
                  <a:lnTo>
                    <a:pt x="784192" y="934177"/>
                  </a:lnTo>
                  <a:lnTo>
                    <a:pt x="797262" y="934694"/>
                  </a:lnTo>
                  <a:lnTo>
                    <a:pt x="810331" y="936607"/>
                  </a:lnTo>
                  <a:lnTo>
                    <a:pt x="823401" y="936484"/>
                  </a:lnTo>
                  <a:lnTo>
                    <a:pt x="836471" y="935894"/>
                  </a:lnTo>
                  <a:lnTo>
                    <a:pt x="849541" y="935004"/>
                  </a:lnTo>
                  <a:lnTo>
                    <a:pt x="862611" y="934745"/>
                  </a:lnTo>
                  <a:lnTo>
                    <a:pt x="875681" y="935250"/>
                  </a:lnTo>
                  <a:lnTo>
                    <a:pt x="888751" y="935468"/>
                  </a:lnTo>
                  <a:lnTo>
                    <a:pt x="901820" y="936075"/>
                  </a:lnTo>
                  <a:lnTo>
                    <a:pt x="914890" y="935223"/>
                  </a:lnTo>
                  <a:lnTo>
                    <a:pt x="927960" y="933341"/>
                  </a:lnTo>
                  <a:lnTo>
                    <a:pt x="941030" y="931494"/>
                  </a:lnTo>
                  <a:lnTo>
                    <a:pt x="954100" y="929696"/>
                  </a:lnTo>
                  <a:lnTo>
                    <a:pt x="967170" y="927964"/>
                  </a:lnTo>
                  <a:lnTo>
                    <a:pt x="980240" y="926313"/>
                  </a:lnTo>
                  <a:lnTo>
                    <a:pt x="993310" y="924758"/>
                  </a:lnTo>
                  <a:lnTo>
                    <a:pt x="1006379" y="923316"/>
                  </a:lnTo>
                  <a:lnTo>
                    <a:pt x="1019449" y="921959"/>
                  </a:lnTo>
                  <a:lnTo>
                    <a:pt x="1032519" y="919785"/>
                  </a:lnTo>
                  <a:lnTo>
                    <a:pt x="1045589" y="917124"/>
                  </a:lnTo>
                  <a:lnTo>
                    <a:pt x="1058659" y="914422"/>
                  </a:lnTo>
                  <a:lnTo>
                    <a:pt x="1071729" y="911698"/>
                  </a:lnTo>
                  <a:lnTo>
                    <a:pt x="1084799" y="908969"/>
                  </a:lnTo>
                  <a:lnTo>
                    <a:pt x="1097869" y="906254"/>
                  </a:lnTo>
                  <a:lnTo>
                    <a:pt x="1110938" y="903163"/>
                  </a:lnTo>
                  <a:lnTo>
                    <a:pt x="1124008" y="899717"/>
                  </a:lnTo>
                  <a:lnTo>
                    <a:pt x="1137078" y="896291"/>
                  </a:lnTo>
                  <a:lnTo>
                    <a:pt x="1150148" y="890993"/>
                  </a:lnTo>
                  <a:lnTo>
                    <a:pt x="1163218" y="885018"/>
                  </a:lnTo>
                  <a:lnTo>
                    <a:pt x="1176288" y="883008"/>
                  </a:lnTo>
                  <a:lnTo>
                    <a:pt x="1189358" y="881681"/>
                  </a:lnTo>
                  <a:lnTo>
                    <a:pt x="1202427" y="878879"/>
                  </a:lnTo>
                  <a:lnTo>
                    <a:pt x="1215497" y="874991"/>
                  </a:lnTo>
                  <a:lnTo>
                    <a:pt x="1228567" y="871389"/>
                  </a:lnTo>
                  <a:lnTo>
                    <a:pt x="1241637" y="868858"/>
                  </a:lnTo>
                  <a:lnTo>
                    <a:pt x="1254707" y="867324"/>
                  </a:lnTo>
                  <a:lnTo>
                    <a:pt x="1267777" y="866281"/>
                  </a:lnTo>
                  <a:lnTo>
                    <a:pt x="1280847" y="865194"/>
                  </a:lnTo>
                  <a:lnTo>
                    <a:pt x="1293917" y="863146"/>
                  </a:lnTo>
                  <a:lnTo>
                    <a:pt x="1306986" y="860494"/>
                  </a:lnTo>
                  <a:lnTo>
                    <a:pt x="1320056" y="858524"/>
                  </a:lnTo>
                  <a:lnTo>
                    <a:pt x="1333126" y="856990"/>
                  </a:lnTo>
                  <a:lnTo>
                    <a:pt x="1346196" y="856509"/>
                  </a:lnTo>
                  <a:lnTo>
                    <a:pt x="1359266" y="857293"/>
                  </a:lnTo>
                  <a:lnTo>
                    <a:pt x="1372336" y="855798"/>
                  </a:lnTo>
                  <a:lnTo>
                    <a:pt x="1385406" y="855413"/>
                  </a:lnTo>
                  <a:lnTo>
                    <a:pt x="1398476" y="855996"/>
                  </a:lnTo>
                  <a:lnTo>
                    <a:pt x="1411545" y="856885"/>
                  </a:lnTo>
                  <a:lnTo>
                    <a:pt x="1424615" y="856516"/>
                  </a:lnTo>
                  <a:lnTo>
                    <a:pt x="1437685" y="856031"/>
                  </a:lnTo>
                  <a:lnTo>
                    <a:pt x="1450755" y="855626"/>
                  </a:lnTo>
                  <a:lnTo>
                    <a:pt x="1463825" y="855281"/>
                  </a:lnTo>
                  <a:lnTo>
                    <a:pt x="1476895" y="854973"/>
                  </a:lnTo>
                  <a:lnTo>
                    <a:pt x="1489965" y="854681"/>
                  </a:lnTo>
                  <a:lnTo>
                    <a:pt x="1503034" y="854402"/>
                  </a:lnTo>
                  <a:lnTo>
                    <a:pt x="1516104" y="854064"/>
                  </a:lnTo>
                  <a:lnTo>
                    <a:pt x="1529174" y="853529"/>
                  </a:lnTo>
                  <a:lnTo>
                    <a:pt x="1542244" y="852769"/>
                  </a:lnTo>
                  <a:lnTo>
                    <a:pt x="1555314" y="852734"/>
                  </a:lnTo>
                  <a:lnTo>
                    <a:pt x="1568384" y="852098"/>
                  </a:lnTo>
                  <a:lnTo>
                    <a:pt x="1581454" y="851331"/>
                  </a:lnTo>
                  <a:lnTo>
                    <a:pt x="1594524" y="850411"/>
                  </a:lnTo>
                  <a:lnTo>
                    <a:pt x="1607593" y="849317"/>
                  </a:lnTo>
                  <a:lnTo>
                    <a:pt x="1620663" y="848028"/>
                  </a:lnTo>
                  <a:lnTo>
                    <a:pt x="1633733" y="846523"/>
                  </a:lnTo>
                  <a:lnTo>
                    <a:pt x="1646803" y="844781"/>
                  </a:lnTo>
                  <a:lnTo>
                    <a:pt x="1659873" y="842781"/>
                  </a:lnTo>
                  <a:lnTo>
                    <a:pt x="1672943" y="839771"/>
                  </a:lnTo>
                  <a:lnTo>
                    <a:pt x="1686013" y="837878"/>
                  </a:lnTo>
                  <a:lnTo>
                    <a:pt x="1699083" y="833246"/>
                  </a:lnTo>
                  <a:lnTo>
                    <a:pt x="1712152" y="825903"/>
                  </a:lnTo>
                  <a:lnTo>
                    <a:pt x="1725222" y="817292"/>
                  </a:lnTo>
                  <a:lnTo>
                    <a:pt x="1738292" y="809760"/>
                  </a:lnTo>
                  <a:lnTo>
                    <a:pt x="1751362" y="801100"/>
                  </a:lnTo>
                  <a:lnTo>
                    <a:pt x="1764432" y="792142"/>
                  </a:lnTo>
                  <a:lnTo>
                    <a:pt x="1777502" y="783836"/>
                  </a:lnTo>
                  <a:lnTo>
                    <a:pt x="1790572" y="776812"/>
                  </a:lnTo>
                  <a:lnTo>
                    <a:pt x="1803641" y="773394"/>
                  </a:lnTo>
                  <a:lnTo>
                    <a:pt x="1816711" y="762220"/>
                  </a:lnTo>
                  <a:lnTo>
                    <a:pt x="1829781" y="758467"/>
                  </a:lnTo>
                  <a:lnTo>
                    <a:pt x="1842851" y="748437"/>
                  </a:lnTo>
                  <a:lnTo>
                    <a:pt x="1855921" y="735166"/>
                  </a:lnTo>
                  <a:lnTo>
                    <a:pt x="1868991" y="726664"/>
                  </a:lnTo>
                  <a:lnTo>
                    <a:pt x="1882061" y="719642"/>
                  </a:lnTo>
                  <a:lnTo>
                    <a:pt x="1895131" y="713117"/>
                  </a:lnTo>
                  <a:lnTo>
                    <a:pt x="1908200" y="706039"/>
                  </a:lnTo>
                  <a:lnTo>
                    <a:pt x="1921270" y="698869"/>
                  </a:lnTo>
                  <a:lnTo>
                    <a:pt x="1934340" y="693703"/>
                  </a:lnTo>
                  <a:lnTo>
                    <a:pt x="1947410" y="688281"/>
                  </a:lnTo>
                  <a:lnTo>
                    <a:pt x="1960480" y="687416"/>
                  </a:lnTo>
                  <a:lnTo>
                    <a:pt x="1973550" y="685964"/>
                  </a:lnTo>
                  <a:lnTo>
                    <a:pt x="1986620" y="686160"/>
                  </a:lnTo>
                  <a:lnTo>
                    <a:pt x="1999690" y="684172"/>
                  </a:lnTo>
                  <a:lnTo>
                    <a:pt x="2012759" y="670296"/>
                  </a:lnTo>
                  <a:lnTo>
                    <a:pt x="2025829" y="667161"/>
                  </a:lnTo>
                  <a:lnTo>
                    <a:pt x="2038899" y="660794"/>
                  </a:lnTo>
                  <a:lnTo>
                    <a:pt x="2051969" y="657198"/>
                  </a:lnTo>
                  <a:lnTo>
                    <a:pt x="2065039" y="647026"/>
                  </a:lnTo>
                  <a:lnTo>
                    <a:pt x="2078109" y="639367"/>
                  </a:lnTo>
                  <a:lnTo>
                    <a:pt x="2091179" y="627204"/>
                  </a:lnTo>
                  <a:lnTo>
                    <a:pt x="2104248" y="626035"/>
                  </a:lnTo>
                  <a:lnTo>
                    <a:pt x="2117318" y="617855"/>
                  </a:lnTo>
                  <a:lnTo>
                    <a:pt x="2130388" y="622547"/>
                  </a:lnTo>
                  <a:lnTo>
                    <a:pt x="2143458" y="634432"/>
                  </a:lnTo>
                  <a:lnTo>
                    <a:pt x="2156528" y="637479"/>
                  </a:lnTo>
                  <a:lnTo>
                    <a:pt x="2169598" y="642910"/>
                  </a:lnTo>
                  <a:lnTo>
                    <a:pt x="2182668" y="621165"/>
                  </a:lnTo>
                  <a:lnTo>
                    <a:pt x="2195738" y="620496"/>
                  </a:lnTo>
                  <a:lnTo>
                    <a:pt x="2208807" y="613718"/>
                  </a:lnTo>
                  <a:lnTo>
                    <a:pt x="2221877" y="582887"/>
                  </a:lnTo>
                  <a:lnTo>
                    <a:pt x="2234947" y="563274"/>
                  </a:lnTo>
                  <a:lnTo>
                    <a:pt x="2248017" y="552972"/>
                  </a:lnTo>
                  <a:lnTo>
                    <a:pt x="2261087" y="500527"/>
                  </a:lnTo>
                  <a:lnTo>
                    <a:pt x="2274157" y="441262"/>
                  </a:lnTo>
                  <a:lnTo>
                    <a:pt x="2287227" y="374792"/>
                  </a:lnTo>
                  <a:lnTo>
                    <a:pt x="2300297" y="300732"/>
                  </a:lnTo>
                  <a:lnTo>
                    <a:pt x="2313366" y="197405"/>
                  </a:lnTo>
                  <a:lnTo>
                    <a:pt x="2326436" y="97045"/>
                  </a:lnTo>
                  <a:lnTo>
                    <a:pt x="2339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358051"/>
              <a:ext cx="2281921" cy="739221"/>
            </a:xfrm>
            <a:custGeom>
              <a:avLst/>
              <a:pathLst>
                <a:path w="2281921" h="739221">
                  <a:moveTo>
                    <a:pt x="2281921" y="739221"/>
                  </a:moveTo>
                  <a:lnTo>
                    <a:pt x="2274157" y="654835"/>
                  </a:lnTo>
                  <a:lnTo>
                    <a:pt x="2261087" y="550091"/>
                  </a:lnTo>
                  <a:lnTo>
                    <a:pt x="2248017" y="459555"/>
                  </a:lnTo>
                  <a:lnTo>
                    <a:pt x="2234947" y="373965"/>
                  </a:lnTo>
                  <a:lnTo>
                    <a:pt x="2221877" y="318162"/>
                  </a:lnTo>
                  <a:lnTo>
                    <a:pt x="2208807" y="262162"/>
                  </a:lnTo>
                  <a:lnTo>
                    <a:pt x="2195738" y="247044"/>
                  </a:lnTo>
                  <a:lnTo>
                    <a:pt x="2182668" y="229958"/>
                  </a:lnTo>
                  <a:lnTo>
                    <a:pt x="2169598" y="211188"/>
                  </a:lnTo>
                  <a:lnTo>
                    <a:pt x="2156528" y="192650"/>
                  </a:lnTo>
                  <a:lnTo>
                    <a:pt x="2143458" y="169730"/>
                  </a:lnTo>
                  <a:lnTo>
                    <a:pt x="2130388" y="147611"/>
                  </a:lnTo>
                  <a:lnTo>
                    <a:pt x="2117318" y="124943"/>
                  </a:lnTo>
                  <a:lnTo>
                    <a:pt x="2104248" y="102011"/>
                  </a:lnTo>
                  <a:lnTo>
                    <a:pt x="2091179" y="90921"/>
                  </a:lnTo>
                  <a:lnTo>
                    <a:pt x="2078109" y="80238"/>
                  </a:lnTo>
                  <a:lnTo>
                    <a:pt x="2065039" y="67465"/>
                  </a:lnTo>
                  <a:lnTo>
                    <a:pt x="2051969" y="58870"/>
                  </a:lnTo>
                  <a:lnTo>
                    <a:pt x="2038899" y="40036"/>
                  </a:lnTo>
                  <a:lnTo>
                    <a:pt x="2025829" y="26082"/>
                  </a:lnTo>
                  <a:lnTo>
                    <a:pt x="2012759" y="15746"/>
                  </a:lnTo>
                  <a:lnTo>
                    <a:pt x="1999690" y="6697"/>
                  </a:lnTo>
                  <a:lnTo>
                    <a:pt x="1986620" y="0"/>
                  </a:lnTo>
                  <a:lnTo>
                    <a:pt x="1973550" y="2598"/>
                  </a:lnTo>
                  <a:lnTo>
                    <a:pt x="1960480" y="5468"/>
                  </a:lnTo>
                  <a:lnTo>
                    <a:pt x="1947410" y="6567"/>
                  </a:lnTo>
                  <a:lnTo>
                    <a:pt x="1934340" y="8396"/>
                  </a:lnTo>
                  <a:lnTo>
                    <a:pt x="1921270" y="11354"/>
                  </a:lnTo>
                  <a:lnTo>
                    <a:pt x="1908200" y="12634"/>
                  </a:lnTo>
                  <a:lnTo>
                    <a:pt x="1895131" y="14481"/>
                  </a:lnTo>
                  <a:lnTo>
                    <a:pt x="1882061" y="14010"/>
                  </a:lnTo>
                  <a:lnTo>
                    <a:pt x="1868991" y="16955"/>
                  </a:lnTo>
                  <a:lnTo>
                    <a:pt x="1855921" y="19460"/>
                  </a:lnTo>
                  <a:lnTo>
                    <a:pt x="1842851" y="21138"/>
                  </a:lnTo>
                  <a:lnTo>
                    <a:pt x="1829781" y="23948"/>
                  </a:lnTo>
                  <a:lnTo>
                    <a:pt x="1816711" y="25668"/>
                  </a:lnTo>
                  <a:lnTo>
                    <a:pt x="1803641" y="27316"/>
                  </a:lnTo>
                  <a:lnTo>
                    <a:pt x="1790572" y="28885"/>
                  </a:lnTo>
                  <a:lnTo>
                    <a:pt x="1777502" y="30640"/>
                  </a:lnTo>
                  <a:lnTo>
                    <a:pt x="1764432" y="32334"/>
                  </a:lnTo>
                  <a:lnTo>
                    <a:pt x="1751362" y="36302"/>
                  </a:lnTo>
                  <a:lnTo>
                    <a:pt x="1738292" y="40177"/>
                  </a:lnTo>
                  <a:lnTo>
                    <a:pt x="1725222" y="43912"/>
                  </a:lnTo>
                  <a:lnTo>
                    <a:pt x="1712152" y="47461"/>
                  </a:lnTo>
                  <a:lnTo>
                    <a:pt x="1699083" y="50778"/>
                  </a:lnTo>
                  <a:lnTo>
                    <a:pt x="1686013" y="54694"/>
                  </a:lnTo>
                  <a:lnTo>
                    <a:pt x="1672943" y="58442"/>
                  </a:lnTo>
                  <a:lnTo>
                    <a:pt x="1659873" y="62860"/>
                  </a:lnTo>
                  <a:lnTo>
                    <a:pt x="1646803" y="66657"/>
                  </a:lnTo>
                  <a:lnTo>
                    <a:pt x="1633733" y="67982"/>
                  </a:lnTo>
                  <a:lnTo>
                    <a:pt x="1620663" y="69430"/>
                  </a:lnTo>
                  <a:lnTo>
                    <a:pt x="1607593" y="67659"/>
                  </a:lnTo>
                  <a:lnTo>
                    <a:pt x="1594524" y="66812"/>
                  </a:lnTo>
                  <a:lnTo>
                    <a:pt x="1581454" y="66852"/>
                  </a:lnTo>
                  <a:lnTo>
                    <a:pt x="1568384" y="67354"/>
                  </a:lnTo>
                  <a:lnTo>
                    <a:pt x="1555314" y="68387"/>
                  </a:lnTo>
                  <a:lnTo>
                    <a:pt x="1542244" y="69376"/>
                  </a:lnTo>
                  <a:lnTo>
                    <a:pt x="1529174" y="70126"/>
                  </a:lnTo>
                  <a:lnTo>
                    <a:pt x="1516104" y="70665"/>
                  </a:lnTo>
                  <a:lnTo>
                    <a:pt x="1503034" y="71023"/>
                  </a:lnTo>
                  <a:lnTo>
                    <a:pt x="1489965" y="68915"/>
                  </a:lnTo>
                  <a:lnTo>
                    <a:pt x="1476895" y="67454"/>
                  </a:lnTo>
                  <a:lnTo>
                    <a:pt x="1463825" y="67937"/>
                  </a:lnTo>
                  <a:lnTo>
                    <a:pt x="1450755" y="68395"/>
                  </a:lnTo>
                  <a:lnTo>
                    <a:pt x="1437685" y="67592"/>
                  </a:lnTo>
                  <a:lnTo>
                    <a:pt x="1424615" y="66288"/>
                  </a:lnTo>
                  <a:lnTo>
                    <a:pt x="1411545" y="66179"/>
                  </a:lnTo>
                  <a:lnTo>
                    <a:pt x="1398476" y="66167"/>
                  </a:lnTo>
                  <a:lnTo>
                    <a:pt x="1385406" y="65869"/>
                  </a:lnTo>
                  <a:lnTo>
                    <a:pt x="1372336" y="64675"/>
                  </a:lnTo>
                  <a:lnTo>
                    <a:pt x="1359266" y="63626"/>
                  </a:lnTo>
                  <a:lnTo>
                    <a:pt x="1346196" y="64422"/>
                  </a:lnTo>
                  <a:lnTo>
                    <a:pt x="1333126" y="66007"/>
                  </a:lnTo>
                  <a:lnTo>
                    <a:pt x="1320056" y="67748"/>
                  </a:lnTo>
                  <a:lnTo>
                    <a:pt x="1306986" y="69630"/>
                  </a:lnTo>
                  <a:lnTo>
                    <a:pt x="1293917" y="70648"/>
                  </a:lnTo>
                  <a:lnTo>
                    <a:pt x="1280847" y="71992"/>
                  </a:lnTo>
                  <a:lnTo>
                    <a:pt x="1267777" y="73653"/>
                  </a:lnTo>
                  <a:lnTo>
                    <a:pt x="1254707" y="74134"/>
                  </a:lnTo>
                  <a:lnTo>
                    <a:pt x="1241637" y="74559"/>
                  </a:lnTo>
                  <a:lnTo>
                    <a:pt x="1228567" y="75271"/>
                  </a:lnTo>
                  <a:lnTo>
                    <a:pt x="1215497" y="78430"/>
                  </a:lnTo>
                  <a:lnTo>
                    <a:pt x="1202427" y="81789"/>
                  </a:lnTo>
                  <a:lnTo>
                    <a:pt x="1189358" y="85321"/>
                  </a:lnTo>
                  <a:lnTo>
                    <a:pt x="1176288" y="89003"/>
                  </a:lnTo>
                  <a:lnTo>
                    <a:pt x="1163218" y="92809"/>
                  </a:lnTo>
                  <a:lnTo>
                    <a:pt x="1150148" y="95193"/>
                  </a:lnTo>
                  <a:lnTo>
                    <a:pt x="1137078" y="97354"/>
                  </a:lnTo>
                  <a:lnTo>
                    <a:pt x="1124008" y="99514"/>
                  </a:lnTo>
                  <a:lnTo>
                    <a:pt x="1110938" y="101660"/>
                  </a:lnTo>
                  <a:lnTo>
                    <a:pt x="1097869" y="103778"/>
                  </a:lnTo>
                  <a:lnTo>
                    <a:pt x="1084799" y="105857"/>
                  </a:lnTo>
                  <a:lnTo>
                    <a:pt x="1071729" y="107882"/>
                  </a:lnTo>
                  <a:lnTo>
                    <a:pt x="1058659" y="109840"/>
                  </a:lnTo>
                  <a:lnTo>
                    <a:pt x="1045589" y="111719"/>
                  </a:lnTo>
                  <a:lnTo>
                    <a:pt x="1032519" y="113506"/>
                  </a:lnTo>
                  <a:lnTo>
                    <a:pt x="1019449" y="115186"/>
                  </a:lnTo>
                  <a:lnTo>
                    <a:pt x="1006379" y="116748"/>
                  </a:lnTo>
                  <a:lnTo>
                    <a:pt x="993310" y="118181"/>
                  </a:lnTo>
                  <a:lnTo>
                    <a:pt x="980240" y="119484"/>
                  </a:lnTo>
                  <a:lnTo>
                    <a:pt x="967170" y="120583"/>
                  </a:lnTo>
                  <a:lnTo>
                    <a:pt x="954100" y="120925"/>
                  </a:lnTo>
                  <a:lnTo>
                    <a:pt x="941030" y="121103"/>
                  </a:lnTo>
                  <a:lnTo>
                    <a:pt x="927960" y="122544"/>
                  </a:lnTo>
                  <a:lnTo>
                    <a:pt x="914890" y="124222"/>
                  </a:lnTo>
                  <a:lnTo>
                    <a:pt x="901820" y="126651"/>
                  </a:lnTo>
                  <a:lnTo>
                    <a:pt x="888751" y="128454"/>
                  </a:lnTo>
                  <a:lnTo>
                    <a:pt x="875681" y="129914"/>
                  </a:lnTo>
                  <a:lnTo>
                    <a:pt x="862611" y="131143"/>
                  </a:lnTo>
                  <a:lnTo>
                    <a:pt x="849541" y="132152"/>
                  </a:lnTo>
                  <a:lnTo>
                    <a:pt x="836471" y="132957"/>
                  </a:lnTo>
                  <a:lnTo>
                    <a:pt x="823401" y="134513"/>
                  </a:lnTo>
                  <a:lnTo>
                    <a:pt x="810331" y="136677"/>
                  </a:lnTo>
                  <a:lnTo>
                    <a:pt x="797262" y="138652"/>
                  </a:lnTo>
                  <a:lnTo>
                    <a:pt x="784192" y="139350"/>
                  </a:lnTo>
                  <a:lnTo>
                    <a:pt x="771122" y="138384"/>
                  </a:lnTo>
                  <a:lnTo>
                    <a:pt x="758052" y="137334"/>
                  </a:lnTo>
                  <a:lnTo>
                    <a:pt x="744982" y="137316"/>
                  </a:lnTo>
                  <a:lnTo>
                    <a:pt x="731912" y="138147"/>
                  </a:lnTo>
                  <a:lnTo>
                    <a:pt x="718842" y="138402"/>
                  </a:lnTo>
                  <a:lnTo>
                    <a:pt x="705772" y="138479"/>
                  </a:lnTo>
                  <a:lnTo>
                    <a:pt x="692703" y="138228"/>
                  </a:lnTo>
                  <a:lnTo>
                    <a:pt x="679633" y="138010"/>
                  </a:lnTo>
                  <a:lnTo>
                    <a:pt x="666563" y="138381"/>
                  </a:lnTo>
                  <a:lnTo>
                    <a:pt x="653493" y="138507"/>
                  </a:lnTo>
                  <a:lnTo>
                    <a:pt x="640423" y="138420"/>
                  </a:lnTo>
                  <a:lnTo>
                    <a:pt x="627353" y="138153"/>
                  </a:lnTo>
                  <a:lnTo>
                    <a:pt x="614283" y="137742"/>
                  </a:lnTo>
                  <a:lnTo>
                    <a:pt x="601213" y="136152"/>
                  </a:lnTo>
                  <a:lnTo>
                    <a:pt x="588144" y="134126"/>
                  </a:lnTo>
                  <a:lnTo>
                    <a:pt x="575074" y="134461"/>
                  </a:lnTo>
                  <a:lnTo>
                    <a:pt x="562004" y="133334"/>
                  </a:lnTo>
                  <a:lnTo>
                    <a:pt x="548934" y="134706"/>
                  </a:lnTo>
                  <a:lnTo>
                    <a:pt x="535864" y="135368"/>
                  </a:lnTo>
                  <a:lnTo>
                    <a:pt x="522794" y="135973"/>
                  </a:lnTo>
                  <a:lnTo>
                    <a:pt x="509724" y="137971"/>
                  </a:lnTo>
                  <a:lnTo>
                    <a:pt x="496655" y="141144"/>
                  </a:lnTo>
                  <a:lnTo>
                    <a:pt x="483585" y="145909"/>
                  </a:lnTo>
                  <a:lnTo>
                    <a:pt x="470515" y="146080"/>
                  </a:lnTo>
                  <a:lnTo>
                    <a:pt x="457445" y="147738"/>
                  </a:lnTo>
                  <a:lnTo>
                    <a:pt x="444375" y="151827"/>
                  </a:lnTo>
                  <a:lnTo>
                    <a:pt x="431305" y="155863"/>
                  </a:lnTo>
                  <a:lnTo>
                    <a:pt x="418235" y="159817"/>
                  </a:lnTo>
                  <a:lnTo>
                    <a:pt x="405165" y="163663"/>
                  </a:lnTo>
                  <a:lnTo>
                    <a:pt x="392096" y="166257"/>
                  </a:lnTo>
                  <a:lnTo>
                    <a:pt x="379026" y="167795"/>
                  </a:lnTo>
                  <a:lnTo>
                    <a:pt x="365956" y="172236"/>
                  </a:lnTo>
                  <a:lnTo>
                    <a:pt x="352886" y="171598"/>
                  </a:lnTo>
                  <a:lnTo>
                    <a:pt x="339816" y="173732"/>
                  </a:lnTo>
                  <a:lnTo>
                    <a:pt x="326746" y="179639"/>
                  </a:lnTo>
                  <a:lnTo>
                    <a:pt x="313676" y="187932"/>
                  </a:lnTo>
                  <a:lnTo>
                    <a:pt x="300606" y="198551"/>
                  </a:lnTo>
                  <a:lnTo>
                    <a:pt x="287537" y="209904"/>
                  </a:lnTo>
                  <a:lnTo>
                    <a:pt x="274467" y="221784"/>
                  </a:lnTo>
                  <a:lnTo>
                    <a:pt x="261397" y="232184"/>
                  </a:lnTo>
                  <a:lnTo>
                    <a:pt x="248327" y="239652"/>
                  </a:lnTo>
                  <a:lnTo>
                    <a:pt x="235257" y="244295"/>
                  </a:lnTo>
                  <a:lnTo>
                    <a:pt x="222187" y="248900"/>
                  </a:lnTo>
                  <a:lnTo>
                    <a:pt x="209117" y="254884"/>
                  </a:lnTo>
                  <a:lnTo>
                    <a:pt x="196048" y="260402"/>
                  </a:lnTo>
                  <a:lnTo>
                    <a:pt x="182978" y="265381"/>
                  </a:lnTo>
                  <a:lnTo>
                    <a:pt x="169908" y="268975"/>
                  </a:lnTo>
                  <a:lnTo>
                    <a:pt x="156838" y="272000"/>
                  </a:lnTo>
                  <a:lnTo>
                    <a:pt x="143768" y="273627"/>
                  </a:lnTo>
                  <a:lnTo>
                    <a:pt x="130698" y="277304"/>
                  </a:lnTo>
                  <a:lnTo>
                    <a:pt x="117628" y="279596"/>
                  </a:lnTo>
                  <a:lnTo>
                    <a:pt x="104558" y="279786"/>
                  </a:lnTo>
                  <a:lnTo>
                    <a:pt x="91489" y="279737"/>
                  </a:lnTo>
                  <a:lnTo>
                    <a:pt x="78419" y="280494"/>
                  </a:lnTo>
                  <a:lnTo>
                    <a:pt x="65349" y="276787"/>
                  </a:lnTo>
                  <a:lnTo>
                    <a:pt x="52279" y="271011"/>
                  </a:lnTo>
                  <a:lnTo>
                    <a:pt x="39209" y="263732"/>
                  </a:lnTo>
                  <a:lnTo>
                    <a:pt x="26139" y="262013"/>
                  </a:lnTo>
                  <a:lnTo>
                    <a:pt x="13069" y="258105"/>
                  </a:lnTo>
                  <a:lnTo>
                    <a:pt x="0" y="2565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42335"/>
              <a:ext cx="2339506" cy="323943"/>
            </a:xfrm>
            <a:custGeom>
              <a:avLst/>
              <a:pathLst>
                <a:path w="2339506" h="323943">
                  <a:moveTo>
                    <a:pt x="0" y="271948"/>
                  </a:moveTo>
                  <a:lnTo>
                    <a:pt x="13069" y="281520"/>
                  </a:lnTo>
                  <a:lnTo>
                    <a:pt x="26139" y="289569"/>
                  </a:lnTo>
                  <a:lnTo>
                    <a:pt x="39209" y="296174"/>
                  </a:lnTo>
                  <a:lnTo>
                    <a:pt x="52279" y="301414"/>
                  </a:lnTo>
                  <a:lnTo>
                    <a:pt x="65349" y="305368"/>
                  </a:lnTo>
                  <a:lnTo>
                    <a:pt x="78419" y="308115"/>
                  </a:lnTo>
                  <a:lnTo>
                    <a:pt x="91489" y="309734"/>
                  </a:lnTo>
                  <a:lnTo>
                    <a:pt x="104558" y="310304"/>
                  </a:lnTo>
                  <a:lnTo>
                    <a:pt x="117628" y="309903"/>
                  </a:lnTo>
                  <a:lnTo>
                    <a:pt x="130698" y="308612"/>
                  </a:lnTo>
                  <a:lnTo>
                    <a:pt x="143768" y="306509"/>
                  </a:lnTo>
                  <a:lnTo>
                    <a:pt x="156838" y="303673"/>
                  </a:lnTo>
                  <a:lnTo>
                    <a:pt x="169908" y="300183"/>
                  </a:lnTo>
                  <a:lnTo>
                    <a:pt x="182978" y="296118"/>
                  </a:lnTo>
                  <a:lnTo>
                    <a:pt x="196048" y="291557"/>
                  </a:lnTo>
                  <a:lnTo>
                    <a:pt x="209117" y="286580"/>
                  </a:lnTo>
                  <a:lnTo>
                    <a:pt x="222187" y="281264"/>
                  </a:lnTo>
                  <a:lnTo>
                    <a:pt x="235257" y="275690"/>
                  </a:lnTo>
                  <a:lnTo>
                    <a:pt x="248327" y="269935"/>
                  </a:lnTo>
                  <a:lnTo>
                    <a:pt x="261397" y="264080"/>
                  </a:lnTo>
                  <a:lnTo>
                    <a:pt x="274467" y="258203"/>
                  </a:lnTo>
                  <a:lnTo>
                    <a:pt x="287537" y="252383"/>
                  </a:lnTo>
                  <a:lnTo>
                    <a:pt x="300606" y="246700"/>
                  </a:lnTo>
                  <a:lnTo>
                    <a:pt x="313676" y="241232"/>
                  </a:lnTo>
                  <a:lnTo>
                    <a:pt x="326746" y="236057"/>
                  </a:lnTo>
                  <a:lnTo>
                    <a:pt x="339816" y="231253"/>
                  </a:lnTo>
                  <a:lnTo>
                    <a:pt x="352886" y="226853"/>
                  </a:lnTo>
                  <a:lnTo>
                    <a:pt x="365956" y="222845"/>
                  </a:lnTo>
                  <a:lnTo>
                    <a:pt x="379026" y="219210"/>
                  </a:lnTo>
                  <a:lnTo>
                    <a:pt x="392096" y="215932"/>
                  </a:lnTo>
                  <a:lnTo>
                    <a:pt x="405165" y="212993"/>
                  </a:lnTo>
                  <a:lnTo>
                    <a:pt x="418235" y="210377"/>
                  </a:lnTo>
                  <a:lnTo>
                    <a:pt x="431305" y="208064"/>
                  </a:lnTo>
                  <a:lnTo>
                    <a:pt x="444375" y="206039"/>
                  </a:lnTo>
                  <a:lnTo>
                    <a:pt x="457445" y="204284"/>
                  </a:lnTo>
                  <a:lnTo>
                    <a:pt x="470515" y="202781"/>
                  </a:lnTo>
                  <a:lnTo>
                    <a:pt x="483585" y="201514"/>
                  </a:lnTo>
                  <a:lnTo>
                    <a:pt x="496655" y="200464"/>
                  </a:lnTo>
                  <a:lnTo>
                    <a:pt x="509724" y="199615"/>
                  </a:lnTo>
                  <a:lnTo>
                    <a:pt x="522794" y="198948"/>
                  </a:lnTo>
                  <a:lnTo>
                    <a:pt x="535864" y="198448"/>
                  </a:lnTo>
                  <a:lnTo>
                    <a:pt x="548934" y="198095"/>
                  </a:lnTo>
                  <a:lnTo>
                    <a:pt x="562004" y="197874"/>
                  </a:lnTo>
                  <a:lnTo>
                    <a:pt x="575074" y="197766"/>
                  </a:lnTo>
                  <a:lnTo>
                    <a:pt x="588144" y="197755"/>
                  </a:lnTo>
                  <a:lnTo>
                    <a:pt x="601213" y="197822"/>
                  </a:lnTo>
                  <a:lnTo>
                    <a:pt x="614283" y="197951"/>
                  </a:lnTo>
                  <a:lnTo>
                    <a:pt x="627353" y="198125"/>
                  </a:lnTo>
                  <a:lnTo>
                    <a:pt x="640423" y="198325"/>
                  </a:lnTo>
                  <a:lnTo>
                    <a:pt x="653493" y="198535"/>
                  </a:lnTo>
                  <a:lnTo>
                    <a:pt x="666563" y="198738"/>
                  </a:lnTo>
                  <a:lnTo>
                    <a:pt x="679633" y="198920"/>
                  </a:lnTo>
                  <a:lnTo>
                    <a:pt x="692703" y="199070"/>
                  </a:lnTo>
                  <a:lnTo>
                    <a:pt x="705772" y="199184"/>
                  </a:lnTo>
                  <a:lnTo>
                    <a:pt x="718842" y="199256"/>
                  </a:lnTo>
                  <a:lnTo>
                    <a:pt x="731912" y="199281"/>
                  </a:lnTo>
                  <a:lnTo>
                    <a:pt x="744982" y="199253"/>
                  </a:lnTo>
                  <a:lnTo>
                    <a:pt x="758052" y="199166"/>
                  </a:lnTo>
                  <a:lnTo>
                    <a:pt x="771122" y="199015"/>
                  </a:lnTo>
                  <a:lnTo>
                    <a:pt x="784192" y="198796"/>
                  </a:lnTo>
                  <a:lnTo>
                    <a:pt x="797262" y="198501"/>
                  </a:lnTo>
                  <a:lnTo>
                    <a:pt x="810331" y="198126"/>
                  </a:lnTo>
                  <a:lnTo>
                    <a:pt x="823401" y="197665"/>
                  </a:lnTo>
                  <a:lnTo>
                    <a:pt x="836471" y="197112"/>
                  </a:lnTo>
                  <a:lnTo>
                    <a:pt x="849541" y="196463"/>
                  </a:lnTo>
                  <a:lnTo>
                    <a:pt x="862611" y="195712"/>
                  </a:lnTo>
                  <a:lnTo>
                    <a:pt x="875681" y="194853"/>
                  </a:lnTo>
                  <a:lnTo>
                    <a:pt x="888751" y="193881"/>
                  </a:lnTo>
                  <a:lnTo>
                    <a:pt x="901820" y="192789"/>
                  </a:lnTo>
                  <a:lnTo>
                    <a:pt x="914890" y="191574"/>
                  </a:lnTo>
                  <a:lnTo>
                    <a:pt x="927960" y="190229"/>
                  </a:lnTo>
                  <a:lnTo>
                    <a:pt x="941030" y="188749"/>
                  </a:lnTo>
                  <a:lnTo>
                    <a:pt x="954100" y="187128"/>
                  </a:lnTo>
                  <a:lnTo>
                    <a:pt x="967170" y="185361"/>
                  </a:lnTo>
                  <a:lnTo>
                    <a:pt x="980240" y="183442"/>
                  </a:lnTo>
                  <a:lnTo>
                    <a:pt x="993310" y="181366"/>
                  </a:lnTo>
                  <a:lnTo>
                    <a:pt x="1006379" y="179128"/>
                  </a:lnTo>
                  <a:lnTo>
                    <a:pt x="1019449" y="176729"/>
                  </a:lnTo>
                  <a:lnTo>
                    <a:pt x="1032519" y="174185"/>
                  </a:lnTo>
                  <a:lnTo>
                    <a:pt x="1045589" y="171512"/>
                  </a:lnTo>
                  <a:lnTo>
                    <a:pt x="1058659" y="168727"/>
                  </a:lnTo>
                  <a:lnTo>
                    <a:pt x="1071729" y="165848"/>
                  </a:lnTo>
                  <a:lnTo>
                    <a:pt x="1084799" y="162892"/>
                  </a:lnTo>
                  <a:lnTo>
                    <a:pt x="1097869" y="159876"/>
                  </a:lnTo>
                  <a:lnTo>
                    <a:pt x="1110938" y="156818"/>
                  </a:lnTo>
                  <a:lnTo>
                    <a:pt x="1124008" y="153735"/>
                  </a:lnTo>
                  <a:lnTo>
                    <a:pt x="1137078" y="150644"/>
                  </a:lnTo>
                  <a:lnTo>
                    <a:pt x="1150148" y="147563"/>
                  </a:lnTo>
                  <a:lnTo>
                    <a:pt x="1163218" y="144508"/>
                  </a:lnTo>
                  <a:lnTo>
                    <a:pt x="1176288" y="141497"/>
                  </a:lnTo>
                  <a:lnTo>
                    <a:pt x="1189358" y="138548"/>
                  </a:lnTo>
                  <a:lnTo>
                    <a:pt x="1202427" y="135677"/>
                  </a:lnTo>
                  <a:lnTo>
                    <a:pt x="1215497" y="132901"/>
                  </a:lnTo>
                  <a:lnTo>
                    <a:pt x="1228567" y="130239"/>
                  </a:lnTo>
                  <a:lnTo>
                    <a:pt x="1241637" y="127707"/>
                  </a:lnTo>
                  <a:lnTo>
                    <a:pt x="1254707" y="125323"/>
                  </a:lnTo>
                  <a:lnTo>
                    <a:pt x="1267777" y="123103"/>
                  </a:lnTo>
                  <a:lnTo>
                    <a:pt x="1280847" y="121066"/>
                  </a:lnTo>
                  <a:lnTo>
                    <a:pt x="1293917" y="119228"/>
                  </a:lnTo>
                  <a:lnTo>
                    <a:pt x="1306986" y="117606"/>
                  </a:lnTo>
                  <a:lnTo>
                    <a:pt x="1320056" y="116218"/>
                  </a:lnTo>
                  <a:lnTo>
                    <a:pt x="1333126" y="115080"/>
                  </a:lnTo>
                  <a:lnTo>
                    <a:pt x="1346196" y="114206"/>
                  </a:lnTo>
                  <a:lnTo>
                    <a:pt x="1359266" y="113591"/>
                  </a:lnTo>
                  <a:lnTo>
                    <a:pt x="1372336" y="113209"/>
                  </a:lnTo>
                  <a:lnTo>
                    <a:pt x="1385406" y="113033"/>
                  </a:lnTo>
                  <a:lnTo>
                    <a:pt x="1398476" y="113034"/>
                  </a:lnTo>
                  <a:lnTo>
                    <a:pt x="1411545" y="113186"/>
                  </a:lnTo>
                  <a:lnTo>
                    <a:pt x="1424615" y="113462"/>
                  </a:lnTo>
                  <a:lnTo>
                    <a:pt x="1437685" y="113833"/>
                  </a:lnTo>
                  <a:lnTo>
                    <a:pt x="1450755" y="114273"/>
                  </a:lnTo>
                  <a:lnTo>
                    <a:pt x="1463825" y="114755"/>
                  </a:lnTo>
                  <a:lnTo>
                    <a:pt x="1476895" y="115251"/>
                  </a:lnTo>
                  <a:lnTo>
                    <a:pt x="1489965" y="115733"/>
                  </a:lnTo>
                  <a:lnTo>
                    <a:pt x="1503034" y="116175"/>
                  </a:lnTo>
                  <a:lnTo>
                    <a:pt x="1516104" y="116549"/>
                  </a:lnTo>
                  <a:lnTo>
                    <a:pt x="1529174" y="116828"/>
                  </a:lnTo>
                  <a:lnTo>
                    <a:pt x="1542244" y="116984"/>
                  </a:lnTo>
                  <a:lnTo>
                    <a:pt x="1555314" y="116990"/>
                  </a:lnTo>
                  <a:lnTo>
                    <a:pt x="1568384" y="116818"/>
                  </a:lnTo>
                  <a:lnTo>
                    <a:pt x="1581454" y="116442"/>
                  </a:lnTo>
                  <a:lnTo>
                    <a:pt x="1594524" y="115834"/>
                  </a:lnTo>
                  <a:lnTo>
                    <a:pt x="1607593" y="114967"/>
                  </a:lnTo>
                  <a:lnTo>
                    <a:pt x="1620663" y="113813"/>
                  </a:lnTo>
                  <a:lnTo>
                    <a:pt x="1633733" y="112345"/>
                  </a:lnTo>
                  <a:lnTo>
                    <a:pt x="1646803" y="110534"/>
                  </a:lnTo>
                  <a:lnTo>
                    <a:pt x="1659873" y="108354"/>
                  </a:lnTo>
                  <a:lnTo>
                    <a:pt x="1672943" y="105776"/>
                  </a:lnTo>
                  <a:lnTo>
                    <a:pt x="1686013" y="102780"/>
                  </a:lnTo>
                  <a:lnTo>
                    <a:pt x="1699083" y="99387"/>
                  </a:lnTo>
                  <a:lnTo>
                    <a:pt x="1712152" y="95635"/>
                  </a:lnTo>
                  <a:lnTo>
                    <a:pt x="1725222" y="91564"/>
                  </a:lnTo>
                  <a:lnTo>
                    <a:pt x="1738292" y="87212"/>
                  </a:lnTo>
                  <a:lnTo>
                    <a:pt x="1751362" y="82619"/>
                  </a:lnTo>
                  <a:lnTo>
                    <a:pt x="1764432" y="77824"/>
                  </a:lnTo>
                  <a:lnTo>
                    <a:pt x="1777502" y="72865"/>
                  </a:lnTo>
                  <a:lnTo>
                    <a:pt x="1790572" y="67782"/>
                  </a:lnTo>
                  <a:lnTo>
                    <a:pt x="1803641" y="62613"/>
                  </a:lnTo>
                  <a:lnTo>
                    <a:pt x="1816711" y="57398"/>
                  </a:lnTo>
                  <a:lnTo>
                    <a:pt x="1829781" y="52177"/>
                  </a:lnTo>
                  <a:lnTo>
                    <a:pt x="1842851" y="46987"/>
                  </a:lnTo>
                  <a:lnTo>
                    <a:pt x="1855921" y="41867"/>
                  </a:lnTo>
                  <a:lnTo>
                    <a:pt x="1868991" y="36858"/>
                  </a:lnTo>
                  <a:lnTo>
                    <a:pt x="1882061" y="31998"/>
                  </a:lnTo>
                  <a:lnTo>
                    <a:pt x="1895131" y="27325"/>
                  </a:lnTo>
                  <a:lnTo>
                    <a:pt x="1908200" y="22880"/>
                  </a:lnTo>
                  <a:lnTo>
                    <a:pt x="1921270" y="18700"/>
                  </a:lnTo>
                  <a:lnTo>
                    <a:pt x="1934340" y="14827"/>
                  </a:lnTo>
                  <a:lnTo>
                    <a:pt x="1947410" y="11299"/>
                  </a:lnTo>
                  <a:lnTo>
                    <a:pt x="1960480" y="8160"/>
                  </a:lnTo>
                  <a:lnTo>
                    <a:pt x="1973550" y="5455"/>
                  </a:lnTo>
                  <a:lnTo>
                    <a:pt x="1986620" y="3231"/>
                  </a:lnTo>
                  <a:lnTo>
                    <a:pt x="1999690" y="1538"/>
                  </a:lnTo>
                  <a:lnTo>
                    <a:pt x="2012759" y="437"/>
                  </a:lnTo>
                  <a:lnTo>
                    <a:pt x="2025829" y="0"/>
                  </a:lnTo>
                  <a:lnTo>
                    <a:pt x="2038899" y="282"/>
                  </a:lnTo>
                  <a:lnTo>
                    <a:pt x="2051969" y="1337"/>
                  </a:lnTo>
                  <a:lnTo>
                    <a:pt x="2065039" y="3217"/>
                  </a:lnTo>
                  <a:lnTo>
                    <a:pt x="2078109" y="5977"/>
                  </a:lnTo>
                  <a:lnTo>
                    <a:pt x="2091179" y="9669"/>
                  </a:lnTo>
                  <a:lnTo>
                    <a:pt x="2104248" y="14346"/>
                  </a:lnTo>
                  <a:lnTo>
                    <a:pt x="2117318" y="20061"/>
                  </a:lnTo>
                  <a:lnTo>
                    <a:pt x="2130388" y="26867"/>
                  </a:lnTo>
                  <a:lnTo>
                    <a:pt x="2143458" y="34817"/>
                  </a:lnTo>
                  <a:lnTo>
                    <a:pt x="2156528" y="43965"/>
                  </a:lnTo>
                  <a:lnTo>
                    <a:pt x="2169598" y="54363"/>
                  </a:lnTo>
                  <a:lnTo>
                    <a:pt x="2182668" y="66065"/>
                  </a:lnTo>
                  <a:lnTo>
                    <a:pt x="2195738" y="79124"/>
                  </a:lnTo>
                  <a:lnTo>
                    <a:pt x="2208807" y="93592"/>
                  </a:lnTo>
                  <a:lnTo>
                    <a:pt x="2221877" y="109522"/>
                  </a:lnTo>
                  <a:lnTo>
                    <a:pt x="2234947" y="126965"/>
                  </a:lnTo>
                  <a:lnTo>
                    <a:pt x="2248017" y="145962"/>
                  </a:lnTo>
                  <a:lnTo>
                    <a:pt x="2261087" y="166567"/>
                  </a:lnTo>
                  <a:lnTo>
                    <a:pt x="2274157" y="188779"/>
                  </a:lnTo>
                  <a:lnTo>
                    <a:pt x="2287227" y="212596"/>
                  </a:lnTo>
                  <a:lnTo>
                    <a:pt x="2300297" y="238053"/>
                  </a:lnTo>
                  <a:lnTo>
                    <a:pt x="2313366" y="265186"/>
                  </a:lnTo>
                  <a:lnTo>
                    <a:pt x="2326436" y="293876"/>
                  </a:lnTo>
                  <a:lnTo>
                    <a:pt x="2339506" y="32394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1250175"/>
              <a:ext cx="2347515" cy="1177573"/>
            </a:xfrm>
            <a:custGeom>
              <a:avLst/>
              <a:pathLst>
                <a:path w="2347515" h="1177573">
                  <a:moveTo>
                    <a:pt x="0" y="498309"/>
                  </a:moveTo>
                  <a:lnTo>
                    <a:pt x="13114" y="486315"/>
                  </a:lnTo>
                  <a:lnTo>
                    <a:pt x="26229" y="467302"/>
                  </a:lnTo>
                  <a:lnTo>
                    <a:pt x="39343" y="447358"/>
                  </a:lnTo>
                  <a:lnTo>
                    <a:pt x="52458" y="428992"/>
                  </a:lnTo>
                  <a:lnTo>
                    <a:pt x="65573" y="405761"/>
                  </a:lnTo>
                  <a:lnTo>
                    <a:pt x="78687" y="386179"/>
                  </a:lnTo>
                  <a:lnTo>
                    <a:pt x="91802" y="370162"/>
                  </a:lnTo>
                  <a:lnTo>
                    <a:pt x="104916" y="352731"/>
                  </a:lnTo>
                  <a:lnTo>
                    <a:pt x="118031" y="342507"/>
                  </a:lnTo>
                  <a:lnTo>
                    <a:pt x="131146" y="335002"/>
                  </a:lnTo>
                  <a:lnTo>
                    <a:pt x="144260" y="331803"/>
                  </a:lnTo>
                  <a:lnTo>
                    <a:pt x="157375" y="333680"/>
                  </a:lnTo>
                  <a:lnTo>
                    <a:pt x="170489" y="330505"/>
                  </a:lnTo>
                  <a:lnTo>
                    <a:pt x="183604" y="329062"/>
                  </a:lnTo>
                  <a:lnTo>
                    <a:pt x="196719" y="331230"/>
                  </a:lnTo>
                  <a:lnTo>
                    <a:pt x="209833" y="335815"/>
                  </a:lnTo>
                  <a:lnTo>
                    <a:pt x="222948" y="336619"/>
                  </a:lnTo>
                  <a:lnTo>
                    <a:pt x="236063" y="334843"/>
                  </a:lnTo>
                  <a:lnTo>
                    <a:pt x="249177" y="335551"/>
                  </a:lnTo>
                  <a:lnTo>
                    <a:pt x="262292" y="336730"/>
                  </a:lnTo>
                  <a:lnTo>
                    <a:pt x="275406" y="337852"/>
                  </a:lnTo>
                  <a:lnTo>
                    <a:pt x="288521" y="343023"/>
                  </a:lnTo>
                  <a:lnTo>
                    <a:pt x="301636" y="350951"/>
                  </a:lnTo>
                  <a:lnTo>
                    <a:pt x="314750" y="360478"/>
                  </a:lnTo>
                  <a:lnTo>
                    <a:pt x="327865" y="372429"/>
                  </a:lnTo>
                  <a:lnTo>
                    <a:pt x="340979" y="383292"/>
                  </a:lnTo>
                  <a:lnTo>
                    <a:pt x="354094" y="394328"/>
                  </a:lnTo>
                  <a:lnTo>
                    <a:pt x="367209" y="410507"/>
                  </a:lnTo>
                  <a:lnTo>
                    <a:pt x="380323" y="422809"/>
                  </a:lnTo>
                  <a:lnTo>
                    <a:pt x="393438" y="433269"/>
                  </a:lnTo>
                  <a:lnTo>
                    <a:pt x="406552" y="443141"/>
                  </a:lnTo>
                  <a:lnTo>
                    <a:pt x="419667" y="454314"/>
                  </a:lnTo>
                  <a:lnTo>
                    <a:pt x="432782" y="462646"/>
                  </a:lnTo>
                  <a:lnTo>
                    <a:pt x="445896" y="469397"/>
                  </a:lnTo>
                  <a:lnTo>
                    <a:pt x="459011" y="476037"/>
                  </a:lnTo>
                  <a:lnTo>
                    <a:pt x="472126" y="481337"/>
                  </a:lnTo>
                  <a:lnTo>
                    <a:pt x="485240" y="483963"/>
                  </a:lnTo>
                  <a:lnTo>
                    <a:pt x="498355" y="484249"/>
                  </a:lnTo>
                  <a:lnTo>
                    <a:pt x="511469" y="483133"/>
                  </a:lnTo>
                  <a:lnTo>
                    <a:pt x="524584" y="480497"/>
                  </a:lnTo>
                  <a:lnTo>
                    <a:pt x="537699" y="476310"/>
                  </a:lnTo>
                  <a:lnTo>
                    <a:pt x="550813" y="471708"/>
                  </a:lnTo>
                  <a:lnTo>
                    <a:pt x="563928" y="463859"/>
                  </a:lnTo>
                  <a:lnTo>
                    <a:pt x="577042" y="454364"/>
                  </a:lnTo>
                  <a:lnTo>
                    <a:pt x="590157" y="443493"/>
                  </a:lnTo>
                  <a:lnTo>
                    <a:pt x="603272" y="430526"/>
                  </a:lnTo>
                  <a:lnTo>
                    <a:pt x="616386" y="417872"/>
                  </a:lnTo>
                  <a:lnTo>
                    <a:pt x="629501" y="405120"/>
                  </a:lnTo>
                  <a:lnTo>
                    <a:pt x="642615" y="390630"/>
                  </a:lnTo>
                  <a:lnTo>
                    <a:pt x="655730" y="376908"/>
                  </a:lnTo>
                  <a:lnTo>
                    <a:pt x="668845" y="363059"/>
                  </a:lnTo>
                  <a:lnTo>
                    <a:pt x="681959" y="349299"/>
                  </a:lnTo>
                  <a:lnTo>
                    <a:pt x="695074" y="335847"/>
                  </a:lnTo>
                  <a:lnTo>
                    <a:pt x="708189" y="322920"/>
                  </a:lnTo>
                  <a:lnTo>
                    <a:pt x="721303" y="310734"/>
                  </a:lnTo>
                  <a:lnTo>
                    <a:pt x="734418" y="299507"/>
                  </a:lnTo>
                  <a:lnTo>
                    <a:pt x="747532" y="287604"/>
                  </a:lnTo>
                  <a:lnTo>
                    <a:pt x="760647" y="278450"/>
                  </a:lnTo>
                  <a:lnTo>
                    <a:pt x="773762" y="271568"/>
                  </a:lnTo>
                  <a:lnTo>
                    <a:pt x="786876" y="265682"/>
                  </a:lnTo>
                  <a:lnTo>
                    <a:pt x="799991" y="262063"/>
                  </a:lnTo>
                  <a:lnTo>
                    <a:pt x="813105" y="261799"/>
                  </a:lnTo>
                  <a:lnTo>
                    <a:pt x="826220" y="262323"/>
                  </a:lnTo>
                  <a:lnTo>
                    <a:pt x="839335" y="264650"/>
                  </a:lnTo>
                  <a:lnTo>
                    <a:pt x="852449" y="267497"/>
                  </a:lnTo>
                  <a:lnTo>
                    <a:pt x="865564" y="273831"/>
                  </a:lnTo>
                  <a:lnTo>
                    <a:pt x="878679" y="280341"/>
                  </a:lnTo>
                  <a:lnTo>
                    <a:pt x="891793" y="287771"/>
                  </a:lnTo>
                  <a:lnTo>
                    <a:pt x="904908" y="292521"/>
                  </a:lnTo>
                  <a:lnTo>
                    <a:pt x="918022" y="297064"/>
                  </a:lnTo>
                  <a:lnTo>
                    <a:pt x="931137" y="303484"/>
                  </a:lnTo>
                  <a:lnTo>
                    <a:pt x="944252" y="310552"/>
                  </a:lnTo>
                  <a:lnTo>
                    <a:pt x="957366" y="317026"/>
                  </a:lnTo>
                  <a:lnTo>
                    <a:pt x="970481" y="322501"/>
                  </a:lnTo>
                  <a:lnTo>
                    <a:pt x="983595" y="326854"/>
                  </a:lnTo>
                  <a:lnTo>
                    <a:pt x="996710" y="329012"/>
                  </a:lnTo>
                  <a:lnTo>
                    <a:pt x="1009825" y="330583"/>
                  </a:lnTo>
                  <a:lnTo>
                    <a:pt x="1022939" y="332748"/>
                  </a:lnTo>
                  <a:lnTo>
                    <a:pt x="1036054" y="333282"/>
                  </a:lnTo>
                  <a:lnTo>
                    <a:pt x="1049168" y="331983"/>
                  </a:lnTo>
                  <a:lnTo>
                    <a:pt x="1062283" y="329309"/>
                  </a:lnTo>
                  <a:lnTo>
                    <a:pt x="1075398" y="325509"/>
                  </a:lnTo>
                  <a:lnTo>
                    <a:pt x="1088512" y="317980"/>
                  </a:lnTo>
                  <a:lnTo>
                    <a:pt x="1101627" y="310111"/>
                  </a:lnTo>
                  <a:lnTo>
                    <a:pt x="1114742" y="302080"/>
                  </a:lnTo>
                  <a:lnTo>
                    <a:pt x="1127856" y="292602"/>
                  </a:lnTo>
                  <a:lnTo>
                    <a:pt x="1140971" y="282458"/>
                  </a:lnTo>
                  <a:lnTo>
                    <a:pt x="1154085" y="271773"/>
                  </a:lnTo>
                  <a:lnTo>
                    <a:pt x="1167200" y="260727"/>
                  </a:lnTo>
                  <a:lnTo>
                    <a:pt x="1180315" y="249722"/>
                  </a:lnTo>
                  <a:lnTo>
                    <a:pt x="1193429" y="239372"/>
                  </a:lnTo>
                  <a:lnTo>
                    <a:pt x="1206544" y="228789"/>
                  </a:lnTo>
                  <a:lnTo>
                    <a:pt x="1219658" y="218738"/>
                  </a:lnTo>
                  <a:lnTo>
                    <a:pt x="1232773" y="209387"/>
                  </a:lnTo>
                  <a:lnTo>
                    <a:pt x="1245888" y="200901"/>
                  </a:lnTo>
                  <a:lnTo>
                    <a:pt x="1259002" y="192398"/>
                  </a:lnTo>
                  <a:lnTo>
                    <a:pt x="1272117" y="185294"/>
                  </a:lnTo>
                  <a:lnTo>
                    <a:pt x="1285231" y="179110"/>
                  </a:lnTo>
                  <a:lnTo>
                    <a:pt x="1298346" y="173987"/>
                  </a:lnTo>
                  <a:lnTo>
                    <a:pt x="1311461" y="171922"/>
                  </a:lnTo>
                  <a:lnTo>
                    <a:pt x="1324575" y="171990"/>
                  </a:lnTo>
                  <a:lnTo>
                    <a:pt x="1337690" y="173343"/>
                  </a:lnTo>
                  <a:lnTo>
                    <a:pt x="1350805" y="174837"/>
                  </a:lnTo>
                  <a:lnTo>
                    <a:pt x="1363919" y="179642"/>
                  </a:lnTo>
                  <a:lnTo>
                    <a:pt x="1377034" y="184228"/>
                  </a:lnTo>
                  <a:lnTo>
                    <a:pt x="1390148" y="189608"/>
                  </a:lnTo>
                  <a:lnTo>
                    <a:pt x="1403263" y="195647"/>
                  </a:lnTo>
                  <a:lnTo>
                    <a:pt x="1416378" y="202210"/>
                  </a:lnTo>
                  <a:lnTo>
                    <a:pt x="1429492" y="205555"/>
                  </a:lnTo>
                  <a:lnTo>
                    <a:pt x="1442607" y="210598"/>
                  </a:lnTo>
                  <a:lnTo>
                    <a:pt x="1455721" y="214610"/>
                  </a:lnTo>
                  <a:lnTo>
                    <a:pt x="1468836" y="220962"/>
                  </a:lnTo>
                  <a:lnTo>
                    <a:pt x="1481951" y="227892"/>
                  </a:lnTo>
                  <a:lnTo>
                    <a:pt x="1495065" y="232576"/>
                  </a:lnTo>
                  <a:lnTo>
                    <a:pt x="1508180" y="235572"/>
                  </a:lnTo>
                  <a:lnTo>
                    <a:pt x="1521295" y="236688"/>
                  </a:lnTo>
                  <a:lnTo>
                    <a:pt x="1534409" y="239997"/>
                  </a:lnTo>
                  <a:lnTo>
                    <a:pt x="1547524" y="244886"/>
                  </a:lnTo>
                  <a:lnTo>
                    <a:pt x="1560638" y="249410"/>
                  </a:lnTo>
                  <a:lnTo>
                    <a:pt x="1573753" y="249778"/>
                  </a:lnTo>
                  <a:lnTo>
                    <a:pt x="1586868" y="251032"/>
                  </a:lnTo>
                  <a:lnTo>
                    <a:pt x="1599982" y="251484"/>
                  </a:lnTo>
                  <a:lnTo>
                    <a:pt x="1613097" y="249998"/>
                  </a:lnTo>
                  <a:lnTo>
                    <a:pt x="1626211" y="245969"/>
                  </a:lnTo>
                  <a:lnTo>
                    <a:pt x="1639326" y="243747"/>
                  </a:lnTo>
                  <a:lnTo>
                    <a:pt x="1652441" y="240213"/>
                  </a:lnTo>
                  <a:lnTo>
                    <a:pt x="1665555" y="232540"/>
                  </a:lnTo>
                  <a:lnTo>
                    <a:pt x="1678670" y="225736"/>
                  </a:lnTo>
                  <a:lnTo>
                    <a:pt x="1691784" y="217814"/>
                  </a:lnTo>
                  <a:lnTo>
                    <a:pt x="1704899" y="206969"/>
                  </a:lnTo>
                  <a:lnTo>
                    <a:pt x="1718014" y="196779"/>
                  </a:lnTo>
                  <a:lnTo>
                    <a:pt x="1731128" y="187461"/>
                  </a:lnTo>
                  <a:lnTo>
                    <a:pt x="1744243" y="181047"/>
                  </a:lnTo>
                  <a:lnTo>
                    <a:pt x="1757358" y="176363"/>
                  </a:lnTo>
                  <a:lnTo>
                    <a:pt x="1770472" y="172869"/>
                  </a:lnTo>
                  <a:lnTo>
                    <a:pt x="1783587" y="166633"/>
                  </a:lnTo>
                  <a:lnTo>
                    <a:pt x="1796701" y="161093"/>
                  </a:lnTo>
                  <a:lnTo>
                    <a:pt x="1809816" y="155477"/>
                  </a:lnTo>
                  <a:lnTo>
                    <a:pt x="1822931" y="152314"/>
                  </a:lnTo>
                  <a:lnTo>
                    <a:pt x="1836045" y="149177"/>
                  </a:lnTo>
                  <a:lnTo>
                    <a:pt x="1849160" y="147807"/>
                  </a:lnTo>
                  <a:lnTo>
                    <a:pt x="1862274" y="128667"/>
                  </a:lnTo>
                  <a:lnTo>
                    <a:pt x="1875389" y="120433"/>
                  </a:lnTo>
                  <a:lnTo>
                    <a:pt x="1888504" y="111415"/>
                  </a:lnTo>
                  <a:lnTo>
                    <a:pt x="1901618" y="100822"/>
                  </a:lnTo>
                  <a:lnTo>
                    <a:pt x="1914733" y="94802"/>
                  </a:lnTo>
                  <a:lnTo>
                    <a:pt x="1927847" y="80486"/>
                  </a:lnTo>
                  <a:lnTo>
                    <a:pt x="1940962" y="66839"/>
                  </a:lnTo>
                  <a:lnTo>
                    <a:pt x="1954077" y="59484"/>
                  </a:lnTo>
                  <a:lnTo>
                    <a:pt x="1967191" y="54127"/>
                  </a:lnTo>
                  <a:lnTo>
                    <a:pt x="1980306" y="51029"/>
                  </a:lnTo>
                  <a:lnTo>
                    <a:pt x="1993421" y="50360"/>
                  </a:lnTo>
                  <a:lnTo>
                    <a:pt x="2006535" y="43206"/>
                  </a:lnTo>
                  <a:lnTo>
                    <a:pt x="2019650" y="37875"/>
                  </a:lnTo>
                  <a:lnTo>
                    <a:pt x="2032764" y="34553"/>
                  </a:lnTo>
                  <a:lnTo>
                    <a:pt x="2045879" y="30056"/>
                  </a:lnTo>
                  <a:lnTo>
                    <a:pt x="2058994" y="25214"/>
                  </a:lnTo>
                  <a:lnTo>
                    <a:pt x="2072108" y="21676"/>
                  </a:lnTo>
                  <a:lnTo>
                    <a:pt x="2085223" y="12900"/>
                  </a:lnTo>
                  <a:lnTo>
                    <a:pt x="2098337" y="0"/>
                  </a:lnTo>
                  <a:lnTo>
                    <a:pt x="2111452" y="19998"/>
                  </a:lnTo>
                  <a:lnTo>
                    <a:pt x="2124567" y="23049"/>
                  </a:lnTo>
                  <a:lnTo>
                    <a:pt x="2137681" y="22264"/>
                  </a:lnTo>
                  <a:lnTo>
                    <a:pt x="2150796" y="11779"/>
                  </a:lnTo>
                  <a:lnTo>
                    <a:pt x="2163911" y="25018"/>
                  </a:lnTo>
                  <a:lnTo>
                    <a:pt x="2177025" y="39187"/>
                  </a:lnTo>
                  <a:lnTo>
                    <a:pt x="2190140" y="44399"/>
                  </a:lnTo>
                  <a:lnTo>
                    <a:pt x="2203254" y="59408"/>
                  </a:lnTo>
                  <a:lnTo>
                    <a:pt x="2216369" y="73168"/>
                  </a:lnTo>
                  <a:lnTo>
                    <a:pt x="2229484" y="89577"/>
                  </a:lnTo>
                  <a:lnTo>
                    <a:pt x="2242598" y="129561"/>
                  </a:lnTo>
                  <a:lnTo>
                    <a:pt x="2255713" y="167719"/>
                  </a:lnTo>
                  <a:lnTo>
                    <a:pt x="2268827" y="191247"/>
                  </a:lnTo>
                  <a:lnTo>
                    <a:pt x="2281942" y="240014"/>
                  </a:lnTo>
                  <a:lnTo>
                    <a:pt x="2295057" y="280074"/>
                  </a:lnTo>
                  <a:lnTo>
                    <a:pt x="2308171" y="303298"/>
                  </a:lnTo>
                  <a:lnTo>
                    <a:pt x="2321286" y="310982"/>
                  </a:lnTo>
                  <a:lnTo>
                    <a:pt x="2334400" y="317399"/>
                  </a:lnTo>
                  <a:lnTo>
                    <a:pt x="2347515" y="302242"/>
                  </a:lnTo>
                  <a:lnTo>
                    <a:pt x="2347515" y="1177573"/>
                  </a:lnTo>
                  <a:lnTo>
                    <a:pt x="2334400" y="1086784"/>
                  </a:lnTo>
                  <a:lnTo>
                    <a:pt x="2321286" y="996609"/>
                  </a:lnTo>
                  <a:lnTo>
                    <a:pt x="2308171" y="920348"/>
                  </a:lnTo>
                  <a:lnTo>
                    <a:pt x="2295057" y="849770"/>
                  </a:lnTo>
                  <a:lnTo>
                    <a:pt x="2281942" y="790619"/>
                  </a:lnTo>
                  <a:lnTo>
                    <a:pt x="2268827" y="736697"/>
                  </a:lnTo>
                  <a:lnTo>
                    <a:pt x="2255713" y="677959"/>
                  </a:lnTo>
                  <a:lnTo>
                    <a:pt x="2242598" y="627018"/>
                  </a:lnTo>
                  <a:lnTo>
                    <a:pt x="2229484" y="600180"/>
                  </a:lnTo>
                  <a:lnTo>
                    <a:pt x="2216369" y="583784"/>
                  </a:lnTo>
                  <a:lnTo>
                    <a:pt x="2203254" y="564885"/>
                  </a:lnTo>
                  <a:lnTo>
                    <a:pt x="2190140" y="536948"/>
                  </a:lnTo>
                  <a:lnTo>
                    <a:pt x="2177025" y="520222"/>
                  </a:lnTo>
                  <a:lnTo>
                    <a:pt x="2163911" y="503081"/>
                  </a:lnTo>
                  <a:lnTo>
                    <a:pt x="2150796" y="484831"/>
                  </a:lnTo>
                  <a:lnTo>
                    <a:pt x="2137681" y="466172"/>
                  </a:lnTo>
                  <a:lnTo>
                    <a:pt x="2124567" y="446134"/>
                  </a:lnTo>
                  <a:lnTo>
                    <a:pt x="2111452" y="429035"/>
                  </a:lnTo>
                  <a:lnTo>
                    <a:pt x="2098337" y="426544"/>
                  </a:lnTo>
                  <a:lnTo>
                    <a:pt x="2085223" y="413761"/>
                  </a:lnTo>
                  <a:lnTo>
                    <a:pt x="2072108" y="410653"/>
                  </a:lnTo>
                  <a:lnTo>
                    <a:pt x="2058994" y="409094"/>
                  </a:lnTo>
                  <a:lnTo>
                    <a:pt x="2045879" y="404454"/>
                  </a:lnTo>
                  <a:lnTo>
                    <a:pt x="2032764" y="392223"/>
                  </a:lnTo>
                  <a:lnTo>
                    <a:pt x="2019650" y="378427"/>
                  </a:lnTo>
                  <a:lnTo>
                    <a:pt x="2006535" y="370311"/>
                  </a:lnTo>
                  <a:lnTo>
                    <a:pt x="1993421" y="365267"/>
                  </a:lnTo>
                  <a:lnTo>
                    <a:pt x="1980306" y="358870"/>
                  </a:lnTo>
                  <a:lnTo>
                    <a:pt x="1967191" y="351023"/>
                  </a:lnTo>
                  <a:lnTo>
                    <a:pt x="1954077" y="342375"/>
                  </a:lnTo>
                  <a:lnTo>
                    <a:pt x="1940962" y="333326"/>
                  </a:lnTo>
                  <a:lnTo>
                    <a:pt x="1927847" y="330225"/>
                  </a:lnTo>
                  <a:lnTo>
                    <a:pt x="1914733" y="327250"/>
                  </a:lnTo>
                  <a:lnTo>
                    <a:pt x="1901618" y="331698"/>
                  </a:lnTo>
                  <a:lnTo>
                    <a:pt x="1888504" y="333889"/>
                  </a:lnTo>
                  <a:lnTo>
                    <a:pt x="1875389" y="337350"/>
                  </a:lnTo>
                  <a:lnTo>
                    <a:pt x="1862274" y="336073"/>
                  </a:lnTo>
                  <a:lnTo>
                    <a:pt x="1849160" y="336318"/>
                  </a:lnTo>
                  <a:lnTo>
                    <a:pt x="1836045" y="342977"/>
                  </a:lnTo>
                  <a:lnTo>
                    <a:pt x="1822931" y="350784"/>
                  </a:lnTo>
                  <a:lnTo>
                    <a:pt x="1809816" y="358059"/>
                  </a:lnTo>
                  <a:lnTo>
                    <a:pt x="1796701" y="361937"/>
                  </a:lnTo>
                  <a:lnTo>
                    <a:pt x="1783587" y="371182"/>
                  </a:lnTo>
                  <a:lnTo>
                    <a:pt x="1770472" y="378742"/>
                  </a:lnTo>
                  <a:lnTo>
                    <a:pt x="1757358" y="381477"/>
                  </a:lnTo>
                  <a:lnTo>
                    <a:pt x="1744243" y="383989"/>
                  </a:lnTo>
                  <a:lnTo>
                    <a:pt x="1731128" y="387348"/>
                  </a:lnTo>
                  <a:lnTo>
                    <a:pt x="1718014" y="391613"/>
                  </a:lnTo>
                  <a:lnTo>
                    <a:pt x="1704899" y="393534"/>
                  </a:lnTo>
                  <a:lnTo>
                    <a:pt x="1691784" y="394011"/>
                  </a:lnTo>
                  <a:lnTo>
                    <a:pt x="1678670" y="393759"/>
                  </a:lnTo>
                  <a:lnTo>
                    <a:pt x="1665555" y="392682"/>
                  </a:lnTo>
                  <a:lnTo>
                    <a:pt x="1652441" y="389982"/>
                  </a:lnTo>
                  <a:lnTo>
                    <a:pt x="1639326" y="394229"/>
                  </a:lnTo>
                  <a:lnTo>
                    <a:pt x="1626211" y="397947"/>
                  </a:lnTo>
                  <a:lnTo>
                    <a:pt x="1613097" y="400324"/>
                  </a:lnTo>
                  <a:lnTo>
                    <a:pt x="1599982" y="403091"/>
                  </a:lnTo>
                  <a:lnTo>
                    <a:pt x="1586868" y="404804"/>
                  </a:lnTo>
                  <a:lnTo>
                    <a:pt x="1573753" y="405356"/>
                  </a:lnTo>
                  <a:lnTo>
                    <a:pt x="1560638" y="404640"/>
                  </a:lnTo>
                  <a:lnTo>
                    <a:pt x="1547524" y="402647"/>
                  </a:lnTo>
                  <a:lnTo>
                    <a:pt x="1534409" y="399515"/>
                  </a:lnTo>
                  <a:lnTo>
                    <a:pt x="1521295" y="395396"/>
                  </a:lnTo>
                  <a:lnTo>
                    <a:pt x="1508180" y="390441"/>
                  </a:lnTo>
                  <a:lnTo>
                    <a:pt x="1495065" y="384804"/>
                  </a:lnTo>
                  <a:lnTo>
                    <a:pt x="1481951" y="378634"/>
                  </a:lnTo>
                  <a:lnTo>
                    <a:pt x="1468836" y="372084"/>
                  </a:lnTo>
                  <a:lnTo>
                    <a:pt x="1455721" y="363855"/>
                  </a:lnTo>
                  <a:lnTo>
                    <a:pt x="1442607" y="354311"/>
                  </a:lnTo>
                  <a:lnTo>
                    <a:pt x="1429492" y="344564"/>
                  </a:lnTo>
                  <a:lnTo>
                    <a:pt x="1416378" y="339297"/>
                  </a:lnTo>
                  <a:lnTo>
                    <a:pt x="1403263" y="330050"/>
                  </a:lnTo>
                  <a:lnTo>
                    <a:pt x="1390148" y="321409"/>
                  </a:lnTo>
                  <a:lnTo>
                    <a:pt x="1377034" y="318941"/>
                  </a:lnTo>
                  <a:lnTo>
                    <a:pt x="1363919" y="317102"/>
                  </a:lnTo>
                  <a:lnTo>
                    <a:pt x="1350805" y="316463"/>
                  </a:lnTo>
                  <a:lnTo>
                    <a:pt x="1337690" y="317359"/>
                  </a:lnTo>
                  <a:lnTo>
                    <a:pt x="1324575" y="318345"/>
                  </a:lnTo>
                  <a:lnTo>
                    <a:pt x="1311461" y="319069"/>
                  </a:lnTo>
                  <a:lnTo>
                    <a:pt x="1298346" y="321380"/>
                  </a:lnTo>
                  <a:lnTo>
                    <a:pt x="1285231" y="325282"/>
                  </a:lnTo>
                  <a:lnTo>
                    <a:pt x="1272117" y="330609"/>
                  </a:lnTo>
                  <a:lnTo>
                    <a:pt x="1259002" y="336612"/>
                  </a:lnTo>
                  <a:lnTo>
                    <a:pt x="1245888" y="344722"/>
                  </a:lnTo>
                  <a:lnTo>
                    <a:pt x="1232773" y="353494"/>
                  </a:lnTo>
                  <a:lnTo>
                    <a:pt x="1219658" y="362693"/>
                  </a:lnTo>
                  <a:lnTo>
                    <a:pt x="1206544" y="372539"/>
                  </a:lnTo>
                  <a:lnTo>
                    <a:pt x="1193429" y="382767"/>
                  </a:lnTo>
                  <a:lnTo>
                    <a:pt x="1180315" y="393203"/>
                  </a:lnTo>
                  <a:lnTo>
                    <a:pt x="1167200" y="403674"/>
                  </a:lnTo>
                  <a:lnTo>
                    <a:pt x="1154085" y="414006"/>
                  </a:lnTo>
                  <a:lnTo>
                    <a:pt x="1140971" y="424024"/>
                  </a:lnTo>
                  <a:lnTo>
                    <a:pt x="1127856" y="433554"/>
                  </a:lnTo>
                  <a:lnTo>
                    <a:pt x="1114742" y="441374"/>
                  </a:lnTo>
                  <a:lnTo>
                    <a:pt x="1101627" y="450319"/>
                  </a:lnTo>
                  <a:lnTo>
                    <a:pt x="1088512" y="457485"/>
                  </a:lnTo>
                  <a:lnTo>
                    <a:pt x="1075398" y="463328"/>
                  </a:lnTo>
                  <a:lnTo>
                    <a:pt x="1062283" y="469028"/>
                  </a:lnTo>
                  <a:lnTo>
                    <a:pt x="1049168" y="471985"/>
                  </a:lnTo>
                  <a:lnTo>
                    <a:pt x="1036054" y="472846"/>
                  </a:lnTo>
                  <a:lnTo>
                    <a:pt x="1022939" y="471632"/>
                  </a:lnTo>
                  <a:lnTo>
                    <a:pt x="1009825" y="469766"/>
                  </a:lnTo>
                  <a:lnTo>
                    <a:pt x="996710" y="466375"/>
                  </a:lnTo>
                  <a:lnTo>
                    <a:pt x="983595" y="462451"/>
                  </a:lnTo>
                  <a:lnTo>
                    <a:pt x="970481" y="457408"/>
                  </a:lnTo>
                  <a:lnTo>
                    <a:pt x="957366" y="451714"/>
                  </a:lnTo>
                  <a:lnTo>
                    <a:pt x="944252" y="445571"/>
                  </a:lnTo>
                  <a:lnTo>
                    <a:pt x="931137" y="440842"/>
                  </a:lnTo>
                  <a:lnTo>
                    <a:pt x="918022" y="436618"/>
                  </a:lnTo>
                  <a:lnTo>
                    <a:pt x="904908" y="432460"/>
                  </a:lnTo>
                  <a:lnTo>
                    <a:pt x="891793" y="425743"/>
                  </a:lnTo>
                  <a:lnTo>
                    <a:pt x="878679" y="418938"/>
                  </a:lnTo>
                  <a:lnTo>
                    <a:pt x="865564" y="414556"/>
                  </a:lnTo>
                  <a:lnTo>
                    <a:pt x="852449" y="411664"/>
                  </a:lnTo>
                  <a:lnTo>
                    <a:pt x="839335" y="409342"/>
                  </a:lnTo>
                  <a:lnTo>
                    <a:pt x="826220" y="407501"/>
                  </a:lnTo>
                  <a:lnTo>
                    <a:pt x="813105" y="408407"/>
                  </a:lnTo>
                  <a:lnTo>
                    <a:pt x="799991" y="409787"/>
                  </a:lnTo>
                  <a:lnTo>
                    <a:pt x="786876" y="412600"/>
                  </a:lnTo>
                  <a:lnTo>
                    <a:pt x="773762" y="417371"/>
                  </a:lnTo>
                  <a:lnTo>
                    <a:pt x="760647" y="425969"/>
                  </a:lnTo>
                  <a:lnTo>
                    <a:pt x="747532" y="436416"/>
                  </a:lnTo>
                  <a:lnTo>
                    <a:pt x="734418" y="448464"/>
                  </a:lnTo>
                  <a:lnTo>
                    <a:pt x="721303" y="460883"/>
                  </a:lnTo>
                  <a:lnTo>
                    <a:pt x="708189" y="471308"/>
                  </a:lnTo>
                  <a:lnTo>
                    <a:pt x="695074" y="482091"/>
                  </a:lnTo>
                  <a:lnTo>
                    <a:pt x="681959" y="497047"/>
                  </a:lnTo>
                  <a:lnTo>
                    <a:pt x="668845" y="513572"/>
                  </a:lnTo>
                  <a:lnTo>
                    <a:pt x="655730" y="528496"/>
                  </a:lnTo>
                  <a:lnTo>
                    <a:pt x="642615" y="542683"/>
                  </a:lnTo>
                  <a:lnTo>
                    <a:pt x="629501" y="559102"/>
                  </a:lnTo>
                  <a:lnTo>
                    <a:pt x="616386" y="574959"/>
                  </a:lnTo>
                  <a:lnTo>
                    <a:pt x="603272" y="590000"/>
                  </a:lnTo>
                  <a:lnTo>
                    <a:pt x="590157" y="603972"/>
                  </a:lnTo>
                  <a:lnTo>
                    <a:pt x="577042" y="616621"/>
                  </a:lnTo>
                  <a:lnTo>
                    <a:pt x="563928" y="627695"/>
                  </a:lnTo>
                  <a:lnTo>
                    <a:pt x="550813" y="636938"/>
                  </a:lnTo>
                  <a:lnTo>
                    <a:pt x="537699" y="644099"/>
                  </a:lnTo>
                  <a:lnTo>
                    <a:pt x="524584" y="647715"/>
                  </a:lnTo>
                  <a:lnTo>
                    <a:pt x="511469" y="651157"/>
                  </a:lnTo>
                  <a:lnTo>
                    <a:pt x="498355" y="650560"/>
                  </a:lnTo>
                  <a:lnTo>
                    <a:pt x="485240" y="647144"/>
                  </a:lnTo>
                  <a:lnTo>
                    <a:pt x="472126" y="641797"/>
                  </a:lnTo>
                  <a:lnTo>
                    <a:pt x="459011" y="639531"/>
                  </a:lnTo>
                  <a:lnTo>
                    <a:pt x="445896" y="635127"/>
                  </a:lnTo>
                  <a:lnTo>
                    <a:pt x="432782" y="631359"/>
                  </a:lnTo>
                  <a:lnTo>
                    <a:pt x="419667" y="624120"/>
                  </a:lnTo>
                  <a:lnTo>
                    <a:pt x="406552" y="618887"/>
                  </a:lnTo>
                  <a:lnTo>
                    <a:pt x="393438" y="612813"/>
                  </a:lnTo>
                  <a:lnTo>
                    <a:pt x="380323" y="603844"/>
                  </a:lnTo>
                  <a:lnTo>
                    <a:pt x="367209" y="594076"/>
                  </a:lnTo>
                  <a:lnTo>
                    <a:pt x="354094" y="586466"/>
                  </a:lnTo>
                  <a:lnTo>
                    <a:pt x="340979" y="582506"/>
                  </a:lnTo>
                  <a:lnTo>
                    <a:pt x="327865" y="574029"/>
                  </a:lnTo>
                  <a:lnTo>
                    <a:pt x="314750" y="565434"/>
                  </a:lnTo>
                  <a:lnTo>
                    <a:pt x="301636" y="556839"/>
                  </a:lnTo>
                  <a:lnTo>
                    <a:pt x="288521" y="548367"/>
                  </a:lnTo>
                  <a:lnTo>
                    <a:pt x="275406" y="540137"/>
                  </a:lnTo>
                  <a:lnTo>
                    <a:pt x="262292" y="532269"/>
                  </a:lnTo>
                  <a:lnTo>
                    <a:pt x="249177" y="524884"/>
                  </a:lnTo>
                  <a:lnTo>
                    <a:pt x="236063" y="521951"/>
                  </a:lnTo>
                  <a:lnTo>
                    <a:pt x="222948" y="525700"/>
                  </a:lnTo>
                  <a:lnTo>
                    <a:pt x="209833" y="521258"/>
                  </a:lnTo>
                  <a:lnTo>
                    <a:pt x="196719" y="522823"/>
                  </a:lnTo>
                  <a:lnTo>
                    <a:pt x="183604" y="530625"/>
                  </a:lnTo>
                  <a:lnTo>
                    <a:pt x="170489" y="536882"/>
                  </a:lnTo>
                  <a:lnTo>
                    <a:pt x="157375" y="547758"/>
                  </a:lnTo>
                  <a:lnTo>
                    <a:pt x="144260" y="558578"/>
                  </a:lnTo>
                  <a:lnTo>
                    <a:pt x="131146" y="565945"/>
                  </a:lnTo>
                  <a:lnTo>
                    <a:pt x="118031" y="580448"/>
                  </a:lnTo>
                  <a:lnTo>
                    <a:pt x="104916" y="594080"/>
                  </a:lnTo>
                  <a:lnTo>
                    <a:pt x="91802" y="600894"/>
                  </a:lnTo>
                  <a:lnTo>
                    <a:pt x="78687" y="605860"/>
                  </a:lnTo>
                  <a:lnTo>
                    <a:pt x="65573" y="610765"/>
                  </a:lnTo>
                  <a:lnTo>
                    <a:pt x="52458" y="626817"/>
                  </a:lnTo>
                  <a:lnTo>
                    <a:pt x="39343" y="643335"/>
                  </a:lnTo>
                  <a:lnTo>
                    <a:pt x="26229" y="649905"/>
                  </a:lnTo>
                  <a:lnTo>
                    <a:pt x="13114" y="678775"/>
                  </a:lnTo>
                  <a:lnTo>
                    <a:pt x="0" y="7127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250175"/>
              <a:ext cx="2347515" cy="498309"/>
            </a:xfrm>
            <a:custGeom>
              <a:avLst/>
              <a:pathLst>
                <a:path w="2347515" h="498309">
                  <a:moveTo>
                    <a:pt x="0" y="498309"/>
                  </a:moveTo>
                  <a:lnTo>
                    <a:pt x="13114" y="486315"/>
                  </a:lnTo>
                  <a:lnTo>
                    <a:pt x="26229" y="467302"/>
                  </a:lnTo>
                  <a:lnTo>
                    <a:pt x="39343" y="447358"/>
                  </a:lnTo>
                  <a:lnTo>
                    <a:pt x="52458" y="428992"/>
                  </a:lnTo>
                  <a:lnTo>
                    <a:pt x="65573" y="405761"/>
                  </a:lnTo>
                  <a:lnTo>
                    <a:pt x="78687" y="386179"/>
                  </a:lnTo>
                  <a:lnTo>
                    <a:pt x="91802" y="370162"/>
                  </a:lnTo>
                  <a:lnTo>
                    <a:pt x="104916" y="352731"/>
                  </a:lnTo>
                  <a:lnTo>
                    <a:pt x="118031" y="342507"/>
                  </a:lnTo>
                  <a:lnTo>
                    <a:pt x="131146" y="335002"/>
                  </a:lnTo>
                  <a:lnTo>
                    <a:pt x="144260" y="331803"/>
                  </a:lnTo>
                  <a:lnTo>
                    <a:pt x="157375" y="333680"/>
                  </a:lnTo>
                  <a:lnTo>
                    <a:pt x="170489" y="330505"/>
                  </a:lnTo>
                  <a:lnTo>
                    <a:pt x="183604" y="329062"/>
                  </a:lnTo>
                  <a:lnTo>
                    <a:pt x="196719" y="331230"/>
                  </a:lnTo>
                  <a:lnTo>
                    <a:pt x="209833" y="335815"/>
                  </a:lnTo>
                  <a:lnTo>
                    <a:pt x="222948" y="336619"/>
                  </a:lnTo>
                  <a:lnTo>
                    <a:pt x="236063" y="334843"/>
                  </a:lnTo>
                  <a:lnTo>
                    <a:pt x="249177" y="335551"/>
                  </a:lnTo>
                  <a:lnTo>
                    <a:pt x="262292" y="336730"/>
                  </a:lnTo>
                  <a:lnTo>
                    <a:pt x="275406" y="337852"/>
                  </a:lnTo>
                  <a:lnTo>
                    <a:pt x="288521" y="343023"/>
                  </a:lnTo>
                  <a:lnTo>
                    <a:pt x="301636" y="350951"/>
                  </a:lnTo>
                  <a:lnTo>
                    <a:pt x="314750" y="360478"/>
                  </a:lnTo>
                  <a:lnTo>
                    <a:pt x="327865" y="372429"/>
                  </a:lnTo>
                  <a:lnTo>
                    <a:pt x="340979" y="383292"/>
                  </a:lnTo>
                  <a:lnTo>
                    <a:pt x="354094" y="394328"/>
                  </a:lnTo>
                  <a:lnTo>
                    <a:pt x="367209" y="410507"/>
                  </a:lnTo>
                  <a:lnTo>
                    <a:pt x="380323" y="422809"/>
                  </a:lnTo>
                  <a:lnTo>
                    <a:pt x="393438" y="433269"/>
                  </a:lnTo>
                  <a:lnTo>
                    <a:pt x="406552" y="443141"/>
                  </a:lnTo>
                  <a:lnTo>
                    <a:pt x="419667" y="454314"/>
                  </a:lnTo>
                  <a:lnTo>
                    <a:pt x="432782" y="462646"/>
                  </a:lnTo>
                  <a:lnTo>
                    <a:pt x="445896" y="469397"/>
                  </a:lnTo>
                  <a:lnTo>
                    <a:pt x="459011" y="476037"/>
                  </a:lnTo>
                  <a:lnTo>
                    <a:pt x="472126" y="481337"/>
                  </a:lnTo>
                  <a:lnTo>
                    <a:pt x="485240" y="483963"/>
                  </a:lnTo>
                  <a:lnTo>
                    <a:pt x="498355" y="484249"/>
                  </a:lnTo>
                  <a:lnTo>
                    <a:pt x="511469" y="483133"/>
                  </a:lnTo>
                  <a:lnTo>
                    <a:pt x="524584" y="480497"/>
                  </a:lnTo>
                  <a:lnTo>
                    <a:pt x="537699" y="476310"/>
                  </a:lnTo>
                  <a:lnTo>
                    <a:pt x="550813" y="471708"/>
                  </a:lnTo>
                  <a:lnTo>
                    <a:pt x="563928" y="463859"/>
                  </a:lnTo>
                  <a:lnTo>
                    <a:pt x="577042" y="454364"/>
                  </a:lnTo>
                  <a:lnTo>
                    <a:pt x="590157" y="443493"/>
                  </a:lnTo>
                  <a:lnTo>
                    <a:pt x="603272" y="430526"/>
                  </a:lnTo>
                  <a:lnTo>
                    <a:pt x="616386" y="417872"/>
                  </a:lnTo>
                  <a:lnTo>
                    <a:pt x="629501" y="405120"/>
                  </a:lnTo>
                  <a:lnTo>
                    <a:pt x="642615" y="390630"/>
                  </a:lnTo>
                  <a:lnTo>
                    <a:pt x="655730" y="376908"/>
                  </a:lnTo>
                  <a:lnTo>
                    <a:pt x="668845" y="363059"/>
                  </a:lnTo>
                  <a:lnTo>
                    <a:pt x="681959" y="349299"/>
                  </a:lnTo>
                  <a:lnTo>
                    <a:pt x="695074" y="335847"/>
                  </a:lnTo>
                  <a:lnTo>
                    <a:pt x="708189" y="322920"/>
                  </a:lnTo>
                  <a:lnTo>
                    <a:pt x="721303" y="310734"/>
                  </a:lnTo>
                  <a:lnTo>
                    <a:pt x="734418" y="299507"/>
                  </a:lnTo>
                  <a:lnTo>
                    <a:pt x="747532" y="287604"/>
                  </a:lnTo>
                  <a:lnTo>
                    <a:pt x="760647" y="278450"/>
                  </a:lnTo>
                  <a:lnTo>
                    <a:pt x="773762" y="271568"/>
                  </a:lnTo>
                  <a:lnTo>
                    <a:pt x="786876" y="265682"/>
                  </a:lnTo>
                  <a:lnTo>
                    <a:pt x="799991" y="262063"/>
                  </a:lnTo>
                  <a:lnTo>
                    <a:pt x="813105" y="261799"/>
                  </a:lnTo>
                  <a:lnTo>
                    <a:pt x="826220" y="262323"/>
                  </a:lnTo>
                  <a:lnTo>
                    <a:pt x="839335" y="264650"/>
                  </a:lnTo>
                  <a:lnTo>
                    <a:pt x="852449" y="267497"/>
                  </a:lnTo>
                  <a:lnTo>
                    <a:pt x="865564" y="273831"/>
                  </a:lnTo>
                  <a:lnTo>
                    <a:pt x="878679" y="280341"/>
                  </a:lnTo>
                  <a:lnTo>
                    <a:pt x="891793" y="287771"/>
                  </a:lnTo>
                  <a:lnTo>
                    <a:pt x="904908" y="292521"/>
                  </a:lnTo>
                  <a:lnTo>
                    <a:pt x="918022" y="297064"/>
                  </a:lnTo>
                  <a:lnTo>
                    <a:pt x="931137" y="303484"/>
                  </a:lnTo>
                  <a:lnTo>
                    <a:pt x="944252" y="310552"/>
                  </a:lnTo>
                  <a:lnTo>
                    <a:pt x="957366" y="317026"/>
                  </a:lnTo>
                  <a:lnTo>
                    <a:pt x="970481" y="322501"/>
                  </a:lnTo>
                  <a:lnTo>
                    <a:pt x="983595" y="326854"/>
                  </a:lnTo>
                  <a:lnTo>
                    <a:pt x="996710" y="329012"/>
                  </a:lnTo>
                  <a:lnTo>
                    <a:pt x="1009825" y="330583"/>
                  </a:lnTo>
                  <a:lnTo>
                    <a:pt x="1022939" y="332748"/>
                  </a:lnTo>
                  <a:lnTo>
                    <a:pt x="1036054" y="333282"/>
                  </a:lnTo>
                  <a:lnTo>
                    <a:pt x="1049168" y="331983"/>
                  </a:lnTo>
                  <a:lnTo>
                    <a:pt x="1062283" y="329309"/>
                  </a:lnTo>
                  <a:lnTo>
                    <a:pt x="1075398" y="325509"/>
                  </a:lnTo>
                  <a:lnTo>
                    <a:pt x="1088512" y="317980"/>
                  </a:lnTo>
                  <a:lnTo>
                    <a:pt x="1101627" y="310111"/>
                  </a:lnTo>
                  <a:lnTo>
                    <a:pt x="1114742" y="302080"/>
                  </a:lnTo>
                  <a:lnTo>
                    <a:pt x="1127856" y="292602"/>
                  </a:lnTo>
                  <a:lnTo>
                    <a:pt x="1140971" y="282458"/>
                  </a:lnTo>
                  <a:lnTo>
                    <a:pt x="1154085" y="271773"/>
                  </a:lnTo>
                  <a:lnTo>
                    <a:pt x="1167200" y="260727"/>
                  </a:lnTo>
                  <a:lnTo>
                    <a:pt x="1180315" y="249722"/>
                  </a:lnTo>
                  <a:lnTo>
                    <a:pt x="1193429" y="239372"/>
                  </a:lnTo>
                  <a:lnTo>
                    <a:pt x="1206544" y="228789"/>
                  </a:lnTo>
                  <a:lnTo>
                    <a:pt x="1219658" y="218738"/>
                  </a:lnTo>
                  <a:lnTo>
                    <a:pt x="1232773" y="209387"/>
                  </a:lnTo>
                  <a:lnTo>
                    <a:pt x="1245888" y="200901"/>
                  </a:lnTo>
                  <a:lnTo>
                    <a:pt x="1259002" y="192398"/>
                  </a:lnTo>
                  <a:lnTo>
                    <a:pt x="1272117" y="185294"/>
                  </a:lnTo>
                  <a:lnTo>
                    <a:pt x="1285231" y="179110"/>
                  </a:lnTo>
                  <a:lnTo>
                    <a:pt x="1298346" y="173987"/>
                  </a:lnTo>
                  <a:lnTo>
                    <a:pt x="1311461" y="171922"/>
                  </a:lnTo>
                  <a:lnTo>
                    <a:pt x="1324575" y="171990"/>
                  </a:lnTo>
                  <a:lnTo>
                    <a:pt x="1337690" y="173343"/>
                  </a:lnTo>
                  <a:lnTo>
                    <a:pt x="1350805" y="174837"/>
                  </a:lnTo>
                  <a:lnTo>
                    <a:pt x="1363919" y="179642"/>
                  </a:lnTo>
                  <a:lnTo>
                    <a:pt x="1377034" y="184228"/>
                  </a:lnTo>
                  <a:lnTo>
                    <a:pt x="1390148" y="189608"/>
                  </a:lnTo>
                  <a:lnTo>
                    <a:pt x="1403263" y="195647"/>
                  </a:lnTo>
                  <a:lnTo>
                    <a:pt x="1416378" y="202210"/>
                  </a:lnTo>
                  <a:lnTo>
                    <a:pt x="1429492" y="205555"/>
                  </a:lnTo>
                  <a:lnTo>
                    <a:pt x="1442607" y="210598"/>
                  </a:lnTo>
                  <a:lnTo>
                    <a:pt x="1455721" y="214610"/>
                  </a:lnTo>
                  <a:lnTo>
                    <a:pt x="1468836" y="220962"/>
                  </a:lnTo>
                  <a:lnTo>
                    <a:pt x="1481951" y="227892"/>
                  </a:lnTo>
                  <a:lnTo>
                    <a:pt x="1495065" y="232576"/>
                  </a:lnTo>
                  <a:lnTo>
                    <a:pt x="1508180" y="235572"/>
                  </a:lnTo>
                  <a:lnTo>
                    <a:pt x="1521295" y="236688"/>
                  </a:lnTo>
                  <a:lnTo>
                    <a:pt x="1534409" y="239997"/>
                  </a:lnTo>
                  <a:lnTo>
                    <a:pt x="1547524" y="244886"/>
                  </a:lnTo>
                  <a:lnTo>
                    <a:pt x="1560638" y="249410"/>
                  </a:lnTo>
                  <a:lnTo>
                    <a:pt x="1573753" y="249778"/>
                  </a:lnTo>
                  <a:lnTo>
                    <a:pt x="1586868" y="251032"/>
                  </a:lnTo>
                  <a:lnTo>
                    <a:pt x="1599982" y="251484"/>
                  </a:lnTo>
                  <a:lnTo>
                    <a:pt x="1613097" y="249998"/>
                  </a:lnTo>
                  <a:lnTo>
                    <a:pt x="1626211" y="245969"/>
                  </a:lnTo>
                  <a:lnTo>
                    <a:pt x="1639326" y="243747"/>
                  </a:lnTo>
                  <a:lnTo>
                    <a:pt x="1652441" y="240213"/>
                  </a:lnTo>
                  <a:lnTo>
                    <a:pt x="1665555" y="232540"/>
                  </a:lnTo>
                  <a:lnTo>
                    <a:pt x="1678670" y="225736"/>
                  </a:lnTo>
                  <a:lnTo>
                    <a:pt x="1691784" y="217814"/>
                  </a:lnTo>
                  <a:lnTo>
                    <a:pt x="1704899" y="206969"/>
                  </a:lnTo>
                  <a:lnTo>
                    <a:pt x="1718014" y="196779"/>
                  </a:lnTo>
                  <a:lnTo>
                    <a:pt x="1731128" y="187461"/>
                  </a:lnTo>
                  <a:lnTo>
                    <a:pt x="1744243" y="181047"/>
                  </a:lnTo>
                  <a:lnTo>
                    <a:pt x="1757358" y="176363"/>
                  </a:lnTo>
                  <a:lnTo>
                    <a:pt x="1770472" y="172869"/>
                  </a:lnTo>
                  <a:lnTo>
                    <a:pt x="1783587" y="166633"/>
                  </a:lnTo>
                  <a:lnTo>
                    <a:pt x="1796701" y="161093"/>
                  </a:lnTo>
                  <a:lnTo>
                    <a:pt x="1809816" y="155477"/>
                  </a:lnTo>
                  <a:lnTo>
                    <a:pt x="1822931" y="152314"/>
                  </a:lnTo>
                  <a:lnTo>
                    <a:pt x="1836045" y="149177"/>
                  </a:lnTo>
                  <a:lnTo>
                    <a:pt x="1849160" y="147807"/>
                  </a:lnTo>
                  <a:lnTo>
                    <a:pt x="1862274" y="128667"/>
                  </a:lnTo>
                  <a:lnTo>
                    <a:pt x="1875389" y="120433"/>
                  </a:lnTo>
                  <a:lnTo>
                    <a:pt x="1888504" y="111415"/>
                  </a:lnTo>
                  <a:lnTo>
                    <a:pt x="1901618" y="100822"/>
                  </a:lnTo>
                  <a:lnTo>
                    <a:pt x="1914733" y="94802"/>
                  </a:lnTo>
                  <a:lnTo>
                    <a:pt x="1927847" y="80486"/>
                  </a:lnTo>
                  <a:lnTo>
                    <a:pt x="1940962" y="66839"/>
                  </a:lnTo>
                  <a:lnTo>
                    <a:pt x="1954077" y="59484"/>
                  </a:lnTo>
                  <a:lnTo>
                    <a:pt x="1967191" y="54127"/>
                  </a:lnTo>
                  <a:lnTo>
                    <a:pt x="1980306" y="51029"/>
                  </a:lnTo>
                  <a:lnTo>
                    <a:pt x="1993421" y="50360"/>
                  </a:lnTo>
                  <a:lnTo>
                    <a:pt x="2006535" y="43206"/>
                  </a:lnTo>
                  <a:lnTo>
                    <a:pt x="2019650" y="37875"/>
                  </a:lnTo>
                  <a:lnTo>
                    <a:pt x="2032764" y="34553"/>
                  </a:lnTo>
                  <a:lnTo>
                    <a:pt x="2045879" y="30056"/>
                  </a:lnTo>
                  <a:lnTo>
                    <a:pt x="2058994" y="25214"/>
                  </a:lnTo>
                  <a:lnTo>
                    <a:pt x="2072108" y="21676"/>
                  </a:lnTo>
                  <a:lnTo>
                    <a:pt x="2085223" y="12900"/>
                  </a:lnTo>
                  <a:lnTo>
                    <a:pt x="2098337" y="0"/>
                  </a:lnTo>
                  <a:lnTo>
                    <a:pt x="2111452" y="19998"/>
                  </a:lnTo>
                  <a:lnTo>
                    <a:pt x="2124567" y="23049"/>
                  </a:lnTo>
                  <a:lnTo>
                    <a:pt x="2137681" y="22264"/>
                  </a:lnTo>
                  <a:lnTo>
                    <a:pt x="2150796" y="11779"/>
                  </a:lnTo>
                  <a:lnTo>
                    <a:pt x="2163911" y="25018"/>
                  </a:lnTo>
                  <a:lnTo>
                    <a:pt x="2177025" y="39187"/>
                  </a:lnTo>
                  <a:lnTo>
                    <a:pt x="2190140" y="44399"/>
                  </a:lnTo>
                  <a:lnTo>
                    <a:pt x="2203254" y="59408"/>
                  </a:lnTo>
                  <a:lnTo>
                    <a:pt x="2216369" y="73168"/>
                  </a:lnTo>
                  <a:lnTo>
                    <a:pt x="2229484" y="89577"/>
                  </a:lnTo>
                  <a:lnTo>
                    <a:pt x="2242598" y="129561"/>
                  </a:lnTo>
                  <a:lnTo>
                    <a:pt x="2255713" y="167719"/>
                  </a:lnTo>
                  <a:lnTo>
                    <a:pt x="2268827" y="191247"/>
                  </a:lnTo>
                  <a:lnTo>
                    <a:pt x="2281942" y="240014"/>
                  </a:lnTo>
                  <a:lnTo>
                    <a:pt x="2295057" y="280074"/>
                  </a:lnTo>
                  <a:lnTo>
                    <a:pt x="2308171" y="303298"/>
                  </a:lnTo>
                  <a:lnTo>
                    <a:pt x="2321286" y="310982"/>
                  </a:lnTo>
                  <a:lnTo>
                    <a:pt x="2334400" y="317399"/>
                  </a:lnTo>
                  <a:lnTo>
                    <a:pt x="2347515" y="302242"/>
                  </a:lnTo>
                  <a:lnTo>
                    <a:pt x="2347515" y="3022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566638"/>
              <a:ext cx="2347515" cy="861110"/>
            </a:xfrm>
            <a:custGeom>
              <a:avLst/>
              <a:pathLst>
                <a:path w="2347515" h="861110">
                  <a:moveTo>
                    <a:pt x="2347515" y="861110"/>
                  </a:moveTo>
                  <a:lnTo>
                    <a:pt x="2334400" y="770321"/>
                  </a:lnTo>
                  <a:lnTo>
                    <a:pt x="2321286" y="680146"/>
                  </a:lnTo>
                  <a:lnTo>
                    <a:pt x="2308171" y="603884"/>
                  </a:lnTo>
                  <a:lnTo>
                    <a:pt x="2295057" y="533307"/>
                  </a:lnTo>
                  <a:lnTo>
                    <a:pt x="2281942" y="474155"/>
                  </a:lnTo>
                  <a:lnTo>
                    <a:pt x="2268827" y="420234"/>
                  </a:lnTo>
                  <a:lnTo>
                    <a:pt x="2255713" y="361496"/>
                  </a:lnTo>
                  <a:lnTo>
                    <a:pt x="2242598" y="310555"/>
                  </a:lnTo>
                  <a:lnTo>
                    <a:pt x="2229484" y="283717"/>
                  </a:lnTo>
                  <a:lnTo>
                    <a:pt x="2216369" y="267321"/>
                  </a:lnTo>
                  <a:lnTo>
                    <a:pt x="2203254" y="248421"/>
                  </a:lnTo>
                  <a:lnTo>
                    <a:pt x="2190140" y="220485"/>
                  </a:lnTo>
                  <a:lnTo>
                    <a:pt x="2177025" y="203759"/>
                  </a:lnTo>
                  <a:lnTo>
                    <a:pt x="2163911" y="186617"/>
                  </a:lnTo>
                  <a:lnTo>
                    <a:pt x="2150796" y="168368"/>
                  </a:lnTo>
                  <a:lnTo>
                    <a:pt x="2137681" y="149709"/>
                  </a:lnTo>
                  <a:lnTo>
                    <a:pt x="2124567" y="129671"/>
                  </a:lnTo>
                  <a:lnTo>
                    <a:pt x="2111452" y="112572"/>
                  </a:lnTo>
                  <a:lnTo>
                    <a:pt x="2098337" y="110081"/>
                  </a:lnTo>
                  <a:lnTo>
                    <a:pt x="2085223" y="97298"/>
                  </a:lnTo>
                  <a:lnTo>
                    <a:pt x="2072108" y="94190"/>
                  </a:lnTo>
                  <a:lnTo>
                    <a:pt x="2058994" y="92631"/>
                  </a:lnTo>
                  <a:lnTo>
                    <a:pt x="2045879" y="87991"/>
                  </a:lnTo>
                  <a:lnTo>
                    <a:pt x="2032764" y="75760"/>
                  </a:lnTo>
                  <a:lnTo>
                    <a:pt x="2019650" y="61964"/>
                  </a:lnTo>
                  <a:lnTo>
                    <a:pt x="2006535" y="53848"/>
                  </a:lnTo>
                  <a:lnTo>
                    <a:pt x="1993421" y="48804"/>
                  </a:lnTo>
                  <a:lnTo>
                    <a:pt x="1980306" y="42407"/>
                  </a:lnTo>
                  <a:lnTo>
                    <a:pt x="1967191" y="34559"/>
                  </a:lnTo>
                  <a:lnTo>
                    <a:pt x="1954077" y="25912"/>
                  </a:lnTo>
                  <a:lnTo>
                    <a:pt x="1940962" y="16863"/>
                  </a:lnTo>
                  <a:lnTo>
                    <a:pt x="1927847" y="13761"/>
                  </a:lnTo>
                  <a:lnTo>
                    <a:pt x="1914733" y="10787"/>
                  </a:lnTo>
                  <a:lnTo>
                    <a:pt x="1901618" y="15234"/>
                  </a:lnTo>
                  <a:lnTo>
                    <a:pt x="1888504" y="17425"/>
                  </a:lnTo>
                  <a:lnTo>
                    <a:pt x="1875389" y="20886"/>
                  </a:lnTo>
                  <a:lnTo>
                    <a:pt x="1862274" y="19610"/>
                  </a:lnTo>
                  <a:lnTo>
                    <a:pt x="1849160" y="19855"/>
                  </a:lnTo>
                  <a:lnTo>
                    <a:pt x="1836045" y="26513"/>
                  </a:lnTo>
                  <a:lnTo>
                    <a:pt x="1822931" y="34320"/>
                  </a:lnTo>
                  <a:lnTo>
                    <a:pt x="1809816" y="41596"/>
                  </a:lnTo>
                  <a:lnTo>
                    <a:pt x="1796701" y="45474"/>
                  </a:lnTo>
                  <a:lnTo>
                    <a:pt x="1783587" y="54718"/>
                  </a:lnTo>
                  <a:lnTo>
                    <a:pt x="1770472" y="62279"/>
                  </a:lnTo>
                  <a:lnTo>
                    <a:pt x="1757358" y="65014"/>
                  </a:lnTo>
                  <a:lnTo>
                    <a:pt x="1744243" y="67526"/>
                  </a:lnTo>
                  <a:lnTo>
                    <a:pt x="1731128" y="70885"/>
                  </a:lnTo>
                  <a:lnTo>
                    <a:pt x="1718014" y="75150"/>
                  </a:lnTo>
                  <a:lnTo>
                    <a:pt x="1704899" y="77070"/>
                  </a:lnTo>
                  <a:lnTo>
                    <a:pt x="1691784" y="77548"/>
                  </a:lnTo>
                  <a:lnTo>
                    <a:pt x="1678670" y="77295"/>
                  </a:lnTo>
                  <a:lnTo>
                    <a:pt x="1665555" y="76218"/>
                  </a:lnTo>
                  <a:lnTo>
                    <a:pt x="1652441" y="73519"/>
                  </a:lnTo>
                  <a:lnTo>
                    <a:pt x="1639326" y="77766"/>
                  </a:lnTo>
                  <a:lnTo>
                    <a:pt x="1626211" y="81484"/>
                  </a:lnTo>
                  <a:lnTo>
                    <a:pt x="1613097" y="83861"/>
                  </a:lnTo>
                  <a:lnTo>
                    <a:pt x="1599982" y="86628"/>
                  </a:lnTo>
                  <a:lnTo>
                    <a:pt x="1586868" y="88341"/>
                  </a:lnTo>
                  <a:lnTo>
                    <a:pt x="1573753" y="88893"/>
                  </a:lnTo>
                  <a:lnTo>
                    <a:pt x="1560638" y="88177"/>
                  </a:lnTo>
                  <a:lnTo>
                    <a:pt x="1547524" y="86183"/>
                  </a:lnTo>
                  <a:lnTo>
                    <a:pt x="1534409" y="83051"/>
                  </a:lnTo>
                  <a:lnTo>
                    <a:pt x="1521295" y="78932"/>
                  </a:lnTo>
                  <a:lnTo>
                    <a:pt x="1508180" y="73978"/>
                  </a:lnTo>
                  <a:lnTo>
                    <a:pt x="1495065" y="68340"/>
                  </a:lnTo>
                  <a:lnTo>
                    <a:pt x="1481951" y="62171"/>
                  </a:lnTo>
                  <a:lnTo>
                    <a:pt x="1468836" y="55621"/>
                  </a:lnTo>
                  <a:lnTo>
                    <a:pt x="1455721" y="47392"/>
                  </a:lnTo>
                  <a:lnTo>
                    <a:pt x="1442607" y="37848"/>
                  </a:lnTo>
                  <a:lnTo>
                    <a:pt x="1429492" y="28101"/>
                  </a:lnTo>
                  <a:lnTo>
                    <a:pt x="1416378" y="22834"/>
                  </a:lnTo>
                  <a:lnTo>
                    <a:pt x="1403263" y="13587"/>
                  </a:lnTo>
                  <a:lnTo>
                    <a:pt x="1390148" y="4946"/>
                  </a:lnTo>
                  <a:lnTo>
                    <a:pt x="1377034" y="2478"/>
                  </a:lnTo>
                  <a:lnTo>
                    <a:pt x="1363919" y="638"/>
                  </a:lnTo>
                  <a:lnTo>
                    <a:pt x="1350805" y="0"/>
                  </a:lnTo>
                  <a:lnTo>
                    <a:pt x="1337690" y="896"/>
                  </a:lnTo>
                  <a:lnTo>
                    <a:pt x="1324575" y="1882"/>
                  </a:lnTo>
                  <a:lnTo>
                    <a:pt x="1311461" y="2606"/>
                  </a:lnTo>
                  <a:lnTo>
                    <a:pt x="1298346" y="4917"/>
                  </a:lnTo>
                  <a:lnTo>
                    <a:pt x="1285231" y="8818"/>
                  </a:lnTo>
                  <a:lnTo>
                    <a:pt x="1272117" y="14145"/>
                  </a:lnTo>
                  <a:lnTo>
                    <a:pt x="1259002" y="20148"/>
                  </a:lnTo>
                  <a:lnTo>
                    <a:pt x="1245888" y="28259"/>
                  </a:lnTo>
                  <a:lnTo>
                    <a:pt x="1232773" y="37031"/>
                  </a:lnTo>
                  <a:lnTo>
                    <a:pt x="1219658" y="46230"/>
                  </a:lnTo>
                  <a:lnTo>
                    <a:pt x="1206544" y="56076"/>
                  </a:lnTo>
                  <a:lnTo>
                    <a:pt x="1193429" y="66304"/>
                  </a:lnTo>
                  <a:lnTo>
                    <a:pt x="1180315" y="76740"/>
                  </a:lnTo>
                  <a:lnTo>
                    <a:pt x="1167200" y="87211"/>
                  </a:lnTo>
                  <a:lnTo>
                    <a:pt x="1154085" y="97542"/>
                  </a:lnTo>
                  <a:lnTo>
                    <a:pt x="1140971" y="107560"/>
                  </a:lnTo>
                  <a:lnTo>
                    <a:pt x="1127856" y="117091"/>
                  </a:lnTo>
                  <a:lnTo>
                    <a:pt x="1114742" y="124910"/>
                  </a:lnTo>
                  <a:lnTo>
                    <a:pt x="1101627" y="133855"/>
                  </a:lnTo>
                  <a:lnTo>
                    <a:pt x="1088512" y="141022"/>
                  </a:lnTo>
                  <a:lnTo>
                    <a:pt x="1075398" y="146865"/>
                  </a:lnTo>
                  <a:lnTo>
                    <a:pt x="1062283" y="152565"/>
                  </a:lnTo>
                  <a:lnTo>
                    <a:pt x="1049168" y="155522"/>
                  </a:lnTo>
                  <a:lnTo>
                    <a:pt x="1036054" y="156383"/>
                  </a:lnTo>
                  <a:lnTo>
                    <a:pt x="1022939" y="155169"/>
                  </a:lnTo>
                  <a:lnTo>
                    <a:pt x="1009825" y="153303"/>
                  </a:lnTo>
                  <a:lnTo>
                    <a:pt x="996710" y="149912"/>
                  </a:lnTo>
                  <a:lnTo>
                    <a:pt x="983595" y="145987"/>
                  </a:lnTo>
                  <a:lnTo>
                    <a:pt x="970481" y="140945"/>
                  </a:lnTo>
                  <a:lnTo>
                    <a:pt x="957366" y="135251"/>
                  </a:lnTo>
                  <a:lnTo>
                    <a:pt x="944252" y="129108"/>
                  </a:lnTo>
                  <a:lnTo>
                    <a:pt x="931137" y="124379"/>
                  </a:lnTo>
                  <a:lnTo>
                    <a:pt x="918022" y="120155"/>
                  </a:lnTo>
                  <a:lnTo>
                    <a:pt x="904908" y="115997"/>
                  </a:lnTo>
                  <a:lnTo>
                    <a:pt x="891793" y="109279"/>
                  </a:lnTo>
                  <a:lnTo>
                    <a:pt x="878679" y="102474"/>
                  </a:lnTo>
                  <a:lnTo>
                    <a:pt x="865564" y="98092"/>
                  </a:lnTo>
                  <a:lnTo>
                    <a:pt x="852449" y="95201"/>
                  </a:lnTo>
                  <a:lnTo>
                    <a:pt x="839335" y="92879"/>
                  </a:lnTo>
                  <a:lnTo>
                    <a:pt x="826220" y="91038"/>
                  </a:lnTo>
                  <a:lnTo>
                    <a:pt x="813105" y="91944"/>
                  </a:lnTo>
                  <a:lnTo>
                    <a:pt x="799991" y="93324"/>
                  </a:lnTo>
                  <a:lnTo>
                    <a:pt x="786876" y="96137"/>
                  </a:lnTo>
                  <a:lnTo>
                    <a:pt x="773762" y="100907"/>
                  </a:lnTo>
                  <a:lnTo>
                    <a:pt x="760647" y="109506"/>
                  </a:lnTo>
                  <a:lnTo>
                    <a:pt x="747532" y="119953"/>
                  </a:lnTo>
                  <a:lnTo>
                    <a:pt x="734418" y="132000"/>
                  </a:lnTo>
                  <a:lnTo>
                    <a:pt x="721303" y="144420"/>
                  </a:lnTo>
                  <a:lnTo>
                    <a:pt x="708189" y="154845"/>
                  </a:lnTo>
                  <a:lnTo>
                    <a:pt x="695074" y="165628"/>
                  </a:lnTo>
                  <a:lnTo>
                    <a:pt x="681959" y="180584"/>
                  </a:lnTo>
                  <a:lnTo>
                    <a:pt x="668845" y="197108"/>
                  </a:lnTo>
                  <a:lnTo>
                    <a:pt x="655730" y="212033"/>
                  </a:lnTo>
                  <a:lnTo>
                    <a:pt x="642615" y="226220"/>
                  </a:lnTo>
                  <a:lnTo>
                    <a:pt x="629501" y="242639"/>
                  </a:lnTo>
                  <a:lnTo>
                    <a:pt x="616386" y="258496"/>
                  </a:lnTo>
                  <a:lnTo>
                    <a:pt x="603272" y="273537"/>
                  </a:lnTo>
                  <a:lnTo>
                    <a:pt x="590157" y="287509"/>
                  </a:lnTo>
                  <a:lnTo>
                    <a:pt x="577042" y="300158"/>
                  </a:lnTo>
                  <a:lnTo>
                    <a:pt x="563928" y="311231"/>
                  </a:lnTo>
                  <a:lnTo>
                    <a:pt x="550813" y="320475"/>
                  </a:lnTo>
                  <a:lnTo>
                    <a:pt x="537699" y="327636"/>
                  </a:lnTo>
                  <a:lnTo>
                    <a:pt x="524584" y="331252"/>
                  </a:lnTo>
                  <a:lnTo>
                    <a:pt x="511469" y="334694"/>
                  </a:lnTo>
                  <a:lnTo>
                    <a:pt x="498355" y="334096"/>
                  </a:lnTo>
                  <a:lnTo>
                    <a:pt x="485240" y="330681"/>
                  </a:lnTo>
                  <a:lnTo>
                    <a:pt x="472126" y="325334"/>
                  </a:lnTo>
                  <a:lnTo>
                    <a:pt x="459011" y="323068"/>
                  </a:lnTo>
                  <a:lnTo>
                    <a:pt x="445896" y="318664"/>
                  </a:lnTo>
                  <a:lnTo>
                    <a:pt x="432782" y="314896"/>
                  </a:lnTo>
                  <a:lnTo>
                    <a:pt x="419667" y="307656"/>
                  </a:lnTo>
                  <a:lnTo>
                    <a:pt x="406552" y="302424"/>
                  </a:lnTo>
                  <a:lnTo>
                    <a:pt x="393438" y="296349"/>
                  </a:lnTo>
                  <a:lnTo>
                    <a:pt x="380323" y="287380"/>
                  </a:lnTo>
                  <a:lnTo>
                    <a:pt x="367209" y="277613"/>
                  </a:lnTo>
                  <a:lnTo>
                    <a:pt x="354094" y="270003"/>
                  </a:lnTo>
                  <a:lnTo>
                    <a:pt x="340979" y="266043"/>
                  </a:lnTo>
                  <a:lnTo>
                    <a:pt x="327865" y="257566"/>
                  </a:lnTo>
                  <a:lnTo>
                    <a:pt x="314750" y="248970"/>
                  </a:lnTo>
                  <a:lnTo>
                    <a:pt x="301636" y="240376"/>
                  </a:lnTo>
                  <a:lnTo>
                    <a:pt x="288521" y="231904"/>
                  </a:lnTo>
                  <a:lnTo>
                    <a:pt x="275406" y="223673"/>
                  </a:lnTo>
                  <a:lnTo>
                    <a:pt x="262292" y="215806"/>
                  </a:lnTo>
                  <a:lnTo>
                    <a:pt x="249177" y="208421"/>
                  </a:lnTo>
                  <a:lnTo>
                    <a:pt x="236063" y="205488"/>
                  </a:lnTo>
                  <a:lnTo>
                    <a:pt x="222948" y="209237"/>
                  </a:lnTo>
                  <a:lnTo>
                    <a:pt x="209833" y="204794"/>
                  </a:lnTo>
                  <a:lnTo>
                    <a:pt x="196719" y="206359"/>
                  </a:lnTo>
                  <a:lnTo>
                    <a:pt x="183604" y="214162"/>
                  </a:lnTo>
                  <a:lnTo>
                    <a:pt x="170489" y="220419"/>
                  </a:lnTo>
                  <a:lnTo>
                    <a:pt x="157375" y="231294"/>
                  </a:lnTo>
                  <a:lnTo>
                    <a:pt x="144260" y="242115"/>
                  </a:lnTo>
                  <a:lnTo>
                    <a:pt x="131146" y="249481"/>
                  </a:lnTo>
                  <a:lnTo>
                    <a:pt x="118031" y="263985"/>
                  </a:lnTo>
                  <a:lnTo>
                    <a:pt x="104916" y="277617"/>
                  </a:lnTo>
                  <a:lnTo>
                    <a:pt x="91802" y="284431"/>
                  </a:lnTo>
                  <a:lnTo>
                    <a:pt x="78687" y="289397"/>
                  </a:lnTo>
                  <a:lnTo>
                    <a:pt x="65573" y="294302"/>
                  </a:lnTo>
                  <a:lnTo>
                    <a:pt x="52458" y="310354"/>
                  </a:lnTo>
                  <a:lnTo>
                    <a:pt x="39343" y="326872"/>
                  </a:lnTo>
                  <a:lnTo>
                    <a:pt x="26229" y="333442"/>
                  </a:lnTo>
                  <a:lnTo>
                    <a:pt x="13114" y="362311"/>
                  </a:lnTo>
                  <a:lnTo>
                    <a:pt x="0" y="3962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462544"/>
              <a:ext cx="2347515" cy="535793"/>
            </a:xfrm>
            <a:custGeom>
              <a:avLst/>
              <a:pathLst>
                <a:path w="2347515" h="535793">
                  <a:moveTo>
                    <a:pt x="0" y="394563"/>
                  </a:moveTo>
                  <a:lnTo>
                    <a:pt x="13114" y="373591"/>
                  </a:lnTo>
                  <a:lnTo>
                    <a:pt x="26229" y="353770"/>
                  </a:lnTo>
                  <a:lnTo>
                    <a:pt x="39343" y="335116"/>
                  </a:lnTo>
                  <a:lnTo>
                    <a:pt x="52458" y="317647"/>
                  </a:lnTo>
                  <a:lnTo>
                    <a:pt x="65573" y="301382"/>
                  </a:lnTo>
                  <a:lnTo>
                    <a:pt x="78687" y="286338"/>
                  </a:lnTo>
                  <a:lnTo>
                    <a:pt x="91802" y="272532"/>
                  </a:lnTo>
                  <a:lnTo>
                    <a:pt x="104916" y="259983"/>
                  </a:lnTo>
                  <a:lnTo>
                    <a:pt x="118031" y="248708"/>
                  </a:lnTo>
                  <a:lnTo>
                    <a:pt x="131146" y="238724"/>
                  </a:lnTo>
                  <a:lnTo>
                    <a:pt x="144260" y="230050"/>
                  </a:lnTo>
                  <a:lnTo>
                    <a:pt x="157375" y="222704"/>
                  </a:lnTo>
                  <a:lnTo>
                    <a:pt x="170489" y="216702"/>
                  </a:lnTo>
                  <a:lnTo>
                    <a:pt x="183604" y="212064"/>
                  </a:lnTo>
                  <a:lnTo>
                    <a:pt x="196719" y="208805"/>
                  </a:lnTo>
                  <a:lnTo>
                    <a:pt x="209833" y="206945"/>
                  </a:lnTo>
                  <a:lnTo>
                    <a:pt x="222948" y="206501"/>
                  </a:lnTo>
                  <a:lnTo>
                    <a:pt x="236063" y="207491"/>
                  </a:lnTo>
                  <a:lnTo>
                    <a:pt x="249177" y="209932"/>
                  </a:lnTo>
                  <a:lnTo>
                    <a:pt x="262292" y="213840"/>
                  </a:lnTo>
                  <a:lnTo>
                    <a:pt x="275406" y="219172"/>
                  </a:lnTo>
                  <a:lnTo>
                    <a:pt x="288521" y="225759"/>
                  </a:lnTo>
                  <a:lnTo>
                    <a:pt x="301636" y="233416"/>
                  </a:lnTo>
                  <a:lnTo>
                    <a:pt x="314750" y="241958"/>
                  </a:lnTo>
                  <a:lnTo>
                    <a:pt x="327865" y="251198"/>
                  </a:lnTo>
                  <a:lnTo>
                    <a:pt x="340979" y="260951"/>
                  </a:lnTo>
                  <a:lnTo>
                    <a:pt x="354094" y="271030"/>
                  </a:lnTo>
                  <a:lnTo>
                    <a:pt x="367209" y="281251"/>
                  </a:lnTo>
                  <a:lnTo>
                    <a:pt x="380323" y="291427"/>
                  </a:lnTo>
                  <a:lnTo>
                    <a:pt x="393438" y="301373"/>
                  </a:lnTo>
                  <a:lnTo>
                    <a:pt x="406552" y="310903"/>
                  </a:lnTo>
                  <a:lnTo>
                    <a:pt x="419667" y="319830"/>
                  </a:lnTo>
                  <a:lnTo>
                    <a:pt x="432782" y="327970"/>
                  </a:lnTo>
                  <a:lnTo>
                    <a:pt x="445896" y="335136"/>
                  </a:lnTo>
                  <a:lnTo>
                    <a:pt x="459011" y="341142"/>
                  </a:lnTo>
                  <a:lnTo>
                    <a:pt x="472126" y="345804"/>
                  </a:lnTo>
                  <a:lnTo>
                    <a:pt x="485240" y="348934"/>
                  </a:lnTo>
                  <a:lnTo>
                    <a:pt x="498355" y="350348"/>
                  </a:lnTo>
                  <a:lnTo>
                    <a:pt x="511469" y="349860"/>
                  </a:lnTo>
                  <a:lnTo>
                    <a:pt x="524584" y="347299"/>
                  </a:lnTo>
                  <a:lnTo>
                    <a:pt x="537699" y="342635"/>
                  </a:lnTo>
                  <a:lnTo>
                    <a:pt x="550813" y="336054"/>
                  </a:lnTo>
                  <a:lnTo>
                    <a:pt x="563928" y="327768"/>
                  </a:lnTo>
                  <a:lnTo>
                    <a:pt x="577042" y="317992"/>
                  </a:lnTo>
                  <a:lnTo>
                    <a:pt x="590157" y="306935"/>
                  </a:lnTo>
                  <a:lnTo>
                    <a:pt x="603272" y="294813"/>
                  </a:lnTo>
                  <a:lnTo>
                    <a:pt x="616386" y="281836"/>
                  </a:lnTo>
                  <a:lnTo>
                    <a:pt x="629501" y="268218"/>
                  </a:lnTo>
                  <a:lnTo>
                    <a:pt x="642615" y="254171"/>
                  </a:lnTo>
                  <a:lnTo>
                    <a:pt x="655730" y="239907"/>
                  </a:lnTo>
                  <a:lnTo>
                    <a:pt x="668845" y="225640"/>
                  </a:lnTo>
                  <a:lnTo>
                    <a:pt x="681959" y="211581"/>
                  </a:lnTo>
                  <a:lnTo>
                    <a:pt x="695074" y="197943"/>
                  </a:lnTo>
                  <a:lnTo>
                    <a:pt x="708189" y="184939"/>
                  </a:lnTo>
                  <a:lnTo>
                    <a:pt x="721303" y="172781"/>
                  </a:lnTo>
                  <a:lnTo>
                    <a:pt x="734418" y="161682"/>
                  </a:lnTo>
                  <a:lnTo>
                    <a:pt x="747532" y="151854"/>
                  </a:lnTo>
                  <a:lnTo>
                    <a:pt x="760647" y="143509"/>
                  </a:lnTo>
                  <a:lnTo>
                    <a:pt x="773762" y="136854"/>
                  </a:lnTo>
                  <a:lnTo>
                    <a:pt x="786876" y="132069"/>
                  </a:lnTo>
                  <a:lnTo>
                    <a:pt x="799991" y="129180"/>
                  </a:lnTo>
                  <a:lnTo>
                    <a:pt x="813105" y="128017"/>
                  </a:lnTo>
                  <a:lnTo>
                    <a:pt x="826220" y="128395"/>
                  </a:lnTo>
                  <a:lnTo>
                    <a:pt x="839335" y="130127"/>
                  </a:lnTo>
                  <a:lnTo>
                    <a:pt x="852449" y="133028"/>
                  </a:lnTo>
                  <a:lnTo>
                    <a:pt x="865564" y="136913"/>
                  </a:lnTo>
                  <a:lnTo>
                    <a:pt x="878679" y="141594"/>
                  </a:lnTo>
                  <a:lnTo>
                    <a:pt x="891793" y="146888"/>
                  </a:lnTo>
                  <a:lnTo>
                    <a:pt x="904908" y="152607"/>
                  </a:lnTo>
                  <a:lnTo>
                    <a:pt x="918022" y="158567"/>
                  </a:lnTo>
                  <a:lnTo>
                    <a:pt x="931137" y="164581"/>
                  </a:lnTo>
                  <a:lnTo>
                    <a:pt x="944252" y="170463"/>
                  </a:lnTo>
                  <a:lnTo>
                    <a:pt x="957366" y="176029"/>
                  </a:lnTo>
                  <a:lnTo>
                    <a:pt x="970481" y="181092"/>
                  </a:lnTo>
                  <a:lnTo>
                    <a:pt x="983595" y="185467"/>
                  </a:lnTo>
                  <a:lnTo>
                    <a:pt x="996710" y="188967"/>
                  </a:lnTo>
                  <a:lnTo>
                    <a:pt x="1009825" y="191408"/>
                  </a:lnTo>
                  <a:lnTo>
                    <a:pt x="1022939" y="192607"/>
                  </a:lnTo>
                  <a:lnTo>
                    <a:pt x="1036054" y="192391"/>
                  </a:lnTo>
                  <a:lnTo>
                    <a:pt x="1049168" y="190613"/>
                  </a:lnTo>
                  <a:lnTo>
                    <a:pt x="1062283" y="187276"/>
                  </a:lnTo>
                  <a:lnTo>
                    <a:pt x="1075398" y="182531"/>
                  </a:lnTo>
                  <a:lnTo>
                    <a:pt x="1088512" y="176539"/>
                  </a:lnTo>
                  <a:lnTo>
                    <a:pt x="1101627" y="169460"/>
                  </a:lnTo>
                  <a:lnTo>
                    <a:pt x="1114742" y="161454"/>
                  </a:lnTo>
                  <a:lnTo>
                    <a:pt x="1127856" y="152681"/>
                  </a:lnTo>
                  <a:lnTo>
                    <a:pt x="1140971" y="143302"/>
                  </a:lnTo>
                  <a:lnTo>
                    <a:pt x="1154085" y="133476"/>
                  </a:lnTo>
                  <a:lnTo>
                    <a:pt x="1167200" y="123363"/>
                  </a:lnTo>
                  <a:lnTo>
                    <a:pt x="1180315" y="113124"/>
                  </a:lnTo>
                  <a:lnTo>
                    <a:pt x="1193429" y="102919"/>
                  </a:lnTo>
                  <a:lnTo>
                    <a:pt x="1206544" y="92908"/>
                  </a:lnTo>
                  <a:lnTo>
                    <a:pt x="1219658" y="83251"/>
                  </a:lnTo>
                  <a:lnTo>
                    <a:pt x="1232773" y="74108"/>
                  </a:lnTo>
                  <a:lnTo>
                    <a:pt x="1245888" y="65639"/>
                  </a:lnTo>
                  <a:lnTo>
                    <a:pt x="1259002" y="58005"/>
                  </a:lnTo>
                  <a:lnTo>
                    <a:pt x="1272117" y="51364"/>
                  </a:lnTo>
                  <a:lnTo>
                    <a:pt x="1285231" y="45869"/>
                  </a:lnTo>
                  <a:lnTo>
                    <a:pt x="1298346" y="41665"/>
                  </a:lnTo>
                  <a:lnTo>
                    <a:pt x="1311461" y="38876"/>
                  </a:lnTo>
                  <a:lnTo>
                    <a:pt x="1324575" y="37486"/>
                  </a:lnTo>
                  <a:lnTo>
                    <a:pt x="1337690" y="37375"/>
                  </a:lnTo>
                  <a:lnTo>
                    <a:pt x="1350805" y="38419"/>
                  </a:lnTo>
                  <a:lnTo>
                    <a:pt x="1363919" y="40494"/>
                  </a:lnTo>
                  <a:lnTo>
                    <a:pt x="1377034" y="43474"/>
                  </a:lnTo>
                  <a:lnTo>
                    <a:pt x="1390148" y="47237"/>
                  </a:lnTo>
                  <a:lnTo>
                    <a:pt x="1403263" y="51656"/>
                  </a:lnTo>
                  <a:lnTo>
                    <a:pt x="1416378" y="56610"/>
                  </a:lnTo>
                  <a:lnTo>
                    <a:pt x="1429492" y="61972"/>
                  </a:lnTo>
                  <a:lnTo>
                    <a:pt x="1442607" y="67619"/>
                  </a:lnTo>
                  <a:lnTo>
                    <a:pt x="1455721" y="73426"/>
                  </a:lnTo>
                  <a:lnTo>
                    <a:pt x="1468836" y="79270"/>
                  </a:lnTo>
                  <a:lnTo>
                    <a:pt x="1481951" y="85025"/>
                  </a:lnTo>
                  <a:lnTo>
                    <a:pt x="1495065" y="90568"/>
                  </a:lnTo>
                  <a:lnTo>
                    <a:pt x="1508180" y="95775"/>
                  </a:lnTo>
                  <a:lnTo>
                    <a:pt x="1521295" y="100521"/>
                  </a:lnTo>
                  <a:lnTo>
                    <a:pt x="1534409" y="104684"/>
                  </a:lnTo>
                  <a:lnTo>
                    <a:pt x="1547524" y="108146"/>
                  </a:lnTo>
                  <a:lnTo>
                    <a:pt x="1560638" y="110792"/>
                  </a:lnTo>
                  <a:lnTo>
                    <a:pt x="1573753" y="112523"/>
                  </a:lnTo>
                  <a:lnTo>
                    <a:pt x="1586868" y="113340"/>
                  </a:lnTo>
                  <a:lnTo>
                    <a:pt x="1599982" y="113301"/>
                  </a:lnTo>
                  <a:lnTo>
                    <a:pt x="1613097" y="112468"/>
                  </a:lnTo>
                  <a:lnTo>
                    <a:pt x="1626211" y="110900"/>
                  </a:lnTo>
                  <a:lnTo>
                    <a:pt x="1639326" y="108657"/>
                  </a:lnTo>
                  <a:lnTo>
                    <a:pt x="1652441" y="105800"/>
                  </a:lnTo>
                  <a:lnTo>
                    <a:pt x="1665555" y="102388"/>
                  </a:lnTo>
                  <a:lnTo>
                    <a:pt x="1678670" y="98481"/>
                  </a:lnTo>
                  <a:lnTo>
                    <a:pt x="1691784" y="94140"/>
                  </a:lnTo>
                  <a:lnTo>
                    <a:pt x="1704899" y="89425"/>
                  </a:lnTo>
                  <a:lnTo>
                    <a:pt x="1718014" y="84396"/>
                  </a:lnTo>
                  <a:lnTo>
                    <a:pt x="1731128" y="79113"/>
                  </a:lnTo>
                  <a:lnTo>
                    <a:pt x="1744243" y="73637"/>
                  </a:lnTo>
                  <a:lnTo>
                    <a:pt x="1757358" y="68026"/>
                  </a:lnTo>
                  <a:lnTo>
                    <a:pt x="1770472" y="62342"/>
                  </a:lnTo>
                  <a:lnTo>
                    <a:pt x="1783587" y="56646"/>
                  </a:lnTo>
                  <a:lnTo>
                    <a:pt x="1796701" y="50999"/>
                  </a:lnTo>
                  <a:lnTo>
                    <a:pt x="1809816" y="45458"/>
                  </a:lnTo>
                  <a:lnTo>
                    <a:pt x="1822931" y="40088"/>
                  </a:lnTo>
                  <a:lnTo>
                    <a:pt x="1836045" y="34949"/>
                  </a:lnTo>
                  <a:lnTo>
                    <a:pt x="1849160" y="30072"/>
                  </a:lnTo>
                  <a:lnTo>
                    <a:pt x="1862274" y="25480"/>
                  </a:lnTo>
                  <a:lnTo>
                    <a:pt x="1875389" y="21195"/>
                  </a:lnTo>
                  <a:lnTo>
                    <a:pt x="1888504" y="17238"/>
                  </a:lnTo>
                  <a:lnTo>
                    <a:pt x="1901618" y="13631"/>
                  </a:lnTo>
                  <a:lnTo>
                    <a:pt x="1914733" y="10397"/>
                  </a:lnTo>
                  <a:lnTo>
                    <a:pt x="1927847" y="7556"/>
                  </a:lnTo>
                  <a:lnTo>
                    <a:pt x="1940962" y="5130"/>
                  </a:lnTo>
                  <a:lnTo>
                    <a:pt x="1954077" y="3142"/>
                  </a:lnTo>
                  <a:lnTo>
                    <a:pt x="1967191" y="1614"/>
                  </a:lnTo>
                  <a:lnTo>
                    <a:pt x="1980306" y="566"/>
                  </a:lnTo>
                  <a:lnTo>
                    <a:pt x="1993421" y="20"/>
                  </a:lnTo>
                  <a:lnTo>
                    <a:pt x="2006535" y="0"/>
                  </a:lnTo>
                  <a:lnTo>
                    <a:pt x="2019650" y="525"/>
                  </a:lnTo>
                  <a:lnTo>
                    <a:pt x="2032764" y="1618"/>
                  </a:lnTo>
                  <a:lnTo>
                    <a:pt x="2045879" y="3302"/>
                  </a:lnTo>
                  <a:lnTo>
                    <a:pt x="2058994" y="5609"/>
                  </a:lnTo>
                  <a:lnTo>
                    <a:pt x="2072108" y="8570"/>
                  </a:lnTo>
                  <a:lnTo>
                    <a:pt x="2085223" y="12213"/>
                  </a:lnTo>
                  <a:lnTo>
                    <a:pt x="2098337" y="16602"/>
                  </a:lnTo>
                  <a:lnTo>
                    <a:pt x="2111452" y="21925"/>
                  </a:lnTo>
                  <a:lnTo>
                    <a:pt x="2124567" y="28414"/>
                  </a:lnTo>
                  <a:lnTo>
                    <a:pt x="2137681" y="36296"/>
                  </a:lnTo>
                  <a:lnTo>
                    <a:pt x="2150796" y="45803"/>
                  </a:lnTo>
                  <a:lnTo>
                    <a:pt x="2163911" y="57164"/>
                  </a:lnTo>
                  <a:lnTo>
                    <a:pt x="2177025" y="70609"/>
                  </a:lnTo>
                  <a:lnTo>
                    <a:pt x="2190140" y="86367"/>
                  </a:lnTo>
                  <a:lnTo>
                    <a:pt x="2203254" y="104669"/>
                  </a:lnTo>
                  <a:lnTo>
                    <a:pt x="2216369" y="125743"/>
                  </a:lnTo>
                  <a:lnTo>
                    <a:pt x="2229484" y="149821"/>
                  </a:lnTo>
                  <a:lnTo>
                    <a:pt x="2242598" y="177132"/>
                  </a:lnTo>
                  <a:lnTo>
                    <a:pt x="2255713" y="207904"/>
                  </a:lnTo>
                  <a:lnTo>
                    <a:pt x="2268827" y="242358"/>
                  </a:lnTo>
                  <a:lnTo>
                    <a:pt x="2281942" y="280701"/>
                  </a:lnTo>
                  <a:lnTo>
                    <a:pt x="2295057" y="323111"/>
                  </a:lnTo>
                  <a:lnTo>
                    <a:pt x="2308171" y="369673"/>
                  </a:lnTo>
                  <a:lnTo>
                    <a:pt x="2321286" y="420554"/>
                  </a:lnTo>
                  <a:lnTo>
                    <a:pt x="2334400" y="475933"/>
                  </a:lnTo>
                  <a:lnTo>
                    <a:pt x="2347515" y="535793"/>
                  </a:lnTo>
                  <a:lnTo>
                    <a:pt x="2347515" y="5357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27686" y="2223376"/>
              <a:ext cx="2313979" cy="538940"/>
            </a:xfrm>
            <a:custGeom>
              <a:avLst/>
              <a:pathLst>
                <a:path w="2313979" h="538940">
                  <a:moveTo>
                    <a:pt x="0" y="103910"/>
                  </a:moveTo>
                  <a:lnTo>
                    <a:pt x="12927" y="104274"/>
                  </a:lnTo>
                  <a:lnTo>
                    <a:pt x="25854" y="104639"/>
                  </a:lnTo>
                  <a:lnTo>
                    <a:pt x="38781" y="105003"/>
                  </a:lnTo>
                  <a:lnTo>
                    <a:pt x="51709" y="105367"/>
                  </a:lnTo>
                  <a:lnTo>
                    <a:pt x="64636" y="105731"/>
                  </a:lnTo>
                  <a:lnTo>
                    <a:pt x="77563" y="106094"/>
                  </a:lnTo>
                  <a:lnTo>
                    <a:pt x="90490" y="106457"/>
                  </a:lnTo>
                  <a:lnTo>
                    <a:pt x="103418" y="106819"/>
                  </a:lnTo>
                  <a:lnTo>
                    <a:pt x="116345" y="107180"/>
                  </a:lnTo>
                  <a:lnTo>
                    <a:pt x="129272" y="107540"/>
                  </a:lnTo>
                  <a:lnTo>
                    <a:pt x="142199" y="107898"/>
                  </a:lnTo>
                  <a:lnTo>
                    <a:pt x="155127" y="108254"/>
                  </a:lnTo>
                  <a:lnTo>
                    <a:pt x="168054" y="108609"/>
                  </a:lnTo>
                  <a:lnTo>
                    <a:pt x="180981" y="108961"/>
                  </a:lnTo>
                  <a:lnTo>
                    <a:pt x="193908" y="109311"/>
                  </a:lnTo>
                  <a:lnTo>
                    <a:pt x="206836" y="109657"/>
                  </a:lnTo>
                  <a:lnTo>
                    <a:pt x="219763" y="110001"/>
                  </a:lnTo>
                  <a:lnTo>
                    <a:pt x="232690" y="110341"/>
                  </a:lnTo>
                  <a:lnTo>
                    <a:pt x="245617" y="110677"/>
                  </a:lnTo>
                  <a:lnTo>
                    <a:pt x="258545" y="111009"/>
                  </a:lnTo>
                  <a:lnTo>
                    <a:pt x="271472" y="111336"/>
                  </a:lnTo>
                  <a:lnTo>
                    <a:pt x="284399" y="111658"/>
                  </a:lnTo>
                  <a:lnTo>
                    <a:pt x="297326" y="111975"/>
                  </a:lnTo>
                  <a:lnTo>
                    <a:pt x="310254" y="112286"/>
                  </a:lnTo>
                  <a:lnTo>
                    <a:pt x="323181" y="112591"/>
                  </a:lnTo>
                  <a:lnTo>
                    <a:pt x="336108" y="112890"/>
                  </a:lnTo>
                  <a:lnTo>
                    <a:pt x="349036" y="113182"/>
                  </a:lnTo>
                  <a:lnTo>
                    <a:pt x="361963" y="113466"/>
                  </a:lnTo>
                  <a:lnTo>
                    <a:pt x="374890" y="113744"/>
                  </a:lnTo>
                  <a:lnTo>
                    <a:pt x="387817" y="114013"/>
                  </a:lnTo>
                  <a:lnTo>
                    <a:pt x="400745" y="114274"/>
                  </a:lnTo>
                  <a:lnTo>
                    <a:pt x="413672" y="114526"/>
                  </a:lnTo>
                  <a:lnTo>
                    <a:pt x="426599" y="114769"/>
                  </a:lnTo>
                  <a:lnTo>
                    <a:pt x="439526" y="115003"/>
                  </a:lnTo>
                  <a:lnTo>
                    <a:pt x="452454" y="115227"/>
                  </a:lnTo>
                  <a:lnTo>
                    <a:pt x="465381" y="115442"/>
                  </a:lnTo>
                  <a:lnTo>
                    <a:pt x="478308" y="115645"/>
                  </a:lnTo>
                  <a:lnTo>
                    <a:pt x="491235" y="115839"/>
                  </a:lnTo>
                  <a:lnTo>
                    <a:pt x="504163" y="116021"/>
                  </a:lnTo>
                  <a:lnTo>
                    <a:pt x="517090" y="116192"/>
                  </a:lnTo>
                  <a:lnTo>
                    <a:pt x="530017" y="116352"/>
                  </a:lnTo>
                  <a:lnTo>
                    <a:pt x="542944" y="116500"/>
                  </a:lnTo>
                  <a:lnTo>
                    <a:pt x="555872" y="116637"/>
                  </a:lnTo>
                  <a:lnTo>
                    <a:pt x="568799" y="116760"/>
                  </a:lnTo>
                  <a:lnTo>
                    <a:pt x="581726" y="116872"/>
                  </a:lnTo>
                  <a:lnTo>
                    <a:pt x="594653" y="116971"/>
                  </a:lnTo>
                  <a:lnTo>
                    <a:pt x="607581" y="117057"/>
                  </a:lnTo>
                  <a:lnTo>
                    <a:pt x="620508" y="117130"/>
                  </a:lnTo>
                  <a:lnTo>
                    <a:pt x="633435" y="117190"/>
                  </a:lnTo>
                  <a:lnTo>
                    <a:pt x="646363" y="117236"/>
                  </a:lnTo>
                  <a:lnTo>
                    <a:pt x="659290" y="117269"/>
                  </a:lnTo>
                  <a:lnTo>
                    <a:pt x="672217" y="117288"/>
                  </a:lnTo>
                  <a:lnTo>
                    <a:pt x="685144" y="117293"/>
                  </a:lnTo>
                  <a:lnTo>
                    <a:pt x="698072" y="117284"/>
                  </a:lnTo>
                  <a:lnTo>
                    <a:pt x="710999" y="117260"/>
                  </a:lnTo>
                  <a:lnTo>
                    <a:pt x="723926" y="117223"/>
                  </a:lnTo>
                  <a:lnTo>
                    <a:pt x="736853" y="117170"/>
                  </a:lnTo>
                  <a:lnTo>
                    <a:pt x="749781" y="117103"/>
                  </a:lnTo>
                  <a:lnTo>
                    <a:pt x="762708" y="117022"/>
                  </a:lnTo>
                  <a:lnTo>
                    <a:pt x="775635" y="116925"/>
                  </a:lnTo>
                  <a:lnTo>
                    <a:pt x="788562" y="116813"/>
                  </a:lnTo>
                  <a:lnTo>
                    <a:pt x="801490" y="116686"/>
                  </a:lnTo>
                  <a:lnTo>
                    <a:pt x="814417" y="116544"/>
                  </a:lnTo>
                  <a:lnTo>
                    <a:pt x="827344" y="116386"/>
                  </a:lnTo>
                  <a:lnTo>
                    <a:pt x="840271" y="116213"/>
                  </a:lnTo>
                  <a:lnTo>
                    <a:pt x="853199" y="116023"/>
                  </a:lnTo>
                  <a:lnTo>
                    <a:pt x="866126" y="115818"/>
                  </a:lnTo>
                  <a:lnTo>
                    <a:pt x="879053" y="115597"/>
                  </a:lnTo>
                  <a:lnTo>
                    <a:pt x="891980" y="115360"/>
                  </a:lnTo>
                  <a:lnTo>
                    <a:pt x="904908" y="115107"/>
                  </a:lnTo>
                  <a:lnTo>
                    <a:pt x="917835" y="114838"/>
                  </a:lnTo>
                  <a:lnTo>
                    <a:pt x="930762" y="114552"/>
                  </a:lnTo>
                  <a:lnTo>
                    <a:pt x="943690" y="114249"/>
                  </a:lnTo>
                  <a:lnTo>
                    <a:pt x="956617" y="113930"/>
                  </a:lnTo>
                  <a:lnTo>
                    <a:pt x="969544" y="113595"/>
                  </a:lnTo>
                  <a:lnTo>
                    <a:pt x="982471" y="113242"/>
                  </a:lnTo>
                  <a:lnTo>
                    <a:pt x="995399" y="112873"/>
                  </a:lnTo>
                  <a:lnTo>
                    <a:pt x="1008326" y="112488"/>
                  </a:lnTo>
                  <a:lnTo>
                    <a:pt x="1021253" y="112085"/>
                  </a:lnTo>
                  <a:lnTo>
                    <a:pt x="1034180" y="111665"/>
                  </a:lnTo>
                  <a:lnTo>
                    <a:pt x="1047108" y="111229"/>
                  </a:lnTo>
                  <a:lnTo>
                    <a:pt x="1060035" y="110775"/>
                  </a:lnTo>
                  <a:lnTo>
                    <a:pt x="1072962" y="110304"/>
                  </a:lnTo>
                  <a:lnTo>
                    <a:pt x="1085889" y="109817"/>
                  </a:lnTo>
                  <a:lnTo>
                    <a:pt x="1098817" y="109312"/>
                  </a:lnTo>
                  <a:lnTo>
                    <a:pt x="1111744" y="108791"/>
                  </a:lnTo>
                  <a:lnTo>
                    <a:pt x="1124671" y="108252"/>
                  </a:lnTo>
                  <a:lnTo>
                    <a:pt x="1137598" y="107697"/>
                  </a:lnTo>
                  <a:lnTo>
                    <a:pt x="1150526" y="107124"/>
                  </a:lnTo>
                  <a:lnTo>
                    <a:pt x="1163453" y="106534"/>
                  </a:lnTo>
                  <a:lnTo>
                    <a:pt x="1176380" y="105928"/>
                  </a:lnTo>
                  <a:lnTo>
                    <a:pt x="1189307" y="105304"/>
                  </a:lnTo>
                  <a:lnTo>
                    <a:pt x="1202235" y="104663"/>
                  </a:lnTo>
                  <a:lnTo>
                    <a:pt x="1215162" y="104006"/>
                  </a:lnTo>
                  <a:lnTo>
                    <a:pt x="1228089" y="103331"/>
                  </a:lnTo>
                  <a:lnTo>
                    <a:pt x="1241017" y="102640"/>
                  </a:lnTo>
                  <a:lnTo>
                    <a:pt x="1253944" y="101931"/>
                  </a:lnTo>
                  <a:lnTo>
                    <a:pt x="1266871" y="101205"/>
                  </a:lnTo>
                  <a:lnTo>
                    <a:pt x="1279798" y="100463"/>
                  </a:lnTo>
                  <a:lnTo>
                    <a:pt x="1292726" y="99703"/>
                  </a:lnTo>
                  <a:lnTo>
                    <a:pt x="1305653" y="98926"/>
                  </a:lnTo>
                  <a:lnTo>
                    <a:pt x="1318580" y="98132"/>
                  </a:lnTo>
                  <a:lnTo>
                    <a:pt x="1331507" y="97321"/>
                  </a:lnTo>
                  <a:lnTo>
                    <a:pt x="1344435" y="96493"/>
                  </a:lnTo>
                  <a:lnTo>
                    <a:pt x="1357362" y="95648"/>
                  </a:lnTo>
                  <a:lnTo>
                    <a:pt x="1370289" y="94786"/>
                  </a:lnTo>
                  <a:lnTo>
                    <a:pt x="1383216" y="93906"/>
                  </a:lnTo>
                  <a:lnTo>
                    <a:pt x="1396144" y="93010"/>
                  </a:lnTo>
                  <a:lnTo>
                    <a:pt x="1409071" y="92096"/>
                  </a:lnTo>
                  <a:lnTo>
                    <a:pt x="1421998" y="91165"/>
                  </a:lnTo>
                  <a:lnTo>
                    <a:pt x="1434925" y="90216"/>
                  </a:lnTo>
                  <a:lnTo>
                    <a:pt x="1447853" y="89251"/>
                  </a:lnTo>
                  <a:lnTo>
                    <a:pt x="1460780" y="88269"/>
                  </a:lnTo>
                  <a:lnTo>
                    <a:pt x="1473707" y="87269"/>
                  </a:lnTo>
                  <a:lnTo>
                    <a:pt x="1486634" y="86253"/>
                  </a:lnTo>
                  <a:lnTo>
                    <a:pt x="1499562" y="85220"/>
                  </a:lnTo>
                  <a:lnTo>
                    <a:pt x="1512489" y="84170"/>
                  </a:lnTo>
                  <a:lnTo>
                    <a:pt x="1525416" y="83104"/>
                  </a:lnTo>
                  <a:lnTo>
                    <a:pt x="1538344" y="82021"/>
                  </a:lnTo>
                  <a:lnTo>
                    <a:pt x="1551271" y="80922"/>
                  </a:lnTo>
                  <a:lnTo>
                    <a:pt x="1564198" y="79807"/>
                  </a:lnTo>
                  <a:lnTo>
                    <a:pt x="1577125" y="78676"/>
                  </a:lnTo>
                  <a:lnTo>
                    <a:pt x="1590053" y="77529"/>
                  </a:lnTo>
                  <a:lnTo>
                    <a:pt x="1602980" y="76368"/>
                  </a:lnTo>
                  <a:lnTo>
                    <a:pt x="1615907" y="75191"/>
                  </a:lnTo>
                  <a:lnTo>
                    <a:pt x="1628834" y="74000"/>
                  </a:lnTo>
                  <a:lnTo>
                    <a:pt x="1641762" y="72794"/>
                  </a:lnTo>
                  <a:lnTo>
                    <a:pt x="1654689" y="71574"/>
                  </a:lnTo>
                  <a:lnTo>
                    <a:pt x="1667616" y="70341"/>
                  </a:lnTo>
                  <a:lnTo>
                    <a:pt x="1680543" y="69094"/>
                  </a:lnTo>
                  <a:lnTo>
                    <a:pt x="1693471" y="67835"/>
                  </a:lnTo>
                  <a:lnTo>
                    <a:pt x="1706398" y="66563"/>
                  </a:lnTo>
                  <a:lnTo>
                    <a:pt x="1719325" y="65279"/>
                  </a:lnTo>
                  <a:lnTo>
                    <a:pt x="1732252" y="63984"/>
                  </a:lnTo>
                  <a:lnTo>
                    <a:pt x="1745180" y="62678"/>
                  </a:lnTo>
                  <a:lnTo>
                    <a:pt x="1758107" y="61361"/>
                  </a:lnTo>
                  <a:lnTo>
                    <a:pt x="1771034" y="60034"/>
                  </a:lnTo>
                  <a:lnTo>
                    <a:pt x="1783961" y="58697"/>
                  </a:lnTo>
                  <a:lnTo>
                    <a:pt x="1796889" y="57351"/>
                  </a:lnTo>
                  <a:lnTo>
                    <a:pt x="1809816" y="55997"/>
                  </a:lnTo>
                  <a:lnTo>
                    <a:pt x="1822743" y="54634"/>
                  </a:lnTo>
                  <a:lnTo>
                    <a:pt x="1835671" y="53263"/>
                  </a:lnTo>
                  <a:lnTo>
                    <a:pt x="1848598" y="51885"/>
                  </a:lnTo>
                  <a:lnTo>
                    <a:pt x="1861525" y="50499"/>
                  </a:lnTo>
                  <a:lnTo>
                    <a:pt x="1874452" y="49108"/>
                  </a:lnTo>
                  <a:lnTo>
                    <a:pt x="1887380" y="47710"/>
                  </a:lnTo>
                  <a:lnTo>
                    <a:pt x="1900307" y="46306"/>
                  </a:lnTo>
                  <a:lnTo>
                    <a:pt x="1913234" y="44897"/>
                  </a:lnTo>
                  <a:lnTo>
                    <a:pt x="1926161" y="43483"/>
                  </a:lnTo>
                  <a:lnTo>
                    <a:pt x="1939089" y="42065"/>
                  </a:lnTo>
                  <a:lnTo>
                    <a:pt x="1952016" y="40642"/>
                  </a:lnTo>
                  <a:lnTo>
                    <a:pt x="1964943" y="39215"/>
                  </a:lnTo>
                  <a:lnTo>
                    <a:pt x="1977870" y="37785"/>
                  </a:lnTo>
                  <a:lnTo>
                    <a:pt x="1990798" y="36352"/>
                  </a:lnTo>
                  <a:lnTo>
                    <a:pt x="2003725" y="34915"/>
                  </a:lnTo>
                  <a:lnTo>
                    <a:pt x="2016652" y="33476"/>
                  </a:lnTo>
                  <a:lnTo>
                    <a:pt x="2029579" y="32034"/>
                  </a:lnTo>
                  <a:lnTo>
                    <a:pt x="2042507" y="30590"/>
                  </a:lnTo>
                  <a:lnTo>
                    <a:pt x="2055434" y="29144"/>
                  </a:lnTo>
                  <a:lnTo>
                    <a:pt x="2068361" y="27696"/>
                  </a:lnTo>
                  <a:lnTo>
                    <a:pt x="2081288" y="26247"/>
                  </a:lnTo>
                  <a:lnTo>
                    <a:pt x="2094216" y="24796"/>
                  </a:lnTo>
                  <a:lnTo>
                    <a:pt x="2107143" y="23343"/>
                  </a:lnTo>
                  <a:lnTo>
                    <a:pt x="2120070" y="21889"/>
                  </a:lnTo>
                  <a:lnTo>
                    <a:pt x="2132998" y="20434"/>
                  </a:lnTo>
                  <a:lnTo>
                    <a:pt x="2145925" y="18978"/>
                  </a:lnTo>
                  <a:lnTo>
                    <a:pt x="2158852" y="17521"/>
                  </a:lnTo>
                  <a:lnTo>
                    <a:pt x="2171779" y="16063"/>
                  </a:lnTo>
                  <a:lnTo>
                    <a:pt x="2184707" y="14605"/>
                  </a:lnTo>
                  <a:lnTo>
                    <a:pt x="2197634" y="13146"/>
                  </a:lnTo>
                  <a:lnTo>
                    <a:pt x="2210561" y="11686"/>
                  </a:lnTo>
                  <a:lnTo>
                    <a:pt x="2223488" y="10226"/>
                  </a:lnTo>
                  <a:lnTo>
                    <a:pt x="2236416" y="8766"/>
                  </a:lnTo>
                  <a:lnTo>
                    <a:pt x="2249343" y="7305"/>
                  </a:lnTo>
                  <a:lnTo>
                    <a:pt x="2262270" y="5844"/>
                  </a:lnTo>
                  <a:lnTo>
                    <a:pt x="2275197" y="4383"/>
                  </a:lnTo>
                  <a:lnTo>
                    <a:pt x="2288125" y="2922"/>
                  </a:lnTo>
                  <a:lnTo>
                    <a:pt x="2301052" y="1461"/>
                  </a:lnTo>
                  <a:lnTo>
                    <a:pt x="2313979" y="0"/>
                  </a:lnTo>
                  <a:lnTo>
                    <a:pt x="2313979" y="114973"/>
                  </a:lnTo>
                  <a:lnTo>
                    <a:pt x="2301052" y="117365"/>
                  </a:lnTo>
                  <a:lnTo>
                    <a:pt x="2288125" y="119757"/>
                  </a:lnTo>
                  <a:lnTo>
                    <a:pt x="2275197" y="122150"/>
                  </a:lnTo>
                  <a:lnTo>
                    <a:pt x="2262270" y="124542"/>
                  </a:lnTo>
                  <a:lnTo>
                    <a:pt x="2249343" y="126933"/>
                  </a:lnTo>
                  <a:lnTo>
                    <a:pt x="2236416" y="129325"/>
                  </a:lnTo>
                  <a:lnTo>
                    <a:pt x="2223488" y="131717"/>
                  </a:lnTo>
                  <a:lnTo>
                    <a:pt x="2210561" y="134109"/>
                  </a:lnTo>
                  <a:lnTo>
                    <a:pt x="2197634" y="136500"/>
                  </a:lnTo>
                  <a:lnTo>
                    <a:pt x="2184707" y="138891"/>
                  </a:lnTo>
                  <a:lnTo>
                    <a:pt x="2171779" y="141282"/>
                  </a:lnTo>
                  <a:lnTo>
                    <a:pt x="2158852" y="143673"/>
                  </a:lnTo>
                  <a:lnTo>
                    <a:pt x="2145925" y="146064"/>
                  </a:lnTo>
                  <a:lnTo>
                    <a:pt x="2132998" y="148454"/>
                  </a:lnTo>
                  <a:lnTo>
                    <a:pt x="2120070" y="150844"/>
                  </a:lnTo>
                  <a:lnTo>
                    <a:pt x="2107143" y="153234"/>
                  </a:lnTo>
                  <a:lnTo>
                    <a:pt x="2094216" y="155624"/>
                  </a:lnTo>
                  <a:lnTo>
                    <a:pt x="2081288" y="158013"/>
                  </a:lnTo>
                  <a:lnTo>
                    <a:pt x="2068361" y="160402"/>
                  </a:lnTo>
                  <a:lnTo>
                    <a:pt x="2055434" y="162791"/>
                  </a:lnTo>
                  <a:lnTo>
                    <a:pt x="2042507" y="165179"/>
                  </a:lnTo>
                  <a:lnTo>
                    <a:pt x="2029579" y="167567"/>
                  </a:lnTo>
                  <a:lnTo>
                    <a:pt x="2016652" y="169954"/>
                  </a:lnTo>
                  <a:lnTo>
                    <a:pt x="2003725" y="172340"/>
                  </a:lnTo>
                  <a:lnTo>
                    <a:pt x="1990798" y="174725"/>
                  </a:lnTo>
                  <a:lnTo>
                    <a:pt x="1977870" y="177110"/>
                  </a:lnTo>
                  <a:lnTo>
                    <a:pt x="1964943" y="179493"/>
                  </a:lnTo>
                  <a:lnTo>
                    <a:pt x="1952016" y="181875"/>
                  </a:lnTo>
                  <a:lnTo>
                    <a:pt x="1939089" y="184256"/>
                  </a:lnTo>
                  <a:lnTo>
                    <a:pt x="1926161" y="186636"/>
                  </a:lnTo>
                  <a:lnTo>
                    <a:pt x="1913234" y="189013"/>
                  </a:lnTo>
                  <a:lnTo>
                    <a:pt x="1900307" y="191389"/>
                  </a:lnTo>
                  <a:lnTo>
                    <a:pt x="1887380" y="193763"/>
                  </a:lnTo>
                  <a:lnTo>
                    <a:pt x="1874452" y="196134"/>
                  </a:lnTo>
                  <a:lnTo>
                    <a:pt x="1861525" y="198503"/>
                  </a:lnTo>
                  <a:lnTo>
                    <a:pt x="1848598" y="200869"/>
                  </a:lnTo>
                  <a:lnTo>
                    <a:pt x="1835671" y="203232"/>
                  </a:lnTo>
                  <a:lnTo>
                    <a:pt x="1822743" y="205593"/>
                  </a:lnTo>
                  <a:lnTo>
                    <a:pt x="1809816" y="207949"/>
                  </a:lnTo>
                  <a:lnTo>
                    <a:pt x="1796889" y="210303"/>
                  </a:lnTo>
                  <a:lnTo>
                    <a:pt x="1783961" y="212652"/>
                  </a:lnTo>
                  <a:lnTo>
                    <a:pt x="1771034" y="214998"/>
                  </a:lnTo>
                  <a:lnTo>
                    <a:pt x="1758107" y="217339"/>
                  </a:lnTo>
                  <a:lnTo>
                    <a:pt x="1745180" y="219676"/>
                  </a:lnTo>
                  <a:lnTo>
                    <a:pt x="1732252" y="222009"/>
                  </a:lnTo>
                  <a:lnTo>
                    <a:pt x="1719325" y="224337"/>
                  </a:lnTo>
                  <a:lnTo>
                    <a:pt x="1706398" y="226659"/>
                  </a:lnTo>
                  <a:lnTo>
                    <a:pt x="1693471" y="228977"/>
                  </a:lnTo>
                  <a:lnTo>
                    <a:pt x="1680543" y="231290"/>
                  </a:lnTo>
                  <a:lnTo>
                    <a:pt x="1667616" y="233597"/>
                  </a:lnTo>
                  <a:lnTo>
                    <a:pt x="1654689" y="235898"/>
                  </a:lnTo>
                  <a:lnTo>
                    <a:pt x="1641762" y="238195"/>
                  </a:lnTo>
                  <a:lnTo>
                    <a:pt x="1628834" y="240485"/>
                  </a:lnTo>
                  <a:lnTo>
                    <a:pt x="1615907" y="242770"/>
                  </a:lnTo>
                  <a:lnTo>
                    <a:pt x="1602980" y="245049"/>
                  </a:lnTo>
                  <a:lnTo>
                    <a:pt x="1590053" y="247322"/>
                  </a:lnTo>
                  <a:lnTo>
                    <a:pt x="1577125" y="249590"/>
                  </a:lnTo>
                  <a:lnTo>
                    <a:pt x="1564198" y="251852"/>
                  </a:lnTo>
                  <a:lnTo>
                    <a:pt x="1551271" y="254109"/>
                  </a:lnTo>
                  <a:lnTo>
                    <a:pt x="1538344" y="256360"/>
                  </a:lnTo>
                  <a:lnTo>
                    <a:pt x="1525416" y="258605"/>
                  </a:lnTo>
                  <a:lnTo>
                    <a:pt x="1512489" y="260846"/>
                  </a:lnTo>
                  <a:lnTo>
                    <a:pt x="1499562" y="263081"/>
                  </a:lnTo>
                  <a:lnTo>
                    <a:pt x="1486634" y="265311"/>
                  </a:lnTo>
                  <a:lnTo>
                    <a:pt x="1473707" y="267537"/>
                  </a:lnTo>
                  <a:lnTo>
                    <a:pt x="1460780" y="269758"/>
                  </a:lnTo>
                  <a:lnTo>
                    <a:pt x="1447853" y="271974"/>
                  </a:lnTo>
                  <a:lnTo>
                    <a:pt x="1434925" y="274187"/>
                  </a:lnTo>
                  <a:lnTo>
                    <a:pt x="1421998" y="276396"/>
                  </a:lnTo>
                  <a:lnTo>
                    <a:pt x="1409071" y="278601"/>
                  </a:lnTo>
                  <a:lnTo>
                    <a:pt x="1396144" y="280804"/>
                  </a:lnTo>
                  <a:lnTo>
                    <a:pt x="1383216" y="283003"/>
                  </a:lnTo>
                  <a:lnTo>
                    <a:pt x="1370289" y="285199"/>
                  </a:lnTo>
                  <a:lnTo>
                    <a:pt x="1357362" y="287394"/>
                  </a:lnTo>
                  <a:lnTo>
                    <a:pt x="1344435" y="289586"/>
                  </a:lnTo>
                  <a:lnTo>
                    <a:pt x="1331507" y="291777"/>
                  </a:lnTo>
                  <a:lnTo>
                    <a:pt x="1318580" y="293966"/>
                  </a:lnTo>
                  <a:lnTo>
                    <a:pt x="1305653" y="296154"/>
                  </a:lnTo>
                  <a:lnTo>
                    <a:pt x="1292726" y="298341"/>
                  </a:lnTo>
                  <a:lnTo>
                    <a:pt x="1279798" y="300528"/>
                  </a:lnTo>
                  <a:lnTo>
                    <a:pt x="1266871" y="302715"/>
                  </a:lnTo>
                  <a:lnTo>
                    <a:pt x="1253944" y="304902"/>
                  </a:lnTo>
                  <a:lnTo>
                    <a:pt x="1241017" y="307089"/>
                  </a:lnTo>
                  <a:lnTo>
                    <a:pt x="1228089" y="309277"/>
                  </a:lnTo>
                  <a:lnTo>
                    <a:pt x="1215162" y="311465"/>
                  </a:lnTo>
                  <a:lnTo>
                    <a:pt x="1202235" y="313655"/>
                  </a:lnTo>
                  <a:lnTo>
                    <a:pt x="1189307" y="315847"/>
                  </a:lnTo>
                  <a:lnTo>
                    <a:pt x="1176380" y="318040"/>
                  </a:lnTo>
                  <a:lnTo>
                    <a:pt x="1163453" y="320234"/>
                  </a:lnTo>
                  <a:lnTo>
                    <a:pt x="1150526" y="322431"/>
                  </a:lnTo>
                  <a:lnTo>
                    <a:pt x="1137598" y="324631"/>
                  </a:lnTo>
                  <a:lnTo>
                    <a:pt x="1124671" y="326832"/>
                  </a:lnTo>
                  <a:lnTo>
                    <a:pt x="1111744" y="329037"/>
                  </a:lnTo>
                  <a:lnTo>
                    <a:pt x="1098817" y="331244"/>
                  </a:lnTo>
                  <a:lnTo>
                    <a:pt x="1085889" y="333455"/>
                  </a:lnTo>
                  <a:lnTo>
                    <a:pt x="1072962" y="335669"/>
                  </a:lnTo>
                  <a:lnTo>
                    <a:pt x="1060035" y="337886"/>
                  </a:lnTo>
                  <a:lnTo>
                    <a:pt x="1047108" y="340107"/>
                  </a:lnTo>
                  <a:lnTo>
                    <a:pt x="1034180" y="342332"/>
                  </a:lnTo>
                  <a:lnTo>
                    <a:pt x="1021253" y="344561"/>
                  </a:lnTo>
                  <a:lnTo>
                    <a:pt x="1008326" y="346794"/>
                  </a:lnTo>
                  <a:lnTo>
                    <a:pt x="995399" y="349032"/>
                  </a:lnTo>
                  <a:lnTo>
                    <a:pt x="982471" y="351274"/>
                  </a:lnTo>
                  <a:lnTo>
                    <a:pt x="969544" y="353521"/>
                  </a:lnTo>
                  <a:lnTo>
                    <a:pt x="956617" y="355773"/>
                  </a:lnTo>
                  <a:lnTo>
                    <a:pt x="943690" y="358029"/>
                  </a:lnTo>
                  <a:lnTo>
                    <a:pt x="930762" y="360292"/>
                  </a:lnTo>
                  <a:lnTo>
                    <a:pt x="917835" y="362559"/>
                  </a:lnTo>
                  <a:lnTo>
                    <a:pt x="904908" y="364832"/>
                  </a:lnTo>
                  <a:lnTo>
                    <a:pt x="891980" y="367111"/>
                  </a:lnTo>
                  <a:lnTo>
                    <a:pt x="879053" y="369395"/>
                  </a:lnTo>
                  <a:lnTo>
                    <a:pt x="866126" y="371686"/>
                  </a:lnTo>
                  <a:lnTo>
                    <a:pt x="853199" y="373982"/>
                  </a:lnTo>
                  <a:lnTo>
                    <a:pt x="840271" y="376285"/>
                  </a:lnTo>
                  <a:lnTo>
                    <a:pt x="827344" y="378594"/>
                  </a:lnTo>
                  <a:lnTo>
                    <a:pt x="814417" y="380910"/>
                  </a:lnTo>
                  <a:lnTo>
                    <a:pt x="801490" y="383232"/>
                  </a:lnTo>
                  <a:lnTo>
                    <a:pt x="788562" y="385560"/>
                  </a:lnTo>
                  <a:lnTo>
                    <a:pt x="775635" y="387896"/>
                  </a:lnTo>
                  <a:lnTo>
                    <a:pt x="762708" y="390238"/>
                  </a:lnTo>
                  <a:lnTo>
                    <a:pt x="749781" y="392587"/>
                  </a:lnTo>
                  <a:lnTo>
                    <a:pt x="736853" y="394942"/>
                  </a:lnTo>
                  <a:lnTo>
                    <a:pt x="723926" y="397305"/>
                  </a:lnTo>
                  <a:lnTo>
                    <a:pt x="710999" y="399675"/>
                  </a:lnTo>
                  <a:lnTo>
                    <a:pt x="698072" y="402051"/>
                  </a:lnTo>
                  <a:lnTo>
                    <a:pt x="685144" y="404434"/>
                  </a:lnTo>
                  <a:lnTo>
                    <a:pt x="672217" y="406824"/>
                  </a:lnTo>
                  <a:lnTo>
                    <a:pt x="659290" y="409221"/>
                  </a:lnTo>
                  <a:lnTo>
                    <a:pt x="646363" y="411625"/>
                  </a:lnTo>
                  <a:lnTo>
                    <a:pt x="633435" y="414036"/>
                  </a:lnTo>
                  <a:lnTo>
                    <a:pt x="620508" y="416454"/>
                  </a:lnTo>
                  <a:lnTo>
                    <a:pt x="607581" y="418878"/>
                  </a:lnTo>
                  <a:lnTo>
                    <a:pt x="594653" y="421310"/>
                  </a:lnTo>
                  <a:lnTo>
                    <a:pt x="581726" y="423747"/>
                  </a:lnTo>
                  <a:lnTo>
                    <a:pt x="568799" y="426192"/>
                  </a:lnTo>
                  <a:lnTo>
                    <a:pt x="555872" y="428643"/>
                  </a:lnTo>
                  <a:lnTo>
                    <a:pt x="542944" y="431101"/>
                  </a:lnTo>
                  <a:lnTo>
                    <a:pt x="530017" y="433565"/>
                  </a:lnTo>
                  <a:lnTo>
                    <a:pt x="517090" y="436036"/>
                  </a:lnTo>
                  <a:lnTo>
                    <a:pt x="504163" y="438513"/>
                  </a:lnTo>
                  <a:lnTo>
                    <a:pt x="491235" y="440997"/>
                  </a:lnTo>
                  <a:lnTo>
                    <a:pt x="478308" y="443487"/>
                  </a:lnTo>
                  <a:lnTo>
                    <a:pt x="465381" y="445983"/>
                  </a:lnTo>
                  <a:lnTo>
                    <a:pt x="452454" y="448485"/>
                  </a:lnTo>
                  <a:lnTo>
                    <a:pt x="439526" y="450994"/>
                  </a:lnTo>
                  <a:lnTo>
                    <a:pt x="426599" y="453508"/>
                  </a:lnTo>
                  <a:lnTo>
                    <a:pt x="413672" y="456029"/>
                  </a:lnTo>
                  <a:lnTo>
                    <a:pt x="400745" y="458555"/>
                  </a:lnTo>
                  <a:lnTo>
                    <a:pt x="387817" y="461088"/>
                  </a:lnTo>
                  <a:lnTo>
                    <a:pt x="374890" y="463626"/>
                  </a:lnTo>
                  <a:lnTo>
                    <a:pt x="361963" y="466170"/>
                  </a:lnTo>
                  <a:lnTo>
                    <a:pt x="349036" y="468719"/>
                  </a:lnTo>
                  <a:lnTo>
                    <a:pt x="336108" y="471274"/>
                  </a:lnTo>
                  <a:lnTo>
                    <a:pt x="323181" y="473834"/>
                  </a:lnTo>
                  <a:lnTo>
                    <a:pt x="310254" y="476399"/>
                  </a:lnTo>
                  <a:lnTo>
                    <a:pt x="297326" y="478969"/>
                  </a:lnTo>
                  <a:lnTo>
                    <a:pt x="284399" y="481544"/>
                  </a:lnTo>
                  <a:lnTo>
                    <a:pt x="271472" y="484124"/>
                  </a:lnTo>
                  <a:lnTo>
                    <a:pt x="258545" y="486708"/>
                  </a:lnTo>
                  <a:lnTo>
                    <a:pt x="245617" y="489296"/>
                  </a:lnTo>
                  <a:lnTo>
                    <a:pt x="232690" y="491888"/>
                  </a:lnTo>
                  <a:lnTo>
                    <a:pt x="219763" y="494484"/>
                  </a:lnTo>
                  <a:lnTo>
                    <a:pt x="206836" y="497084"/>
                  </a:lnTo>
                  <a:lnTo>
                    <a:pt x="193908" y="499686"/>
                  </a:lnTo>
                  <a:lnTo>
                    <a:pt x="180981" y="502292"/>
                  </a:lnTo>
                  <a:lnTo>
                    <a:pt x="168054" y="504900"/>
                  </a:lnTo>
                  <a:lnTo>
                    <a:pt x="155127" y="507511"/>
                  </a:lnTo>
                  <a:lnTo>
                    <a:pt x="142199" y="510124"/>
                  </a:lnTo>
                  <a:lnTo>
                    <a:pt x="129272" y="512738"/>
                  </a:lnTo>
                  <a:lnTo>
                    <a:pt x="116345" y="515355"/>
                  </a:lnTo>
                  <a:lnTo>
                    <a:pt x="103418" y="517973"/>
                  </a:lnTo>
                  <a:lnTo>
                    <a:pt x="90490" y="520592"/>
                  </a:lnTo>
                  <a:lnTo>
                    <a:pt x="77563" y="523211"/>
                  </a:lnTo>
                  <a:lnTo>
                    <a:pt x="64636" y="525832"/>
                  </a:lnTo>
                  <a:lnTo>
                    <a:pt x="51709" y="528453"/>
                  </a:lnTo>
                  <a:lnTo>
                    <a:pt x="38781" y="531075"/>
                  </a:lnTo>
                  <a:lnTo>
                    <a:pt x="25854" y="533696"/>
                  </a:lnTo>
                  <a:lnTo>
                    <a:pt x="12927" y="536318"/>
                  </a:lnTo>
                  <a:lnTo>
                    <a:pt x="0" y="53894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27686" y="2223376"/>
              <a:ext cx="2313979" cy="117293"/>
            </a:xfrm>
            <a:custGeom>
              <a:avLst/>
              <a:pathLst>
                <a:path w="2313979" h="117293">
                  <a:moveTo>
                    <a:pt x="0" y="103910"/>
                  </a:moveTo>
                  <a:lnTo>
                    <a:pt x="12927" y="104274"/>
                  </a:lnTo>
                  <a:lnTo>
                    <a:pt x="25854" y="104639"/>
                  </a:lnTo>
                  <a:lnTo>
                    <a:pt x="38781" y="105003"/>
                  </a:lnTo>
                  <a:lnTo>
                    <a:pt x="51709" y="105367"/>
                  </a:lnTo>
                  <a:lnTo>
                    <a:pt x="64636" y="105731"/>
                  </a:lnTo>
                  <a:lnTo>
                    <a:pt x="77563" y="106094"/>
                  </a:lnTo>
                  <a:lnTo>
                    <a:pt x="90490" y="106457"/>
                  </a:lnTo>
                  <a:lnTo>
                    <a:pt x="103418" y="106819"/>
                  </a:lnTo>
                  <a:lnTo>
                    <a:pt x="116345" y="107180"/>
                  </a:lnTo>
                  <a:lnTo>
                    <a:pt x="129272" y="107540"/>
                  </a:lnTo>
                  <a:lnTo>
                    <a:pt x="142199" y="107898"/>
                  </a:lnTo>
                  <a:lnTo>
                    <a:pt x="155127" y="108254"/>
                  </a:lnTo>
                  <a:lnTo>
                    <a:pt x="168054" y="108609"/>
                  </a:lnTo>
                  <a:lnTo>
                    <a:pt x="180981" y="108961"/>
                  </a:lnTo>
                  <a:lnTo>
                    <a:pt x="193908" y="109311"/>
                  </a:lnTo>
                  <a:lnTo>
                    <a:pt x="206836" y="109657"/>
                  </a:lnTo>
                  <a:lnTo>
                    <a:pt x="219763" y="110001"/>
                  </a:lnTo>
                  <a:lnTo>
                    <a:pt x="232690" y="110341"/>
                  </a:lnTo>
                  <a:lnTo>
                    <a:pt x="245617" y="110677"/>
                  </a:lnTo>
                  <a:lnTo>
                    <a:pt x="258545" y="111009"/>
                  </a:lnTo>
                  <a:lnTo>
                    <a:pt x="271472" y="111336"/>
                  </a:lnTo>
                  <a:lnTo>
                    <a:pt x="284399" y="111658"/>
                  </a:lnTo>
                  <a:lnTo>
                    <a:pt x="297326" y="111975"/>
                  </a:lnTo>
                  <a:lnTo>
                    <a:pt x="310254" y="112286"/>
                  </a:lnTo>
                  <a:lnTo>
                    <a:pt x="323181" y="112591"/>
                  </a:lnTo>
                  <a:lnTo>
                    <a:pt x="336108" y="112890"/>
                  </a:lnTo>
                  <a:lnTo>
                    <a:pt x="349036" y="113182"/>
                  </a:lnTo>
                  <a:lnTo>
                    <a:pt x="361963" y="113466"/>
                  </a:lnTo>
                  <a:lnTo>
                    <a:pt x="374890" y="113744"/>
                  </a:lnTo>
                  <a:lnTo>
                    <a:pt x="387817" y="114013"/>
                  </a:lnTo>
                  <a:lnTo>
                    <a:pt x="400745" y="114274"/>
                  </a:lnTo>
                  <a:lnTo>
                    <a:pt x="413672" y="114526"/>
                  </a:lnTo>
                  <a:lnTo>
                    <a:pt x="426599" y="114769"/>
                  </a:lnTo>
                  <a:lnTo>
                    <a:pt x="439526" y="115003"/>
                  </a:lnTo>
                  <a:lnTo>
                    <a:pt x="452454" y="115227"/>
                  </a:lnTo>
                  <a:lnTo>
                    <a:pt x="465381" y="115442"/>
                  </a:lnTo>
                  <a:lnTo>
                    <a:pt x="478308" y="115645"/>
                  </a:lnTo>
                  <a:lnTo>
                    <a:pt x="491235" y="115839"/>
                  </a:lnTo>
                  <a:lnTo>
                    <a:pt x="504163" y="116021"/>
                  </a:lnTo>
                  <a:lnTo>
                    <a:pt x="517090" y="116192"/>
                  </a:lnTo>
                  <a:lnTo>
                    <a:pt x="530017" y="116352"/>
                  </a:lnTo>
                  <a:lnTo>
                    <a:pt x="542944" y="116500"/>
                  </a:lnTo>
                  <a:lnTo>
                    <a:pt x="555872" y="116637"/>
                  </a:lnTo>
                  <a:lnTo>
                    <a:pt x="568799" y="116760"/>
                  </a:lnTo>
                  <a:lnTo>
                    <a:pt x="581726" y="116872"/>
                  </a:lnTo>
                  <a:lnTo>
                    <a:pt x="594653" y="116971"/>
                  </a:lnTo>
                  <a:lnTo>
                    <a:pt x="607581" y="117057"/>
                  </a:lnTo>
                  <a:lnTo>
                    <a:pt x="620508" y="117130"/>
                  </a:lnTo>
                  <a:lnTo>
                    <a:pt x="633435" y="117190"/>
                  </a:lnTo>
                  <a:lnTo>
                    <a:pt x="646363" y="117236"/>
                  </a:lnTo>
                  <a:lnTo>
                    <a:pt x="659290" y="117269"/>
                  </a:lnTo>
                  <a:lnTo>
                    <a:pt x="672217" y="117288"/>
                  </a:lnTo>
                  <a:lnTo>
                    <a:pt x="685144" y="117293"/>
                  </a:lnTo>
                  <a:lnTo>
                    <a:pt x="698072" y="117284"/>
                  </a:lnTo>
                  <a:lnTo>
                    <a:pt x="710999" y="117260"/>
                  </a:lnTo>
                  <a:lnTo>
                    <a:pt x="723926" y="117223"/>
                  </a:lnTo>
                  <a:lnTo>
                    <a:pt x="736853" y="117170"/>
                  </a:lnTo>
                  <a:lnTo>
                    <a:pt x="749781" y="117103"/>
                  </a:lnTo>
                  <a:lnTo>
                    <a:pt x="762708" y="117022"/>
                  </a:lnTo>
                  <a:lnTo>
                    <a:pt x="775635" y="116925"/>
                  </a:lnTo>
                  <a:lnTo>
                    <a:pt x="788562" y="116813"/>
                  </a:lnTo>
                  <a:lnTo>
                    <a:pt x="801490" y="116686"/>
                  </a:lnTo>
                  <a:lnTo>
                    <a:pt x="814417" y="116544"/>
                  </a:lnTo>
                  <a:lnTo>
                    <a:pt x="827344" y="116386"/>
                  </a:lnTo>
                  <a:lnTo>
                    <a:pt x="840271" y="116213"/>
                  </a:lnTo>
                  <a:lnTo>
                    <a:pt x="853199" y="116023"/>
                  </a:lnTo>
                  <a:lnTo>
                    <a:pt x="866126" y="115818"/>
                  </a:lnTo>
                  <a:lnTo>
                    <a:pt x="879053" y="115597"/>
                  </a:lnTo>
                  <a:lnTo>
                    <a:pt x="891980" y="115360"/>
                  </a:lnTo>
                  <a:lnTo>
                    <a:pt x="904908" y="115107"/>
                  </a:lnTo>
                  <a:lnTo>
                    <a:pt x="917835" y="114838"/>
                  </a:lnTo>
                  <a:lnTo>
                    <a:pt x="930762" y="114552"/>
                  </a:lnTo>
                  <a:lnTo>
                    <a:pt x="943690" y="114249"/>
                  </a:lnTo>
                  <a:lnTo>
                    <a:pt x="956617" y="113930"/>
                  </a:lnTo>
                  <a:lnTo>
                    <a:pt x="969544" y="113595"/>
                  </a:lnTo>
                  <a:lnTo>
                    <a:pt x="982471" y="113242"/>
                  </a:lnTo>
                  <a:lnTo>
                    <a:pt x="995399" y="112873"/>
                  </a:lnTo>
                  <a:lnTo>
                    <a:pt x="1008326" y="112488"/>
                  </a:lnTo>
                  <a:lnTo>
                    <a:pt x="1021253" y="112085"/>
                  </a:lnTo>
                  <a:lnTo>
                    <a:pt x="1034180" y="111665"/>
                  </a:lnTo>
                  <a:lnTo>
                    <a:pt x="1047108" y="111229"/>
                  </a:lnTo>
                  <a:lnTo>
                    <a:pt x="1060035" y="110775"/>
                  </a:lnTo>
                  <a:lnTo>
                    <a:pt x="1072962" y="110304"/>
                  </a:lnTo>
                  <a:lnTo>
                    <a:pt x="1085889" y="109817"/>
                  </a:lnTo>
                  <a:lnTo>
                    <a:pt x="1098817" y="109312"/>
                  </a:lnTo>
                  <a:lnTo>
                    <a:pt x="1111744" y="108791"/>
                  </a:lnTo>
                  <a:lnTo>
                    <a:pt x="1124671" y="108252"/>
                  </a:lnTo>
                  <a:lnTo>
                    <a:pt x="1137598" y="107697"/>
                  </a:lnTo>
                  <a:lnTo>
                    <a:pt x="1150526" y="107124"/>
                  </a:lnTo>
                  <a:lnTo>
                    <a:pt x="1163453" y="106534"/>
                  </a:lnTo>
                  <a:lnTo>
                    <a:pt x="1176380" y="105928"/>
                  </a:lnTo>
                  <a:lnTo>
                    <a:pt x="1189307" y="105304"/>
                  </a:lnTo>
                  <a:lnTo>
                    <a:pt x="1202235" y="104663"/>
                  </a:lnTo>
                  <a:lnTo>
                    <a:pt x="1215162" y="104006"/>
                  </a:lnTo>
                  <a:lnTo>
                    <a:pt x="1228089" y="103331"/>
                  </a:lnTo>
                  <a:lnTo>
                    <a:pt x="1241017" y="102640"/>
                  </a:lnTo>
                  <a:lnTo>
                    <a:pt x="1253944" y="101931"/>
                  </a:lnTo>
                  <a:lnTo>
                    <a:pt x="1266871" y="101205"/>
                  </a:lnTo>
                  <a:lnTo>
                    <a:pt x="1279798" y="100463"/>
                  </a:lnTo>
                  <a:lnTo>
                    <a:pt x="1292726" y="99703"/>
                  </a:lnTo>
                  <a:lnTo>
                    <a:pt x="1305653" y="98926"/>
                  </a:lnTo>
                  <a:lnTo>
                    <a:pt x="1318580" y="98132"/>
                  </a:lnTo>
                  <a:lnTo>
                    <a:pt x="1331507" y="97321"/>
                  </a:lnTo>
                  <a:lnTo>
                    <a:pt x="1344435" y="96493"/>
                  </a:lnTo>
                  <a:lnTo>
                    <a:pt x="1357362" y="95648"/>
                  </a:lnTo>
                  <a:lnTo>
                    <a:pt x="1370289" y="94786"/>
                  </a:lnTo>
                  <a:lnTo>
                    <a:pt x="1383216" y="93906"/>
                  </a:lnTo>
                  <a:lnTo>
                    <a:pt x="1396144" y="93010"/>
                  </a:lnTo>
                  <a:lnTo>
                    <a:pt x="1409071" y="92096"/>
                  </a:lnTo>
                  <a:lnTo>
                    <a:pt x="1421998" y="91165"/>
                  </a:lnTo>
                  <a:lnTo>
                    <a:pt x="1434925" y="90216"/>
                  </a:lnTo>
                  <a:lnTo>
                    <a:pt x="1447853" y="89251"/>
                  </a:lnTo>
                  <a:lnTo>
                    <a:pt x="1460780" y="88269"/>
                  </a:lnTo>
                  <a:lnTo>
                    <a:pt x="1473707" y="87269"/>
                  </a:lnTo>
                  <a:lnTo>
                    <a:pt x="1486634" y="86253"/>
                  </a:lnTo>
                  <a:lnTo>
                    <a:pt x="1499562" y="85220"/>
                  </a:lnTo>
                  <a:lnTo>
                    <a:pt x="1512489" y="84170"/>
                  </a:lnTo>
                  <a:lnTo>
                    <a:pt x="1525416" y="83104"/>
                  </a:lnTo>
                  <a:lnTo>
                    <a:pt x="1538344" y="82021"/>
                  </a:lnTo>
                  <a:lnTo>
                    <a:pt x="1551271" y="80922"/>
                  </a:lnTo>
                  <a:lnTo>
                    <a:pt x="1564198" y="79807"/>
                  </a:lnTo>
                  <a:lnTo>
                    <a:pt x="1577125" y="78676"/>
                  </a:lnTo>
                  <a:lnTo>
                    <a:pt x="1590053" y="77529"/>
                  </a:lnTo>
                  <a:lnTo>
                    <a:pt x="1602980" y="76368"/>
                  </a:lnTo>
                  <a:lnTo>
                    <a:pt x="1615907" y="75191"/>
                  </a:lnTo>
                  <a:lnTo>
                    <a:pt x="1628834" y="74000"/>
                  </a:lnTo>
                  <a:lnTo>
                    <a:pt x="1641762" y="72794"/>
                  </a:lnTo>
                  <a:lnTo>
                    <a:pt x="1654689" y="71574"/>
                  </a:lnTo>
                  <a:lnTo>
                    <a:pt x="1667616" y="70341"/>
                  </a:lnTo>
                  <a:lnTo>
                    <a:pt x="1680543" y="69094"/>
                  </a:lnTo>
                  <a:lnTo>
                    <a:pt x="1693471" y="67835"/>
                  </a:lnTo>
                  <a:lnTo>
                    <a:pt x="1706398" y="66563"/>
                  </a:lnTo>
                  <a:lnTo>
                    <a:pt x="1719325" y="65279"/>
                  </a:lnTo>
                  <a:lnTo>
                    <a:pt x="1732252" y="63984"/>
                  </a:lnTo>
                  <a:lnTo>
                    <a:pt x="1745180" y="62678"/>
                  </a:lnTo>
                  <a:lnTo>
                    <a:pt x="1758107" y="61361"/>
                  </a:lnTo>
                  <a:lnTo>
                    <a:pt x="1771034" y="60034"/>
                  </a:lnTo>
                  <a:lnTo>
                    <a:pt x="1783961" y="58697"/>
                  </a:lnTo>
                  <a:lnTo>
                    <a:pt x="1796889" y="57351"/>
                  </a:lnTo>
                  <a:lnTo>
                    <a:pt x="1809816" y="55997"/>
                  </a:lnTo>
                  <a:lnTo>
                    <a:pt x="1822743" y="54634"/>
                  </a:lnTo>
                  <a:lnTo>
                    <a:pt x="1835671" y="53263"/>
                  </a:lnTo>
                  <a:lnTo>
                    <a:pt x="1848598" y="51885"/>
                  </a:lnTo>
                  <a:lnTo>
                    <a:pt x="1861525" y="50499"/>
                  </a:lnTo>
                  <a:lnTo>
                    <a:pt x="1874452" y="49108"/>
                  </a:lnTo>
                  <a:lnTo>
                    <a:pt x="1887380" y="47710"/>
                  </a:lnTo>
                  <a:lnTo>
                    <a:pt x="1900307" y="46306"/>
                  </a:lnTo>
                  <a:lnTo>
                    <a:pt x="1913234" y="44897"/>
                  </a:lnTo>
                  <a:lnTo>
                    <a:pt x="1926161" y="43483"/>
                  </a:lnTo>
                  <a:lnTo>
                    <a:pt x="1939089" y="42065"/>
                  </a:lnTo>
                  <a:lnTo>
                    <a:pt x="1952016" y="40642"/>
                  </a:lnTo>
                  <a:lnTo>
                    <a:pt x="1964943" y="39215"/>
                  </a:lnTo>
                  <a:lnTo>
                    <a:pt x="1977870" y="37785"/>
                  </a:lnTo>
                  <a:lnTo>
                    <a:pt x="1990798" y="36352"/>
                  </a:lnTo>
                  <a:lnTo>
                    <a:pt x="2003725" y="34915"/>
                  </a:lnTo>
                  <a:lnTo>
                    <a:pt x="2016652" y="33476"/>
                  </a:lnTo>
                  <a:lnTo>
                    <a:pt x="2029579" y="32034"/>
                  </a:lnTo>
                  <a:lnTo>
                    <a:pt x="2042507" y="30590"/>
                  </a:lnTo>
                  <a:lnTo>
                    <a:pt x="2055434" y="29144"/>
                  </a:lnTo>
                  <a:lnTo>
                    <a:pt x="2068361" y="27696"/>
                  </a:lnTo>
                  <a:lnTo>
                    <a:pt x="2081288" y="26247"/>
                  </a:lnTo>
                  <a:lnTo>
                    <a:pt x="2094216" y="24796"/>
                  </a:lnTo>
                  <a:lnTo>
                    <a:pt x="2107143" y="23343"/>
                  </a:lnTo>
                  <a:lnTo>
                    <a:pt x="2120070" y="21889"/>
                  </a:lnTo>
                  <a:lnTo>
                    <a:pt x="2132998" y="20434"/>
                  </a:lnTo>
                  <a:lnTo>
                    <a:pt x="2145925" y="18978"/>
                  </a:lnTo>
                  <a:lnTo>
                    <a:pt x="2158852" y="17521"/>
                  </a:lnTo>
                  <a:lnTo>
                    <a:pt x="2171779" y="16063"/>
                  </a:lnTo>
                  <a:lnTo>
                    <a:pt x="2184707" y="14605"/>
                  </a:lnTo>
                  <a:lnTo>
                    <a:pt x="2197634" y="13146"/>
                  </a:lnTo>
                  <a:lnTo>
                    <a:pt x="2210561" y="11686"/>
                  </a:lnTo>
                  <a:lnTo>
                    <a:pt x="2223488" y="10226"/>
                  </a:lnTo>
                  <a:lnTo>
                    <a:pt x="2236416" y="8766"/>
                  </a:lnTo>
                  <a:lnTo>
                    <a:pt x="2249343" y="7305"/>
                  </a:lnTo>
                  <a:lnTo>
                    <a:pt x="2262270" y="5844"/>
                  </a:lnTo>
                  <a:lnTo>
                    <a:pt x="2275197" y="4383"/>
                  </a:lnTo>
                  <a:lnTo>
                    <a:pt x="2288125" y="2922"/>
                  </a:lnTo>
                  <a:lnTo>
                    <a:pt x="2301052" y="1461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27686" y="2338350"/>
              <a:ext cx="2313979" cy="423966"/>
            </a:xfrm>
            <a:custGeom>
              <a:avLst/>
              <a:pathLst>
                <a:path w="2313979" h="423966">
                  <a:moveTo>
                    <a:pt x="2313979" y="0"/>
                  </a:moveTo>
                  <a:lnTo>
                    <a:pt x="2301052" y="2392"/>
                  </a:lnTo>
                  <a:lnTo>
                    <a:pt x="2288125" y="4784"/>
                  </a:lnTo>
                  <a:lnTo>
                    <a:pt x="2275197" y="7176"/>
                  </a:lnTo>
                  <a:lnTo>
                    <a:pt x="2262270" y="9568"/>
                  </a:lnTo>
                  <a:lnTo>
                    <a:pt x="2249343" y="11960"/>
                  </a:lnTo>
                  <a:lnTo>
                    <a:pt x="2236416" y="14351"/>
                  </a:lnTo>
                  <a:lnTo>
                    <a:pt x="2223488" y="16743"/>
                  </a:lnTo>
                  <a:lnTo>
                    <a:pt x="2210561" y="19135"/>
                  </a:lnTo>
                  <a:lnTo>
                    <a:pt x="2197634" y="21526"/>
                  </a:lnTo>
                  <a:lnTo>
                    <a:pt x="2184707" y="23917"/>
                  </a:lnTo>
                  <a:lnTo>
                    <a:pt x="2171779" y="26308"/>
                  </a:lnTo>
                  <a:lnTo>
                    <a:pt x="2158852" y="28699"/>
                  </a:lnTo>
                  <a:lnTo>
                    <a:pt x="2145925" y="31090"/>
                  </a:lnTo>
                  <a:lnTo>
                    <a:pt x="2132998" y="33480"/>
                  </a:lnTo>
                  <a:lnTo>
                    <a:pt x="2120070" y="35871"/>
                  </a:lnTo>
                  <a:lnTo>
                    <a:pt x="2107143" y="38260"/>
                  </a:lnTo>
                  <a:lnTo>
                    <a:pt x="2094216" y="40650"/>
                  </a:lnTo>
                  <a:lnTo>
                    <a:pt x="2081288" y="43039"/>
                  </a:lnTo>
                  <a:lnTo>
                    <a:pt x="2068361" y="45428"/>
                  </a:lnTo>
                  <a:lnTo>
                    <a:pt x="2055434" y="47817"/>
                  </a:lnTo>
                  <a:lnTo>
                    <a:pt x="2042507" y="50205"/>
                  </a:lnTo>
                  <a:lnTo>
                    <a:pt x="2029579" y="52593"/>
                  </a:lnTo>
                  <a:lnTo>
                    <a:pt x="2016652" y="54980"/>
                  </a:lnTo>
                  <a:lnTo>
                    <a:pt x="2003725" y="57366"/>
                  </a:lnTo>
                  <a:lnTo>
                    <a:pt x="1990798" y="59751"/>
                  </a:lnTo>
                  <a:lnTo>
                    <a:pt x="1977870" y="62136"/>
                  </a:lnTo>
                  <a:lnTo>
                    <a:pt x="1964943" y="64519"/>
                  </a:lnTo>
                  <a:lnTo>
                    <a:pt x="1952016" y="66902"/>
                  </a:lnTo>
                  <a:lnTo>
                    <a:pt x="1939089" y="69282"/>
                  </a:lnTo>
                  <a:lnTo>
                    <a:pt x="1926161" y="71662"/>
                  </a:lnTo>
                  <a:lnTo>
                    <a:pt x="1913234" y="74039"/>
                  </a:lnTo>
                  <a:lnTo>
                    <a:pt x="1900307" y="76415"/>
                  </a:lnTo>
                  <a:lnTo>
                    <a:pt x="1887380" y="78789"/>
                  </a:lnTo>
                  <a:lnTo>
                    <a:pt x="1874452" y="81160"/>
                  </a:lnTo>
                  <a:lnTo>
                    <a:pt x="1861525" y="83529"/>
                  </a:lnTo>
                  <a:lnTo>
                    <a:pt x="1848598" y="85895"/>
                  </a:lnTo>
                  <a:lnTo>
                    <a:pt x="1835671" y="88259"/>
                  </a:lnTo>
                  <a:lnTo>
                    <a:pt x="1822743" y="90619"/>
                  </a:lnTo>
                  <a:lnTo>
                    <a:pt x="1809816" y="92976"/>
                  </a:lnTo>
                  <a:lnTo>
                    <a:pt x="1796889" y="95329"/>
                  </a:lnTo>
                  <a:lnTo>
                    <a:pt x="1783961" y="97679"/>
                  </a:lnTo>
                  <a:lnTo>
                    <a:pt x="1771034" y="100024"/>
                  </a:lnTo>
                  <a:lnTo>
                    <a:pt x="1758107" y="102366"/>
                  </a:lnTo>
                  <a:lnTo>
                    <a:pt x="1745180" y="104703"/>
                  </a:lnTo>
                  <a:lnTo>
                    <a:pt x="1732252" y="107035"/>
                  </a:lnTo>
                  <a:lnTo>
                    <a:pt x="1719325" y="109363"/>
                  </a:lnTo>
                  <a:lnTo>
                    <a:pt x="1706398" y="111686"/>
                  </a:lnTo>
                  <a:lnTo>
                    <a:pt x="1693471" y="114003"/>
                  </a:lnTo>
                  <a:lnTo>
                    <a:pt x="1680543" y="116316"/>
                  </a:lnTo>
                  <a:lnTo>
                    <a:pt x="1667616" y="118623"/>
                  </a:lnTo>
                  <a:lnTo>
                    <a:pt x="1654689" y="120925"/>
                  </a:lnTo>
                  <a:lnTo>
                    <a:pt x="1641762" y="123221"/>
                  </a:lnTo>
                  <a:lnTo>
                    <a:pt x="1628834" y="125511"/>
                  </a:lnTo>
                  <a:lnTo>
                    <a:pt x="1615907" y="127796"/>
                  </a:lnTo>
                  <a:lnTo>
                    <a:pt x="1602980" y="130075"/>
                  </a:lnTo>
                  <a:lnTo>
                    <a:pt x="1590053" y="132349"/>
                  </a:lnTo>
                  <a:lnTo>
                    <a:pt x="1577125" y="134616"/>
                  </a:lnTo>
                  <a:lnTo>
                    <a:pt x="1564198" y="136878"/>
                  </a:lnTo>
                  <a:lnTo>
                    <a:pt x="1551271" y="139135"/>
                  </a:lnTo>
                  <a:lnTo>
                    <a:pt x="1538344" y="141386"/>
                  </a:lnTo>
                  <a:lnTo>
                    <a:pt x="1525416" y="143632"/>
                  </a:lnTo>
                  <a:lnTo>
                    <a:pt x="1512489" y="145872"/>
                  </a:lnTo>
                  <a:lnTo>
                    <a:pt x="1499562" y="148107"/>
                  </a:lnTo>
                  <a:lnTo>
                    <a:pt x="1486634" y="150337"/>
                  </a:lnTo>
                  <a:lnTo>
                    <a:pt x="1473707" y="152563"/>
                  </a:lnTo>
                  <a:lnTo>
                    <a:pt x="1460780" y="154784"/>
                  </a:lnTo>
                  <a:lnTo>
                    <a:pt x="1447853" y="157001"/>
                  </a:lnTo>
                  <a:lnTo>
                    <a:pt x="1434925" y="159213"/>
                  </a:lnTo>
                  <a:lnTo>
                    <a:pt x="1421998" y="161422"/>
                  </a:lnTo>
                  <a:lnTo>
                    <a:pt x="1409071" y="163628"/>
                  </a:lnTo>
                  <a:lnTo>
                    <a:pt x="1396144" y="165830"/>
                  </a:lnTo>
                  <a:lnTo>
                    <a:pt x="1383216" y="168029"/>
                  </a:lnTo>
                  <a:lnTo>
                    <a:pt x="1370289" y="170226"/>
                  </a:lnTo>
                  <a:lnTo>
                    <a:pt x="1357362" y="172420"/>
                  </a:lnTo>
                  <a:lnTo>
                    <a:pt x="1344435" y="174612"/>
                  </a:lnTo>
                  <a:lnTo>
                    <a:pt x="1331507" y="176803"/>
                  </a:lnTo>
                  <a:lnTo>
                    <a:pt x="1318580" y="178992"/>
                  </a:lnTo>
                  <a:lnTo>
                    <a:pt x="1305653" y="181180"/>
                  </a:lnTo>
                  <a:lnTo>
                    <a:pt x="1292726" y="183367"/>
                  </a:lnTo>
                  <a:lnTo>
                    <a:pt x="1279798" y="185554"/>
                  </a:lnTo>
                  <a:lnTo>
                    <a:pt x="1266871" y="187741"/>
                  </a:lnTo>
                  <a:lnTo>
                    <a:pt x="1253944" y="189928"/>
                  </a:lnTo>
                  <a:lnTo>
                    <a:pt x="1241017" y="192115"/>
                  </a:lnTo>
                  <a:lnTo>
                    <a:pt x="1228089" y="194303"/>
                  </a:lnTo>
                  <a:lnTo>
                    <a:pt x="1215162" y="196492"/>
                  </a:lnTo>
                  <a:lnTo>
                    <a:pt x="1202235" y="198681"/>
                  </a:lnTo>
                  <a:lnTo>
                    <a:pt x="1189307" y="200873"/>
                  </a:lnTo>
                  <a:lnTo>
                    <a:pt x="1176380" y="203066"/>
                  </a:lnTo>
                  <a:lnTo>
                    <a:pt x="1163453" y="205261"/>
                  </a:lnTo>
                  <a:lnTo>
                    <a:pt x="1150526" y="207458"/>
                  </a:lnTo>
                  <a:lnTo>
                    <a:pt x="1137598" y="209657"/>
                  </a:lnTo>
                  <a:lnTo>
                    <a:pt x="1124671" y="211859"/>
                  </a:lnTo>
                  <a:lnTo>
                    <a:pt x="1111744" y="214063"/>
                  </a:lnTo>
                  <a:lnTo>
                    <a:pt x="1098817" y="216271"/>
                  </a:lnTo>
                  <a:lnTo>
                    <a:pt x="1085889" y="218481"/>
                  </a:lnTo>
                  <a:lnTo>
                    <a:pt x="1072962" y="220695"/>
                  </a:lnTo>
                  <a:lnTo>
                    <a:pt x="1060035" y="222912"/>
                  </a:lnTo>
                  <a:lnTo>
                    <a:pt x="1047108" y="225133"/>
                  </a:lnTo>
                  <a:lnTo>
                    <a:pt x="1034180" y="227358"/>
                  </a:lnTo>
                  <a:lnTo>
                    <a:pt x="1021253" y="229587"/>
                  </a:lnTo>
                  <a:lnTo>
                    <a:pt x="1008326" y="231820"/>
                  </a:lnTo>
                  <a:lnTo>
                    <a:pt x="995399" y="234058"/>
                  </a:lnTo>
                  <a:lnTo>
                    <a:pt x="982471" y="236300"/>
                  </a:lnTo>
                  <a:lnTo>
                    <a:pt x="969544" y="238547"/>
                  </a:lnTo>
                  <a:lnTo>
                    <a:pt x="956617" y="240799"/>
                  </a:lnTo>
                  <a:lnTo>
                    <a:pt x="943690" y="243056"/>
                  </a:lnTo>
                  <a:lnTo>
                    <a:pt x="930762" y="245318"/>
                  </a:lnTo>
                  <a:lnTo>
                    <a:pt x="917835" y="247585"/>
                  </a:lnTo>
                  <a:lnTo>
                    <a:pt x="904908" y="249858"/>
                  </a:lnTo>
                  <a:lnTo>
                    <a:pt x="891980" y="252137"/>
                  </a:lnTo>
                  <a:lnTo>
                    <a:pt x="879053" y="254421"/>
                  </a:lnTo>
                  <a:lnTo>
                    <a:pt x="866126" y="256712"/>
                  </a:lnTo>
                  <a:lnTo>
                    <a:pt x="853199" y="259008"/>
                  </a:lnTo>
                  <a:lnTo>
                    <a:pt x="840271" y="261311"/>
                  </a:lnTo>
                  <a:lnTo>
                    <a:pt x="827344" y="263620"/>
                  </a:lnTo>
                  <a:lnTo>
                    <a:pt x="814417" y="265936"/>
                  </a:lnTo>
                  <a:lnTo>
                    <a:pt x="801490" y="268258"/>
                  </a:lnTo>
                  <a:lnTo>
                    <a:pt x="788562" y="270587"/>
                  </a:lnTo>
                  <a:lnTo>
                    <a:pt x="775635" y="272922"/>
                  </a:lnTo>
                  <a:lnTo>
                    <a:pt x="762708" y="275264"/>
                  </a:lnTo>
                  <a:lnTo>
                    <a:pt x="749781" y="277613"/>
                  </a:lnTo>
                  <a:lnTo>
                    <a:pt x="736853" y="279969"/>
                  </a:lnTo>
                  <a:lnTo>
                    <a:pt x="723926" y="282331"/>
                  </a:lnTo>
                  <a:lnTo>
                    <a:pt x="710999" y="284701"/>
                  </a:lnTo>
                  <a:lnTo>
                    <a:pt x="698072" y="287077"/>
                  </a:lnTo>
                  <a:lnTo>
                    <a:pt x="685144" y="289460"/>
                  </a:lnTo>
                  <a:lnTo>
                    <a:pt x="672217" y="291851"/>
                  </a:lnTo>
                  <a:lnTo>
                    <a:pt x="659290" y="294248"/>
                  </a:lnTo>
                  <a:lnTo>
                    <a:pt x="646363" y="296652"/>
                  </a:lnTo>
                  <a:lnTo>
                    <a:pt x="633435" y="299062"/>
                  </a:lnTo>
                  <a:lnTo>
                    <a:pt x="620508" y="301480"/>
                  </a:lnTo>
                  <a:lnTo>
                    <a:pt x="607581" y="303904"/>
                  </a:lnTo>
                  <a:lnTo>
                    <a:pt x="594653" y="306336"/>
                  </a:lnTo>
                  <a:lnTo>
                    <a:pt x="581726" y="308774"/>
                  </a:lnTo>
                  <a:lnTo>
                    <a:pt x="568799" y="311218"/>
                  </a:lnTo>
                  <a:lnTo>
                    <a:pt x="555872" y="313669"/>
                  </a:lnTo>
                  <a:lnTo>
                    <a:pt x="542944" y="316127"/>
                  </a:lnTo>
                  <a:lnTo>
                    <a:pt x="530017" y="318591"/>
                  </a:lnTo>
                  <a:lnTo>
                    <a:pt x="517090" y="321062"/>
                  </a:lnTo>
                  <a:lnTo>
                    <a:pt x="504163" y="323539"/>
                  </a:lnTo>
                  <a:lnTo>
                    <a:pt x="491235" y="326023"/>
                  </a:lnTo>
                  <a:lnTo>
                    <a:pt x="478308" y="328513"/>
                  </a:lnTo>
                  <a:lnTo>
                    <a:pt x="465381" y="331009"/>
                  </a:lnTo>
                  <a:lnTo>
                    <a:pt x="452454" y="333511"/>
                  </a:lnTo>
                  <a:lnTo>
                    <a:pt x="439526" y="336020"/>
                  </a:lnTo>
                  <a:lnTo>
                    <a:pt x="426599" y="338534"/>
                  </a:lnTo>
                  <a:lnTo>
                    <a:pt x="413672" y="341055"/>
                  </a:lnTo>
                  <a:lnTo>
                    <a:pt x="400745" y="343582"/>
                  </a:lnTo>
                  <a:lnTo>
                    <a:pt x="387817" y="346114"/>
                  </a:lnTo>
                  <a:lnTo>
                    <a:pt x="374890" y="348652"/>
                  </a:lnTo>
                  <a:lnTo>
                    <a:pt x="361963" y="351196"/>
                  </a:lnTo>
                  <a:lnTo>
                    <a:pt x="349036" y="353745"/>
                  </a:lnTo>
                  <a:lnTo>
                    <a:pt x="336108" y="356300"/>
                  </a:lnTo>
                  <a:lnTo>
                    <a:pt x="323181" y="358860"/>
                  </a:lnTo>
                  <a:lnTo>
                    <a:pt x="310254" y="361425"/>
                  </a:lnTo>
                  <a:lnTo>
                    <a:pt x="297326" y="363996"/>
                  </a:lnTo>
                  <a:lnTo>
                    <a:pt x="284399" y="366570"/>
                  </a:lnTo>
                  <a:lnTo>
                    <a:pt x="271472" y="369150"/>
                  </a:lnTo>
                  <a:lnTo>
                    <a:pt x="258545" y="371734"/>
                  </a:lnTo>
                  <a:lnTo>
                    <a:pt x="245617" y="374322"/>
                  </a:lnTo>
                  <a:lnTo>
                    <a:pt x="232690" y="376914"/>
                  </a:lnTo>
                  <a:lnTo>
                    <a:pt x="219763" y="379510"/>
                  </a:lnTo>
                  <a:lnTo>
                    <a:pt x="206836" y="382110"/>
                  </a:lnTo>
                  <a:lnTo>
                    <a:pt x="193908" y="384712"/>
                  </a:lnTo>
                  <a:lnTo>
                    <a:pt x="180981" y="387318"/>
                  </a:lnTo>
                  <a:lnTo>
                    <a:pt x="168054" y="389926"/>
                  </a:lnTo>
                  <a:lnTo>
                    <a:pt x="155127" y="392537"/>
                  </a:lnTo>
                  <a:lnTo>
                    <a:pt x="142199" y="395150"/>
                  </a:lnTo>
                  <a:lnTo>
                    <a:pt x="129272" y="397765"/>
                  </a:lnTo>
                  <a:lnTo>
                    <a:pt x="116345" y="400381"/>
                  </a:lnTo>
                  <a:lnTo>
                    <a:pt x="103418" y="402999"/>
                  </a:lnTo>
                  <a:lnTo>
                    <a:pt x="90490" y="405618"/>
                  </a:lnTo>
                  <a:lnTo>
                    <a:pt x="77563" y="408238"/>
                  </a:lnTo>
                  <a:lnTo>
                    <a:pt x="64636" y="410858"/>
                  </a:lnTo>
                  <a:lnTo>
                    <a:pt x="51709" y="413479"/>
                  </a:lnTo>
                  <a:lnTo>
                    <a:pt x="38781" y="416101"/>
                  </a:lnTo>
                  <a:lnTo>
                    <a:pt x="25854" y="418722"/>
                  </a:lnTo>
                  <a:lnTo>
                    <a:pt x="12927" y="421344"/>
                  </a:lnTo>
                  <a:lnTo>
                    <a:pt x="0" y="423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27686" y="2277939"/>
              <a:ext cx="2313979" cy="271088"/>
            </a:xfrm>
            <a:custGeom>
              <a:avLst/>
              <a:pathLst>
                <a:path w="2313979" h="271088">
                  <a:moveTo>
                    <a:pt x="0" y="271088"/>
                  </a:moveTo>
                  <a:lnTo>
                    <a:pt x="12927" y="269885"/>
                  </a:lnTo>
                  <a:lnTo>
                    <a:pt x="25854" y="268681"/>
                  </a:lnTo>
                  <a:lnTo>
                    <a:pt x="38781" y="267478"/>
                  </a:lnTo>
                  <a:lnTo>
                    <a:pt x="51709" y="266274"/>
                  </a:lnTo>
                  <a:lnTo>
                    <a:pt x="64636" y="265071"/>
                  </a:lnTo>
                  <a:lnTo>
                    <a:pt x="77563" y="263867"/>
                  </a:lnTo>
                  <a:lnTo>
                    <a:pt x="90490" y="262664"/>
                  </a:lnTo>
                  <a:lnTo>
                    <a:pt x="103418" y="261461"/>
                  </a:lnTo>
                  <a:lnTo>
                    <a:pt x="116345" y="260259"/>
                  </a:lnTo>
                  <a:lnTo>
                    <a:pt x="129272" y="259056"/>
                  </a:lnTo>
                  <a:lnTo>
                    <a:pt x="142199" y="257854"/>
                  </a:lnTo>
                  <a:lnTo>
                    <a:pt x="155127" y="256652"/>
                  </a:lnTo>
                  <a:lnTo>
                    <a:pt x="168054" y="255450"/>
                  </a:lnTo>
                  <a:lnTo>
                    <a:pt x="180981" y="254249"/>
                  </a:lnTo>
                  <a:lnTo>
                    <a:pt x="193908" y="253048"/>
                  </a:lnTo>
                  <a:lnTo>
                    <a:pt x="206836" y="251847"/>
                  </a:lnTo>
                  <a:lnTo>
                    <a:pt x="219763" y="250646"/>
                  </a:lnTo>
                  <a:lnTo>
                    <a:pt x="232690" y="249446"/>
                  </a:lnTo>
                  <a:lnTo>
                    <a:pt x="245617" y="248246"/>
                  </a:lnTo>
                  <a:lnTo>
                    <a:pt x="258545" y="247046"/>
                  </a:lnTo>
                  <a:lnTo>
                    <a:pt x="271472" y="245846"/>
                  </a:lnTo>
                  <a:lnTo>
                    <a:pt x="284399" y="244646"/>
                  </a:lnTo>
                  <a:lnTo>
                    <a:pt x="297326" y="243446"/>
                  </a:lnTo>
                  <a:lnTo>
                    <a:pt x="310254" y="242245"/>
                  </a:lnTo>
                  <a:lnTo>
                    <a:pt x="323181" y="241045"/>
                  </a:lnTo>
                  <a:lnTo>
                    <a:pt x="336108" y="239844"/>
                  </a:lnTo>
                  <a:lnTo>
                    <a:pt x="349036" y="238643"/>
                  </a:lnTo>
                  <a:lnTo>
                    <a:pt x="361963" y="237441"/>
                  </a:lnTo>
                  <a:lnTo>
                    <a:pt x="374890" y="236238"/>
                  </a:lnTo>
                  <a:lnTo>
                    <a:pt x="387817" y="235035"/>
                  </a:lnTo>
                  <a:lnTo>
                    <a:pt x="400745" y="233830"/>
                  </a:lnTo>
                  <a:lnTo>
                    <a:pt x="413672" y="232625"/>
                  </a:lnTo>
                  <a:lnTo>
                    <a:pt x="426599" y="231418"/>
                  </a:lnTo>
                  <a:lnTo>
                    <a:pt x="439526" y="230210"/>
                  </a:lnTo>
                  <a:lnTo>
                    <a:pt x="452454" y="229000"/>
                  </a:lnTo>
                  <a:lnTo>
                    <a:pt x="465381" y="227789"/>
                  </a:lnTo>
                  <a:lnTo>
                    <a:pt x="478308" y="226577"/>
                  </a:lnTo>
                  <a:lnTo>
                    <a:pt x="491235" y="225362"/>
                  </a:lnTo>
                  <a:lnTo>
                    <a:pt x="504163" y="224146"/>
                  </a:lnTo>
                  <a:lnTo>
                    <a:pt x="517090" y="222927"/>
                  </a:lnTo>
                  <a:lnTo>
                    <a:pt x="530017" y="221707"/>
                  </a:lnTo>
                  <a:lnTo>
                    <a:pt x="542944" y="220484"/>
                  </a:lnTo>
                  <a:lnTo>
                    <a:pt x="555872" y="219259"/>
                  </a:lnTo>
                  <a:lnTo>
                    <a:pt x="568799" y="218032"/>
                  </a:lnTo>
                  <a:lnTo>
                    <a:pt x="581726" y="216802"/>
                  </a:lnTo>
                  <a:lnTo>
                    <a:pt x="594653" y="215569"/>
                  </a:lnTo>
                  <a:lnTo>
                    <a:pt x="607581" y="214334"/>
                  </a:lnTo>
                  <a:lnTo>
                    <a:pt x="620508" y="213096"/>
                  </a:lnTo>
                  <a:lnTo>
                    <a:pt x="633435" y="211856"/>
                  </a:lnTo>
                  <a:lnTo>
                    <a:pt x="646363" y="210612"/>
                  </a:lnTo>
                  <a:lnTo>
                    <a:pt x="659290" y="209366"/>
                  </a:lnTo>
                  <a:lnTo>
                    <a:pt x="672217" y="208117"/>
                  </a:lnTo>
                  <a:lnTo>
                    <a:pt x="685144" y="206865"/>
                  </a:lnTo>
                  <a:lnTo>
                    <a:pt x="698072" y="205609"/>
                  </a:lnTo>
                  <a:lnTo>
                    <a:pt x="710999" y="204351"/>
                  </a:lnTo>
                  <a:lnTo>
                    <a:pt x="723926" y="203089"/>
                  </a:lnTo>
                  <a:lnTo>
                    <a:pt x="736853" y="201824"/>
                  </a:lnTo>
                  <a:lnTo>
                    <a:pt x="749781" y="200555"/>
                  </a:lnTo>
                  <a:lnTo>
                    <a:pt x="762708" y="199283"/>
                  </a:lnTo>
                  <a:lnTo>
                    <a:pt x="775635" y="198008"/>
                  </a:lnTo>
                  <a:lnTo>
                    <a:pt x="788562" y="196729"/>
                  </a:lnTo>
                  <a:lnTo>
                    <a:pt x="801490" y="195446"/>
                  </a:lnTo>
                  <a:lnTo>
                    <a:pt x="814417" y="194159"/>
                  </a:lnTo>
                  <a:lnTo>
                    <a:pt x="827344" y="192869"/>
                  </a:lnTo>
                  <a:lnTo>
                    <a:pt x="840271" y="191574"/>
                  </a:lnTo>
                  <a:lnTo>
                    <a:pt x="853199" y="190275"/>
                  </a:lnTo>
                  <a:lnTo>
                    <a:pt x="866126" y="188972"/>
                  </a:lnTo>
                  <a:lnTo>
                    <a:pt x="879053" y="187665"/>
                  </a:lnTo>
                  <a:lnTo>
                    <a:pt x="891980" y="186353"/>
                  </a:lnTo>
                  <a:lnTo>
                    <a:pt x="904908" y="185037"/>
                  </a:lnTo>
                  <a:lnTo>
                    <a:pt x="917835" y="183715"/>
                  </a:lnTo>
                  <a:lnTo>
                    <a:pt x="930762" y="182389"/>
                  </a:lnTo>
                  <a:lnTo>
                    <a:pt x="943690" y="181059"/>
                  </a:lnTo>
                  <a:lnTo>
                    <a:pt x="956617" y="179723"/>
                  </a:lnTo>
                  <a:lnTo>
                    <a:pt x="969544" y="178382"/>
                  </a:lnTo>
                  <a:lnTo>
                    <a:pt x="982471" y="177035"/>
                  </a:lnTo>
                  <a:lnTo>
                    <a:pt x="995399" y="175684"/>
                  </a:lnTo>
                  <a:lnTo>
                    <a:pt x="1008326" y="174327"/>
                  </a:lnTo>
                  <a:lnTo>
                    <a:pt x="1021253" y="172964"/>
                  </a:lnTo>
                  <a:lnTo>
                    <a:pt x="1034180" y="171596"/>
                  </a:lnTo>
                  <a:lnTo>
                    <a:pt x="1047108" y="170221"/>
                  </a:lnTo>
                  <a:lnTo>
                    <a:pt x="1060035" y="168841"/>
                  </a:lnTo>
                  <a:lnTo>
                    <a:pt x="1072962" y="167455"/>
                  </a:lnTo>
                  <a:lnTo>
                    <a:pt x="1085889" y="166063"/>
                  </a:lnTo>
                  <a:lnTo>
                    <a:pt x="1098817" y="164665"/>
                  </a:lnTo>
                  <a:lnTo>
                    <a:pt x="1111744" y="163260"/>
                  </a:lnTo>
                  <a:lnTo>
                    <a:pt x="1124671" y="161850"/>
                  </a:lnTo>
                  <a:lnTo>
                    <a:pt x="1137598" y="160432"/>
                  </a:lnTo>
                  <a:lnTo>
                    <a:pt x="1150526" y="159009"/>
                  </a:lnTo>
                  <a:lnTo>
                    <a:pt x="1163453" y="157578"/>
                  </a:lnTo>
                  <a:lnTo>
                    <a:pt x="1176380" y="156141"/>
                  </a:lnTo>
                  <a:lnTo>
                    <a:pt x="1189307" y="154697"/>
                  </a:lnTo>
                  <a:lnTo>
                    <a:pt x="1202235" y="153246"/>
                  </a:lnTo>
                  <a:lnTo>
                    <a:pt x="1215162" y="151788"/>
                  </a:lnTo>
                  <a:lnTo>
                    <a:pt x="1228089" y="150322"/>
                  </a:lnTo>
                  <a:lnTo>
                    <a:pt x="1241017" y="148850"/>
                  </a:lnTo>
                  <a:lnTo>
                    <a:pt x="1253944" y="147369"/>
                  </a:lnTo>
                  <a:lnTo>
                    <a:pt x="1266871" y="145881"/>
                  </a:lnTo>
                  <a:lnTo>
                    <a:pt x="1279798" y="144386"/>
                  </a:lnTo>
                  <a:lnTo>
                    <a:pt x="1292726" y="142882"/>
                  </a:lnTo>
                  <a:lnTo>
                    <a:pt x="1305653" y="141371"/>
                  </a:lnTo>
                  <a:lnTo>
                    <a:pt x="1318580" y="139851"/>
                  </a:lnTo>
                  <a:lnTo>
                    <a:pt x="1331507" y="138322"/>
                  </a:lnTo>
                  <a:lnTo>
                    <a:pt x="1344435" y="136785"/>
                  </a:lnTo>
                  <a:lnTo>
                    <a:pt x="1357362" y="135239"/>
                  </a:lnTo>
                  <a:lnTo>
                    <a:pt x="1370289" y="133684"/>
                  </a:lnTo>
                  <a:lnTo>
                    <a:pt x="1383216" y="132120"/>
                  </a:lnTo>
                  <a:lnTo>
                    <a:pt x="1396144" y="130547"/>
                  </a:lnTo>
                  <a:lnTo>
                    <a:pt x="1409071" y="128964"/>
                  </a:lnTo>
                  <a:lnTo>
                    <a:pt x="1421998" y="127372"/>
                  </a:lnTo>
                  <a:lnTo>
                    <a:pt x="1434925" y="125770"/>
                  </a:lnTo>
                  <a:lnTo>
                    <a:pt x="1447853" y="124157"/>
                  </a:lnTo>
                  <a:lnTo>
                    <a:pt x="1460780" y="122535"/>
                  </a:lnTo>
                  <a:lnTo>
                    <a:pt x="1473707" y="120903"/>
                  </a:lnTo>
                  <a:lnTo>
                    <a:pt x="1486634" y="119260"/>
                  </a:lnTo>
                  <a:lnTo>
                    <a:pt x="1499562" y="117607"/>
                  </a:lnTo>
                  <a:lnTo>
                    <a:pt x="1512489" y="115944"/>
                  </a:lnTo>
                  <a:lnTo>
                    <a:pt x="1525416" y="114270"/>
                  </a:lnTo>
                  <a:lnTo>
                    <a:pt x="1538344" y="112586"/>
                  </a:lnTo>
                  <a:lnTo>
                    <a:pt x="1551271" y="110891"/>
                  </a:lnTo>
                  <a:lnTo>
                    <a:pt x="1564198" y="109186"/>
                  </a:lnTo>
                  <a:lnTo>
                    <a:pt x="1577125" y="107471"/>
                  </a:lnTo>
                  <a:lnTo>
                    <a:pt x="1590053" y="105745"/>
                  </a:lnTo>
                  <a:lnTo>
                    <a:pt x="1602980" y="104009"/>
                  </a:lnTo>
                  <a:lnTo>
                    <a:pt x="1615907" y="102264"/>
                  </a:lnTo>
                  <a:lnTo>
                    <a:pt x="1628834" y="100508"/>
                  </a:lnTo>
                  <a:lnTo>
                    <a:pt x="1641762" y="98743"/>
                  </a:lnTo>
                  <a:lnTo>
                    <a:pt x="1654689" y="96968"/>
                  </a:lnTo>
                  <a:lnTo>
                    <a:pt x="1667616" y="95183"/>
                  </a:lnTo>
                  <a:lnTo>
                    <a:pt x="1680543" y="93390"/>
                  </a:lnTo>
                  <a:lnTo>
                    <a:pt x="1693471" y="91588"/>
                  </a:lnTo>
                  <a:lnTo>
                    <a:pt x="1706398" y="89777"/>
                  </a:lnTo>
                  <a:lnTo>
                    <a:pt x="1719325" y="87958"/>
                  </a:lnTo>
                  <a:lnTo>
                    <a:pt x="1732252" y="86131"/>
                  </a:lnTo>
                  <a:lnTo>
                    <a:pt x="1745180" y="84296"/>
                  </a:lnTo>
                  <a:lnTo>
                    <a:pt x="1758107" y="82454"/>
                  </a:lnTo>
                  <a:lnTo>
                    <a:pt x="1771034" y="80605"/>
                  </a:lnTo>
                  <a:lnTo>
                    <a:pt x="1783961" y="78749"/>
                  </a:lnTo>
                  <a:lnTo>
                    <a:pt x="1796889" y="76886"/>
                  </a:lnTo>
                  <a:lnTo>
                    <a:pt x="1809816" y="75017"/>
                  </a:lnTo>
                  <a:lnTo>
                    <a:pt x="1822743" y="73143"/>
                  </a:lnTo>
                  <a:lnTo>
                    <a:pt x="1835671" y="71263"/>
                  </a:lnTo>
                  <a:lnTo>
                    <a:pt x="1848598" y="69378"/>
                  </a:lnTo>
                  <a:lnTo>
                    <a:pt x="1861525" y="67488"/>
                  </a:lnTo>
                  <a:lnTo>
                    <a:pt x="1874452" y="65593"/>
                  </a:lnTo>
                  <a:lnTo>
                    <a:pt x="1887380" y="63695"/>
                  </a:lnTo>
                  <a:lnTo>
                    <a:pt x="1900307" y="61792"/>
                  </a:lnTo>
                  <a:lnTo>
                    <a:pt x="1913234" y="59886"/>
                  </a:lnTo>
                  <a:lnTo>
                    <a:pt x="1926161" y="57976"/>
                  </a:lnTo>
                  <a:lnTo>
                    <a:pt x="1939089" y="56064"/>
                  </a:lnTo>
                  <a:lnTo>
                    <a:pt x="1952016" y="54148"/>
                  </a:lnTo>
                  <a:lnTo>
                    <a:pt x="1964943" y="52230"/>
                  </a:lnTo>
                  <a:lnTo>
                    <a:pt x="1977870" y="50310"/>
                  </a:lnTo>
                  <a:lnTo>
                    <a:pt x="1990798" y="48387"/>
                  </a:lnTo>
                  <a:lnTo>
                    <a:pt x="2003725" y="46463"/>
                  </a:lnTo>
                  <a:lnTo>
                    <a:pt x="2016652" y="44536"/>
                  </a:lnTo>
                  <a:lnTo>
                    <a:pt x="2029579" y="42608"/>
                  </a:lnTo>
                  <a:lnTo>
                    <a:pt x="2042507" y="40679"/>
                  </a:lnTo>
                  <a:lnTo>
                    <a:pt x="2055434" y="38749"/>
                  </a:lnTo>
                  <a:lnTo>
                    <a:pt x="2068361" y="36817"/>
                  </a:lnTo>
                  <a:lnTo>
                    <a:pt x="2081288" y="34884"/>
                  </a:lnTo>
                  <a:lnTo>
                    <a:pt x="2094216" y="32950"/>
                  </a:lnTo>
                  <a:lnTo>
                    <a:pt x="2107143" y="31016"/>
                  </a:lnTo>
                  <a:lnTo>
                    <a:pt x="2120070" y="29080"/>
                  </a:lnTo>
                  <a:lnTo>
                    <a:pt x="2132998" y="27144"/>
                  </a:lnTo>
                  <a:lnTo>
                    <a:pt x="2145925" y="25208"/>
                  </a:lnTo>
                  <a:lnTo>
                    <a:pt x="2158852" y="23271"/>
                  </a:lnTo>
                  <a:lnTo>
                    <a:pt x="2171779" y="21333"/>
                  </a:lnTo>
                  <a:lnTo>
                    <a:pt x="2184707" y="19395"/>
                  </a:lnTo>
                  <a:lnTo>
                    <a:pt x="2197634" y="17456"/>
                  </a:lnTo>
                  <a:lnTo>
                    <a:pt x="2210561" y="15517"/>
                  </a:lnTo>
                  <a:lnTo>
                    <a:pt x="2223488" y="13578"/>
                  </a:lnTo>
                  <a:lnTo>
                    <a:pt x="2236416" y="11639"/>
                  </a:lnTo>
                  <a:lnTo>
                    <a:pt x="2249343" y="9699"/>
                  </a:lnTo>
                  <a:lnTo>
                    <a:pt x="2262270" y="7759"/>
                  </a:lnTo>
                  <a:lnTo>
                    <a:pt x="2275197" y="5819"/>
                  </a:lnTo>
                  <a:lnTo>
                    <a:pt x="2288125" y="3880"/>
                  </a:lnTo>
                  <a:lnTo>
                    <a:pt x="2301052" y="1940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434117" y="2093880"/>
              <a:ext cx="2212140" cy="527413"/>
            </a:xfrm>
            <a:custGeom>
              <a:avLst/>
              <a:pathLst>
                <a:path w="2212140" h="527413">
                  <a:moveTo>
                    <a:pt x="0" y="298624"/>
                  </a:moveTo>
                  <a:lnTo>
                    <a:pt x="12358" y="297633"/>
                  </a:lnTo>
                  <a:lnTo>
                    <a:pt x="24716" y="296643"/>
                  </a:lnTo>
                  <a:lnTo>
                    <a:pt x="37074" y="295652"/>
                  </a:lnTo>
                  <a:lnTo>
                    <a:pt x="49433" y="294662"/>
                  </a:lnTo>
                  <a:lnTo>
                    <a:pt x="61791" y="293671"/>
                  </a:lnTo>
                  <a:lnTo>
                    <a:pt x="74149" y="292679"/>
                  </a:lnTo>
                  <a:lnTo>
                    <a:pt x="86508" y="291687"/>
                  </a:lnTo>
                  <a:lnTo>
                    <a:pt x="98866" y="290694"/>
                  </a:lnTo>
                  <a:lnTo>
                    <a:pt x="111224" y="289700"/>
                  </a:lnTo>
                  <a:lnTo>
                    <a:pt x="123583" y="288705"/>
                  </a:lnTo>
                  <a:lnTo>
                    <a:pt x="135941" y="287708"/>
                  </a:lnTo>
                  <a:lnTo>
                    <a:pt x="148299" y="286709"/>
                  </a:lnTo>
                  <a:lnTo>
                    <a:pt x="160658" y="285708"/>
                  </a:lnTo>
                  <a:lnTo>
                    <a:pt x="173016" y="284705"/>
                  </a:lnTo>
                  <a:lnTo>
                    <a:pt x="185374" y="283699"/>
                  </a:lnTo>
                  <a:lnTo>
                    <a:pt x="197733" y="282691"/>
                  </a:lnTo>
                  <a:lnTo>
                    <a:pt x="210091" y="281679"/>
                  </a:lnTo>
                  <a:lnTo>
                    <a:pt x="222449" y="280663"/>
                  </a:lnTo>
                  <a:lnTo>
                    <a:pt x="234808" y="279644"/>
                  </a:lnTo>
                  <a:lnTo>
                    <a:pt x="247166" y="278621"/>
                  </a:lnTo>
                  <a:lnTo>
                    <a:pt x="259524" y="277593"/>
                  </a:lnTo>
                  <a:lnTo>
                    <a:pt x="271883" y="276561"/>
                  </a:lnTo>
                  <a:lnTo>
                    <a:pt x="284241" y="275524"/>
                  </a:lnTo>
                  <a:lnTo>
                    <a:pt x="296599" y="274482"/>
                  </a:lnTo>
                  <a:lnTo>
                    <a:pt x="308958" y="273434"/>
                  </a:lnTo>
                  <a:lnTo>
                    <a:pt x="321316" y="272381"/>
                  </a:lnTo>
                  <a:lnTo>
                    <a:pt x="333674" y="271322"/>
                  </a:lnTo>
                  <a:lnTo>
                    <a:pt x="346033" y="270258"/>
                  </a:lnTo>
                  <a:lnTo>
                    <a:pt x="358391" y="269186"/>
                  </a:lnTo>
                  <a:lnTo>
                    <a:pt x="370749" y="268109"/>
                  </a:lnTo>
                  <a:lnTo>
                    <a:pt x="383108" y="267025"/>
                  </a:lnTo>
                  <a:lnTo>
                    <a:pt x="395466" y="265934"/>
                  </a:lnTo>
                  <a:lnTo>
                    <a:pt x="407824" y="264836"/>
                  </a:lnTo>
                  <a:lnTo>
                    <a:pt x="420183" y="263731"/>
                  </a:lnTo>
                  <a:lnTo>
                    <a:pt x="432541" y="262618"/>
                  </a:lnTo>
                  <a:lnTo>
                    <a:pt x="444899" y="261498"/>
                  </a:lnTo>
                  <a:lnTo>
                    <a:pt x="457258" y="260371"/>
                  </a:lnTo>
                  <a:lnTo>
                    <a:pt x="469616" y="259235"/>
                  </a:lnTo>
                  <a:lnTo>
                    <a:pt x="481974" y="258092"/>
                  </a:lnTo>
                  <a:lnTo>
                    <a:pt x="494333" y="256940"/>
                  </a:lnTo>
                  <a:lnTo>
                    <a:pt x="506691" y="255781"/>
                  </a:lnTo>
                  <a:lnTo>
                    <a:pt x="519049" y="254613"/>
                  </a:lnTo>
                  <a:lnTo>
                    <a:pt x="531408" y="253436"/>
                  </a:lnTo>
                  <a:lnTo>
                    <a:pt x="543766" y="252251"/>
                  </a:lnTo>
                  <a:lnTo>
                    <a:pt x="556124" y="251057"/>
                  </a:lnTo>
                  <a:lnTo>
                    <a:pt x="568483" y="249854"/>
                  </a:lnTo>
                  <a:lnTo>
                    <a:pt x="580841" y="248642"/>
                  </a:lnTo>
                  <a:lnTo>
                    <a:pt x="593199" y="247421"/>
                  </a:lnTo>
                  <a:lnTo>
                    <a:pt x="605558" y="246190"/>
                  </a:lnTo>
                  <a:lnTo>
                    <a:pt x="617916" y="244950"/>
                  </a:lnTo>
                  <a:lnTo>
                    <a:pt x="630274" y="243701"/>
                  </a:lnTo>
                  <a:lnTo>
                    <a:pt x="642633" y="242442"/>
                  </a:lnTo>
                  <a:lnTo>
                    <a:pt x="654991" y="241172"/>
                  </a:lnTo>
                  <a:lnTo>
                    <a:pt x="667349" y="239893"/>
                  </a:lnTo>
                  <a:lnTo>
                    <a:pt x="679708" y="238604"/>
                  </a:lnTo>
                  <a:lnTo>
                    <a:pt x="692066" y="237304"/>
                  </a:lnTo>
                  <a:lnTo>
                    <a:pt x="704424" y="235994"/>
                  </a:lnTo>
                  <a:lnTo>
                    <a:pt x="716783" y="234673"/>
                  </a:lnTo>
                  <a:lnTo>
                    <a:pt x="729141" y="233342"/>
                  </a:lnTo>
                  <a:lnTo>
                    <a:pt x="741499" y="232000"/>
                  </a:lnTo>
                  <a:lnTo>
                    <a:pt x="753858" y="230647"/>
                  </a:lnTo>
                  <a:lnTo>
                    <a:pt x="766216" y="229282"/>
                  </a:lnTo>
                  <a:lnTo>
                    <a:pt x="778574" y="227907"/>
                  </a:lnTo>
                  <a:lnTo>
                    <a:pt x="790933" y="226520"/>
                  </a:lnTo>
                  <a:lnTo>
                    <a:pt x="803291" y="225122"/>
                  </a:lnTo>
                  <a:lnTo>
                    <a:pt x="815649" y="223713"/>
                  </a:lnTo>
                  <a:lnTo>
                    <a:pt x="828008" y="222292"/>
                  </a:lnTo>
                  <a:lnTo>
                    <a:pt x="840366" y="220859"/>
                  </a:lnTo>
                  <a:lnTo>
                    <a:pt x="852724" y="219414"/>
                  </a:lnTo>
                  <a:lnTo>
                    <a:pt x="865083" y="217958"/>
                  </a:lnTo>
                  <a:lnTo>
                    <a:pt x="877441" y="216489"/>
                  </a:lnTo>
                  <a:lnTo>
                    <a:pt x="889799" y="215009"/>
                  </a:lnTo>
                  <a:lnTo>
                    <a:pt x="902158" y="213516"/>
                  </a:lnTo>
                  <a:lnTo>
                    <a:pt x="914516" y="212011"/>
                  </a:lnTo>
                  <a:lnTo>
                    <a:pt x="926874" y="210494"/>
                  </a:lnTo>
                  <a:lnTo>
                    <a:pt x="939233" y="208965"/>
                  </a:lnTo>
                  <a:lnTo>
                    <a:pt x="951591" y="207424"/>
                  </a:lnTo>
                  <a:lnTo>
                    <a:pt x="963949" y="205870"/>
                  </a:lnTo>
                  <a:lnTo>
                    <a:pt x="976308" y="204304"/>
                  </a:lnTo>
                  <a:lnTo>
                    <a:pt x="988666" y="202726"/>
                  </a:lnTo>
                  <a:lnTo>
                    <a:pt x="1001024" y="201136"/>
                  </a:lnTo>
                  <a:lnTo>
                    <a:pt x="1013382" y="199533"/>
                  </a:lnTo>
                  <a:lnTo>
                    <a:pt x="1025741" y="197917"/>
                  </a:lnTo>
                  <a:lnTo>
                    <a:pt x="1038099" y="196290"/>
                  </a:lnTo>
                  <a:lnTo>
                    <a:pt x="1050457" y="194650"/>
                  </a:lnTo>
                  <a:lnTo>
                    <a:pt x="1062816" y="192997"/>
                  </a:lnTo>
                  <a:lnTo>
                    <a:pt x="1075174" y="191333"/>
                  </a:lnTo>
                  <a:lnTo>
                    <a:pt x="1087532" y="189656"/>
                  </a:lnTo>
                  <a:lnTo>
                    <a:pt x="1099891" y="187966"/>
                  </a:lnTo>
                  <a:lnTo>
                    <a:pt x="1112249" y="186265"/>
                  </a:lnTo>
                  <a:lnTo>
                    <a:pt x="1124607" y="184551"/>
                  </a:lnTo>
                  <a:lnTo>
                    <a:pt x="1136966" y="182825"/>
                  </a:lnTo>
                  <a:lnTo>
                    <a:pt x="1149324" y="181086"/>
                  </a:lnTo>
                  <a:lnTo>
                    <a:pt x="1161682" y="179336"/>
                  </a:lnTo>
                  <a:lnTo>
                    <a:pt x="1174041" y="177573"/>
                  </a:lnTo>
                  <a:lnTo>
                    <a:pt x="1186399" y="175799"/>
                  </a:lnTo>
                  <a:lnTo>
                    <a:pt x="1198757" y="174012"/>
                  </a:lnTo>
                  <a:lnTo>
                    <a:pt x="1211116" y="172213"/>
                  </a:lnTo>
                  <a:lnTo>
                    <a:pt x="1223474" y="170402"/>
                  </a:lnTo>
                  <a:lnTo>
                    <a:pt x="1235832" y="168579"/>
                  </a:lnTo>
                  <a:lnTo>
                    <a:pt x="1248191" y="166744"/>
                  </a:lnTo>
                  <a:lnTo>
                    <a:pt x="1260549" y="164897"/>
                  </a:lnTo>
                  <a:lnTo>
                    <a:pt x="1272907" y="163039"/>
                  </a:lnTo>
                  <a:lnTo>
                    <a:pt x="1285266" y="161168"/>
                  </a:lnTo>
                  <a:lnTo>
                    <a:pt x="1297624" y="159286"/>
                  </a:lnTo>
                  <a:lnTo>
                    <a:pt x="1309982" y="157392"/>
                  </a:lnTo>
                  <a:lnTo>
                    <a:pt x="1322341" y="155486"/>
                  </a:lnTo>
                  <a:lnTo>
                    <a:pt x="1334699" y="153569"/>
                  </a:lnTo>
                  <a:lnTo>
                    <a:pt x="1347057" y="151640"/>
                  </a:lnTo>
                  <a:lnTo>
                    <a:pt x="1359416" y="149700"/>
                  </a:lnTo>
                  <a:lnTo>
                    <a:pt x="1371774" y="147749"/>
                  </a:lnTo>
                  <a:lnTo>
                    <a:pt x="1384132" y="145786"/>
                  </a:lnTo>
                  <a:lnTo>
                    <a:pt x="1396491" y="143812"/>
                  </a:lnTo>
                  <a:lnTo>
                    <a:pt x="1408849" y="141827"/>
                  </a:lnTo>
                  <a:lnTo>
                    <a:pt x="1421207" y="139831"/>
                  </a:lnTo>
                  <a:lnTo>
                    <a:pt x="1433566" y="137825"/>
                  </a:lnTo>
                  <a:lnTo>
                    <a:pt x="1445924" y="135807"/>
                  </a:lnTo>
                  <a:lnTo>
                    <a:pt x="1458282" y="133780"/>
                  </a:lnTo>
                  <a:lnTo>
                    <a:pt x="1470641" y="131742"/>
                  </a:lnTo>
                  <a:lnTo>
                    <a:pt x="1482999" y="129694"/>
                  </a:lnTo>
                  <a:lnTo>
                    <a:pt x="1495357" y="127636"/>
                  </a:lnTo>
                  <a:lnTo>
                    <a:pt x="1507716" y="125569"/>
                  </a:lnTo>
                  <a:lnTo>
                    <a:pt x="1520074" y="123492"/>
                  </a:lnTo>
                  <a:lnTo>
                    <a:pt x="1532432" y="121406"/>
                  </a:lnTo>
                  <a:lnTo>
                    <a:pt x="1544791" y="119310"/>
                  </a:lnTo>
                  <a:lnTo>
                    <a:pt x="1557149" y="117207"/>
                  </a:lnTo>
                  <a:lnTo>
                    <a:pt x="1569507" y="115094"/>
                  </a:lnTo>
                  <a:lnTo>
                    <a:pt x="1581866" y="112974"/>
                  </a:lnTo>
                  <a:lnTo>
                    <a:pt x="1594224" y="110846"/>
                  </a:lnTo>
                  <a:lnTo>
                    <a:pt x="1606582" y="108710"/>
                  </a:lnTo>
                  <a:lnTo>
                    <a:pt x="1618941" y="106567"/>
                  </a:lnTo>
                  <a:lnTo>
                    <a:pt x="1631299" y="104416"/>
                  </a:lnTo>
                  <a:lnTo>
                    <a:pt x="1643657" y="102260"/>
                  </a:lnTo>
                  <a:lnTo>
                    <a:pt x="1656016" y="100096"/>
                  </a:lnTo>
                  <a:lnTo>
                    <a:pt x="1668374" y="97927"/>
                  </a:lnTo>
                  <a:lnTo>
                    <a:pt x="1680732" y="95752"/>
                  </a:lnTo>
                  <a:lnTo>
                    <a:pt x="1693091" y="93572"/>
                  </a:lnTo>
                  <a:lnTo>
                    <a:pt x="1705449" y="91387"/>
                  </a:lnTo>
                  <a:lnTo>
                    <a:pt x="1717807" y="89197"/>
                  </a:lnTo>
                  <a:lnTo>
                    <a:pt x="1730166" y="87003"/>
                  </a:lnTo>
                  <a:lnTo>
                    <a:pt x="1742524" y="84804"/>
                  </a:lnTo>
                  <a:lnTo>
                    <a:pt x="1754882" y="82602"/>
                  </a:lnTo>
                  <a:lnTo>
                    <a:pt x="1767241" y="80396"/>
                  </a:lnTo>
                  <a:lnTo>
                    <a:pt x="1779599" y="78187"/>
                  </a:lnTo>
                  <a:lnTo>
                    <a:pt x="1791957" y="75975"/>
                  </a:lnTo>
                  <a:lnTo>
                    <a:pt x="1804316" y="73760"/>
                  </a:lnTo>
                  <a:lnTo>
                    <a:pt x="1816674" y="71543"/>
                  </a:lnTo>
                  <a:lnTo>
                    <a:pt x="1829032" y="69323"/>
                  </a:lnTo>
                  <a:lnTo>
                    <a:pt x="1841391" y="67101"/>
                  </a:lnTo>
                  <a:lnTo>
                    <a:pt x="1853749" y="64878"/>
                  </a:lnTo>
                  <a:lnTo>
                    <a:pt x="1866107" y="62653"/>
                  </a:lnTo>
                  <a:lnTo>
                    <a:pt x="1878466" y="60426"/>
                  </a:lnTo>
                  <a:lnTo>
                    <a:pt x="1890824" y="58198"/>
                  </a:lnTo>
                  <a:lnTo>
                    <a:pt x="1903182" y="55968"/>
                  </a:lnTo>
                  <a:lnTo>
                    <a:pt x="1915541" y="53738"/>
                  </a:lnTo>
                  <a:lnTo>
                    <a:pt x="1927899" y="51506"/>
                  </a:lnTo>
                  <a:lnTo>
                    <a:pt x="1940257" y="49274"/>
                  </a:lnTo>
                  <a:lnTo>
                    <a:pt x="1952616" y="47040"/>
                  </a:lnTo>
                  <a:lnTo>
                    <a:pt x="1964974" y="44806"/>
                  </a:lnTo>
                  <a:lnTo>
                    <a:pt x="1977332" y="42570"/>
                  </a:lnTo>
                  <a:lnTo>
                    <a:pt x="1989691" y="40334"/>
                  </a:lnTo>
                  <a:lnTo>
                    <a:pt x="2002049" y="38098"/>
                  </a:lnTo>
                  <a:lnTo>
                    <a:pt x="2014407" y="35860"/>
                  </a:lnTo>
                  <a:lnTo>
                    <a:pt x="2026765" y="33622"/>
                  </a:lnTo>
                  <a:lnTo>
                    <a:pt x="2039124" y="31384"/>
                  </a:lnTo>
                  <a:lnTo>
                    <a:pt x="2051482" y="29144"/>
                  </a:lnTo>
                  <a:lnTo>
                    <a:pt x="2063840" y="26904"/>
                  </a:lnTo>
                  <a:lnTo>
                    <a:pt x="2076199" y="24664"/>
                  </a:lnTo>
                  <a:lnTo>
                    <a:pt x="2088557" y="22423"/>
                  </a:lnTo>
                  <a:lnTo>
                    <a:pt x="2100915" y="20182"/>
                  </a:lnTo>
                  <a:lnTo>
                    <a:pt x="2113274" y="17940"/>
                  </a:lnTo>
                  <a:lnTo>
                    <a:pt x="2125632" y="15699"/>
                  </a:lnTo>
                  <a:lnTo>
                    <a:pt x="2137990" y="13456"/>
                  </a:lnTo>
                  <a:lnTo>
                    <a:pt x="2150349" y="11214"/>
                  </a:lnTo>
                  <a:lnTo>
                    <a:pt x="2162707" y="8971"/>
                  </a:lnTo>
                  <a:lnTo>
                    <a:pt x="2175065" y="6728"/>
                  </a:lnTo>
                  <a:lnTo>
                    <a:pt x="2187424" y="4485"/>
                  </a:lnTo>
                  <a:lnTo>
                    <a:pt x="2199782" y="2242"/>
                  </a:lnTo>
                  <a:lnTo>
                    <a:pt x="2212140" y="0"/>
                  </a:lnTo>
                  <a:lnTo>
                    <a:pt x="2212140" y="136230"/>
                  </a:lnTo>
                  <a:lnTo>
                    <a:pt x="2199782" y="138595"/>
                  </a:lnTo>
                  <a:lnTo>
                    <a:pt x="2187424" y="140960"/>
                  </a:lnTo>
                  <a:lnTo>
                    <a:pt x="2175065" y="143325"/>
                  </a:lnTo>
                  <a:lnTo>
                    <a:pt x="2162707" y="145690"/>
                  </a:lnTo>
                  <a:lnTo>
                    <a:pt x="2150349" y="148055"/>
                  </a:lnTo>
                  <a:lnTo>
                    <a:pt x="2137990" y="150419"/>
                  </a:lnTo>
                  <a:lnTo>
                    <a:pt x="2125632" y="152784"/>
                  </a:lnTo>
                  <a:lnTo>
                    <a:pt x="2113274" y="155148"/>
                  </a:lnTo>
                  <a:lnTo>
                    <a:pt x="2100915" y="157513"/>
                  </a:lnTo>
                  <a:lnTo>
                    <a:pt x="2088557" y="159877"/>
                  </a:lnTo>
                  <a:lnTo>
                    <a:pt x="2076199" y="162240"/>
                  </a:lnTo>
                  <a:lnTo>
                    <a:pt x="2063840" y="164604"/>
                  </a:lnTo>
                  <a:lnTo>
                    <a:pt x="2051482" y="166967"/>
                  </a:lnTo>
                  <a:lnTo>
                    <a:pt x="2039124" y="169330"/>
                  </a:lnTo>
                  <a:lnTo>
                    <a:pt x="2026765" y="171693"/>
                  </a:lnTo>
                  <a:lnTo>
                    <a:pt x="2014407" y="174056"/>
                  </a:lnTo>
                  <a:lnTo>
                    <a:pt x="2002049" y="176418"/>
                  </a:lnTo>
                  <a:lnTo>
                    <a:pt x="1989691" y="178781"/>
                  </a:lnTo>
                  <a:lnTo>
                    <a:pt x="1977332" y="181143"/>
                  </a:lnTo>
                  <a:lnTo>
                    <a:pt x="1964974" y="183505"/>
                  </a:lnTo>
                  <a:lnTo>
                    <a:pt x="1952616" y="185867"/>
                  </a:lnTo>
                  <a:lnTo>
                    <a:pt x="1940257" y="188229"/>
                  </a:lnTo>
                  <a:lnTo>
                    <a:pt x="1927899" y="190590"/>
                  </a:lnTo>
                  <a:lnTo>
                    <a:pt x="1915541" y="192952"/>
                  </a:lnTo>
                  <a:lnTo>
                    <a:pt x="1903182" y="195313"/>
                  </a:lnTo>
                  <a:lnTo>
                    <a:pt x="1890824" y="197675"/>
                  </a:lnTo>
                  <a:lnTo>
                    <a:pt x="1878466" y="200036"/>
                  </a:lnTo>
                  <a:lnTo>
                    <a:pt x="1866107" y="202396"/>
                  </a:lnTo>
                  <a:lnTo>
                    <a:pt x="1853749" y="204756"/>
                  </a:lnTo>
                  <a:lnTo>
                    <a:pt x="1841391" y="207116"/>
                  </a:lnTo>
                  <a:lnTo>
                    <a:pt x="1829032" y="209476"/>
                  </a:lnTo>
                  <a:lnTo>
                    <a:pt x="1816674" y="211834"/>
                  </a:lnTo>
                  <a:lnTo>
                    <a:pt x="1804316" y="214192"/>
                  </a:lnTo>
                  <a:lnTo>
                    <a:pt x="1791957" y="216549"/>
                  </a:lnTo>
                  <a:lnTo>
                    <a:pt x="1779599" y="218905"/>
                  </a:lnTo>
                  <a:lnTo>
                    <a:pt x="1767241" y="221260"/>
                  </a:lnTo>
                  <a:lnTo>
                    <a:pt x="1754882" y="223614"/>
                  </a:lnTo>
                  <a:lnTo>
                    <a:pt x="1742524" y="225966"/>
                  </a:lnTo>
                  <a:lnTo>
                    <a:pt x="1730166" y="228316"/>
                  </a:lnTo>
                  <a:lnTo>
                    <a:pt x="1717807" y="230664"/>
                  </a:lnTo>
                  <a:lnTo>
                    <a:pt x="1705449" y="233011"/>
                  </a:lnTo>
                  <a:lnTo>
                    <a:pt x="1693091" y="235355"/>
                  </a:lnTo>
                  <a:lnTo>
                    <a:pt x="1680732" y="237696"/>
                  </a:lnTo>
                  <a:lnTo>
                    <a:pt x="1668374" y="240035"/>
                  </a:lnTo>
                  <a:lnTo>
                    <a:pt x="1656016" y="242371"/>
                  </a:lnTo>
                  <a:lnTo>
                    <a:pt x="1643657" y="244705"/>
                  </a:lnTo>
                  <a:lnTo>
                    <a:pt x="1631299" y="247034"/>
                  </a:lnTo>
                  <a:lnTo>
                    <a:pt x="1618941" y="249361"/>
                  </a:lnTo>
                  <a:lnTo>
                    <a:pt x="1606582" y="251684"/>
                  </a:lnTo>
                  <a:lnTo>
                    <a:pt x="1594224" y="254003"/>
                  </a:lnTo>
                  <a:lnTo>
                    <a:pt x="1581866" y="256318"/>
                  </a:lnTo>
                  <a:lnTo>
                    <a:pt x="1569507" y="258629"/>
                  </a:lnTo>
                  <a:lnTo>
                    <a:pt x="1557149" y="260935"/>
                  </a:lnTo>
                  <a:lnTo>
                    <a:pt x="1544791" y="263238"/>
                  </a:lnTo>
                  <a:lnTo>
                    <a:pt x="1532432" y="265535"/>
                  </a:lnTo>
                  <a:lnTo>
                    <a:pt x="1520074" y="267829"/>
                  </a:lnTo>
                  <a:lnTo>
                    <a:pt x="1507716" y="270117"/>
                  </a:lnTo>
                  <a:lnTo>
                    <a:pt x="1495357" y="272400"/>
                  </a:lnTo>
                  <a:lnTo>
                    <a:pt x="1482999" y="274679"/>
                  </a:lnTo>
                  <a:lnTo>
                    <a:pt x="1470641" y="276952"/>
                  </a:lnTo>
                  <a:lnTo>
                    <a:pt x="1458282" y="279220"/>
                  </a:lnTo>
                  <a:lnTo>
                    <a:pt x="1445924" y="281484"/>
                  </a:lnTo>
                  <a:lnTo>
                    <a:pt x="1433566" y="283742"/>
                  </a:lnTo>
                  <a:lnTo>
                    <a:pt x="1421207" y="285995"/>
                  </a:lnTo>
                  <a:lnTo>
                    <a:pt x="1408849" y="288243"/>
                  </a:lnTo>
                  <a:lnTo>
                    <a:pt x="1396491" y="290485"/>
                  </a:lnTo>
                  <a:lnTo>
                    <a:pt x="1384132" y="292723"/>
                  </a:lnTo>
                  <a:lnTo>
                    <a:pt x="1371774" y="294955"/>
                  </a:lnTo>
                  <a:lnTo>
                    <a:pt x="1359416" y="297183"/>
                  </a:lnTo>
                  <a:lnTo>
                    <a:pt x="1347057" y="299405"/>
                  </a:lnTo>
                  <a:lnTo>
                    <a:pt x="1334699" y="301623"/>
                  </a:lnTo>
                  <a:lnTo>
                    <a:pt x="1322341" y="303836"/>
                  </a:lnTo>
                  <a:lnTo>
                    <a:pt x="1309982" y="306043"/>
                  </a:lnTo>
                  <a:lnTo>
                    <a:pt x="1297624" y="308247"/>
                  </a:lnTo>
                  <a:lnTo>
                    <a:pt x="1285266" y="310445"/>
                  </a:lnTo>
                  <a:lnTo>
                    <a:pt x="1272907" y="312639"/>
                  </a:lnTo>
                  <a:lnTo>
                    <a:pt x="1260549" y="314828"/>
                  </a:lnTo>
                  <a:lnTo>
                    <a:pt x="1248191" y="317013"/>
                  </a:lnTo>
                  <a:lnTo>
                    <a:pt x="1235832" y="319194"/>
                  </a:lnTo>
                  <a:lnTo>
                    <a:pt x="1223474" y="321371"/>
                  </a:lnTo>
                  <a:lnTo>
                    <a:pt x="1211116" y="323543"/>
                  </a:lnTo>
                  <a:lnTo>
                    <a:pt x="1198757" y="325711"/>
                  </a:lnTo>
                  <a:lnTo>
                    <a:pt x="1186399" y="327876"/>
                  </a:lnTo>
                  <a:lnTo>
                    <a:pt x="1174041" y="330036"/>
                  </a:lnTo>
                  <a:lnTo>
                    <a:pt x="1161682" y="332193"/>
                  </a:lnTo>
                  <a:lnTo>
                    <a:pt x="1149324" y="334346"/>
                  </a:lnTo>
                  <a:lnTo>
                    <a:pt x="1136966" y="336496"/>
                  </a:lnTo>
                  <a:lnTo>
                    <a:pt x="1124607" y="338642"/>
                  </a:lnTo>
                  <a:lnTo>
                    <a:pt x="1112249" y="340784"/>
                  </a:lnTo>
                  <a:lnTo>
                    <a:pt x="1099891" y="342923"/>
                  </a:lnTo>
                  <a:lnTo>
                    <a:pt x="1087532" y="345059"/>
                  </a:lnTo>
                  <a:lnTo>
                    <a:pt x="1075174" y="347192"/>
                  </a:lnTo>
                  <a:lnTo>
                    <a:pt x="1062816" y="349321"/>
                  </a:lnTo>
                  <a:lnTo>
                    <a:pt x="1050457" y="351447"/>
                  </a:lnTo>
                  <a:lnTo>
                    <a:pt x="1038099" y="353571"/>
                  </a:lnTo>
                  <a:lnTo>
                    <a:pt x="1025741" y="355691"/>
                  </a:lnTo>
                  <a:lnTo>
                    <a:pt x="1013382" y="357809"/>
                  </a:lnTo>
                  <a:lnTo>
                    <a:pt x="1001024" y="359924"/>
                  </a:lnTo>
                  <a:lnTo>
                    <a:pt x="988666" y="362036"/>
                  </a:lnTo>
                  <a:lnTo>
                    <a:pt x="976308" y="364146"/>
                  </a:lnTo>
                  <a:lnTo>
                    <a:pt x="963949" y="366253"/>
                  </a:lnTo>
                  <a:lnTo>
                    <a:pt x="951591" y="368357"/>
                  </a:lnTo>
                  <a:lnTo>
                    <a:pt x="939233" y="370459"/>
                  </a:lnTo>
                  <a:lnTo>
                    <a:pt x="926874" y="372559"/>
                  </a:lnTo>
                  <a:lnTo>
                    <a:pt x="914516" y="374657"/>
                  </a:lnTo>
                  <a:lnTo>
                    <a:pt x="902158" y="376752"/>
                  </a:lnTo>
                  <a:lnTo>
                    <a:pt x="889799" y="378845"/>
                  </a:lnTo>
                  <a:lnTo>
                    <a:pt x="877441" y="380936"/>
                  </a:lnTo>
                  <a:lnTo>
                    <a:pt x="865083" y="383025"/>
                  </a:lnTo>
                  <a:lnTo>
                    <a:pt x="852724" y="385113"/>
                  </a:lnTo>
                  <a:lnTo>
                    <a:pt x="840366" y="387198"/>
                  </a:lnTo>
                  <a:lnTo>
                    <a:pt x="828008" y="389282"/>
                  </a:lnTo>
                  <a:lnTo>
                    <a:pt x="815649" y="391364"/>
                  </a:lnTo>
                  <a:lnTo>
                    <a:pt x="803291" y="393445"/>
                  </a:lnTo>
                  <a:lnTo>
                    <a:pt x="790933" y="395524"/>
                  </a:lnTo>
                  <a:lnTo>
                    <a:pt x="778574" y="397601"/>
                  </a:lnTo>
                  <a:lnTo>
                    <a:pt x="766216" y="399678"/>
                  </a:lnTo>
                  <a:lnTo>
                    <a:pt x="753858" y="401753"/>
                  </a:lnTo>
                  <a:lnTo>
                    <a:pt x="741499" y="403827"/>
                  </a:lnTo>
                  <a:lnTo>
                    <a:pt x="729141" y="405900"/>
                  </a:lnTo>
                  <a:lnTo>
                    <a:pt x="716783" y="407972"/>
                  </a:lnTo>
                  <a:lnTo>
                    <a:pt x="704424" y="410043"/>
                  </a:lnTo>
                  <a:lnTo>
                    <a:pt x="692066" y="412114"/>
                  </a:lnTo>
                  <a:lnTo>
                    <a:pt x="679708" y="414183"/>
                  </a:lnTo>
                  <a:lnTo>
                    <a:pt x="667349" y="416252"/>
                  </a:lnTo>
                  <a:lnTo>
                    <a:pt x="654991" y="418320"/>
                  </a:lnTo>
                  <a:lnTo>
                    <a:pt x="642633" y="420387"/>
                  </a:lnTo>
                  <a:lnTo>
                    <a:pt x="630274" y="422454"/>
                  </a:lnTo>
                  <a:lnTo>
                    <a:pt x="617916" y="424521"/>
                  </a:lnTo>
                  <a:lnTo>
                    <a:pt x="605558" y="426587"/>
                  </a:lnTo>
                  <a:lnTo>
                    <a:pt x="593199" y="428652"/>
                  </a:lnTo>
                  <a:lnTo>
                    <a:pt x="580841" y="430718"/>
                  </a:lnTo>
                  <a:lnTo>
                    <a:pt x="568483" y="432782"/>
                  </a:lnTo>
                  <a:lnTo>
                    <a:pt x="556124" y="434847"/>
                  </a:lnTo>
                  <a:lnTo>
                    <a:pt x="543766" y="436911"/>
                  </a:lnTo>
                  <a:lnTo>
                    <a:pt x="531408" y="438975"/>
                  </a:lnTo>
                  <a:lnTo>
                    <a:pt x="519049" y="441039"/>
                  </a:lnTo>
                  <a:lnTo>
                    <a:pt x="506691" y="443102"/>
                  </a:lnTo>
                  <a:lnTo>
                    <a:pt x="494333" y="445165"/>
                  </a:lnTo>
                  <a:lnTo>
                    <a:pt x="481974" y="447227"/>
                  </a:lnTo>
                  <a:lnTo>
                    <a:pt x="469616" y="449290"/>
                  </a:lnTo>
                  <a:lnTo>
                    <a:pt x="457258" y="451352"/>
                  </a:lnTo>
                  <a:lnTo>
                    <a:pt x="444899" y="453414"/>
                  </a:lnTo>
                  <a:lnTo>
                    <a:pt x="432541" y="455475"/>
                  </a:lnTo>
                  <a:lnTo>
                    <a:pt x="420183" y="457536"/>
                  </a:lnTo>
                  <a:lnTo>
                    <a:pt x="407824" y="459597"/>
                  </a:lnTo>
                  <a:lnTo>
                    <a:pt x="395466" y="461657"/>
                  </a:lnTo>
                  <a:lnTo>
                    <a:pt x="383108" y="463717"/>
                  </a:lnTo>
                  <a:lnTo>
                    <a:pt x="370749" y="465777"/>
                  </a:lnTo>
                  <a:lnTo>
                    <a:pt x="358391" y="467836"/>
                  </a:lnTo>
                  <a:lnTo>
                    <a:pt x="346033" y="469895"/>
                  </a:lnTo>
                  <a:lnTo>
                    <a:pt x="333674" y="471953"/>
                  </a:lnTo>
                  <a:lnTo>
                    <a:pt x="321316" y="474011"/>
                  </a:lnTo>
                  <a:lnTo>
                    <a:pt x="308958" y="476069"/>
                  </a:lnTo>
                  <a:lnTo>
                    <a:pt x="296599" y="478126"/>
                  </a:lnTo>
                  <a:lnTo>
                    <a:pt x="284241" y="480182"/>
                  </a:lnTo>
                  <a:lnTo>
                    <a:pt x="271883" y="482239"/>
                  </a:lnTo>
                  <a:lnTo>
                    <a:pt x="259524" y="484294"/>
                  </a:lnTo>
                  <a:lnTo>
                    <a:pt x="247166" y="486350"/>
                  </a:lnTo>
                  <a:lnTo>
                    <a:pt x="234808" y="488405"/>
                  </a:lnTo>
                  <a:lnTo>
                    <a:pt x="222449" y="490460"/>
                  </a:lnTo>
                  <a:lnTo>
                    <a:pt x="210091" y="492514"/>
                  </a:lnTo>
                  <a:lnTo>
                    <a:pt x="197733" y="494568"/>
                  </a:lnTo>
                  <a:lnTo>
                    <a:pt x="185374" y="496622"/>
                  </a:lnTo>
                  <a:lnTo>
                    <a:pt x="173016" y="498676"/>
                  </a:lnTo>
                  <a:lnTo>
                    <a:pt x="160658" y="500729"/>
                  </a:lnTo>
                  <a:lnTo>
                    <a:pt x="148299" y="502783"/>
                  </a:lnTo>
                  <a:lnTo>
                    <a:pt x="135941" y="504836"/>
                  </a:lnTo>
                  <a:lnTo>
                    <a:pt x="123583" y="506889"/>
                  </a:lnTo>
                  <a:lnTo>
                    <a:pt x="111224" y="508941"/>
                  </a:lnTo>
                  <a:lnTo>
                    <a:pt x="98866" y="510994"/>
                  </a:lnTo>
                  <a:lnTo>
                    <a:pt x="86508" y="513046"/>
                  </a:lnTo>
                  <a:lnTo>
                    <a:pt x="74149" y="515099"/>
                  </a:lnTo>
                  <a:lnTo>
                    <a:pt x="61791" y="517151"/>
                  </a:lnTo>
                  <a:lnTo>
                    <a:pt x="49433" y="519204"/>
                  </a:lnTo>
                  <a:lnTo>
                    <a:pt x="37074" y="521256"/>
                  </a:lnTo>
                  <a:lnTo>
                    <a:pt x="24716" y="523309"/>
                  </a:lnTo>
                  <a:lnTo>
                    <a:pt x="12358" y="525361"/>
                  </a:lnTo>
                  <a:lnTo>
                    <a:pt x="0" y="52741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434117" y="2093880"/>
              <a:ext cx="2212140" cy="298624"/>
            </a:xfrm>
            <a:custGeom>
              <a:avLst/>
              <a:pathLst>
                <a:path w="2212140" h="298624">
                  <a:moveTo>
                    <a:pt x="0" y="298624"/>
                  </a:moveTo>
                  <a:lnTo>
                    <a:pt x="12358" y="297633"/>
                  </a:lnTo>
                  <a:lnTo>
                    <a:pt x="24716" y="296643"/>
                  </a:lnTo>
                  <a:lnTo>
                    <a:pt x="37074" y="295652"/>
                  </a:lnTo>
                  <a:lnTo>
                    <a:pt x="49433" y="294662"/>
                  </a:lnTo>
                  <a:lnTo>
                    <a:pt x="61791" y="293671"/>
                  </a:lnTo>
                  <a:lnTo>
                    <a:pt x="74149" y="292679"/>
                  </a:lnTo>
                  <a:lnTo>
                    <a:pt x="86508" y="291687"/>
                  </a:lnTo>
                  <a:lnTo>
                    <a:pt x="98866" y="290694"/>
                  </a:lnTo>
                  <a:lnTo>
                    <a:pt x="111224" y="289700"/>
                  </a:lnTo>
                  <a:lnTo>
                    <a:pt x="123583" y="288705"/>
                  </a:lnTo>
                  <a:lnTo>
                    <a:pt x="135941" y="287708"/>
                  </a:lnTo>
                  <a:lnTo>
                    <a:pt x="148299" y="286709"/>
                  </a:lnTo>
                  <a:lnTo>
                    <a:pt x="160658" y="285708"/>
                  </a:lnTo>
                  <a:lnTo>
                    <a:pt x="173016" y="284705"/>
                  </a:lnTo>
                  <a:lnTo>
                    <a:pt x="185374" y="283699"/>
                  </a:lnTo>
                  <a:lnTo>
                    <a:pt x="197733" y="282691"/>
                  </a:lnTo>
                  <a:lnTo>
                    <a:pt x="210091" y="281679"/>
                  </a:lnTo>
                  <a:lnTo>
                    <a:pt x="222449" y="280663"/>
                  </a:lnTo>
                  <a:lnTo>
                    <a:pt x="234808" y="279644"/>
                  </a:lnTo>
                  <a:lnTo>
                    <a:pt x="247166" y="278621"/>
                  </a:lnTo>
                  <a:lnTo>
                    <a:pt x="259524" y="277593"/>
                  </a:lnTo>
                  <a:lnTo>
                    <a:pt x="271883" y="276561"/>
                  </a:lnTo>
                  <a:lnTo>
                    <a:pt x="284241" y="275524"/>
                  </a:lnTo>
                  <a:lnTo>
                    <a:pt x="296599" y="274482"/>
                  </a:lnTo>
                  <a:lnTo>
                    <a:pt x="308958" y="273434"/>
                  </a:lnTo>
                  <a:lnTo>
                    <a:pt x="321316" y="272381"/>
                  </a:lnTo>
                  <a:lnTo>
                    <a:pt x="333674" y="271322"/>
                  </a:lnTo>
                  <a:lnTo>
                    <a:pt x="346033" y="270258"/>
                  </a:lnTo>
                  <a:lnTo>
                    <a:pt x="358391" y="269186"/>
                  </a:lnTo>
                  <a:lnTo>
                    <a:pt x="370749" y="268109"/>
                  </a:lnTo>
                  <a:lnTo>
                    <a:pt x="383108" y="267025"/>
                  </a:lnTo>
                  <a:lnTo>
                    <a:pt x="395466" y="265934"/>
                  </a:lnTo>
                  <a:lnTo>
                    <a:pt x="407824" y="264836"/>
                  </a:lnTo>
                  <a:lnTo>
                    <a:pt x="420183" y="263731"/>
                  </a:lnTo>
                  <a:lnTo>
                    <a:pt x="432541" y="262618"/>
                  </a:lnTo>
                  <a:lnTo>
                    <a:pt x="444899" y="261498"/>
                  </a:lnTo>
                  <a:lnTo>
                    <a:pt x="457258" y="260371"/>
                  </a:lnTo>
                  <a:lnTo>
                    <a:pt x="469616" y="259235"/>
                  </a:lnTo>
                  <a:lnTo>
                    <a:pt x="481974" y="258092"/>
                  </a:lnTo>
                  <a:lnTo>
                    <a:pt x="494333" y="256940"/>
                  </a:lnTo>
                  <a:lnTo>
                    <a:pt x="506691" y="255781"/>
                  </a:lnTo>
                  <a:lnTo>
                    <a:pt x="519049" y="254613"/>
                  </a:lnTo>
                  <a:lnTo>
                    <a:pt x="531408" y="253436"/>
                  </a:lnTo>
                  <a:lnTo>
                    <a:pt x="543766" y="252251"/>
                  </a:lnTo>
                  <a:lnTo>
                    <a:pt x="556124" y="251057"/>
                  </a:lnTo>
                  <a:lnTo>
                    <a:pt x="568483" y="249854"/>
                  </a:lnTo>
                  <a:lnTo>
                    <a:pt x="580841" y="248642"/>
                  </a:lnTo>
                  <a:lnTo>
                    <a:pt x="593199" y="247421"/>
                  </a:lnTo>
                  <a:lnTo>
                    <a:pt x="605558" y="246190"/>
                  </a:lnTo>
                  <a:lnTo>
                    <a:pt x="617916" y="244950"/>
                  </a:lnTo>
                  <a:lnTo>
                    <a:pt x="630274" y="243701"/>
                  </a:lnTo>
                  <a:lnTo>
                    <a:pt x="642633" y="242442"/>
                  </a:lnTo>
                  <a:lnTo>
                    <a:pt x="654991" y="241172"/>
                  </a:lnTo>
                  <a:lnTo>
                    <a:pt x="667349" y="239893"/>
                  </a:lnTo>
                  <a:lnTo>
                    <a:pt x="679708" y="238604"/>
                  </a:lnTo>
                  <a:lnTo>
                    <a:pt x="692066" y="237304"/>
                  </a:lnTo>
                  <a:lnTo>
                    <a:pt x="704424" y="235994"/>
                  </a:lnTo>
                  <a:lnTo>
                    <a:pt x="716783" y="234673"/>
                  </a:lnTo>
                  <a:lnTo>
                    <a:pt x="729141" y="233342"/>
                  </a:lnTo>
                  <a:lnTo>
                    <a:pt x="741499" y="232000"/>
                  </a:lnTo>
                  <a:lnTo>
                    <a:pt x="753858" y="230647"/>
                  </a:lnTo>
                  <a:lnTo>
                    <a:pt x="766216" y="229282"/>
                  </a:lnTo>
                  <a:lnTo>
                    <a:pt x="778574" y="227907"/>
                  </a:lnTo>
                  <a:lnTo>
                    <a:pt x="790933" y="226520"/>
                  </a:lnTo>
                  <a:lnTo>
                    <a:pt x="803291" y="225122"/>
                  </a:lnTo>
                  <a:lnTo>
                    <a:pt x="815649" y="223713"/>
                  </a:lnTo>
                  <a:lnTo>
                    <a:pt x="828008" y="222292"/>
                  </a:lnTo>
                  <a:lnTo>
                    <a:pt x="840366" y="220859"/>
                  </a:lnTo>
                  <a:lnTo>
                    <a:pt x="852724" y="219414"/>
                  </a:lnTo>
                  <a:lnTo>
                    <a:pt x="865083" y="217958"/>
                  </a:lnTo>
                  <a:lnTo>
                    <a:pt x="877441" y="216489"/>
                  </a:lnTo>
                  <a:lnTo>
                    <a:pt x="889799" y="215009"/>
                  </a:lnTo>
                  <a:lnTo>
                    <a:pt x="902158" y="213516"/>
                  </a:lnTo>
                  <a:lnTo>
                    <a:pt x="914516" y="212011"/>
                  </a:lnTo>
                  <a:lnTo>
                    <a:pt x="926874" y="210494"/>
                  </a:lnTo>
                  <a:lnTo>
                    <a:pt x="939233" y="208965"/>
                  </a:lnTo>
                  <a:lnTo>
                    <a:pt x="951591" y="207424"/>
                  </a:lnTo>
                  <a:lnTo>
                    <a:pt x="963949" y="205870"/>
                  </a:lnTo>
                  <a:lnTo>
                    <a:pt x="976308" y="204304"/>
                  </a:lnTo>
                  <a:lnTo>
                    <a:pt x="988666" y="202726"/>
                  </a:lnTo>
                  <a:lnTo>
                    <a:pt x="1001024" y="201136"/>
                  </a:lnTo>
                  <a:lnTo>
                    <a:pt x="1013382" y="199533"/>
                  </a:lnTo>
                  <a:lnTo>
                    <a:pt x="1025741" y="197917"/>
                  </a:lnTo>
                  <a:lnTo>
                    <a:pt x="1038099" y="196290"/>
                  </a:lnTo>
                  <a:lnTo>
                    <a:pt x="1050457" y="194650"/>
                  </a:lnTo>
                  <a:lnTo>
                    <a:pt x="1062816" y="192997"/>
                  </a:lnTo>
                  <a:lnTo>
                    <a:pt x="1075174" y="191333"/>
                  </a:lnTo>
                  <a:lnTo>
                    <a:pt x="1087532" y="189656"/>
                  </a:lnTo>
                  <a:lnTo>
                    <a:pt x="1099891" y="187966"/>
                  </a:lnTo>
                  <a:lnTo>
                    <a:pt x="1112249" y="186265"/>
                  </a:lnTo>
                  <a:lnTo>
                    <a:pt x="1124607" y="184551"/>
                  </a:lnTo>
                  <a:lnTo>
                    <a:pt x="1136966" y="182825"/>
                  </a:lnTo>
                  <a:lnTo>
                    <a:pt x="1149324" y="181086"/>
                  </a:lnTo>
                  <a:lnTo>
                    <a:pt x="1161682" y="179336"/>
                  </a:lnTo>
                  <a:lnTo>
                    <a:pt x="1174041" y="177573"/>
                  </a:lnTo>
                  <a:lnTo>
                    <a:pt x="1186399" y="175799"/>
                  </a:lnTo>
                  <a:lnTo>
                    <a:pt x="1198757" y="174012"/>
                  </a:lnTo>
                  <a:lnTo>
                    <a:pt x="1211116" y="172213"/>
                  </a:lnTo>
                  <a:lnTo>
                    <a:pt x="1223474" y="170402"/>
                  </a:lnTo>
                  <a:lnTo>
                    <a:pt x="1235832" y="168579"/>
                  </a:lnTo>
                  <a:lnTo>
                    <a:pt x="1248191" y="166744"/>
                  </a:lnTo>
                  <a:lnTo>
                    <a:pt x="1260549" y="164897"/>
                  </a:lnTo>
                  <a:lnTo>
                    <a:pt x="1272907" y="163039"/>
                  </a:lnTo>
                  <a:lnTo>
                    <a:pt x="1285266" y="161168"/>
                  </a:lnTo>
                  <a:lnTo>
                    <a:pt x="1297624" y="159286"/>
                  </a:lnTo>
                  <a:lnTo>
                    <a:pt x="1309982" y="157392"/>
                  </a:lnTo>
                  <a:lnTo>
                    <a:pt x="1322341" y="155486"/>
                  </a:lnTo>
                  <a:lnTo>
                    <a:pt x="1334699" y="153569"/>
                  </a:lnTo>
                  <a:lnTo>
                    <a:pt x="1347057" y="151640"/>
                  </a:lnTo>
                  <a:lnTo>
                    <a:pt x="1359416" y="149700"/>
                  </a:lnTo>
                  <a:lnTo>
                    <a:pt x="1371774" y="147749"/>
                  </a:lnTo>
                  <a:lnTo>
                    <a:pt x="1384132" y="145786"/>
                  </a:lnTo>
                  <a:lnTo>
                    <a:pt x="1396491" y="143812"/>
                  </a:lnTo>
                  <a:lnTo>
                    <a:pt x="1408849" y="141827"/>
                  </a:lnTo>
                  <a:lnTo>
                    <a:pt x="1421207" y="139831"/>
                  </a:lnTo>
                  <a:lnTo>
                    <a:pt x="1433566" y="137825"/>
                  </a:lnTo>
                  <a:lnTo>
                    <a:pt x="1445924" y="135807"/>
                  </a:lnTo>
                  <a:lnTo>
                    <a:pt x="1458282" y="133780"/>
                  </a:lnTo>
                  <a:lnTo>
                    <a:pt x="1470641" y="131742"/>
                  </a:lnTo>
                  <a:lnTo>
                    <a:pt x="1482999" y="129694"/>
                  </a:lnTo>
                  <a:lnTo>
                    <a:pt x="1495357" y="127636"/>
                  </a:lnTo>
                  <a:lnTo>
                    <a:pt x="1507716" y="125569"/>
                  </a:lnTo>
                  <a:lnTo>
                    <a:pt x="1520074" y="123492"/>
                  </a:lnTo>
                  <a:lnTo>
                    <a:pt x="1532432" y="121406"/>
                  </a:lnTo>
                  <a:lnTo>
                    <a:pt x="1544791" y="119310"/>
                  </a:lnTo>
                  <a:lnTo>
                    <a:pt x="1557149" y="117207"/>
                  </a:lnTo>
                  <a:lnTo>
                    <a:pt x="1569507" y="115094"/>
                  </a:lnTo>
                  <a:lnTo>
                    <a:pt x="1581866" y="112974"/>
                  </a:lnTo>
                  <a:lnTo>
                    <a:pt x="1594224" y="110846"/>
                  </a:lnTo>
                  <a:lnTo>
                    <a:pt x="1606582" y="108710"/>
                  </a:lnTo>
                  <a:lnTo>
                    <a:pt x="1618941" y="106567"/>
                  </a:lnTo>
                  <a:lnTo>
                    <a:pt x="1631299" y="104416"/>
                  </a:lnTo>
                  <a:lnTo>
                    <a:pt x="1643657" y="102260"/>
                  </a:lnTo>
                  <a:lnTo>
                    <a:pt x="1656016" y="100096"/>
                  </a:lnTo>
                  <a:lnTo>
                    <a:pt x="1668374" y="97927"/>
                  </a:lnTo>
                  <a:lnTo>
                    <a:pt x="1680732" y="95752"/>
                  </a:lnTo>
                  <a:lnTo>
                    <a:pt x="1693091" y="93572"/>
                  </a:lnTo>
                  <a:lnTo>
                    <a:pt x="1705449" y="91387"/>
                  </a:lnTo>
                  <a:lnTo>
                    <a:pt x="1717807" y="89197"/>
                  </a:lnTo>
                  <a:lnTo>
                    <a:pt x="1730166" y="87003"/>
                  </a:lnTo>
                  <a:lnTo>
                    <a:pt x="1742524" y="84804"/>
                  </a:lnTo>
                  <a:lnTo>
                    <a:pt x="1754882" y="82602"/>
                  </a:lnTo>
                  <a:lnTo>
                    <a:pt x="1767241" y="80396"/>
                  </a:lnTo>
                  <a:lnTo>
                    <a:pt x="1779599" y="78187"/>
                  </a:lnTo>
                  <a:lnTo>
                    <a:pt x="1791957" y="75975"/>
                  </a:lnTo>
                  <a:lnTo>
                    <a:pt x="1804316" y="73760"/>
                  </a:lnTo>
                  <a:lnTo>
                    <a:pt x="1816674" y="71543"/>
                  </a:lnTo>
                  <a:lnTo>
                    <a:pt x="1829032" y="69323"/>
                  </a:lnTo>
                  <a:lnTo>
                    <a:pt x="1841391" y="67101"/>
                  </a:lnTo>
                  <a:lnTo>
                    <a:pt x="1853749" y="64878"/>
                  </a:lnTo>
                  <a:lnTo>
                    <a:pt x="1866107" y="62653"/>
                  </a:lnTo>
                  <a:lnTo>
                    <a:pt x="1878466" y="60426"/>
                  </a:lnTo>
                  <a:lnTo>
                    <a:pt x="1890824" y="58198"/>
                  </a:lnTo>
                  <a:lnTo>
                    <a:pt x="1903182" y="55968"/>
                  </a:lnTo>
                  <a:lnTo>
                    <a:pt x="1915541" y="53738"/>
                  </a:lnTo>
                  <a:lnTo>
                    <a:pt x="1927899" y="51506"/>
                  </a:lnTo>
                  <a:lnTo>
                    <a:pt x="1940257" y="49274"/>
                  </a:lnTo>
                  <a:lnTo>
                    <a:pt x="1952616" y="47040"/>
                  </a:lnTo>
                  <a:lnTo>
                    <a:pt x="1964974" y="44806"/>
                  </a:lnTo>
                  <a:lnTo>
                    <a:pt x="1977332" y="42570"/>
                  </a:lnTo>
                  <a:lnTo>
                    <a:pt x="1989691" y="40334"/>
                  </a:lnTo>
                  <a:lnTo>
                    <a:pt x="2002049" y="38098"/>
                  </a:lnTo>
                  <a:lnTo>
                    <a:pt x="2014407" y="35860"/>
                  </a:lnTo>
                  <a:lnTo>
                    <a:pt x="2026765" y="33622"/>
                  </a:lnTo>
                  <a:lnTo>
                    <a:pt x="2039124" y="31384"/>
                  </a:lnTo>
                  <a:lnTo>
                    <a:pt x="2051482" y="29144"/>
                  </a:lnTo>
                  <a:lnTo>
                    <a:pt x="2063840" y="26904"/>
                  </a:lnTo>
                  <a:lnTo>
                    <a:pt x="2076199" y="24664"/>
                  </a:lnTo>
                  <a:lnTo>
                    <a:pt x="2088557" y="22423"/>
                  </a:lnTo>
                  <a:lnTo>
                    <a:pt x="2100915" y="20182"/>
                  </a:lnTo>
                  <a:lnTo>
                    <a:pt x="2113274" y="17940"/>
                  </a:lnTo>
                  <a:lnTo>
                    <a:pt x="2125632" y="15699"/>
                  </a:lnTo>
                  <a:lnTo>
                    <a:pt x="2137990" y="13456"/>
                  </a:lnTo>
                  <a:lnTo>
                    <a:pt x="2150349" y="11214"/>
                  </a:lnTo>
                  <a:lnTo>
                    <a:pt x="2162707" y="8971"/>
                  </a:lnTo>
                  <a:lnTo>
                    <a:pt x="2175065" y="6728"/>
                  </a:lnTo>
                  <a:lnTo>
                    <a:pt x="2187424" y="4485"/>
                  </a:lnTo>
                  <a:lnTo>
                    <a:pt x="2199782" y="2242"/>
                  </a:lnTo>
                  <a:lnTo>
                    <a:pt x="2212140" y="0"/>
                  </a:lnTo>
                  <a:lnTo>
                    <a:pt x="22121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434117" y="2230111"/>
              <a:ext cx="2212140" cy="391183"/>
            </a:xfrm>
            <a:custGeom>
              <a:avLst/>
              <a:pathLst>
                <a:path w="2212140" h="391183">
                  <a:moveTo>
                    <a:pt x="2212140" y="0"/>
                  </a:moveTo>
                  <a:lnTo>
                    <a:pt x="2199782" y="2365"/>
                  </a:lnTo>
                  <a:lnTo>
                    <a:pt x="2187424" y="4730"/>
                  </a:lnTo>
                  <a:lnTo>
                    <a:pt x="2175065" y="7095"/>
                  </a:lnTo>
                  <a:lnTo>
                    <a:pt x="2162707" y="9459"/>
                  </a:lnTo>
                  <a:lnTo>
                    <a:pt x="2150349" y="11824"/>
                  </a:lnTo>
                  <a:lnTo>
                    <a:pt x="2137990" y="14189"/>
                  </a:lnTo>
                  <a:lnTo>
                    <a:pt x="2125632" y="16554"/>
                  </a:lnTo>
                  <a:lnTo>
                    <a:pt x="2113274" y="18918"/>
                  </a:lnTo>
                  <a:lnTo>
                    <a:pt x="2100915" y="21282"/>
                  </a:lnTo>
                  <a:lnTo>
                    <a:pt x="2088557" y="23646"/>
                  </a:lnTo>
                  <a:lnTo>
                    <a:pt x="2076199" y="26010"/>
                  </a:lnTo>
                  <a:lnTo>
                    <a:pt x="2063840" y="28373"/>
                  </a:lnTo>
                  <a:lnTo>
                    <a:pt x="2051482" y="30737"/>
                  </a:lnTo>
                  <a:lnTo>
                    <a:pt x="2039124" y="33100"/>
                  </a:lnTo>
                  <a:lnTo>
                    <a:pt x="2026765" y="35463"/>
                  </a:lnTo>
                  <a:lnTo>
                    <a:pt x="2014407" y="37825"/>
                  </a:lnTo>
                  <a:lnTo>
                    <a:pt x="2002049" y="40188"/>
                  </a:lnTo>
                  <a:lnTo>
                    <a:pt x="1989691" y="42550"/>
                  </a:lnTo>
                  <a:lnTo>
                    <a:pt x="1977332" y="44912"/>
                  </a:lnTo>
                  <a:lnTo>
                    <a:pt x="1964974" y="47274"/>
                  </a:lnTo>
                  <a:lnTo>
                    <a:pt x="1952616" y="49636"/>
                  </a:lnTo>
                  <a:lnTo>
                    <a:pt x="1940257" y="51998"/>
                  </a:lnTo>
                  <a:lnTo>
                    <a:pt x="1927899" y="54360"/>
                  </a:lnTo>
                  <a:lnTo>
                    <a:pt x="1915541" y="56722"/>
                  </a:lnTo>
                  <a:lnTo>
                    <a:pt x="1903182" y="59083"/>
                  </a:lnTo>
                  <a:lnTo>
                    <a:pt x="1890824" y="61444"/>
                  </a:lnTo>
                  <a:lnTo>
                    <a:pt x="1878466" y="63805"/>
                  </a:lnTo>
                  <a:lnTo>
                    <a:pt x="1866107" y="66166"/>
                  </a:lnTo>
                  <a:lnTo>
                    <a:pt x="1853749" y="68526"/>
                  </a:lnTo>
                  <a:lnTo>
                    <a:pt x="1841391" y="70886"/>
                  </a:lnTo>
                  <a:lnTo>
                    <a:pt x="1829032" y="73245"/>
                  </a:lnTo>
                  <a:lnTo>
                    <a:pt x="1816674" y="75604"/>
                  </a:lnTo>
                  <a:lnTo>
                    <a:pt x="1804316" y="77962"/>
                  </a:lnTo>
                  <a:lnTo>
                    <a:pt x="1791957" y="80319"/>
                  </a:lnTo>
                  <a:lnTo>
                    <a:pt x="1779599" y="82675"/>
                  </a:lnTo>
                  <a:lnTo>
                    <a:pt x="1767241" y="85030"/>
                  </a:lnTo>
                  <a:lnTo>
                    <a:pt x="1754882" y="87383"/>
                  </a:lnTo>
                  <a:lnTo>
                    <a:pt x="1742524" y="89735"/>
                  </a:lnTo>
                  <a:lnTo>
                    <a:pt x="1730166" y="92085"/>
                  </a:lnTo>
                  <a:lnTo>
                    <a:pt x="1717807" y="94434"/>
                  </a:lnTo>
                  <a:lnTo>
                    <a:pt x="1705449" y="96780"/>
                  </a:lnTo>
                  <a:lnTo>
                    <a:pt x="1693091" y="99124"/>
                  </a:lnTo>
                  <a:lnTo>
                    <a:pt x="1680732" y="101466"/>
                  </a:lnTo>
                  <a:lnTo>
                    <a:pt x="1668374" y="103805"/>
                  </a:lnTo>
                  <a:lnTo>
                    <a:pt x="1656016" y="106141"/>
                  </a:lnTo>
                  <a:lnTo>
                    <a:pt x="1643657" y="108474"/>
                  </a:lnTo>
                  <a:lnTo>
                    <a:pt x="1631299" y="110804"/>
                  </a:lnTo>
                  <a:lnTo>
                    <a:pt x="1618941" y="113130"/>
                  </a:lnTo>
                  <a:lnTo>
                    <a:pt x="1606582" y="115453"/>
                  </a:lnTo>
                  <a:lnTo>
                    <a:pt x="1594224" y="117772"/>
                  </a:lnTo>
                  <a:lnTo>
                    <a:pt x="1581866" y="120087"/>
                  </a:lnTo>
                  <a:lnTo>
                    <a:pt x="1569507" y="122398"/>
                  </a:lnTo>
                  <a:lnTo>
                    <a:pt x="1557149" y="124705"/>
                  </a:lnTo>
                  <a:lnTo>
                    <a:pt x="1544791" y="127007"/>
                  </a:lnTo>
                  <a:lnTo>
                    <a:pt x="1532432" y="129305"/>
                  </a:lnTo>
                  <a:lnTo>
                    <a:pt x="1520074" y="131598"/>
                  </a:lnTo>
                  <a:lnTo>
                    <a:pt x="1507716" y="133886"/>
                  </a:lnTo>
                  <a:lnTo>
                    <a:pt x="1495357" y="136170"/>
                  </a:lnTo>
                  <a:lnTo>
                    <a:pt x="1482999" y="138448"/>
                  </a:lnTo>
                  <a:lnTo>
                    <a:pt x="1470641" y="140722"/>
                  </a:lnTo>
                  <a:lnTo>
                    <a:pt x="1458282" y="142990"/>
                  </a:lnTo>
                  <a:lnTo>
                    <a:pt x="1445924" y="145253"/>
                  </a:lnTo>
                  <a:lnTo>
                    <a:pt x="1433566" y="147511"/>
                  </a:lnTo>
                  <a:lnTo>
                    <a:pt x="1421207" y="149764"/>
                  </a:lnTo>
                  <a:lnTo>
                    <a:pt x="1408849" y="152012"/>
                  </a:lnTo>
                  <a:lnTo>
                    <a:pt x="1396491" y="154255"/>
                  </a:lnTo>
                  <a:lnTo>
                    <a:pt x="1384132" y="156493"/>
                  </a:lnTo>
                  <a:lnTo>
                    <a:pt x="1371774" y="158725"/>
                  </a:lnTo>
                  <a:lnTo>
                    <a:pt x="1359416" y="160953"/>
                  </a:lnTo>
                  <a:lnTo>
                    <a:pt x="1347057" y="163175"/>
                  </a:lnTo>
                  <a:lnTo>
                    <a:pt x="1334699" y="165393"/>
                  </a:lnTo>
                  <a:lnTo>
                    <a:pt x="1322341" y="167605"/>
                  </a:lnTo>
                  <a:lnTo>
                    <a:pt x="1309982" y="169813"/>
                  </a:lnTo>
                  <a:lnTo>
                    <a:pt x="1297624" y="172016"/>
                  </a:lnTo>
                  <a:lnTo>
                    <a:pt x="1285266" y="174215"/>
                  </a:lnTo>
                  <a:lnTo>
                    <a:pt x="1272907" y="176409"/>
                  </a:lnTo>
                  <a:lnTo>
                    <a:pt x="1260549" y="178598"/>
                  </a:lnTo>
                  <a:lnTo>
                    <a:pt x="1248191" y="180783"/>
                  </a:lnTo>
                  <a:lnTo>
                    <a:pt x="1235832" y="182964"/>
                  </a:lnTo>
                  <a:lnTo>
                    <a:pt x="1223474" y="185140"/>
                  </a:lnTo>
                  <a:lnTo>
                    <a:pt x="1211116" y="187313"/>
                  </a:lnTo>
                  <a:lnTo>
                    <a:pt x="1198757" y="189481"/>
                  </a:lnTo>
                  <a:lnTo>
                    <a:pt x="1186399" y="191645"/>
                  </a:lnTo>
                  <a:lnTo>
                    <a:pt x="1174041" y="193806"/>
                  </a:lnTo>
                  <a:lnTo>
                    <a:pt x="1161682" y="195963"/>
                  </a:lnTo>
                  <a:lnTo>
                    <a:pt x="1149324" y="198116"/>
                  </a:lnTo>
                  <a:lnTo>
                    <a:pt x="1136966" y="200265"/>
                  </a:lnTo>
                  <a:lnTo>
                    <a:pt x="1124607" y="202411"/>
                  </a:lnTo>
                  <a:lnTo>
                    <a:pt x="1112249" y="204554"/>
                  </a:lnTo>
                  <a:lnTo>
                    <a:pt x="1099891" y="206693"/>
                  </a:lnTo>
                  <a:lnTo>
                    <a:pt x="1087532" y="208829"/>
                  </a:lnTo>
                  <a:lnTo>
                    <a:pt x="1075174" y="210961"/>
                  </a:lnTo>
                  <a:lnTo>
                    <a:pt x="1062816" y="213091"/>
                  </a:lnTo>
                  <a:lnTo>
                    <a:pt x="1050457" y="215217"/>
                  </a:lnTo>
                  <a:lnTo>
                    <a:pt x="1038099" y="217340"/>
                  </a:lnTo>
                  <a:lnTo>
                    <a:pt x="1025741" y="219461"/>
                  </a:lnTo>
                  <a:lnTo>
                    <a:pt x="1013382" y="221579"/>
                  </a:lnTo>
                  <a:lnTo>
                    <a:pt x="1001024" y="223694"/>
                  </a:lnTo>
                  <a:lnTo>
                    <a:pt x="988666" y="225806"/>
                  </a:lnTo>
                  <a:lnTo>
                    <a:pt x="976308" y="227915"/>
                  </a:lnTo>
                  <a:lnTo>
                    <a:pt x="963949" y="230022"/>
                  </a:lnTo>
                  <a:lnTo>
                    <a:pt x="951591" y="232127"/>
                  </a:lnTo>
                  <a:lnTo>
                    <a:pt x="939233" y="234229"/>
                  </a:lnTo>
                  <a:lnTo>
                    <a:pt x="926874" y="236329"/>
                  </a:lnTo>
                  <a:lnTo>
                    <a:pt x="914516" y="238426"/>
                  </a:lnTo>
                  <a:lnTo>
                    <a:pt x="902158" y="240521"/>
                  </a:lnTo>
                  <a:lnTo>
                    <a:pt x="889799" y="242615"/>
                  </a:lnTo>
                  <a:lnTo>
                    <a:pt x="877441" y="244706"/>
                  </a:lnTo>
                  <a:lnTo>
                    <a:pt x="865083" y="246795"/>
                  </a:lnTo>
                  <a:lnTo>
                    <a:pt x="852724" y="248882"/>
                  </a:lnTo>
                  <a:lnTo>
                    <a:pt x="840366" y="250968"/>
                  </a:lnTo>
                  <a:lnTo>
                    <a:pt x="828008" y="253051"/>
                  </a:lnTo>
                  <a:lnTo>
                    <a:pt x="815649" y="255134"/>
                  </a:lnTo>
                  <a:lnTo>
                    <a:pt x="803291" y="257214"/>
                  </a:lnTo>
                  <a:lnTo>
                    <a:pt x="790933" y="259293"/>
                  </a:lnTo>
                  <a:lnTo>
                    <a:pt x="778574" y="261371"/>
                  </a:lnTo>
                  <a:lnTo>
                    <a:pt x="766216" y="263447"/>
                  </a:lnTo>
                  <a:lnTo>
                    <a:pt x="753858" y="265523"/>
                  </a:lnTo>
                  <a:lnTo>
                    <a:pt x="741499" y="267597"/>
                  </a:lnTo>
                  <a:lnTo>
                    <a:pt x="729141" y="269670"/>
                  </a:lnTo>
                  <a:lnTo>
                    <a:pt x="716783" y="271742"/>
                  </a:lnTo>
                  <a:lnTo>
                    <a:pt x="704424" y="273813"/>
                  </a:lnTo>
                  <a:lnTo>
                    <a:pt x="692066" y="275883"/>
                  </a:lnTo>
                  <a:lnTo>
                    <a:pt x="679708" y="277953"/>
                  </a:lnTo>
                  <a:lnTo>
                    <a:pt x="667349" y="280021"/>
                  </a:lnTo>
                  <a:lnTo>
                    <a:pt x="654991" y="282090"/>
                  </a:lnTo>
                  <a:lnTo>
                    <a:pt x="642633" y="284157"/>
                  </a:lnTo>
                  <a:lnTo>
                    <a:pt x="630274" y="286224"/>
                  </a:lnTo>
                  <a:lnTo>
                    <a:pt x="617916" y="288291"/>
                  </a:lnTo>
                  <a:lnTo>
                    <a:pt x="605558" y="290357"/>
                  </a:lnTo>
                  <a:lnTo>
                    <a:pt x="593199" y="292422"/>
                  </a:lnTo>
                  <a:lnTo>
                    <a:pt x="580841" y="294487"/>
                  </a:lnTo>
                  <a:lnTo>
                    <a:pt x="568483" y="296552"/>
                  </a:lnTo>
                  <a:lnTo>
                    <a:pt x="556124" y="298617"/>
                  </a:lnTo>
                  <a:lnTo>
                    <a:pt x="543766" y="300681"/>
                  </a:lnTo>
                  <a:lnTo>
                    <a:pt x="531408" y="302745"/>
                  </a:lnTo>
                  <a:lnTo>
                    <a:pt x="519049" y="304808"/>
                  </a:lnTo>
                  <a:lnTo>
                    <a:pt x="506691" y="306871"/>
                  </a:lnTo>
                  <a:lnTo>
                    <a:pt x="494333" y="308934"/>
                  </a:lnTo>
                  <a:lnTo>
                    <a:pt x="481974" y="310997"/>
                  </a:lnTo>
                  <a:lnTo>
                    <a:pt x="469616" y="313059"/>
                  </a:lnTo>
                  <a:lnTo>
                    <a:pt x="457258" y="315121"/>
                  </a:lnTo>
                  <a:lnTo>
                    <a:pt x="444899" y="317183"/>
                  </a:lnTo>
                  <a:lnTo>
                    <a:pt x="432541" y="319245"/>
                  </a:lnTo>
                  <a:lnTo>
                    <a:pt x="420183" y="321306"/>
                  </a:lnTo>
                  <a:lnTo>
                    <a:pt x="407824" y="323366"/>
                  </a:lnTo>
                  <a:lnTo>
                    <a:pt x="395466" y="325427"/>
                  </a:lnTo>
                  <a:lnTo>
                    <a:pt x="383108" y="327487"/>
                  </a:lnTo>
                  <a:lnTo>
                    <a:pt x="370749" y="329546"/>
                  </a:lnTo>
                  <a:lnTo>
                    <a:pt x="358391" y="331606"/>
                  </a:lnTo>
                  <a:lnTo>
                    <a:pt x="346033" y="333664"/>
                  </a:lnTo>
                  <a:lnTo>
                    <a:pt x="333674" y="335723"/>
                  </a:lnTo>
                  <a:lnTo>
                    <a:pt x="321316" y="337781"/>
                  </a:lnTo>
                  <a:lnTo>
                    <a:pt x="308958" y="339838"/>
                  </a:lnTo>
                  <a:lnTo>
                    <a:pt x="296599" y="341895"/>
                  </a:lnTo>
                  <a:lnTo>
                    <a:pt x="284241" y="343952"/>
                  </a:lnTo>
                  <a:lnTo>
                    <a:pt x="271883" y="346008"/>
                  </a:lnTo>
                  <a:lnTo>
                    <a:pt x="259524" y="348064"/>
                  </a:lnTo>
                  <a:lnTo>
                    <a:pt x="247166" y="350120"/>
                  </a:lnTo>
                  <a:lnTo>
                    <a:pt x="234808" y="352175"/>
                  </a:lnTo>
                  <a:lnTo>
                    <a:pt x="222449" y="354229"/>
                  </a:lnTo>
                  <a:lnTo>
                    <a:pt x="210091" y="356284"/>
                  </a:lnTo>
                  <a:lnTo>
                    <a:pt x="197733" y="358338"/>
                  </a:lnTo>
                  <a:lnTo>
                    <a:pt x="185374" y="360392"/>
                  </a:lnTo>
                  <a:lnTo>
                    <a:pt x="173016" y="362446"/>
                  </a:lnTo>
                  <a:lnTo>
                    <a:pt x="160658" y="364499"/>
                  </a:lnTo>
                  <a:lnTo>
                    <a:pt x="148299" y="366552"/>
                  </a:lnTo>
                  <a:lnTo>
                    <a:pt x="135941" y="368605"/>
                  </a:lnTo>
                  <a:lnTo>
                    <a:pt x="123583" y="370658"/>
                  </a:lnTo>
                  <a:lnTo>
                    <a:pt x="111224" y="372711"/>
                  </a:lnTo>
                  <a:lnTo>
                    <a:pt x="98866" y="374763"/>
                  </a:lnTo>
                  <a:lnTo>
                    <a:pt x="86508" y="376816"/>
                  </a:lnTo>
                  <a:lnTo>
                    <a:pt x="74149" y="378869"/>
                  </a:lnTo>
                  <a:lnTo>
                    <a:pt x="61791" y="380921"/>
                  </a:lnTo>
                  <a:lnTo>
                    <a:pt x="49433" y="382973"/>
                  </a:lnTo>
                  <a:lnTo>
                    <a:pt x="37074" y="385026"/>
                  </a:lnTo>
                  <a:lnTo>
                    <a:pt x="24716" y="387078"/>
                  </a:lnTo>
                  <a:lnTo>
                    <a:pt x="12358" y="389131"/>
                  </a:lnTo>
                  <a:lnTo>
                    <a:pt x="0" y="3911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434117" y="2161479"/>
              <a:ext cx="2212140" cy="342899"/>
            </a:xfrm>
            <a:custGeom>
              <a:avLst/>
              <a:pathLst>
                <a:path w="2212140" h="342899">
                  <a:moveTo>
                    <a:pt x="0" y="342899"/>
                  </a:moveTo>
                  <a:lnTo>
                    <a:pt x="12358" y="341396"/>
                  </a:lnTo>
                  <a:lnTo>
                    <a:pt x="24716" y="339892"/>
                  </a:lnTo>
                  <a:lnTo>
                    <a:pt x="37074" y="338389"/>
                  </a:lnTo>
                  <a:lnTo>
                    <a:pt x="49433" y="336885"/>
                  </a:lnTo>
                  <a:lnTo>
                    <a:pt x="61791" y="335381"/>
                  </a:lnTo>
                  <a:lnTo>
                    <a:pt x="74149" y="333877"/>
                  </a:lnTo>
                  <a:lnTo>
                    <a:pt x="86508" y="332373"/>
                  </a:lnTo>
                  <a:lnTo>
                    <a:pt x="98866" y="330868"/>
                  </a:lnTo>
                  <a:lnTo>
                    <a:pt x="111224" y="329363"/>
                  </a:lnTo>
                  <a:lnTo>
                    <a:pt x="123583" y="327856"/>
                  </a:lnTo>
                  <a:lnTo>
                    <a:pt x="135941" y="326349"/>
                  </a:lnTo>
                  <a:lnTo>
                    <a:pt x="148299" y="324841"/>
                  </a:lnTo>
                  <a:lnTo>
                    <a:pt x="160658" y="323332"/>
                  </a:lnTo>
                  <a:lnTo>
                    <a:pt x="173016" y="321821"/>
                  </a:lnTo>
                  <a:lnTo>
                    <a:pt x="185374" y="320309"/>
                  </a:lnTo>
                  <a:lnTo>
                    <a:pt x="197733" y="318795"/>
                  </a:lnTo>
                  <a:lnTo>
                    <a:pt x="210091" y="317280"/>
                  </a:lnTo>
                  <a:lnTo>
                    <a:pt x="222449" y="315762"/>
                  </a:lnTo>
                  <a:lnTo>
                    <a:pt x="234808" y="314243"/>
                  </a:lnTo>
                  <a:lnTo>
                    <a:pt x="247166" y="312721"/>
                  </a:lnTo>
                  <a:lnTo>
                    <a:pt x="259524" y="311196"/>
                  </a:lnTo>
                  <a:lnTo>
                    <a:pt x="271883" y="309669"/>
                  </a:lnTo>
                  <a:lnTo>
                    <a:pt x="284241" y="308139"/>
                  </a:lnTo>
                  <a:lnTo>
                    <a:pt x="296599" y="306607"/>
                  </a:lnTo>
                  <a:lnTo>
                    <a:pt x="308958" y="305071"/>
                  </a:lnTo>
                  <a:lnTo>
                    <a:pt x="321316" y="303533"/>
                  </a:lnTo>
                  <a:lnTo>
                    <a:pt x="333674" y="301991"/>
                  </a:lnTo>
                  <a:lnTo>
                    <a:pt x="346033" y="300445"/>
                  </a:lnTo>
                  <a:lnTo>
                    <a:pt x="358391" y="298897"/>
                  </a:lnTo>
                  <a:lnTo>
                    <a:pt x="370749" y="297344"/>
                  </a:lnTo>
                  <a:lnTo>
                    <a:pt x="383108" y="295788"/>
                  </a:lnTo>
                  <a:lnTo>
                    <a:pt x="395466" y="294229"/>
                  </a:lnTo>
                  <a:lnTo>
                    <a:pt x="407824" y="292665"/>
                  </a:lnTo>
                  <a:lnTo>
                    <a:pt x="420183" y="291097"/>
                  </a:lnTo>
                  <a:lnTo>
                    <a:pt x="432541" y="289526"/>
                  </a:lnTo>
                  <a:lnTo>
                    <a:pt x="444899" y="287950"/>
                  </a:lnTo>
                  <a:lnTo>
                    <a:pt x="457258" y="286371"/>
                  </a:lnTo>
                  <a:lnTo>
                    <a:pt x="469616" y="284787"/>
                  </a:lnTo>
                  <a:lnTo>
                    <a:pt x="481974" y="283199"/>
                  </a:lnTo>
                  <a:lnTo>
                    <a:pt x="494333" y="281606"/>
                  </a:lnTo>
                  <a:lnTo>
                    <a:pt x="506691" y="280009"/>
                  </a:lnTo>
                  <a:lnTo>
                    <a:pt x="519049" y="278408"/>
                  </a:lnTo>
                  <a:lnTo>
                    <a:pt x="531408" y="276802"/>
                  </a:lnTo>
                  <a:lnTo>
                    <a:pt x="543766" y="275191"/>
                  </a:lnTo>
                  <a:lnTo>
                    <a:pt x="556124" y="273576"/>
                  </a:lnTo>
                  <a:lnTo>
                    <a:pt x="568483" y="271955"/>
                  </a:lnTo>
                  <a:lnTo>
                    <a:pt x="580841" y="270330"/>
                  </a:lnTo>
                  <a:lnTo>
                    <a:pt x="593199" y="268700"/>
                  </a:lnTo>
                  <a:lnTo>
                    <a:pt x="605558" y="267065"/>
                  </a:lnTo>
                  <a:lnTo>
                    <a:pt x="617916" y="265425"/>
                  </a:lnTo>
                  <a:lnTo>
                    <a:pt x="630274" y="263780"/>
                  </a:lnTo>
                  <a:lnTo>
                    <a:pt x="642633" y="262129"/>
                  </a:lnTo>
                  <a:lnTo>
                    <a:pt x="654991" y="260473"/>
                  </a:lnTo>
                  <a:lnTo>
                    <a:pt x="667349" y="258812"/>
                  </a:lnTo>
                  <a:lnTo>
                    <a:pt x="679708" y="257145"/>
                  </a:lnTo>
                  <a:lnTo>
                    <a:pt x="692066" y="255472"/>
                  </a:lnTo>
                  <a:lnTo>
                    <a:pt x="704424" y="253794"/>
                  </a:lnTo>
                  <a:lnTo>
                    <a:pt x="716783" y="252110"/>
                  </a:lnTo>
                  <a:lnTo>
                    <a:pt x="729141" y="250420"/>
                  </a:lnTo>
                  <a:lnTo>
                    <a:pt x="741499" y="248724"/>
                  </a:lnTo>
                  <a:lnTo>
                    <a:pt x="753858" y="247021"/>
                  </a:lnTo>
                  <a:lnTo>
                    <a:pt x="766216" y="245313"/>
                  </a:lnTo>
                  <a:lnTo>
                    <a:pt x="778574" y="243598"/>
                  </a:lnTo>
                  <a:lnTo>
                    <a:pt x="790933" y="241877"/>
                  </a:lnTo>
                  <a:lnTo>
                    <a:pt x="803291" y="240149"/>
                  </a:lnTo>
                  <a:lnTo>
                    <a:pt x="815649" y="238414"/>
                  </a:lnTo>
                  <a:lnTo>
                    <a:pt x="828008" y="236673"/>
                  </a:lnTo>
                  <a:lnTo>
                    <a:pt x="840366" y="234925"/>
                  </a:lnTo>
                  <a:lnTo>
                    <a:pt x="852724" y="233171"/>
                  </a:lnTo>
                  <a:lnTo>
                    <a:pt x="865083" y="231409"/>
                  </a:lnTo>
                  <a:lnTo>
                    <a:pt x="877441" y="229640"/>
                  </a:lnTo>
                  <a:lnTo>
                    <a:pt x="889799" y="227864"/>
                  </a:lnTo>
                  <a:lnTo>
                    <a:pt x="902158" y="226082"/>
                  </a:lnTo>
                  <a:lnTo>
                    <a:pt x="914516" y="224291"/>
                  </a:lnTo>
                  <a:lnTo>
                    <a:pt x="926874" y="222494"/>
                  </a:lnTo>
                  <a:lnTo>
                    <a:pt x="939233" y="220689"/>
                  </a:lnTo>
                  <a:lnTo>
                    <a:pt x="951591" y="218877"/>
                  </a:lnTo>
                  <a:lnTo>
                    <a:pt x="963949" y="217057"/>
                  </a:lnTo>
                  <a:lnTo>
                    <a:pt x="976308" y="215230"/>
                  </a:lnTo>
                  <a:lnTo>
                    <a:pt x="988666" y="213395"/>
                  </a:lnTo>
                  <a:lnTo>
                    <a:pt x="1001024" y="211553"/>
                  </a:lnTo>
                  <a:lnTo>
                    <a:pt x="1013382" y="209703"/>
                  </a:lnTo>
                  <a:lnTo>
                    <a:pt x="1025741" y="207845"/>
                  </a:lnTo>
                  <a:lnTo>
                    <a:pt x="1038099" y="205980"/>
                  </a:lnTo>
                  <a:lnTo>
                    <a:pt x="1050457" y="204107"/>
                  </a:lnTo>
                  <a:lnTo>
                    <a:pt x="1062816" y="202226"/>
                  </a:lnTo>
                  <a:lnTo>
                    <a:pt x="1075174" y="200338"/>
                  </a:lnTo>
                  <a:lnTo>
                    <a:pt x="1087532" y="198441"/>
                  </a:lnTo>
                  <a:lnTo>
                    <a:pt x="1099891" y="196537"/>
                  </a:lnTo>
                  <a:lnTo>
                    <a:pt x="1112249" y="194625"/>
                  </a:lnTo>
                  <a:lnTo>
                    <a:pt x="1124607" y="192705"/>
                  </a:lnTo>
                  <a:lnTo>
                    <a:pt x="1136966" y="190777"/>
                  </a:lnTo>
                  <a:lnTo>
                    <a:pt x="1149324" y="188841"/>
                  </a:lnTo>
                  <a:lnTo>
                    <a:pt x="1161682" y="186897"/>
                  </a:lnTo>
                  <a:lnTo>
                    <a:pt x="1174041" y="184945"/>
                  </a:lnTo>
                  <a:lnTo>
                    <a:pt x="1186399" y="182985"/>
                  </a:lnTo>
                  <a:lnTo>
                    <a:pt x="1198757" y="181018"/>
                  </a:lnTo>
                  <a:lnTo>
                    <a:pt x="1211116" y="179042"/>
                  </a:lnTo>
                  <a:lnTo>
                    <a:pt x="1223474" y="177058"/>
                  </a:lnTo>
                  <a:lnTo>
                    <a:pt x="1235832" y="175065"/>
                  </a:lnTo>
                  <a:lnTo>
                    <a:pt x="1248191" y="173065"/>
                  </a:lnTo>
                  <a:lnTo>
                    <a:pt x="1260549" y="171057"/>
                  </a:lnTo>
                  <a:lnTo>
                    <a:pt x="1272907" y="169040"/>
                  </a:lnTo>
                  <a:lnTo>
                    <a:pt x="1285266" y="167015"/>
                  </a:lnTo>
                  <a:lnTo>
                    <a:pt x="1297624" y="164982"/>
                  </a:lnTo>
                  <a:lnTo>
                    <a:pt x="1309982" y="162941"/>
                  </a:lnTo>
                  <a:lnTo>
                    <a:pt x="1322341" y="160892"/>
                  </a:lnTo>
                  <a:lnTo>
                    <a:pt x="1334699" y="158834"/>
                  </a:lnTo>
                  <a:lnTo>
                    <a:pt x="1347057" y="156768"/>
                  </a:lnTo>
                  <a:lnTo>
                    <a:pt x="1359416" y="154694"/>
                  </a:lnTo>
                  <a:lnTo>
                    <a:pt x="1371774" y="152612"/>
                  </a:lnTo>
                  <a:lnTo>
                    <a:pt x="1384132" y="150522"/>
                  </a:lnTo>
                  <a:lnTo>
                    <a:pt x="1396491" y="148424"/>
                  </a:lnTo>
                  <a:lnTo>
                    <a:pt x="1408849" y="146317"/>
                  </a:lnTo>
                  <a:lnTo>
                    <a:pt x="1421207" y="144203"/>
                  </a:lnTo>
                  <a:lnTo>
                    <a:pt x="1433566" y="142081"/>
                  </a:lnTo>
                  <a:lnTo>
                    <a:pt x="1445924" y="139951"/>
                  </a:lnTo>
                  <a:lnTo>
                    <a:pt x="1458282" y="137813"/>
                  </a:lnTo>
                  <a:lnTo>
                    <a:pt x="1470641" y="135667"/>
                  </a:lnTo>
                  <a:lnTo>
                    <a:pt x="1482999" y="133514"/>
                  </a:lnTo>
                  <a:lnTo>
                    <a:pt x="1495357" y="131354"/>
                  </a:lnTo>
                  <a:lnTo>
                    <a:pt x="1507716" y="129186"/>
                  </a:lnTo>
                  <a:lnTo>
                    <a:pt x="1520074" y="127012"/>
                  </a:lnTo>
                  <a:lnTo>
                    <a:pt x="1532432" y="124830"/>
                  </a:lnTo>
                  <a:lnTo>
                    <a:pt x="1544791" y="122642"/>
                  </a:lnTo>
                  <a:lnTo>
                    <a:pt x="1557149" y="120447"/>
                  </a:lnTo>
                  <a:lnTo>
                    <a:pt x="1569507" y="118245"/>
                  </a:lnTo>
                  <a:lnTo>
                    <a:pt x="1581866" y="116038"/>
                  </a:lnTo>
                  <a:lnTo>
                    <a:pt x="1594224" y="113825"/>
                  </a:lnTo>
                  <a:lnTo>
                    <a:pt x="1606582" y="111606"/>
                  </a:lnTo>
                  <a:lnTo>
                    <a:pt x="1618941" y="109381"/>
                  </a:lnTo>
                  <a:lnTo>
                    <a:pt x="1631299" y="107151"/>
                  </a:lnTo>
                  <a:lnTo>
                    <a:pt x="1643657" y="104917"/>
                  </a:lnTo>
                  <a:lnTo>
                    <a:pt x="1656016" y="102677"/>
                  </a:lnTo>
                  <a:lnTo>
                    <a:pt x="1668374" y="100434"/>
                  </a:lnTo>
                  <a:lnTo>
                    <a:pt x="1680732" y="98186"/>
                  </a:lnTo>
                  <a:lnTo>
                    <a:pt x="1693091" y="95934"/>
                  </a:lnTo>
                  <a:lnTo>
                    <a:pt x="1705449" y="93678"/>
                  </a:lnTo>
                  <a:lnTo>
                    <a:pt x="1717807" y="91419"/>
                  </a:lnTo>
                  <a:lnTo>
                    <a:pt x="1730166" y="89157"/>
                  </a:lnTo>
                  <a:lnTo>
                    <a:pt x="1742524" y="86892"/>
                  </a:lnTo>
                  <a:lnTo>
                    <a:pt x="1754882" y="84624"/>
                  </a:lnTo>
                  <a:lnTo>
                    <a:pt x="1767241" y="82354"/>
                  </a:lnTo>
                  <a:lnTo>
                    <a:pt x="1779599" y="80081"/>
                  </a:lnTo>
                  <a:lnTo>
                    <a:pt x="1791957" y="77807"/>
                  </a:lnTo>
                  <a:lnTo>
                    <a:pt x="1804316" y="75530"/>
                  </a:lnTo>
                  <a:lnTo>
                    <a:pt x="1816674" y="73252"/>
                  </a:lnTo>
                  <a:lnTo>
                    <a:pt x="1829032" y="70973"/>
                  </a:lnTo>
                  <a:lnTo>
                    <a:pt x="1841391" y="68692"/>
                  </a:lnTo>
                  <a:lnTo>
                    <a:pt x="1853749" y="66410"/>
                  </a:lnTo>
                  <a:lnTo>
                    <a:pt x="1866107" y="64127"/>
                  </a:lnTo>
                  <a:lnTo>
                    <a:pt x="1878466" y="61843"/>
                  </a:lnTo>
                  <a:lnTo>
                    <a:pt x="1890824" y="59559"/>
                  </a:lnTo>
                  <a:lnTo>
                    <a:pt x="1903182" y="57273"/>
                  </a:lnTo>
                  <a:lnTo>
                    <a:pt x="1915541" y="54987"/>
                  </a:lnTo>
                  <a:lnTo>
                    <a:pt x="1927899" y="52701"/>
                  </a:lnTo>
                  <a:lnTo>
                    <a:pt x="1940257" y="50414"/>
                  </a:lnTo>
                  <a:lnTo>
                    <a:pt x="1952616" y="48126"/>
                  </a:lnTo>
                  <a:lnTo>
                    <a:pt x="1964974" y="45838"/>
                  </a:lnTo>
                  <a:lnTo>
                    <a:pt x="1977332" y="43549"/>
                  </a:lnTo>
                  <a:lnTo>
                    <a:pt x="1989691" y="41260"/>
                  </a:lnTo>
                  <a:lnTo>
                    <a:pt x="2002049" y="38971"/>
                  </a:lnTo>
                  <a:lnTo>
                    <a:pt x="2014407" y="36681"/>
                  </a:lnTo>
                  <a:lnTo>
                    <a:pt x="2026765" y="34390"/>
                  </a:lnTo>
                  <a:lnTo>
                    <a:pt x="2039124" y="32100"/>
                  </a:lnTo>
                  <a:lnTo>
                    <a:pt x="2051482" y="29809"/>
                  </a:lnTo>
                  <a:lnTo>
                    <a:pt x="2063840" y="27517"/>
                  </a:lnTo>
                  <a:lnTo>
                    <a:pt x="2076199" y="25225"/>
                  </a:lnTo>
                  <a:lnTo>
                    <a:pt x="2088557" y="22933"/>
                  </a:lnTo>
                  <a:lnTo>
                    <a:pt x="2100915" y="20641"/>
                  </a:lnTo>
                  <a:lnTo>
                    <a:pt x="2113274" y="18348"/>
                  </a:lnTo>
                  <a:lnTo>
                    <a:pt x="2125632" y="16055"/>
                  </a:lnTo>
                  <a:lnTo>
                    <a:pt x="2137990" y="13762"/>
                  </a:lnTo>
                  <a:lnTo>
                    <a:pt x="2150349" y="11468"/>
                  </a:lnTo>
                  <a:lnTo>
                    <a:pt x="2162707" y="9175"/>
                  </a:lnTo>
                  <a:lnTo>
                    <a:pt x="2175065" y="6881"/>
                  </a:lnTo>
                  <a:lnTo>
                    <a:pt x="2187424" y="4587"/>
                  </a:lnTo>
                  <a:lnTo>
                    <a:pt x="2199782" y="2293"/>
                  </a:lnTo>
                  <a:lnTo>
                    <a:pt x="2212140" y="0"/>
                  </a:lnTo>
                  <a:lnTo>
                    <a:pt x="221214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36870" y="1370992"/>
              <a:ext cx="2313979" cy="640960"/>
            </a:xfrm>
            <a:custGeom>
              <a:avLst/>
              <a:pathLst>
                <a:path w="2313979" h="640960">
                  <a:moveTo>
                    <a:pt x="0" y="156231"/>
                  </a:moveTo>
                  <a:lnTo>
                    <a:pt x="12927" y="155531"/>
                  </a:lnTo>
                  <a:lnTo>
                    <a:pt x="25854" y="154831"/>
                  </a:lnTo>
                  <a:lnTo>
                    <a:pt x="38781" y="154131"/>
                  </a:lnTo>
                  <a:lnTo>
                    <a:pt x="51709" y="153430"/>
                  </a:lnTo>
                  <a:lnTo>
                    <a:pt x="64636" y="152730"/>
                  </a:lnTo>
                  <a:lnTo>
                    <a:pt x="77563" y="152030"/>
                  </a:lnTo>
                  <a:lnTo>
                    <a:pt x="90490" y="151330"/>
                  </a:lnTo>
                  <a:lnTo>
                    <a:pt x="103418" y="150629"/>
                  </a:lnTo>
                  <a:lnTo>
                    <a:pt x="116345" y="149929"/>
                  </a:lnTo>
                  <a:lnTo>
                    <a:pt x="129272" y="149229"/>
                  </a:lnTo>
                  <a:lnTo>
                    <a:pt x="142199" y="148528"/>
                  </a:lnTo>
                  <a:lnTo>
                    <a:pt x="155127" y="147827"/>
                  </a:lnTo>
                  <a:lnTo>
                    <a:pt x="168054" y="147126"/>
                  </a:lnTo>
                  <a:lnTo>
                    <a:pt x="180981" y="146425"/>
                  </a:lnTo>
                  <a:lnTo>
                    <a:pt x="193908" y="145723"/>
                  </a:lnTo>
                  <a:lnTo>
                    <a:pt x="206836" y="145021"/>
                  </a:lnTo>
                  <a:lnTo>
                    <a:pt x="219763" y="144318"/>
                  </a:lnTo>
                  <a:lnTo>
                    <a:pt x="232690" y="143615"/>
                  </a:lnTo>
                  <a:lnTo>
                    <a:pt x="245617" y="142912"/>
                  </a:lnTo>
                  <a:lnTo>
                    <a:pt x="258545" y="142207"/>
                  </a:lnTo>
                  <a:lnTo>
                    <a:pt x="271472" y="141502"/>
                  </a:lnTo>
                  <a:lnTo>
                    <a:pt x="284399" y="140797"/>
                  </a:lnTo>
                  <a:lnTo>
                    <a:pt x="297326" y="140091"/>
                  </a:lnTo>
                  <a:lnTo>
                    <a:pt x="310254" y="139384"/>
                  </a:lnTo>
                  <a:lnTo>
                    <a:pt x="323181" y="138676"/>
                  </a:lnTo>
                  <a:lnTo>
                    <a:pt x="336108" y="137967"/>
                  </a:lnTo>
                  <a:lnTo>
                    <a:pt x="349036" y="137258"/>
                  </a:lnTo>
                  <a:lnTo>
                    <a:pt x="361963" y="136548"/>
                  </a:lnTo>
                  <a:lnTo>
                    <a:pt x="374890" y="135837"/>
                  </a:lnTo>
                  <a:lnTo>
                    <a:pt x="387817" y="135126"/>
                  </a:lnTo>
                  <a:lnTo>
                    <a:pt x="400745" y="134413"/>
                  </a:lnTo>
                  <a:lnTo>
                    <a:pt x="413672" y="133700"/>
                  </a:lnTo>
                  <a:lnTo>
                    <a:pt x="426599" y="132986"/>
                  </a:lnTo>
                  <a:lnTo>
                    <a:pt x="439526" y="132271"/>
                  </a:lnTo>
                  <a:lnTo>
                    <a:pt x="452454" y="131555"/>
                  </a:lnTo>
                  <a:lnTo>
                    <a:pt x="465381" y="130838"/>
                  </a:lnTo>
                  <a:lnTo>
                    <a:pt x="478308" y="130120"/>
                  </a:lnTo>
                  <a:lnTo>
                    <a:pt x="491235" y="129402"/>
                  </a:lnTo>
                  <a:lnTo>
                    <a:pt x="504163" y="128682"/>
                  </a:lnTo>
                  <a:lnTo>
                    <a:pt x="517090" y="127962"/>
                  </a:lnTo>
                  <a:lnTo>
                    <a:pt x="530017" y="127240"/>
                  </a:lnTo>
                  <a:lnTo>
                    <a:pt x="542944" y="126517"/>
                  </a:lnTo>
                  <a:lnTo>
                    <a:pt x="555872" y="125793"/>
                  </a:lnTo>
                  <a:lnTo>
                    <a:pt x="568799" y="125067"/>
                  </a:lnTo>
                  <a:lnTo>
                    <a:pt x="581726" y="124340"/>
                  </a:lnTo>
                  <a:lnTo>
                    <a:pt x="594653" y="123611"/>
                  </a:lnTo>
                  <a:lnTo>
                    <a:pt x="607581" y="122881"/>
                  </a:lnTo>
                  <a:lnTo>
                    <a:pt x="620508" y="122149"/>
                  </a:lnTo>
                  <a:lnTo>
                    <a:pt x="633435" y="121415"/>
                  </a:lnTo>
                  <a:lnTo>
                    <a:pt x="646363" y="120679"/>
                  </a:lnTo>
                  <a:lnTo>
                    <a:pt x="659290" y="119941"/>
                  </a:lnTo>
                  <a:lnTo>
                    <a:pt x="672217" y="119200"/>
                  </a:lnTo>
                  <a:lnTo>
                    <a:pt x="685144" y="118458"/>
                  </a:lnTo>
                  <a:lnTo>
                    <a:pt x="698072" y="117712"/>
                  </a:lnTo>
                  <a:lnTo>
                    <a:pt x="710999" y="116963"/>
                  </a:lnTo>
                  <a:lnTo>
                    <a:pt x="723926" y="116212"/>
                  </a:lnTo>
                  <a:lnTo>
                    <a:pt x="736853" y="115458"/>
                  </a:lnTo>
                  <a:lnTo>
                    <a:pt x="749781" y="114700"/>
                  </a:lnTo>
                  <a:lnTo>
                    <a:pt x="762708" y="113939"/>
                  </a:lnTo>
                  <a:lnTo>
                    <a:pt x="775635" y="113174"/>
                  </a:lnTo>
                  <a:lnTo>
                    <a:pt x="788562" y="112406"/>
                  </a:lnTo>
                  <a:lnTo>
                    <a:pt x="801490" y="111634"/>
                  </a:lnTo>
                  <a:lnTo>
                    <a:pt x="814417" y="110858"/>
                  </a:lnTo>
                  <a:lnTo>
                    <a:pt x="827344" y="110077"/>
                  </a:lnTo>
                  <a:lnTo>
                    <a:pt x="840271" y="109292"/>
                  </a:lnTo>
                  <a:lnTo>
                    <a:pt x="853199" y="108503"/>
                  </a:lnTo>
                  <a:lnTo>
                    <a:pt x="866126" y="107709"/>
                  </a:lnTo>
                  <a:lnTo>
                    <a:pt x="879053" y="106911"/>
                  </a:lnTo>
                  <a:lnTo>
                    <a:pt x="891980" y="106108"/>
                  </a:lnTo>
                  <a:lnTo>
                    <a:pt x="904908" y="105300"/>
                  </a:lnTo>
                  <a:lnTo>
                    <a:pt x="917835" y="104486"/>
                  </a:lnTo>
                  <a:lnTo>
                    <a:pt x="930762" y="103668"/>
                  </a:lnTo>
                  <a:lnTo>
                    <a:pt x="943690" y="102844"/>
                  </a:lnTo>
                  <a:lnTo>
                    <a:pt x="956617" y="102016"/>
                  </a:lnTo>
                  <a:lnTo>
                    <a:pt x="969544" y="101182"/>
                  </a:lnTo>
                  <a:lnTo>
                    <a:pt x="982471" y="100342"/>
                  </a:lnTo>
                  <a:lnTo>
                    <a:pt x="995399" y="99497"/>
                  </a:lnTo>
                  <a:lnTo>
                    <a:pt x="1008326" y="98647"/>
                  </a:lnTo>
                  <a:lnTo>
                    <a:pt x="1021253" y="97791"/>
                  </a:lnTo>
                  <a:lnTo>
                    <a:pt x="1034180" y="96929"/>
                  </a:lnTo>
                  <a:lnTo>
                    <a:pt x="1047108" y="96062"/>
                  </a:lnTo>
                  <a:lnTo>
                    <a:pt x="1060035" y="95190"/>
                  </a:lnTo>
                  <a:lnTo>
                    <a:pt x="1072962" y="94312"/>
                  </a:lnTo>
                  <a:lnTo>
                    <a:pt x="1085889" y="93428"/>
                  </a:lnTo>
                  <a:lnTo>
                    <a:pt x="1098817" y="92540"/>
                  </a:lnTo>
                  <a:lnTo>
                    <a:pt x="1111744" y="91645"/>
                  </a:lnTo>
                  <a:lnTo>
                    <a:pt x="1124671" y="90746"/>
                  </a:lnTo>
                  <a:lnTo>
                    <a:pt x="1137598" y="89841"/>
                  </a:lnTo>
                  <a:lnTo>
                    <a:pt x="1150526" y="88931"/>
                  </a:lnTo>
                  <a:lnTo>
                    <a:pt x="1163453" y="88016"/>
                  </a:lnTo>
                  <a:lnTo>
                    <a:pt x="1176380" y="87095"/>
                  </a:lnTo>
                  <a:lnTo>
                    <a:pt x="1189307" y="86170"/>
                  </a:lnTo>
                  <a:lnTo>
                    <a:pt x="1202235" y="85240"/>
                  </a:lnTo>
                  <a:lnTo>
                    <a:pt x="1215162" y="84306"/>
                  </a:lnTo>
                  <a:lnTo>
                    <a:pt x="1228089" y="83366"/>
                  </a:lnTo>
                  <a:lnTo>
                    <a:pt x="1241017" y="82423"/>
                  </a:lnTo>
                  <a:lnTo>
                    <a:pt x="1253944" y="81475"/>
                  </a:lnTo>
                  <a:lnTo>
                    <a:pt x="1266871" y="80523"/>
                  </a:lnTo>
                  <a:lnTo>
                    <a:pt x="1279798" y="79566"/>
                  </a:lnTo>
                  <a:lnTo>
                    <a:pt x="1292726" y="78606"/>
                  </a:lnTo>
                  <a:lnTo>
                    <a:pt x="1305653" y="77643"/>
                  </a:lnTo>
                  <a:lnTo>
                    <a:pt x="1318580" y="76675"/>
                  </a:lnTo>
                  <a:lnTo>
                    <a:pt x="1331507" y="75705"/>
                  </a:lnTo>
                  <a:lnTo>
                    <a:pt x="1344435" y="74731"/>
                  </a:lnTo>
                  <a:lnTo>
                    <a:pt x="1357362" y="73754"/>
                  </a:lnTo>
                  <a:lnTo>
                    <a:pt x="1370289" y="72774"/>
                  </a:lnTo>
                  <a:lnTo>
                    <a:pt x="1383216" y="71791"/>
                  </a:lnTo>
                  <a:lnTo>
                    <a:pt x="1396144" y="70806"/>
                  </a:lnTo>
                  <a:lnTo>
                    <a:pt x="1409071" y="69819"/>
                  </a:lnTo>
                  <a:lnTo>
                    <a:pt x="1421998" y="68829"/>
                  </a:lnTo>
                  <a:lnTo>
                    <a:pt x="1434925" y="67837"/>
                  </a:lnTo>
                  <a:lnTo>
                    <a:pt x="1447853" y="66843"/>
                  </a:lnTo>
                  <a:lnTo>
                    <a:pt x="1460780" y="65847"/>
                  </a:lnTo>
                  <a:lnTo>
                    <a:pt x="1473707" y="64850"/>
                  </a:lnTo>
                  <a:lnTo>
                    <a:pt x="1486634" y="63851"/>
                  </a:lnTo>
                  <a:lnTo>
                    <a:pt x="1499562" y="62851"/>
                  </a:lnTo>
                  <a:lnTo>
                    <a:pt x="1512489" y="61850"/>
                  </a:lnTo>
                  <a:lnTo>
                    <a:pt x="1525416" y="60847"/>
                  </a:lnTo>
                  <a:lnTo>
                    <a:pt x="1538344" y="59844"/>
                  </a:lnTo>
                  <a:lnTo>
                    <a:pt x="1551271" y="58840"/>
                  </a:lnTo>
                  <a:lnTo>
                    <a:pt x="1564198" y="57835"/>
                  </a:lnTo>
                  <a:lnTo>
                    <a:pt x="1577125" y="56829"/>
                  </a:lnTo>
                  <a:lnTo>
                    <a:pt x="1590053" y="55823"/>
                  </a:lnTo>
                  <a:lnTo>
                    <a:pt x="1602980" y="54816"/>
                  </a:lnTo>
                  <a:lnTo>
                    <a:pt x="1615907" y="53809"/>
                  </a:lnTo>
                  <a:lnTo>
                    <a:pt x="1628834" y="52802"/>
                  </a:lnTo>
                  <a:lnTo>
                    <a:pt x="1641762" y="51794"/>
                  </a:lnTo>
                  <a:lnTo>
                    <a:pt x="1654689" y="50786"/>
                  </a:lnTo>
                  <a:lnTo>
                    <a:pt x="1667616" y="49778"/>
                  </a:lnTo>
                  <a:lnTo>
                    <a:pt x="1680543" y="48770"/>
                  </a:lnTo>
                  <a:lnTo>
                    <a:pt x="1693471" y="47762"/>
                  </a:lnTo>
                  <a:lnTo>
                    <a:pt x="1706398" y="46754"/>
                  </a:lnTo>
                  <a:lnTo>
                    <a:pt x="1719325" y="45746"/>
                  </a:lnTo>
                  <a:lnTo>
                    <a:pt x="1732252" y="44738"/>
                  </a:lnTo>
                  <a:lnTo>
                    <a:pt x="1745180" y="43730"/>
                  </a:lnTo>
                  <a:lnTo>
                    <a:pt x="1758107" y="42723"/>
                  </a:lnTo>
                  <a:lnTo>
                    <a:pt x="1771034" y="41716"/>
                  </a:lnTo>
                  <a:lnTo>
                    <a:pt x="1783961" y="40710"/>
                  </a:lnTo>
                  <a:lnTo>
                    <a:pt x="1796889" y="39704"/>
                  </a:lnTo>
                  <a:lnTo>
                    <a:pt x="1809816" y="38698"/>
                  </a:lnTo>
                  <a:lnTo>
                    <a:pt x="1822743" y="37693"/>
                  </a:lnTo>
                  <a:lnTo>
                    <a:pt x="1835671" y="36689"/>
                  </a:lnTo>
                  <a:lnTo>
                    <a:pt x="1848598" y="35685"/>
                  </a:lnTo>
                  <a:lnTo>
                    <a:pt x="1861525" y="34682"/>
                  </a:lnTo>
                  <a:lnTo>
                    <a:pt x="1874452" y="33680"/>
                  </a:lnTo>
                  <a:lnTo>
                    <a:pt x="1887380" y="32678"/>
                  </a:lnTo>
                  <a:lnTo>
                    <a:pt x="1900307" y="31678"/>
                  </a:lnTo>
                  <a:lnTo>
                    <a:pt x="1913234" y="30678"/>
                  </a:lnTo>
                  <a:lnTo>
                    <a:pt x="1926161" y="29679"/>
                  </a:lnTo>
                  <a:lnTo>
                    <a:pt x="1939089" y="28681"/>
                  </a:lnTo>
                  <a:lnTo>
                    <a:pt x="1952016" y="27684"/>
                  </a:lnTo>
                  <a:lnTo>
                    <a:pt x="1964943" y="26688"/>
                  </a:lnTo>
                  <a:lnTo>
                    <a:pt x="1977870" y="25693"/>
                  </a:lnTo>
                  <a:lnTo>
                    <a:pt x="1990798" y="24699"/>
                  </a:lnTo>
                  <a:lnTo>
                    <a:pt x="2003725" y="23705"/>
                  </a:lnTo>
                  <a:lnTo>
                    <a:pt x="2016652" y="22713"/>
                  </a:lnTo>
                  <a:lnTo>
                    <a:pt x="2029579" y="21721"/>
                  </a:lnTo>
                  <a:lnTo>
                    <a:pt x="2042507" y="20731"/>
                  </a:lnTo>
                  <a:lnTo>
                    <a:pt x="2055434" y="19741"/>
                  </a:lnTo>
                  <a:lnTo>
                    <a:pt x="2068361" y="18751"/>
                  </a:lnTo>
                  <a:lnTo>
                    <a:pt x="2081288" y="17762"/>
                  </a:lnTo>
                  <a:lnTo>
                    <a:pt x="2094216" y="16774"/>
                  </a:lnTo>
                  <a:lnTo>
                    <a:pt x="2107143" y="15786"/>
                  </a:lnTo>
                  <a:lnTo>
                    <a:pt x="2120070" y="14799"/>
                  </a:lnTo>
                  <a:lnTo>
                    <a:pt x="2132998" y="13812"/>
                  </a:lnTo>
                  <a:lnTo>
                    <a:pt x="2145925" y="12825"/>
                  </a:lnTo>
                  <a:lnTo>
                    <a:pt x="2158852" y="11839"/>
                  </a:lnTo>
                  <a:lnTo>
                    <a:pt x="2171779" y="10852"/>
                  </a:lnTo>
                  <a:lnTo>
                    <a:pt x="2184707" y="9866"/>
                  </a:lnTo>
                  <a:lnTo>
                    <a:pt x="2197634" y="8879"/>
                  </a:lnTo>
                  <a:lnTo>
                    <a:pt x="2210561" y="7893"/>
                  </a:lnTo>
                  <a:lnTo>
                    <a:pt x="2223488" y="6906"/>
                  </a:lnTo>
                  <a:lnTo>
                    <a:pt x="2236416" y="5920"/>
                  </a:lnTo>
                  <a:lnTo>
                    <a:pt x="2249343" y="4933"/>
                  </a:lnTo>
                  <a:lnTo>
                    <a:pt x="2262270" y="3947"/>
                  </a:lnTo>
                  <a:lnTo>
                    <a:pt x="2275197" y="2960"/>
                  </a:lnTo>
                  <a:lnTo>
                    <a:pt x="2288125" y="1973"/>
                  </a:lnTo>
                  <a:lnTo>
                    <a:pt x="2301052" y="986"/>
                  </a:lnTo>
                  <a:lnTo>
                    <a:pt x="2313979" y="0"/>
                  </a:lnTo>
                  <a:lnTo>
                    <a:pt x="2313979" y="103533"/>
                  </a:lnTo>
                  <a:lnTo>
                    <a:pt x="2301052" y="105670"/>
                  </a:lnTo>
                  <a:lnTo>
                    <a:pt x="2288125" y="107807"/>
                  </a:lnTo>
                  <a:lnTo>
                    <a:pt x="2275197" y="109944"/>
                  </a:lnTo>
                  <a:lnTo>
                    <a:pt x="2262270" y="112080"/>
                  </a:lnTo>
                  <a:lnTo>
                    <a:pt x="2249343" y="114217"/>
                  </a:lnTo>
                  <a:lnTo>
                    <a:pt x="2236416" y="116354"/>
                  </a:lnTo>
                  <a:lnTo>
                    <a:pt x="2223488" y="118491"/>
                  </a:lnTo>
                  <a:lnTo>
                    <a:pt x="2210561" y="120628"/>
                  </a:lnTo>
                  <a:lnTo>
                    <a:pt x="2197634" y="122766"/>
                  </a:lnTo>
                  <a:lnTo>
                    <a:pt x="2184707" y="124904"/>
                  </a:lnTo>
                  <a:lnTo>
                    <a:pt x="2171779" y="127042"/>
                  </a:lnTo>
                  <a:lnTo>
                    <a:pt x="2158852" y="129182"/>
                  </a:lnTo>
                  <a:lnTo>
                    <a:pt x="2145925" y="131322"/>
                  </a:lnTo>
                  <a:lnTo>
                    <a:pt x="2132998" y="133463"/>
                  </a:lnTo>
                  <a:lnTo>
                    <a:pt x="2120070" y="135606"/>
                  </a:lnTo>
                  <a:lnTo>
                    <a:pt x="2107143" y="137750"/>
                  </a:lnTo>
                  <a:lnTo>
                    <a:pt x="2094216" y="139896"/>
                  </a:lnTo>
                  <a:lnTo>
                    <a:pt x="2081288" y="142044"/>
                  </a:lnTo>
                  <a:lnTo>
                    <a:pt x="2068361" y="144195"/>
                  </a:lnTo>
                  <a:lnTo>
                    <a:pt x="2055434" y="146347"/>
                  </a:lnTo>
                  <a:lnTo>
                    <a:pt x="2042507" y="148503"/>
                  </a:lnTo>
                  <a:lnTo>
                    <a:pt x="2029579" y="150661"/>
                  </a:lnTo>
                  <a:lnTo>
                    <a:pt x="2016652" y="152823"/>
                  </a:lnTo>
                  <a:lnTo>
                    <a:pt x="2003725" y="154987"/>
                  </a:lnTo>
                  <a:lnTo>
                    <a:pt x="1990798" y="157156"/>
                  </a:lnTo>
                  <a:lnTo>
                    <a:pt x="1977870" y="159328"/>
                  </a:lnTo>
                  <a:lnTo>
                    <a:pt x="1964943" y="161505"/>
                  </a:lnTo>
                  <a:lnTo>
                    <a:pt x="1952016" y="163686"/>
                  </a:lnTo>
                  <a:lnTo>
                    <a:pt x="1939089" y="165871"/>
                  </a:lnTo>
                  <a:lnTo>
                    <a:pt x="1926161" y="168061"/>
                  </a:lnTo>
                  <a:lnTo>
                    <a:pt x="1913234" y="170256"/>
                  </a:lnTo>
                  <a:lnTo>
                    <a:pt x="1900307" y="172456"/>
                  </a:lnTo>
                  <a:lnTo>
                    <a:pt x="1887380" y="174662"/>
                  </a:lnTo>
                  <a:lnTo>
                    <a:pt x="1874452" y="176873"/>
                  </a:lnTo>
                  <a:lnTo>
                    <a:pt x="1861525" y="179090"/>
                  </a:lnTo>
                  <a:lnTo>
                    <a:pt x="1848598" y="181313"/>
                  </a:lnTo>
                  <a:lnTo>
                    <a:pt x="1835671" y="183542"/>
                  </a:lnTo>
                  <a:lnTo>
                    <a:pt x="1822743" y="185778"/>
                  </a:lnTo>
                  <a:lnTo>
                    <a:pt x="1809816" y="188020"/>
                  </a:lnTo>
                  <a:lnTo>
                    <a:pt x="1796889" y="190269"/>
                  </a:lnTo>
                  <a:lnTo>
                    <a:pt x="1783961" y="192526"/>
                  </a:lnTo>
                  <a:lnTo>
                    <a:pt x="1771034" y="194789"/>
                  </a:lnTo>
                  <a:lnTo>
                    <a:pt x="1758107" y="197060"/>
                  </a:lnTo>
                  <a:lnTo>
                    <a:pt x="1745180" y="199339"/>
                  </a:lnTo>
                  <a:lnTo>
                    <a:pt x="1732252" y="201626"/>
                  </a:lnTo>
                  <a:lnTo>
                    <a:pt x="1719325" y="203921"/>
                  </a:lnTo>
                  <a:lnTo>
                    <a:pt x="1706398" y="206224"/>
                  </a:lnTo>
                  <a:lnTo>
                    <a:pt x="1693471" y="208537"/>
                  </a:lnTo>
                  <a:lnTo>
                    <a:pt x="1680543" y="210858"/>
                  </a:lnTo>
                  <a:lnTo>
                    <a:pt x="1667616" y="213188"/>
                  </a:lnTo>
                  <a:lnTo>
                    <a:pt x="1654689" y="215528"/>
                  </a:lnTo>
                  <a:lnTo>
                    <a:pt x="1641762" y="217878"/>
                  </a:lnTo>
                  <a:lnTo>
                    <a:pt x="1628834" y="220238"/>
                  </a:lnTo>
                  <a:lnTo>
                    <a:pt x="1615907" y="222608"/>
                  </a:lnTo>
                  <a:lnTo>
                    <a:pt x="1602980" y="224988"/>
                  </a:lnTo>
                  <a:lnTo>
                    <a:pt x="1590053" y="227380"/>
                  </a:lnTo>
                  <a:lnTo>
                    <a:pt x="1577125" y="229782"/>
                  </a:lnTo>
                  <a:lnTo>
                    <a:pt x="1564198" y="232195"/>
                  </a:lnTo>
                  <a:lnTo>
                    <a:pt x="1551271" y="234620"/>
                  </a:lnTo>
                  <a:lnTo>
                    <a:pt x="1538344" y="237057"/>
                  </a:lnTo>
                  <a:lnTo>
                    <a:pt x="1525416" y="239506"/>
                  </a:lnTo>
                  <a:lnTo>
                    <a:pt x="1512489" y="241967"/>
                  </a:lnTo>
                  <a:lnTo>
                    <a:pt x="1499562" y="244440"/>
                  </a:lnTo>
                  <a:lnTo>
                    <a:pt x="1486634" y="246925"/>
                  </a:lnTo>
                  <a:lnTo>
                    <a:pt x="1473707" y="249424"/>
                  </a:lnTo>
                  <a:lnTo>
                    <a:pt x="1460780" y="251935"/>
                  </a:lnTo>
                  <a:lnTo>
                    <a:pt x="1447853" y="254460"/>
                  </a:lnTo>
                  <a:lnTo>
                    <a:pt x="1434925" y="256998"/>
                  </a:lnTo>
                  <a:lnTo>
                    <a:pt x="1421998" y="259550"/>
                  </a:lnTo>
                  <a:lnTo>
                    <a:pt x="1409071" y="262115"/>
                  </a:lnTo>
                  <a:lnTo>
                    <a:pt x="1396144" y="264694"/>
                  </a:lnTo>
                  <a:lnTo>
                    <a:pt x="1383216" y="267287"/>
                  </a:lnTo>
                  <a:lnTo>
                    <a:pt x="1370289" y="269894"/>
                  </a:lnTo>
                  <a:lnTo>
                    <a:pt x="1357362" y="272516"/>
                  </a:lnTo>
                  <a:lnTo>
                    <a:pt x="1344435" y="275152"/>
                  </a:lnTo>
                  <a:lnTo>
                    <a:pt x="1331507" y="277803"/>
                  </a:lnTo>
                  <a:lnTo>
                    <a:pt x="1318580" y="280469"/>
                  </a:lnTo>
                  <a:lnTo>
                    <a:pt x="1305653" y="283149"/>
                  </a:lnTo>
                  <a:lnTo>
                    <a:pt x="1292726" y="285845"/>
                  </a:lnTo>
                  <a:lnTo>
                    <a:pt x="1279798" y="288556"/>
                  </a:lnTo>
                  <a:lnTo>
                    <a:pt x="1266871" y="291282"/>
                  </a:lnTo>
                  <a:lnTo>
                    <a:pt x="1253944" y="294023"/>
                  </a:lnTo>
                  <a:lnTo>
                    <a:pt x="1241017" y="296780"/>
                  </a:lnTo>
                  <a:lnTo>
                    <a:pt x="1228089" y="299553"/>
                  </a:lnTo>
                  <a:lnTo>
                    <a:pt x="1215162" y="302341"/>
                  </a:lnTo>
                  <a:lnTo>
                    <a:pt x="1202235" y="305145"/>
                  </a:lnTo>
                  <a:lnTo>
                    <a:pt x="1189307" y="307966"/>
                  </a:lnTo>
                  <a:lnTo>
                    <a:pt x="1176380" y="310802"/>
                  </a:lnTo>
                  <a:lnTo>
                    <a:pt x="1163453" y="313655"/>
                  </a:lnTo>
                  <a:lnTo>
                    <a:pt x="1150526" y="316524"/>
                  </a:lnTo>
                  <a:lnTo>
                    <a:pt x="1137598" y="319410"/>
                  </a:lnTo>
                  <a:lnTo>
                    <a:pt x="1124671" y="322312"/>
                  </a:lnTo>
                  <a:lnTo>
                    <a:pt x="1111744" y="325232"/>
                  </a:lnTo>
                  <a:lnTo>
                    <a:pt x="1098817" y="328168"/>
                  </a:lnTo>
                  <a:lnTo>
                    <a:pt x="1085889" y="331121"/>
                  </a:lnTo>
                  <a:lnTo>
                    <a:pt x="1072962" y="334091"/>
                  </a:lnTo>
                  <a:lnTo>
                    <a:pt x="1060035" y="337078"/>
                  </a:lnTo>
                  <a:lnTo>
                    <a:pt x="1047108" y="340083"/>
                  </a:lnTo>
                  <a:lnTo>
                    <a:pt x="1034180" y="343106"/>
                  </a:lnTo>
                  <a:lnTo>
                    <a:pt x="1021253" y="346146"/>
                  </a:lnTo>
                  <a:lnTo>
                    <a:pt x="1008326" y="349204"/>
                  </a:lnTo>
                  <a:lnTo>
                    <a:pt x="995399" y="352280"/>
                  </a:lnTo>
                  <a:lnTo>
                    <a:pt x="982471" y="355374"/>
                  </a:lnTo>
                  <a:lnTo>
                    <a:pt x="969544" y="358487"/>
                  </a:lnTo>
                  <a:lnTo>
                    <a:pt x="956617" y="361617"/>
                  </a:lnTo>
                  <a:lnTo>
                    <a:pt x="943690" y="364767"/>
                  </a:lnTo>
                  <a:lnTo>
                    <a:pt x="930762" y="367935"/>
                  </a:lnTo>
                  <a:lnTo>
                    <a:pt x="917835" y="371121"/>
                  </a:lnTo>
                  <a:lnTo>
                    <a:pt x="904908" y="374327"/>
                  </a:lnTo>
                  <a:lnTo>
                    <a:pt x="891980" y="377551"/>
                  </a:lnTo>
                  <a:lnTo>
                    <a:pt x="879053" y="380795"/>
                  </a:lnTo>
                  <a:lnTo>
                    <a:pt x="866126" y="384058"/>
                  </a:lnTo>
                  <a:lnTo>
                    <a:pt x="853199" y="387341"/>
                  </a:lnTo>
                  <a:lnTo>
                    <a:pt x="840271" y="390642"/>
                  </a:lnTo>
                  <a:lnTo>
                    <a:pt x="827344" y="393964"/>
                  </a:lnTo>
                  <a:lnTo>
                    <a:pt x="814417" y="397305"/>
                  </a:lnTo>
                  <a:lnTo>
                    <a:pt x="801490" y="400666"/>
                  </a:lnTo>
                  <a:lnTo>
                    <a:pt x="788562" y="404047"/>
                  </a:lnTo>
                  <a:lnTo>
                    <a:pt x="775635" y="407447"/>
                  </a:lnTo>
                  <a:lnTo>
                    <a:pt x="762708" y="410868"/>
                  </a:lnTo>
                  <a:lnTo>
                    <a:pt x="749781" y="414309"/>
                  </a:lnTo>
                  <a:lnTo>
                    <a:pt x="736853" y="417770"/>
                  </a:lnTo>
                  <a:lnTo>
                    <a:pt x="723926" y="421251"/>
                  </a:lnTo>
                  <a:lnTo>
                    <a:pt x="710999" y="424752"/>
                  </a:lnTo>
                  <a:lnTo>
                    <a:pt x="698072" y="428273"/>
                  </a:lnTo>
                  <a:lnTo>
                    <a:pt x="685144" y="431814"/>
                  </a:lnTo>
                  <a:lnTo>
                    <a:pt x="672217" y="435375"/>
                  </a:lnTo>
                  <a:lnTo>
                    <a:pt x="659290" y="438957"/>
                  </a:lnTo>
                  <a:lnTo>
                    <a:pt x="646363" y="442558"/>
                  </a:lnTo>
                  <a:lnTo>
                    <a:pt x="633435" y="446179"/>
                  </a:lnTo>
                  <a:lnTo>
                    <a:pt x="620508" y="449820"/>
                  </a:lnTo>
                  <a:lnTo>
                    <a:pt x="607581" y="453481"/>
                  </a:lnTo>
                  <a:lnTo>
                    <a:pt x="594653" y="457161"/>
                  </a:lnTo>
                  <a:lnTo>
                    <a:pt x="581726" y="460860"/>
                  </a:lnTo>
                  <a:lnTo>
                    <a:pt x="568799" y="464579"/>
                  </a:lnTo>
                  <a:lnTo>
                    <a:pt x="555872" y="468316"/>
                  </a:lnTo>
                  <a:lnTo>
                    <a:pt x="542944" y="472073"/>
                  </a:lnTo>
                  <a:lnTo>
                    <a:pt x="530017" y="475847"/>
                  </a:lnTo>
                  <a:lnTo>
                    <a:pt x="517090" y="479640"/>
                  </a:lnTo>
                  <a:lnTo>
                    <a:pt x="504163" y="483451"/>
                  </a:lnTo>
                  <a:lnTo>
                    <a:pt x="491235" y="487280"/>
                  </a:lnTo>
                  <a:lnTo>
                    <a:pt x="478308" y="491126"/>
                  </a:lnTo>
                  <a:lnTo>
                    <a:pt x="465381" y="494988"/>
                  </a:lnTo>
                  <a:lnTo>
                    <a:pt x="452454" y="498867"/>
                  </a:lnTo>
                  <a:lnTo>
                    <a:pt x="439526" y="502763"/>
                  </a:lnTo>
                  <a:lnTo>
                    <a:pt x="426599" y="506673"/>
                  </a:lnTo>
                  <a:lnTo>
                    <a:pt x="413672" y="510600"/>
                  </a:lnTo>
                  <a:lnTo>
                    <a:pt x="400745" y="514540"/>
                  </a:lnTo>
                  <a:lnTo>
                    <a:pt x="387817" y="518496"/>
                  </a:lnTo>
                  <a:lnTo>
                    <a:pt x="374890" y="522464"/>
                  </a:lnTo>
                  <a:lnTo>
                    <a:pt x="361963" y="526446"/>
                  </a:lnTo>
                  <a:lnTo>
                    <a:pt x="349036" y="530441"/>
                  </a:lnTo>
                  <a:lnTo>
                    <a:pt x="336108" y="534448"/>
                  </a:lnTo>
                  <a:lnTo>
                    <a:pt x="323181" y="538466"/>
                  </a:lnTo>
                  <a:lnTo>
                    <a:pt x="310254" y="542495"/>
                  </a:lnTo>
                  <a:lnTo>
                    <a:pt x="297326" y="546534"/>
                  </a:lnTo>
                  <a:lnTo>
                    <a:pt x="284399" y="550584"/>
                  </a:lnTo>
                  <a:lnTo>
                    <a:pt x="271472" y="554642"/>
                  </a:lnTo>
                  <a:lnTo>
                    <a:pt x="258545" y="558708"/>
                  </a:lnTo>
                  <a:lnTo>
                    <a:pt x="245617" y="562783"/>
                  </a:lnTo>
                  <a:lnTo>
                    <a:pt x="232690" y="566865"/>
                  </a:lnTo>
                  <a:lnTo>
                    <a:pt x="219763" y="570953"/>
                  </a:lnTo>
                  <a:lnTo>
                    <a:pt x="206836" y="575047"/>
                  </a:lnTo>
                  <a:lnTo>
                    <a:pt x="193908" y="579147"/>
                  </a:lnTo>
                  <a:lnTo>
                    <a:pt x="180981" y="583251"/>
                  </a:lnTo>
                  <a:lnTo>
                    <a:pt x="168054" y="587360"/>
                  </a:lnTo>
                  <a:lnTo>
                    <a:pt x="155127" y="591473"/>
                  </a:lnTo>
                  <a:lnTo>
                    <a:pt x="142199" y="595588"/>
                  </a:lnTo>
                  <a:lnTo>
                    <a:pt x="129272" y="599707"/>
                  </a:lnTo>
                  <a:lnTo>
                    <a:pt x="116345" y="603827"/>
                  </a:lnTo>
                  <a:lnTo>
                    <a:pt x="103418" y="607950"/>
                  </a:lnTo>
                  <a:lnTo>
                    <a:pt x="90490" y="612074"/>
                  </a:lnTo>
                  <a:lnTo>
                    <a:pt x="77563" y="616199"/>
                  </a:lnTo>
                  <a:lnTo>
                    <a:pt x="64636" y="620325"/>
                  </a:lnTo>
                  <a:lnTo>
                    <a:pt x="51709" y="624451"/>
                  </a:lnTo>
                  <a:lnTo>
                    <a:pt x="38781" y="628578"/>
                  </a:lnTo>
                  <a:lnTo>
                    <a:pt x="25854" y="632705"/>
                  </a:lnTo>
                  <a:lnTo>
                    <a:pt x="12927" y="636833"/>
                  </a:lnTo>
                  <a:lnTo>
                    <a:pt x="0" y="64096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36870" y="1370992"/>
              <a:ext cx="2313979" cy="156231"/>
            </a:xfrm>
            <a:custGeom>
              <a:avLst/>
              <a:pathLst>
                <a:path w="2313979" h="156231">
                  <a:moveTo>
                    <a:pt x="0" y="156231"/>
                  </a:moveTo>
                  <a:lnTo>
                    <a:pt x="12927" y="155531"/>
                  </a:lnTo>
                  <a:lnTo>
                    <a:pt x="25854" y="154831"/>
                  </a:lnTo>
                  <a:lnTo>
                    <a:pt x="38781" y="154131"/>
                  </a:lnTo>
                  <a:lnTo>
                    <a:pt x="51709" y="153430"/>
                  </a:lnTo>
                  <a:lnTo>
                    <a:pt x="64636" y="152730"/>
                  </a:lnTo>
                  <a:lnTo>
                    <a:pt x="77563" y="152030"/>
                  </a:lnTo>
                  <a:lnTo>
                    <a:pt x="90490" y="151330"/>
                  </a:lnTo>
                  <a:lnTo>
                    <a:pt x="103418" y="150629"/>
                  </a:lnTo>
                  <a:lnTo>
                    <a:pt x="116345" y="149929"/>
                  </a:lnTo>
                  <a:lnTo>
                    <a:pt x="129272" y="149229"/>
                  </a:lnTo>
                  <a:lnTo>
                    <a:pt x="142199" y="148528"/>
                  </a:lnTo>
                  <a:lnTo>
                    <a:pt x="155127" y="147827"/>
                  </a:lnTo>
                  <a:lnTo>
                    <a:pt x="168054" y="147126"/>
                  </a:lnTo>
                  <a:lnTo>
                    <a:pt x="180981" y="146425"/>
                  </a:lnTo>
                  <a:lnTo>
                    <a:pt x="193908" y="145723"/>
                  </a:lnTo>
                  <a:lnTo>
                    <a:pt x="206836" y="145021"/>
                  </a:lnTo>
                  <a:lnTo>
                    <a:pt x="219763" y="144318"/>
                  </a:lnTo>
                  <a:lnTo>
                    <a:pt x="232690" y="143615"/>
                  </a:lnTo>
                  <a:lnTo>
                    <a:pt x="245617" y="142912"/>
                  </a:lnTo>
                  <a:lnTo>
                    <a:pt x="258545" y="142207"/>
                  </a:lnTo>
                  <a:lnTo>
                    <a:pt x="271472" y="141502"/>
                  </a:lnTo>
                  <a:lnTo>
                    <a:pt x="284399" y="140797"/>
                  </a:lnTo>
                  <a:lnTo>
                    <a:pt x="297326" y="140091"/>
                  </a:lnTo>
                  <a:lnTo>
                    <a:pt x="310254" y="139384"/>
                  </a:lnTo>
                  <a:lnTo>
                    <a:pt x="323181" y="138676"/>
                  </a:lnTo>
                  <a:lnTo>
                    <a:pt x="336108" y="137967"/>
                  </a:lnTo>
                  <a:lnTo>
                    <a:pt x="349036" y="137258"/>
                  </a:lnTo>
                  <a:lnTo>
                    <a:pt x="361963" y="136548"/>
                  </a:lnTo>
                  <a:lnTo>
                    <a:pt x="374890" y="135837"/>
                  </a:lnTo>
                  <a:lnTo>
                    <a:pt x="387817" y="135126"/>
                  </a:lnTo>
                  <a:lnTo>
                    <a:pt x="400745" y="134413"/>
                  </a:lnTo>
                  <a:lnTo>
                    <a:pt x="413672" y="133700"/>
                  </a:lnTo>
                  <a:lnTo>
                    <a:pt x="426599" y="132986"/>
                  </a:lnTo>
                  <a:lnTo>
                    <a:pt x="439526" y="132271"/>
                  </a:lnTo>
                  <a:lnTo>
                    <a:pt x="452454" y="131555"/>
                  </a:lnTo>
                  <a:lnTo>
                    <a:pt x="465381" y="130838"/>
                  </a:lnTo>
                  <a:lnTo>
                    <a:pt x="478308" y="130120"/>
                  </a:lnTo>
                  <a:lnTo>
                    <a:pt x="491235" y="129402"/>
                  </a:lnTo>
                  <a:lnTo>
                    <a:pt x="504163" y="128682"/>
                  </a:lnTo>
                  <a:lnTo>
                    <a:pt x="517090" y="127962"/>
                  </a:lnTo>
                  <a:lnTo>
                    <a:pt x="530017" y="127240"/>
                  </a:lnTo>
                  <a:lnTo>
                    <a:pt x="542944" y="126517"/>
                  </a:lnTo>
                  <a:lnTo>
                    <a:pt x="555872" y="125793"/>
                  </a:lnTo>
                  <a:lnTo>
                    <a:pt x="568799" y="125067"/>
                  </a:lnTo>
                  <a:lnTo>
                    <a:pt x="581726" y="124340"/>
                  </a:lnTo>
                  <a:lnTo>
                    <a:pt x="594653" y="123611"/>
                  </a:lnTo>
                  <a:lnTo>
                    <a:pt x="607581" y="122881"/>
                  </a:lnTo>
                  <a:lnTo>
                    <a:pt x="620508" y="122149"/>
                  </a:lnTo>
                  <a:lnTo>
                    <a:pt x="633435" y="121415"/>
                  </a:lnTo>
                  <a:lnTo>
                    <a:pt x="646363" y="120679"/>
                  </a:lnTo>
                  <a:lnTo>
                    <a:pt x="659290" y="119941"/>
                  </a:lnTo>
                  <a:lnTo>
                    <a:pt x="672217" y="119200"/>
                  </a:lnTo>
                  <a:lnTo>
                    <a:pt x="685144" y="118458"/>
                  </a:lnTo>
                  <a:lnTo>
                    <a:pt x="698072" y="117712"/>
                  </a:lnTo>
                  <a:lnTo>
                    <a:pt x="710999" y="116963"/>
                  </a:lnTo>
                  <a:lnTo>
                    <a:pt x="723926" y="116212"/>
                  </a:lnTo>
                  <a:lnTo>
                    <a:pt x="736853" y="115458"/>
                  </a:lnTo>
                  <a:lnTo>
                    <a:pt x="749781" y="114700"/>
                  </a:lnTo>
                  <a:lnTo>
                    <a:pt x="762708" y="113939"/>
                  </a:lnTo>
                  <a:lnTo>
                    <a:pt x="775635" y="113174"/>
                  </a:lnTo>
                  <a:lnTo>
                    <a:pt x="788562" y="112406"/>
                  </a:lnTo>
                  <a:lnTo>
                    <a:pt x="801490" y="111634"/>
                  </a:lnTo>
                  <a:lnTo>
                    <a:pt x="814417" y="110858"/>
                  </a:lnTo>
                  <a:lnTo>
                    <a:pt x="827344" y="110077"/>
                  </a:lnTo>
                  <a:lnTo>
                    <a:pt x="840271" y="109292"/>
                  </a:lnTo>
                  <a:lnTo>
                    <a:pt x="853199" y="108503"/>
                  </a:lnTo>
                  <a:lnTo>
                    <a:pt x="866126" y="107709"/>
                  </a:lnTo>
                  <a:lnTo>
                    <a:pt x="879053" y="106911"/>
                  </a:lnTo>
                  <a:lnTo>
                    <a:pt x="891980" y="106108"/>
                  </a:lnTo>
                  <a:lnTo>
                    <a:pt x="904908" y="105300"/>
                  </a:lnTo>
                  <a:lnTo>
                    <a:pt x="917835" y="104486"/>
                  </a:lnTo>
                  <a:lnTo>
                    <a:pt x="930762" y="103668"/>
                  </a:lnTo>
                  <a:lnTo>
                    <a:pt x="943690" y="102844"/>
                  </a:lnTo>
                  <a:lnTo>
                    <a:pt x="956617" y="102016"/>
                  </a:lnTo>
                  <a:lnTo>
                    <a:pt x="969544" y="101182"/>
                  </a:lnTo>
                  <a:lnTo>
                    <a:pt x="982471" y="100342"/>
                  </a:lnTo>
                  <a:lnTo>
                    <a:pt x="995399" y="99497"/>
                  </a:lnTo>
                  <a:lnTo>
                    <a:pt x="1008326" y="98647"/>
                  </a:lnTo>
                  <a:lnTo>
                    <a:pt x="1021253" y="97791"/>
                  </a:lnTo>
                  <a:lnTo>
                    <a:pt x="1034180" y="96929"/>
                  </a:lnTo>
                  <a:lnTo>
                    <a:pt x="1047108" y="96062"/>
                  </a:lnTo>
                  <a:lnTo>
                    <a:pt x="1060035" y="95190"/>
                  </a:lnTo>
                  <a:lnTo>
                    <a:pt x="1072962" y="94312"/>
                  </a:lnTo>
                  <a:lnTo>
                    <a:pt x="1085889" y="93428"/>
                  </a:lnTo>
                  <a:lnTo>
                    <a:pt x="1098817" y="92540"/>
                  </a:lnTo>
                  <a:lnTo>
                    <a:pt x="1111744" y="91645"/>
                  </a:lnTo>
                  <a:lnTo>
                    <a:pt x="1124671" y="90746"/>
                  </a:lnTo>
                  <a:lnTo>
                    <a:pt x="1137598" y="89841"/>
                  </a:lnTo>
                  <a:lnTo>
                    <a:pt x="1150526" y="88931"/>
                  </a:lnTo>
                  <a:lnTo>
                    <a:pt x="1163453" y="88016"/>
                  </a:lnTo>
                  <a:lnTo>
                    <a:pt x="1176380" y="87095"/>
                  </a:lnTo>
                  <a:lnTo>
                    <a:pt x="1189307" y="86170"/>
                  </a:lnTo>
                  <a:lnTo>
                    <a:pt x="1202235" y="85240"/>
                  </a:lnTo>
                  <a:lnTo>
                    <a:pt x="1215162" y="84306"/>
                  </a:lnTo>
                  <a:lnTo>
                    <a:pt x="1228089" y="83366"/>
                  </a:lnTo>
                  <a:lnTo>
                    <a:pt x="1241017" y="82423"/>
                  </a:lnTo>
                  <a:lnTo>
                    <a:pt x="1253944" y="81475"/>
                  </a:lnTo>
                  <a:lnTo>
                    <a:pt x="1266871" y="80523"/>
                  </a:lnTo>
                  <a:lnTo>
                    <a:pt x="1279798" y="79566"/>
                  </a:lnTo>
                  <a:lnTo>
                    <a:pt x="1292726" y="78606"/>
                  </a:lnTo>
                  <a:lnTo>
                    <a:pt x="1305653" y="77643"/>
                  </a:lnTo>
                  <a:lnTo>
                    <a:pt x="1318580" y="76675"/>
                  </a:lnTo>
                  <a:lnTo>
                    <a:pt x="1331507" y="75705"/>
                  </a:lnTo>
                  <a:lnTo>
                    <a:pt x="1344435" y="74731"/>
                  </a:lnTo>
                  <a:lnTo>
                    <a:pt x="1357362" y="73754"/>
                  </a:lnTo>
                  <a:lnTo>
                    <a:pt x="1370289" y="72774"/>
                  </a:lnTo>
                  <a:lnTo>
                    <a:pt x="1383216" y="71791"/>
                  </a:lnTo>
                  <a:lnTo>
                    <a:pt x="1396144" y="70806"/>
                  </a:lnTo>
                  <a:lnTo>
                    <a:pt x="1409071" y="69819"/>
                  </a:lnTo>
                  <a:lnTo>
                    <a:pt x="1421998" y="68829"/>
                  </a:lnTo>
                  <a:lnTo>
                    <a:pt x="1434925" y="67837"/>
                  </a:lnTo>
                  <a:lnTo>
                    <a:pt x="1447853" y="66843"/>
                  </a:lnTo>
                  <a:lnTo>
                    <a:pt x="1460780" y="65847"/>
                  </a:lnTo>
                  <a:lnTo>
                    <a:pt x="1473707" y="64850"/>
                  </a:lnTo>
                  <a:lnTo>
                    <a:pt x="1486634" y="63851"/>
                  </a:lnTo>
                  <a:lnTo>
                    <a:pt x="1499562" y="62851"/>
                  </a:lnTo>
                  <a:lnTo>
                    <a:pt x="1512489" y="61850"/>
                  </a:lnTo>
                  <a:lnTo>
                    <a:pt x="1525416" y="60847"/>
                  </a:lnTo>
                  <a:lnTo>
                    <a:pt x="1538344" y="59844"/>
                  </a:lnTo>
                  <a:lnTo>
                    <a:pt x="1551271" y="58840"/>
                  </a:lnTo>
                  <a:lnTo>
                    <a:pt x="1564198" y="57835"/>
                  </a:lnTo>
                  <a:lnTo>
                    <a:pt x="1577125" y="56829"/>
                  </a:lnTo>
                  <a:lnTo>
                    <a:pt x="1590053" y="55823"/>
                  </a:lnTo>
                  <a:lnTo>
                    <a:pt x="1602980" y="54816"/>
                  </a:lnTo>
                  <a:lnTo>
                    <a:pt x="1615907" y="53809"/>
                  </a:lnTo>
                  <a:lnTo>
                    <a:pt x="1628834" y="52802"/>
                  </a:lnTo>
                  <a:lnTo>
                    <a:pt x="1641762" y="51794"/>
                  </a:lnTo>
                  <a:lnTo>
                    <a:pt x="1654689" y="50786"/>
                  </a:lnTo>
                  <a:lnTo>
                    <a:pt x="1667616" y="49778"/>
                  </a:lnTo>
                  <a:lnTo>
                    <a:pt x="1680543" y="48770"/>
                  </a:lnTo>
                  <a:lnTo>
                    <a:pt x="1693471" y="47762"/>
                  </a:lnTo>
                  <a:lnTo>
                    <a:pt x="1706398" y="46754"/>
                  </a:lnTo>
                  <a:lnTo>
                    <a:pt x="1719325" y="45746"/>
                  </a:lnTo>
                  <a:lnTo>
                    <a:pt x="1732252" y="44738"/>
                  </a:lnTo>
                  <a:lnTo>
                    <a:pt x="1745180" y="43730"/>
                  </a:lnTo>
                  <a:lnTo>
                    <a:pt x="1758107" y="42723"/>
                  </a:lnTo>
                  <a:lnTo>
                    <a:pt x="1771034" y="41716"/>
                  </a:lnTo>
                  <a:lnTo>
                    <a:pt x="1783961" y="40710"/>
                  </a:lnTo>
                  <a:lnTo>
                    <a:pt x="1796889" y="39704"/>
                  </a:lnTo>
                  <a:lnTo>
                    <a:pt x="1809816" y="38698"/>
                  </a:lnTo>
                  <a:lnTo>
                    <a:pt x="1822743" y="37693"/>
                  </a:lnTo>
                  <a:lnTo>
                    <a:pt x="1835671" y="36689"/>
                  </a:lnTo>
                  <a:lnTo>
                    <a:pt x="1848598" y="35685"/>
                  </a:lnTo>
                  <a:lnTo>
                    <a:pt x="1861525" y="34682"/>
                  </a:lnTo>
                  <a:lnTo>
                    <a:pt x="1874452" y="33680"/>
                  </a:lnTo>
                  <a:lnTo>
                    <a:pt x="1887380" y="32678"/>
                  </a:lnTo>
                  <a:lnTo>
                    <a:pt x="1900307" y="31678"/>
                  </a:lnTo>
                  <a:lnTo>
                    <a:pt x="1913234" y="30678"/>
                  </a:lnTo>
                  <a:lnTo>
                    <a:pt x="1926161" y="29679"/>
                  </a:lnTo>
                  <a:lnTo>
                    <a:pt x="1939089" y="28681"/>
                  </a:lnTo>
                  <a:lnTo>
                    <a:pt x="1952016" y="27684"/>
                  </a:lnTo>
                  <a:lnTo>
                    <a:pt x="1964943" y="26688"/>
                  </a:lnTo>
                  <a:lnTo>
                    <a:pt x="1977870" y="25693"/>
                  </a:lnTo>
                  <a:lnTo>
                    <a:pt x="1990798" y="24699"/>
                  </a:lnTo>
                  <a:lnTo>
                    <a:pt x="2003725" y="23705"/>
                  </a:lnTo>
                  <a:lnTo>
                    <a:pt x="2016652" y="22713"/>
                  </a:lnTo>
                  <a:lnTo>
                    <a:pt x="2029579" y="21721"/>
                  </a:lnTo>
                  <a:lnTo>
                    <a:pt x="2042507" y="20731"/>
                  </a:lnTo>
                  <a:lnTo>
                    <a:pt x="2055434" y="19741"/>
                  </a:lnTo>
                  <a:lnTo>
                    <a:pt x="2068361" y="18751"/>
                  </a:lnTo>
                  <a:lnTo>
                    <a:pt x="2081288" y="17762"/>
                  </a:lnTo>
                  <a:lnTo>
                    <a:pt x="2094216" y="16774"/>
                  </a:lnTo>
                  <a:lnTo>
                    <a:pt x="2107143" y="15786"/>
                  </a:lnTo>
                  <a:lnTo>
                    <a:pt x="2120070" y="14799"/>
                  </a:lnTo>
                  <a:lnTo>
                    <a:pt x="2132998" y="13812"/>
                  </a:lnTo>
                  <a:lnTo>
                    <a:pt x="2145925" y="12825"/>
                  </a:lnTo>
                  <a:lnTo>
                    <a:pt x="2158852" y="11839"/>
                  </a:lnTo>
                  <a:lnTo>
                    <a:pt x="2171779" y="10852"/>
                  </a:lnTo>
                  <a:lnTo>
                    <a:pt x="2184707" y="9866"/>
                  </a:lnTo>
                  <a:lnTo>
                    <a:pt x="2197634" y="8879"/>
                  </a:lnTo>
                  <a:lnTo>
                    <a:pt x="2210561" y="7893"/>
                  </a:lnTo>
                  <a:lnTo>
                    <a:pt x="2223488" y="6906"/>
                  </a:lnTo>
                  <a:lnTo>
                    <a:pt x="2236416" y="5920"/>
                  </a:lnTo>
                  <a:lnTo>
                    <a:pt x="2249343" y="4933"/>
                  </a:lnTo>
                  <a:lnTo>
                    <a:pt x="2262270" y="3947"/>
                  </a:lnTo>
                  <a:lnTo>
                    <a:pt x="2275197" y="2960"/>
                  </a:lnTo>
                  <a:lnTo>
                    <a:pt x="2288125" y="1973"/>
                  </a:lnTo>
                  <a:lnTo>
                    <a:pt x="2301052" y="986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36870" y="1474526"/>
              <a:ext cx="2313979" cy="537426"/>
            </a:xfrm>
            <a:custGeom>
              <a:avLst/>
              <a:pathLst>
                <a:path w="2313979" h="537426">
                  <a:moveTo>
                    <a:pt x="2313979" y="0"/>
                  </a:moveTo>
                  <a:lnTo>
                    <a:pt x="2301052" y="2136"/>
                  </a:lnTo>
                  <a:lnTo>
                    <a:pt x="2288125" y="4273"/>
                  </a:lnTo>
                  <a:lnTo>
                    <a:pt x="2275197" y="6410"/>
                  </a:lnTo>
                  <a:lnTo>
                    <a:pt x="2262270" y="8546"/>
                  </a:lnTo>
                  <a:lnTo>
                    <a:pt x="2249343" y="10683"/>
                  </a:lnTo>
                  <a:lnTo>
                    <a:pt x="2236416" y="12820"/>
                  </a:lnTo>
                  <a:lnTo>
                    <a:pt x="2223488" y="14957"/>
                  </a:lnTo>
                  <a:lnTo>
                    <a:pt x="2210561" y="17094"/>
                  </a:lnTo>
                  <a:lnTo>
                    <a:pt x="2197634" y="19232"/>
                  </a:lnTo>
                  <a:lnTo>
                    <a:pt x="2184707" y="21370"/>
                  </a:lnTo>
                  <a:lnTo>
                    <a:pt x="2171779" y="23508"/>
                  </a:lnTo>
                  <a:lnTo>
                    <a:pt x="2158852" y="25648"/>
                  </a:lnTo>
                  <a:lnTo>
                    <a:pt x="2145925" y="27788"/>
                  </a:lnTo>
                  <a:lnTo>
                    <a:pt x="2132998" y="29929"/>
                  </a:lnTo>
                  <a:lnTo>
                    <a:pt x="2120070" y="32072"/>
                  </a:lnTo>
                  <a:lnTo>
                    <a:pt x="2107143" y="34216"/>
                  </a:lnTo>
                  <a:lnTo>
                    <a:pt x="2094216" y="36362"/>
                  </a:lnTo>
                  <a:lnTo>
                    <a:pt x="2081288" y="38510"/>
                  </a:lnTo>
                  <a:lnTo>
                    <a:pt x="2068361" y="40661"/>
                  </a:lnTo>
                  <a:lnTo>
                    <a:pt x="2055434" y="42813"/>
                  </a:lnTo>
                  <a:lnTo>
                    <a:pt x="2042507" y="44969"/>
                  </a:lnTo>
                  <a:lnTo>
                    <a:pt x="2029579" y="47127"/>
                  </a:lnTo>
                  <a:lnTo>
                    <a:pt x="2016652" y="49289"/>
                  </a:lnTo>
                  <a:lnTo>
                    <a:pt x="2003725" y="51453"/>
                  </a:lnTo>
                  <a:lnTo>
                    <a:pt x="1990798" y="53622"/>
                  </a:lnTo>
                  <a:lnTo>
                    <a:pt x="1977870" y="55794"/>
                  </a:lnTo>
                  <a:lnTo>
                    <a:pt x="1964943" y="57971"/>
                  </a:lnTo>
                  <a:lnTo>
                    <a:pt x="1952016" y="60152"/>
                  </a:lnTo>
                  <a:lnTo>
                    <a:pt x="1939089" y="62337"/>
                  </a:lnTo>
                  <a:lnTo>
                    <a:pt x="1926161" y="64527"/>
                  </a:lnTo>
                  <a:lnTo>
                    <a:pt x="1913234" y="66722"/>
                  </a:lnTo>
                  <a:lnTo>
                    <a:pt x="1900307" y="68922"/>
                  </a:lnTo>
                  <a:lnTo>
                    <a:pt x="1887380" y="71128"/>
                  </a:lnTo>
                  <a:lnTo>
                    <a:pt x="1874452" y="73339"/>
                  </a:lnTo>
                  <a:lnTo>
                    <a:pt x="1861525" y="75556"/>
                  </a:lnTo>
                  <a:lnTo>
                    <a:pt x="1848598" y="77779"/>
                  </a:lnTo>
                  <a:lnTo>
                    <a:pt x="1835671" y="80008"/>
                  </a:lnTo>
                  <a:lnTo>
                    <a:pt x="1822743" y="82244"/>
                  </a:lnTo>
                  <a:lnTo>
                    <a:pt x="1809816" y="84486"/>
                  </a:lnTo>
                  <a:lnTo>
                    <a:pt x="1796889" y="86735"/>
                  </a:lnTo>
                  <a:lnTo>
                    <a:pt x="1783961" y="88992"/>
                  </a:lnTo>
                  <a:lnTo>
                    <a:pt x="1771034" y="91255"/>
                  </a:lnTo>
                  <a:lnTo>
                    <a:pt x="1758107" y="93526"/>
                  </a:lnTo>
                  <a:lnTo>
                    <a:pt x="1745180" y="95805"/>
                  </a:lnTo>
                  <a:lnTo>
                    <a:pt x="1732252" y="98092"/>
                  </a:lnTo>
                  <a:lnTo>
                    <a:pt x="1719325" y="100387"/>
                  </a:lnTo>
                  <a:lnTo>
                    <a:pt x="1706398" y="102690"/>
                  </a:lnTo>
                  <a:lnTo>
                    <a:pt x="1693471" y="105003"/>
                  </a:lnTo>
                  <a:lnTo>
                    <a:pt x="1680543" y="107324"/>
                  </a:lnTo>
                  <a:lnTo>
                    <a:pt x="1667616" y="109654"/>
                  </a:lnTo>
                  <a:lnTo>
                    <a:pt x="1654689" y="111994"/>
                  </a:lnTo>
                  <a:lnTo>
                    <a:pt x="1641762" y="114344"/>
                  </a:lnTo>
                  <a:lnTo>
                    <a:pt x="1628834" y="116704"/>
                  </a:lnTo>
                  <a:lnTo>
                    <a:pt x="1615907" y="119074"/>
                  </a:lnTo>
                  <a:lnTo>
                    <a:pt x="1602980" y="121454"/>
                  </a:lnTo>
                  <a:lnTo>
                    <a:pt x="1590053" y="123846"/>
                  </a:lnTo>
                  <a:lnTo>
                    <a:pt x="1577125" y="126248"/>
                  </a:lnTo>
                  <a:lnTo>
                    <a:pt x="1564198" y="128661"/>
                  </a:lnTo>
                  <a:lnTo>
                    <a:pt x="1551271" y="131086"/>
                  </a:lnTo>
                  <a:lnTo>
                    <a:pt x="1538344" y="133523"/>
                  </a:lnTo>
                  <a:lnTo>
                    <a:pt x="1525416" y="135972"/>
                  </a:lnTo>
                  <a:lnTo>
                    <a:pt x="1512489" y="138433"/>
                  </a:lnTo>
                  <a:lnTo>
                    <a:pt x="1499562" y="140906"/>
                  </a:lnTo>
                  <a:lnTo>
                    <a:pt x="1486634" y="143391"/>
                  </a:lnTo>
                  <a:lnTo>
                    <a:pt x="1473707" y="145890"/>
                  </a:lnTo>
                  <a:lnTo>
                    <a:pt x="1460780" y="148401"/>
                  </a:lnTo>
                  <a:lnTo>
                    <a:pt x="1447853" y="150926"/>
                  </a:lnTo>
                  <a:lnTo>
                    <a:pt x="1434925" y="153464"/>
                  </a:lnTo>
                  <a:lnTo>
                    <a:pt x="1421998" y="156016"/>
                  </a:lnTo>
                  <a:lnTo>
                    <a:pt x="1409071" y="158581"/>
                  </a:lnTo>
                  <a:lnTo>
                    <a:pt x="1396144" y="161160"/>
                  </a:lnTo>
                  <a:lnTo>
                    <a:pt x="1383216" y="163753"/>
                  </a:lnTo>
                  <a:lnTo>
                    <a:pt x="1370289" y="166360"/>
                  </a:lnTo>
                  <a:lnTo>
                    <a:pt x="1357362" y="168982"/>
                  </a:lnTo>
                  <a:lnTo>
                    <a:pt x="1344435" y="171618"/>
                  </a:lnTo>
                  <a:lnTo>
                    <a:pt x="1331507" y="174269"/>
                  </a:lnTo>
                  <a:lnTo>
                    <a:pt x="1318580" y="176935"/>
                  </a:lnTo>
                  <a:lnTo>
                    <a:pt x="1305653" y="179615"/>
                  </a:lnTo>
                  <a:lnTo>
                    <a:pt x="1292726" y="182311"/>
                  </a:lnTo>
                  <a:lnTo>
                    <a:pt x="1279798" y="185022"/>
                  </a:lnTo>
                  <a:lnTo>
                    <a:pt x="1266871" y="187748"/>
                  </a:lnTo>
                  <a:lnTo>
                    <a:pt x="1253944" y="190489"/>
                  </a:lnTo>
                  <a:lnTo>
                    <a:pt x="1241017" y="193246"/>
                  </a:lnTo>
                  <a:lnTo>
                    <a:pt x="1228089" y="196019"/>
                  </a:lnTo>
                  <a:lnTo>
                    <a:pt x="1215162" y="198807"/>
                  </a:lnTo>
                  <a:lnTo>
                    <a:pt x="1202235" y="201611"/>
                  </a:lnTo>
                  <a:lnTo>
                    <a:pt x="1189307" y="204432"/>
                  </a:lnTo>
                  <a:lnTo>
                    <a:pt x="1176380" y="207268"/>
                  </a:lnTo>
                  <a:lnTo>
                    <a:pt x="1163453" y="210121"/>
                  </a:lnTo>
                  <a:lnTo>
                    <a:pt x="1150526" y="212990"/>
                  </a:lnTo>
                  <a:lnTo>
                    <a:pt x="1137598" y="215876"/>
                  </a:lnTo>
                  <a:lnTo>
                    <a:pt x="1124671" y="218778"/>
                  </a:lnTo>
                  <a:lnTo>
                    <a:pt x="1111744" y="221698"/>
                  </a:lnTo>
                  <a:lnTo>
                    <a:pt x="1098817" y="224634"/>
                  </a:lnTo>
                  <a:lnTo>
                    <a:pt x="1085889" y="227587"/>
                  </a:lnTo>
                  <a:lnTo>
                    <a:pt x="1072962" y="230557"/>
                  </a:lnTo>
                  <a:lnTo>
                    <a:pt x="1060035" y="233544"/>
                  </a:lnTo>
                  <a:lnTo>
                    <a:pt x="1047108" y="236549"/>
                  </a:lnTo>
                  <a:lnTo>
                    <a:pt x="1034180" y="239572"/>
                  </a:lnTo>
                  <a:lnTo>
                    <a:pt x="1021253" y="242612"/>
                  </a:lnTo>
                  <a:lnTo>
                    <a:pt x="1008326" y="245670"/>
                  </a:lnTo>
                  <a:lnTo>
                    <a:pt x="995399" y="248746"/>
                  </a:lnTo>
                  <a:lnTo>
                    <a:pt x="982471" y="251840"/>
                  </a:lnTo>
                  <a:lnTo>
                    <a:pt x="969544" y="254953"/>
                  </a:lnTo>
                  <a:lnTo>
                    <a:pt x="956617" y="258083"/>
                  </a:lnTo>
                  <a:lnTo>
                    <a:pt x="943690" y="261233"/>
                  </a:lnTo>
                  <a:lnTo>
                    <a:pt x="930762" y="264401"/>
                  </a:lnTo>
                  <a:lnTo>
                    <a:pt x="917835" y="267587"/>
                  </a:lnTo>
                  <a:lnTo>
                    <a:pt x="904908" y="270793"/>
                  </a:lnTo>
                  <a:lnTo>
                    <a:pt x="891980" y="274017"/>
                  </a:lnTo>
                  <a:lnTo>
                    <a:pt x="879053" y="277261"/>
                  </a:lnTo>
                  <a:lnTo>
                    <a:pt x="866126" y="280524"/>
                  </a:lnTo>
                  <a:lnTo>
                    <a:pt x="853199" y="283807"/>
                  </a:lnTo>
                  <a:lnTo>
                    <a:pt x="840271" y="287108"/>
                  </a:lnTo>
                  <a:lnTo>
                    <a:pt x="827344" y="290430"/>
                  </a:lnTo>
                  <a:lnTo>
                    <a:pt x="814417" y="293771"/>
                  </a:lnTo>
                  <a:lnTo>
                    <a:pt x="801490" y="297132"/>
                  </a:lnTo>
                  <a:lnTo>
                    <a:pt x="788562" y="300513"/>
                  </a:lnTo>
                  <a:lnTo>
                    <a:pt x="775635" y="303913"/>
                  </a:lnTo>
                  <a:lnTo>
                    <a:pt x="762708" y="307334"/>
                  </a:lnTo>
                  <a:lnTo>
                    <a:pt x="749781" y="310775"/>
                  </a:lnTo>
                  <a:lnTo>
                    <a:pt x="736853" y="314236"/>
                  </a:lnTo>
                  <a:lnTo>
                    <a:pt x="723926" y="317717"/>
                  </a:lnTo>
                  <a:lnTo>
                    <a:pt x="710999" y="321218"/>
                  </a:lnTo>
                  <a:lnTo>
                    <a:pt x="698072" y="324739"/>
                  </a:lnTo>
                  <a:lnTo>
                    <a:pt x="685144" y="328280"/>
                  </a:lnTo>
                  <a:lnTo>
                    <a:pt x="672217" y="331841"/>
                  </a:lnTo>
                  <a:lnTo>
                    <a:pt x="659290" y="335423"/>
                  </a:lnTo>
                  <a:lnTo>
                    <a:pt x="646363" y="339024"/>
                  </a:lnTo>
                  <a:lnTo>
                    <a:pt x="633435" y="342645"/>
                  </a:lnTo>
                  <a:lnTo>
                    <a:pt x="620508" y="346286"/>
                  </a:lnTo>
                  <a:lnTo>
                    <a:pt x="607581" y="349947"/>
                  </a:lnTo>
                  <a:lnTo>
                    <a:pt x="594653" y="353627"/>
                  </a:lnTo>
                  <a:lnTo>
                    <a:pt x="581726" y="357326"/>
                  </a:lnTo>
                  <a:lnTo>
                    <a:pt x="568799" y="361045"/>
                  </a:lnTo>
                  <a:lnTo>
                    <a:pt x="555872" y="364782"/>
                  </a:lnTo>
                  <a:lnTo>
                    <a:pt x="542944" y="368539"/>
                  </a:lnTo>
                  <a:lnTo>
                    <a:pt x="530017" y="372313"/>
                  </a:lnTo>
                  <a:lnTo>
                    <a:pt x="517090" y="376106"/>
                  </a:lnTo>
                  <a:lnTo>
                    <a:pt x="504163" y="379917"/>
                  </a:lnTo>
                  <a:lnTo>
                    <a:pt x="491235" y="383746"/>
                  </a:lnTo>
                  <a:lnTo>
                    <a:pt x="478308" y="387592"/>
                  </a:lnTo>
                  <a:lnTo>
                    <a:pt x="465381" y="391454"/>
                  </a:lnTo>
                  <a:lnTo>
                    <a:pt x="452454" y="395333"/>
                  </a:lnTo>
                  <a:lnTo>
                    <a:pt x="439526" y="399229"/>
                  </a:lnTo>
                  <a:lnTo>
                    <a:pt x="426599" y="403140"/>
                  </a:lnTo>
                  <a:lnTo>
                    <a:pt x="413672" y="407066"/>
                  </a:lnTo>
                  <a:lnTo>
                    <a:pt x="400745" y="411006"/>
                  </a:lnTo>
                  <a:lnTo>
                    <a:pt x="387817" y="414962"/>
                  </a:lnTo>
                  <a:lnTo>
                    <a:pt x="374890" y="418930"/>
                  </a:lnTo>
                  <a:lnTo>
                    <a:pt x="361963" y="422912"/>
                  </a:lnTo>
                  <a:lnTo>
                    <a:pt x="349036" y="426907"/>
                  </a:lnTo>
                  <a:lnTo>
                    <a:pt x="336108" y="430914"/>
                  </a:lnTo>
                  <a:lnTo>
                    <a:pt x="323181" y="434932"/>
                  </a:lnTo>
                  <a:lnTo>
                    <a:pt x="310254" y="438961"/>
                  </a:lnTo>
                  <a:lnTo>
                    <a:pt x="297326" y="443000"/>
                  </a:lnTo>
                  <a:lnTo>
                    <a:pt x="284399" y="447050"/>
                  </a:lnTo>
                  <a:lnTo>
                    <a:pt x="271472" y="451108"/>
                  </a:lnTo>
                  <a:lnTo>
                    <a:pt x="258545" y="455174"/>
                  </a:lnTo>
                  <a:lnTo>
                    <a:pt x="245617" y="459249"/>
                  </a:lnTo>
                  <a:lnTo>
                    <a:pt x="232690" y="463331"/>
                  </a:lnTo>
                  <a:lnTo>
                    <a:pt x="219763" y="467419"/>
                  </a:lnTo>
                  <a:lnTo>
                    <a:pt x="206836" y="471513"/>
                  </a:lnTo>
                  <a:lnTo>
                    <a:pt x="193908" y="475613"/>
                  </a:lnTo>
                  <a:lnTo>
                    <a:pt x="180981" y="479717"/>
                  </a:lnTo>
                  <a:lnTo>
                    <a:pt x="168054" y="483826"/>
                  </a:lnTo>
                  <a:lnTo>
                    <a:pt x="155127" y="487939"/>
                  </a:lnTo>
                  <a:lnTo>
                    <a:pt x="142199" y="492054"/>
                  </a:lnTo>
                  <a:lnTo>
                    <a:pt x="129272" y="496173"/>
                  </a:lnTo>
                  <a:lnTo>
                    <a:pt x="116345" y="500293"/>
                  </a:lnTo>
                  <a:lnTo>
                    <a:pt x="103418" y="504416"/>
                  </a:lnTo>
                  <a:lnTo>
                    <a:pt x="90490" y="508540"/>
                  </a:lnTo>
                  <a:lnTo>
                    <a:pt x="77563" y="512665"/>
                  </a:lnTo>
                  <a:lnTo>
                    <a:pt x="64636" y="516791"/>
                  </a:lnTo>
                  <a:lnTo>
                    <a:pt x="51709" y="520917"/>
                  </a:lnTo>
                  <a:lnTo>
                    <a:pt x="38781" y="525044"/>
                  </a:lnTo>
                  <a:lnTo>
                    <a:pt x="25854" y="529171"/>
                  </a:lnTo>
                  <a:lnTo>
                    <a:pt x="12927" y="533299"/>
                  </a:lnTo>
                  <a:lnTo>
                    <a:pt x="0" y="5374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36870" y="1420868"/>
              <a:ext cx="2313979" cy="364776"/>
            </a:xfrm>
            <a:custGeom>
              <a:avLst/>
              <a:pathLst>
                <a:path w="2313979" h="364776">
                  <a:moveTo>
                    <a:pt x="0" y="364776"/>
                  </a:moveTo>
                  <a:lnTo>
                    <a:pt x="12927" y="362184"/>
                  </a:lnTo>
                  <a:lnTo>
                    <a:pt x="25854" y="359592"/>
                  </a:lnTo>
                  <a:lnTo>
                    <a:pt x="38781" y="357000"/>
                  </a:lnTo>
                  <a:lnTo>
                    <a:pt x="51709" y="354409"/>
                  </a:lnTo>
                  <a:lnTo>
                    <a:pt x="64636" y="351817"/>
                  </a:lnTo>
                  <a:lnTo>
                    <a:pt x="77563" y="349226"/>
                  </a:lnTo>
                  <a:lnTo>
                    <a:pt x="90490" y="346635"/>
                  </a:lnTo>
                  <a:lnTo>
                    <a:pt x="103418" y="344046"/>
                  </a:lnTo>
                  <a:lnTo>
                    <a:pt x="116345" y="341457"/>
                  </a:lnTo>
                  <a:lnTo>
                    <a:pt x="129272" y="338869"/>
                  </a:lnTo>
                  <a:lnTo>
                    <a:pt x="142199" y="336282"/>
                  </a:lnTo>
                  <a:lnTo>
                    <a:pt x="155127" y="333697"/>
                  </a:lnTo>
                  <a:lnTo>
                    <a:pt x="168054" y="331113"/>
                  </a:lnTo>
                  <a:lnTo>
                    <a:pt x="180981" y="328532"/>
                  </a:lnTo>
                  <a:lnTo>
                    <a:pt x="193908" y="325953"/>
                  </a:lnTo>
                  <a:lnTo>
                    <a:pt x="206836" y="323377"/>
                  </a:lnTo>
                  <a:lnTo>
                    <a:pt x="219763" y="320804"/>
                  </a:lnTo>
                  <a:lnTo>
                    <a:pt x="232690" y="318234"/>
                  </a:lnTo>
                  <a:lnTo>
                    <a:pt x="245617" y="315667"/>
                  </a:lnTo>
                  <a:lnTo>
                    <a:pt x="258545" y="313105"/>
                  </a:lnTo>
                  <a:lnTo>
                    <a:pt x="271472" y="310546"/>
                  </a:lnTo>
                  <a:lnTo>
                    <a:pt x="284399" y="307992"/>
                  </a:lnTo>
                  <a:lnTo>
                    <a:pt x="297326" y="305444"/>
                  </a:lnTo>
                  <a:lnTo>
                    <a:pt x="310254" y="302900"/>
                  </a:lnTo>
                  <a:lnTo>
                    <a:pt x="323181" y="300362"/>
                  </a:lnTo>
                  <a:lnTo>
                    <a:pt x="336108" y="297830"/>
                  </a:lnTo>
                  <a:lnTo>
                    <a:pt x="349036" y="295304"/>
                  </a:lnTo>
                  <a:lnTo>
                    <a:pt x="361963" y="292785"/>
                  </a:lnTo>
                  <a:lnTo>
                    <a:pt x="374890" y="290272"/>
                  </a:lnTo>
                  <a:lnTo>
                    <a:pt x="387817" y="287767"/>
                  </a:lnTo>
                  <a:lnTo>
                    <a:pt x="400745" y="285269"/>
                  </a:lnTo>
                  <a:lnTo>
                    <a:pt x="413672" y="282779"/>
                  </a:lnTo>
                  <a:lnTo>
                    <a:pt x="426599" y="280297"/>
                  </a:lnTo>
                  <a:lnTo>
                    <a:pt x="439526" y="277823"/>
                  </a:lnTo>
                  <a:lnTo>
                    <a:pt x="452454" y="275358"/>
                  </a:lnTo>
                  <a:lnTo>
                    <a:pt x="465381" y="272901"/>
                  </a:lnTo>
                  <a:lnTo>
                    <a:pt x="478308" y="270454"/>
                  </a:lnTo>
                  <a:lnTo>
                    <a:pt x="491235" y="268015"/>
                  </a:lnTo>
                  <a:lnTo>
                    <a:pt x="504163" y="265586"/>
                  </a:lnTo>
                  <a:lnTo>
                    <a:pt x="517090" y="263167"/>
                  </a:lnTo>
                  <a:lnTo>
                    <a:pt x="530017" y="260757"/>
                  </a:lnTo>
                  <a:lnTo>
                    <a:pt x="542944" y="258356"/>
                  </a:lnTo>
                  <a:lnTo>
                    <a:pt x="555872" y="255966"/>
                  </a:lnTo>
                  <a:lnTo>
                    <a:pt x="568799" y="253586"/>
                  </a:lnTo>
                  <a:lnTo>
                    <a:pt x="581726" y="251216"/>
                  </a:lnTo>
                  <a:lnTo>
                    <a:pt x="594653" y="248855"/>
                  </a:lnTo>
                  <a:lnTo>
                    <a:pt x="607581" y="246505"/>
                  </a:lnTo>
                  <a:lnTo>
                    <a:pt x="620508" y="244166"/>
                  </a:lnTo>
                  <a:lnTo>
                    <a:pt x="633435" y="241836"/>
                  </a:lnTo>
                  <a:lnTo>
                    <a:pt x="646363" y="239517"/>
                  </a:lnTo>
                  <a:lnTo>
                    <a:pt x="659290" y="237208"/>
                  </a:lnTo>
                  <a:lnTo>
                    <a:pt x="672217" y="234909"/>
                  </a:lnTo>
                  <a:lnTo>
                    <a:pt x="685144" y="232621"/>
                  </a:lnTo>
                  <a:lnTo>
                    <a:pt x="698072" y="230342"/>
                  </a:lnTo>
                  <a:lnTo>
                    <a:pt x="710999" y="228074"/>
                  </a:lnTo>
                  <a:lnTo>
                    <a:pt x="723926" y="225815"/>
                  </a:lnTo>
                  <a:lnTo>
                    <a:pt x="736853" y="223567"/>
                  </a:lnTo>
                  <a:lnTo>
                    <a:pt x="749781" y="221328"/>
                  </a:lnTo>
                  <a:lnTo>
                    <a:pt x="762708" y="219099"/>
                  </a:lnTo>
                  <a:lnTo>
                    <a:pt x="775635" y="216880"/>
                  </a:lnTo>
                  <a:lnTo>
                    <a:pt x="788562" y="214671"/>
                  </a:lnTo>
                  <a:lnTo>
                    <a:pt x="801490" y="212470"/>
                  </a:lnTo>
                  <a:lnTo>
                    <a:pt x="814417" y="210279"/>
                  </a:lnTo>
                  <a:lnTo>
                    <a:pt x="827344" y="208098"/>
                  </a:lnTo>
                  <a:lnTo>
                    <a:pt x="840271" y="205925"/>
                  </a:lnTo>
                  <a:lnTo>
                    <a:pt x="853199" y="203762"/>
                  </a:lnTo>
                  <a:lnTo>
                    <a:pt x="866126" y="201607"/>
                  </a:lnTo>
                  <a:lnTo>
                    <a:pt x="879053" y="199461"/>
                  </a:lnTo>
                  <a:lnTo>
                    <a:pt x="891980" y="197323"/>
                  </a:lnTo>
                  <a:lnTo>
                    <a:pt x="904908" y="195195"/>
                  </a:lnTo>
                  <a:lnTo>
                    <a:pt x="917835" y="193074"/>
                  </a:lnTo>
                  <a:lnTo>
                    <a:pt x="930762" y="190962"/>
                  </a:lnTo>
                  <a:lnTo>
                    <a:pt x="943690" y="188858"/>
                  </a:lnTo>
                  <a:lnTo>
                    <a:pt x="956617" y="186762"/>
                  </a:lnTo>
                  <a:lnTo>
                    <a:pt x="969544" y="184673"/>
                  </a:lnTo>
                  <a:lnTo>
                    <a:pt x="982471" y="182593"/>
                  </a:lnTo>
                  <a:lnTo>
                    <a:pt x="995399" y="180520"/>
                  </a:lnTo>
                  <a:lnTo>
                    <a:pt x="1008326" y="178455"/>
                  </a:lnTo>
                  <a:lnTo>
                    <a:pt x="1021253" y="176398"/>
                  </a:lnTo>
                  <a:lnTo>
                    <a:pt x="1034180" y="174347"/>
                  </a:lnTo>
                  <a:lnTo>
                    <a:pt x="1047108" y="172305"/>
                  </a:lnTo>
                  <a:lnTo>
                    <a:pt x="1060035" y="170269"/>
                  </a:lnTo>
                  <a:lnTo>
                    <a:pt x="1072962" y="168241"/>
                  </a:lnTo>
                  <a:lnTo>
                    <a:pt x="1085889" y="166219"/>
                  </a:lnTo>
                  <a:lnTo>
                    <a:pt x="1098817" y="164205"/>
                  </a:lnTo>
                  <a:lnTo>
                    <a:pt x="1111744" y="162198"/>
                  </a:lnTo>
                  <a:lnTo>
                    <a:pt x="1124671" y="160198"/>
                  </a:lnTo>
                  <a:lnTo>
                    <a:pt x="1137598" y="158205"/>
                  </a:lnTo>
                  <a:lnTo>
                    <a:pt x="1150526" y="156218"/>
                  </a:lnTo>
                  <a:lnTo>
                    <a:pt x="1163453" y="154239"/>
                  </a:lnTo>
                  <a:lnTo>
                    <a:pt x="1176380" y="152266"/>
                  </a:lnTo>
                  <a:lnTo>
                    <a:pt x="1189307" y="150300"/>
                  </a:lnTo>
                  <a:lnTo>
                    <a:pt x="1202235" y="148341"/>
                  </a:lnTo>
                  <a:lnTo>
                    <a:pt x="1215162" y="146389"/>
                  </a:lnTo>
                  <a:lnTo>
                    <a:pt x="1228089" y="144443"/>
                  </a:lnTo>
                  <a:lnTo>
                    <a:pt x="1241017" y="142504"/>
                  </a:lnTo>
                  <a:lnTo>
                    <a:pt x="1253944" y="140572"/>
                  </a:lnTo>
                  <a:lnTo>
                    <a:pt x="1266871" y="138647"/>
                  </a:lnTo>
                  <a:lnTo>
                    <a:pt x="1279798" y="136728"/>
                  </a:lnTo>
                  <a:lnTo>
                    <a:pt x="1292726" y="134816"/>
                  </a:lnTo>
                  <a:lnTo>
                    <a:pt x="1305653" y="132911"/>
                  </a:lnTo>
                  <a:lnTo>
                    <a:pt x="1318580" y="131012"/>
                  </a:lnTo>
                  <a:lnTo>
                    <a:pt x="1331507" y="129120"/>
                  </a:lnTo>
                  <a:lnTo>
                    <a:pt x="1344435" y="127235"/>
                  </a:lnTo>
                  <a:lnTo>
                    <a:pt x="1357362" y="125357"/>
                  </a:lnTo>
                  <a:lnTo>
                    <a:pt x="1370289" y="123485"/>
                  </a:lnTo>
                  <a:lnTo>
                    <a:pt x="1383216" y="121620"/>
                  </a:lnTo>
                  <a:lnTo>
                    <a:pt x="1396144" y="119762"/>
                  </a:lnTo>
                  <a:lnTo>
                    <a:pt x="1409071" y="117910"/>
                  </a:lnTo>
                  <a:lnTo>
                    <a:pt x="1421998" y="116065"/>
                  </a:lnTo>
                  <a:lnTo>
                    <a:pt x="1434925" y="114227"/>
                  </a:lnTo>
                  <a:lnTo>
                    <a:pt x="1447853" y="112395"/>
                  </a:lnTo>
                  <a:lnTo>
                    <a:pt x="1460780" y="110570"/>
                  </a:lnTo>
                  <a:lnTo>
                    <a:pt x="1473707" y="108752"/>
                  </a:lnTo>
                  <a:lnTo>
                    <a:pt x="1486634" y="106940"/>
                  </a:lnTo>
                  <a:lnTo>
                    <a:pt x="1499562" y="105134"/>
                  </a:lnTo>
                  <a:lnTo>
                    <a:pt x="1512489" y="103335"/>
                  </a:lnTo>
                  <a:lnTo>
                    <a:pt x="1525416" y="101542"/>
                  </a:lnTo>
                  <a:lnTo>
                    <a:pt x="1538344" y="99756"/>
                  </a:lnTo>
                  <a:lnTo>
                    <a:pt x="1551271" y="97975"/>
                  </a:lnTo>
                  <a:lnTo>
                    <a:pt x="1564198" y="96201"/>
                  </a:lnTo>
                  <a:lnTo>
                    <a:pt x="1577125" y="94433"/>
                  </a:lnTo>
                  <a:lnTo>
                    <a:pt x="1590053" y="92670"/>
                  </a:lnTo>
                  <a:lnTo>
                    <a:pt x="1602980" y="90914"/>
                  </a:lnTo>
                  <a:lnTo>
                    <a:pt x="1615907" y="89163"/>
                  </a:lnTo>
                  <a:lnTo>
                    <a:pt x="1628834" y="87418"/>
                  </a:lnTo>
                  <a:lnTo>
                    <a:pt x="1641762" y="85678"/>
                  </a:lnTo>
                  <a:lnTo>
                    <a:pt x="1654689" y="83944"/>
                  </a:lnTo>
                  <a:lnTo>
                    <a:pt x="1667616" y="82215"/>
                  </a:lnTo>
                  <a:lnTo>
                    <a:pt x="1680543" y="80491"/>
                  </a:lnTo>
                  <a:lnTo>
                    <a:pt x="1693471" y="78772"/>
                  </a:lnTo>
                  <a:lnTo>
                    <a:pt x="1706398" y="77058"/>
                  </a:lnTo>
                  <a:lnTo>
                    <a:pt x="1719325" y="75349"/>
                  </a:lnTo>
                  <a:lnTo>
                    <a:pt x="1732252" y="73644"/>
                  </a:lnTo>
                  <a:lnTo>
                    <a:pt x="1745180" y="71944"/>
                  </a:lnTo>
                  <a:lnTo>
                    <a:pt x="1758107" y="70249"/>
                  </a:lnTo>
                  <a:lnTo>
                    <a:pt x="1771034" y="68558"/>
                  </a:lnTo>
                  <a:lnTo>
                    <a:pt x="1783961" y="66871"/>
                  </a:lnTo>
                  <a:lnTo>
                    <a:pt x="1796889" y="65188"/>
                  </a:lnTo>
                  <a:lnTo>
                    <a:pt x="1809816" y="63509"/>
                  </a:lnTo>
                  <a:lnTo>
                    <a:pt x="1822743" y="61835"/>
                  </a:lnTo>
                  <a:lnTo>
                    <a:pt x="1835671" y="60164"/>
                  </a:lnTo>
                  <a:lnTo>
                    <a:pt x="1848598" y="58496"/>
                  </a:lnTo>
                  <a:lnTo>
                    <a:pt x="1861525" y="56833"/>
                  </a:lnTo>
                  <a:lnTo>
                    <a:pt x="1874452" y="55173"/>
                  </a:lnTo>
                  <a:lnTo>
                    <a:pt x="1887380" y="53516"/>
                  </a:lnTo>
                  <a:lnTo>
                    <a:pt x="1900307" y="51863"/>
                  </a:lnTo>
                  <a:lnTo>
                    <a:pt x="1913234" y="50213"/>
                  </a:lnTo>
                  <a:lnTo>
                    <a:pt x="1926161" y="48566"/>
                  </a:lnTo>
                  <a:lnTo>
                    <a:pt x="1939089" y="46923"/>
                  </a:lnTo>
                  <a:lnTo>
                    <a:pt x="1952016" y="45282"/>
                  </a:lnTo>
                  <a:lnTo>
                    <a:pt x="1964943" y="43644"/>
                  </a:lnTo>
                  <a:lnTo>
                    <a:pt x="1977870" y="42009"/>
                  </a:lnTo>
                  <a:lnTo>
                    <a:pt x="1990798" y="40376"/>
                  </a:lnTo>
                  <a:lnTo>
                    <a:pt x="2003725" y="38746"/>
                  </a:lnTo>
                  <a:lnTo>
                    <a:pt x="2016652" y="37118"/>
                  </a:lnTo>
                  <a:lnTo>
                    <a:pt x="2029579" y="35492"/>
                  </a:lnTo>
                  <a:lnTo>
                    <a:pt x="2042507" y="33869"/>
                  </a:lnTo>
                  <a:lnTo>
                    <a:pt x="2055434" y="32247"/>
                  </a:lnTo>
                  <a:lnTo>
                    <a:pt x="2068361" y="30627"/>
                  </a:lnTo>
                  <a:lnTo>
                    <a:pt x="2081288" y="29009"/>
                  </a:lnTo>
                  <a:lnTo>
                    <a:pt x="2094216" y="27392"/>
                  </a:lnTo>
                  <a:lnTo>
                    <a:pt x="2107143" y="25777"/>
                  </a:lnTo>
                  <a:lnTo>
                    <a:pt x="2120070" y="24162"/>
                  </a:lnTo>
                  <a:lnTo>
                    <a:pt x="2132998" y="22549"/>
                  </a:lnTo>
                  <a:lnTo>
                    <a:pt x="2145925" y="20936"/>
                  </a:lnTo>
                  <a:lnTo>
                    <a:pt x="2158852" y="19324"/>
                  </a:lnTo>
                  <a:lnTo>
                    <a:pt x="2171779" y="17713"/>
                  </a:lnTo>
                  <a:lnTo>
                    <a:pt x="2184707" y="16102"/>
                  </a:lnTo>
                  <a:lnTo>
                    <a:pt x="2197634" y="14491"/>
                  </a:lnTo>
                  <a:lnTo>
                    <a:pt x="2210561" y="12881"/>
                  </a:lnTo>
                  <a:lnTo>
                    <a:pt x="2223488" y="11270"/>
                  </a:lnTo>
                  <a:lnTo>
                    <a:pt x="2236416" y="9660"/>
                  </a:lnTo>
                  <a:lnTo>
                    <a:pt x="2249343" y="8050"/>
                  </a:lnTo>
                  <a:lnTo>
                    <a:pt x="2262270" y="6440"/>
                  </a:lnTo>
                  <a:lnTo>
                    <a:pt x="2275197" y="4830"/>
                  </a:lnTo>
                  <a:lnTo>
                    <a:pt x="2288125" y="3220"/>
                  </a:lnTo>
                  <a:lnTo>
                    <a:pt x="2301052" y="1610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2026-05-14T06:00:48Z</dcterms:modified>
  <cp:category/>
</cp:coreProperties>
</file>