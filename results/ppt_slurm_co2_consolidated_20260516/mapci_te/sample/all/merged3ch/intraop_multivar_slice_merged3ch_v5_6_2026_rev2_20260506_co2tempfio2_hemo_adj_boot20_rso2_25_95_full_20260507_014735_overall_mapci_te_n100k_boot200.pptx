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  <p:sldId id="257" r:id="rId9"/>
    <p:sldId id="258" r:id="rId10"/>
  </p:sldIdLst>
  <p:sldSz cx="12191695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Relationship Id="rId9" Type="http://schemas.openxmlformats.org/officeDocument/2006/relationships/slide" Target="slides/slide2.xml"/>
<Relationship Id="rId10" Type="http://schemas.openxmlformats.org/officeDocument/2006/relationships/slide" Target="slides/slide3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71877"/>
              <a:ext cx="97813" cy="270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71964"/>
              <a:ext cx="97813" cy="269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51950"/>
              <a:ext cx="97813" cy="4695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25375"/>
              <a:ext cx="97813" cy="73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2992012"/>
              <a:ext cx="97813" cy="10689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52002"/>
              <a:ext cx="97813" cy="1469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10022"/>
              <a:ext cx="97813" cy="1888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858057"/>
              <a:ext cx="97813" cy="2408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21436"/>
              <a:ext cx="97813" cy="2774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46027"/>
              <a:ext cx="97813" cy="2528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90274"/>
              <a:ext cx="97813" cy="2086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33778"/>
              <a:ext cx="97813" cy="1651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75299"/>
              <a:ext cx="97813" cy="12360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11450"/>
              <a:ext cx="97813" cy="8745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36872"/>
              <a:ext cx="97813" cy="620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55257"/>
              <a:ext cx="97813" cy="436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66730"/>
              <a:ext cx="97813" cy="3217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5619"/>
              <a:ext cx="97813" cy="232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3349"/>
              <a:ext cx="97813" cy="155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87115"/>
              <a:ext cx="97813" cy="1178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90219"/>
              <a:ext cx="97813" cy="86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92740"/>
              <a:ext cx="97813" cy="61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90851"/>
              <a:ext cx="97813" cy="80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31510"/>
              <a:ext cx="191846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64116"/>
              <a:ext cx="223718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596722"/>
              <a:ext cx="247627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29328"/>
              <a:ext cx="27115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261934"/>
              <a:ext cx="306133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094540"/>
              <a:ext cx="32342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1927146"/>
              <a:ext cx="32865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759752"/>
              <a:ext cx="325163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592358"/>
              <a:ext cx="312043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424964"/>
              <a:ext cx="284587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257570"/>
              <a:ext cx="246434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090176"/>
              <a:ext cx="201720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922782"/>
              <a:ext cx="170636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755389"/>
              <a:ext cx="242250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988051" y="923770"/>
              <a:ext cx="2253614" cy="1970518"/>
            </a:xfrm>
            <a:custGeom>
              <a:avLst/>
              <a:pathLst>
                <a:path w="2253614" h="1970518">
                  <a:moveTo>
                    <a:pt x="0" y="1778778"/>
                  </a:moveTo>
                  <a:lnTo>
                    <a:pt x="14688" y="1814836"/>
                  </a:lnTo>
                  <a:lnTo>
                    <a:pt x="29376" y="1836643"/>
                  </a:lnTo>
                  <a:lnTo>
                    <a:pt x="44065" y="1861290"/>
                  </a:lnTo>
                  <a:lnTo>
                    <a:pt x="58753" y="1874217"/>
                  </a:lnTo>
                  <a:lnTo>
                    <a:pt x="73441" y="1880053"/>
                  </a:lnTo>
                  <a:lnTo>
                    <a:pt x="88130" y="1885459"/>
                  </a:lnTo>
                  <a:lnTo>
                    <a:pt x="102818" y="1886290"/>
                  </a:lnTo>
                  <a:lnTo>
                    <a:pt x="117506" y="1884470"/>
                  </a:lnTo>
                  <a:lnTo>
                    <a:pt x="132195" y="1879878"/>
                  </a:lnTo>
                  <a:lnTo>
                    <a:pt x="146883" y="1873540"/>
                  </a:lnTo>
                  <a:lnTo>
                    <a:pt x="161572" y="1864704"/>
                  </a:lnTo>
                  <a:lnTo>
                    <a:pt x="176260" y="1855266"/>
                  </a:lnTo>
                  <a:lnTo>
                    <a:pt x="190948" y="1843137"/>
                  </a:lnTo>
                  <a:lnTo>
                    <a:pt x="205637" y="1832243"/>
                  </a:lnTo>
                  <a:lnTo>
                    <a:pt x="220325" y="1820743"/>
                  </a:lnTo>
                  <a:lnTo>
                    <a:pt x="235013" y="1806794"/>
                  </a:lnTo>
                  <a:lnTo>
                    <a:pt x="249702" y="1792114"/>
                  </a:lnTo>
                  <a:lnTo>
                    <a:pt x="264390" y="1777330"/>
                  </a:lnTo>
                  <a:lnTo>
                    <a:pt x="279078" y="1762867"/>
                  </a:lnTo>
                  <a:lnTo>
                    <a:pt x="293767" y="1749941"/>
                  </a:lnTo>
                  <a:lnTo>
                    <a:pt x="308455" y="1737821"/>
                  </a:lnTo>
                  <a:lnTo>
                    <a:pt x="323144" y="1723723"/>
                  </a:lnTo>
                  <a:lnTo>
                    <a:pt x="337832" y="1709203"/>
                  </a:lnTo>
                  <a:lnTo>
                    <a:pt x="352520" y="1695249"/>
                  </a:lnTo>
                  <a:lnTo>
                    <a:pt x="367209" y="1683415"/>
                  </a:lnTo>
                  <a:lnTo>
                    <a:pt x="381897" y="1672717"/>
                  </a:lnTo>
                  <a:lnTo>
                    <a:pt x="396585" y="1662682"/>
                  </a:lnTo>
                  <a:lnTo>
                    <a:pt x="411274" y="1652414"/>
                  </a:lnTo>
                  <a:lnTo>
                    <a:pt x="425962" y="1640805"/>
                  </a:lnTo>
                  <a:lnTo>
                    <a:pt x="440650" y="1629543"/>
                  </a:lnTo>
                  <a:lnTo>
                    <a:pt x="455339" y="1618586"/>
                  </a:lnTo>
                  <a:lnTo>
                    <a:pt x="470027" y="1607478"/>
                  </a:lnTo>
                  <a:lnTo>
                    <a:pt x="484716" y="1595350"/>
                  </a:lnTo>
                  <a:lnTo>
                    <a:pt x="499404" y="1585288"/>
                  </a:lnTo>
                  <a:lnTo>
                    <a:pt x="514092" y="1575426"/>
                  </a:lnTo>
                  <a:lnTo>
                    <a:pt x="528781" y="1566263"/>
                  </a:lnTo>
                  <a:lnTo>
                    <a:pt x="543469" y="1556322"/>
                  </a:lnTo>
                  <a:lnTo>
                    <a:pt x="558157" y="1546015"/>
                  </a:lnTo>
                  <a:lnTo>
                    <a:pt x="572846" y="1535539"/>
                  </a:lnTo>
                  <a:lnTo>
                    <a:pt x="587534" y="1524654"/>
                  </a:lnTo>
                  <a:lnTo>
                    <a:pt x="602222" y="1513553"/>
                  </a:lnTo>
                  <a:lnTo>
                    <a:pt x="616911" y="1502391"/>
                  </a:lnTo>
                  <a:lnTo>
                    <a:pt x="631599" y="1491323"/>
                  </a:lnTo>
                  <a:lnTo>
                    <a:pt x="646288" y="1480764"/>
                  </a:lnTo>
                  <a:lnTo>
                    <a:pt x="660976" y="1469751"/>
                  </a:lnTo>
                  <a:lnTo>
                    <a:pt x="675664" y="1458932"/>
                  </a:lnTo>
                  <a:lnTo>
                    <a:pt x="690353" y="1447886"/>
                  </a:lnTo>
                  <a:lnTo>
                    <a:pt x="705041" y="1436499"/>
                  </a:lnTo>
                  <a:lnTo>
                    <a:pt x="719729" y="1424830"/>
                  </a:lnTo>
                  <a:lnTo>
                    <a:pt x="734418" y="1413403"/>
                  </a:lnTo>
                  <a:lnTo>
                    <a:pt x="749106" y="1401884"/>
                  </a:lnTo>
                  <a:lnTo>
                    <a:pt x="763795" y="1390265"/>
                  </a:lnTo>
                  <a:lnTo>
                    <a:pt x="778483" y="1378540"/>
                  </a:lnTo>
                  <a:lnTo>
                    <a:pt x="793171" y="1366701"/>
                  </a:lnTo>
                  <a:lnTo>
                    <a:pt x="807860" y="1354742"/>
                  </a:lnTo>
                  <a:lnTo>
                    <a:pt x="822548" y="1342656"/>
                  </a:lnTo>
                  <a:lnTo>
                    <a:pt x="837236" y="1330435"/>
                  </a:lnTo>
                  <a:lnTo>
                    <a:pt x="851925" y="1317783"/>
                  </a:lnTo>
                  <a:lnTo>
                    <a:pt x="866613" y="1304463"/>
                  </a:lnTo>
                  <a:lnTo>
                    <a:pt x="881301" y="1291137"/>
                  </a:lnTo>
                  <a:lnTo>
                    <a:pt x="895990" y="1277818"/>
                  </a:lnTo>
                  <a:lnTo>
                    <a:pt x="910678" y="1264301"/>
                  </a:lnTo>
                  <a:lnTo>
                    <a:pt x="925367" y="1250752"/>
                  </a:lnTo>
                  <a:lnTo>
                    <a:pt x="940055" y="1236820"/>
                  </a:lnTo>
                  <a:lnTo>
                    <a:pt x="954743" y="1222624"/>
                  </a:lnTo>
                  <a:lnTo>
                    <a:pt x="969432" y="1209719"/>
                  </a:lnTo>
                  <a:lnTo>
                    <a:pt x="984120" y="1196107"/>
                  </a:lnTo>
                  <a:lnTo>
                    <a:pt x="998808" y="1182080"/>
                  </a:lnTo>
                  <a:lnTo>
                    <a:pt x="1013497" y="1167895"/>
                  </a:lnTo>
                  <a:lnTo>
                    <a:pt x="1028185" y="1152644"/>
                  </a:lnTo>
                  <a:lnTo>
                    <a:pt x="1042873" y="1137484"/>
                  </a:lnTo>
                  <a:lnTo>
                    <a:pt x="1057562" y="1122927"/>
                  </a:lnTo>
                  <a:lnTo>
                    <a:pt x="1072250" y="1108237"/>
                  </a:lnTo>
                  <a:lnTo>
                    <a:pt x="1086939" y="1093375"/>
                  </a:lnTo>
                  <a:lnTo>
                    <a:pt x="1101627" y="1077547"/>
                  </a:lnTo>
                  <a:lnTo>
                    <a:pt x="1116315" y="1062201"/>
                  </a:lnTo>
                  <a:lnTo>
                    <a:pt x="1131004" y="1046095"/>
                  </a:lnTo>
                  <a:lnTo>
                    <a:pt x="1145692" y="1029573"/>
                  </a:lnTo>
                  <a:lnTo>
                    <a:pt x="1160380" y="1013933"/>
                  </a:lnTo>
                  <a:lnTo>
                    <a:pt x="1175069" y="997932"/>
                  </a:lnTo>
                  <a:lnTo>
                    <a:pt x="1189757" y="981623"/>
                  </a:lnTo>
                  <a:lnTo>
                    <a:pt x="1204445" y="965697"/>
                  </a:lnTo>
                  <a:lnTo>
                    <a:pt x="1219134" y="949688"/>
                  </a:lnTo>
                  <a:lnTo>
                    <a:pt x="1233822" y="933119"/>
                  </a:lnTo>
                  <a:lnTo>
                    <a:pt x="1248511" y="916960"/>
                  </a:lnTo>
                  <a:lnTo>
                    <a:pt x="1263199" y="900360"/>
                  </a:lnTo>
                  <a:lnTo>
                    <a:pt x="1277887" y="884033"/>
                  </a:lnTo>
                  <a:lnTo>
                    <a:pt x="1292576" y="867929"/>
                  </a:lnTo>
                  <a:lnTo>
                    <a:pt x="1307264" y="851585"/>
                  </a:lnTo>
                  <a:lnTo>
                    <a:pt x="1321952" y="835039"/>
                  </a:lnTo>
                  <a:lnTo>
                    <a:pt x="1336641" y="818529"/>
                  </a:lnTo>
                  <a:lnTo>
                    <a:pt x="1351329" y="802211"/>
                  </a:lnTo>
                  <a:lnTo>
                    <a:pt x="1366018" y="786250"/>
                  </a:lnTo>
                  <a:lnTo>
                    <a:pt x="1380706" y="770406"/>
                  </a:lnTo>
                  <a:lnTo>
                    <a:pt x="1395394" y="754269"/>
                  </a:lnTo>
                  <a:lnTo>
                    <a:pt x="1410083" y="738073"/>
                  </a:lnTo>
                  <a:lnTo>
                    <a:pt x="1424771" y="721889"/>
                  </a:lnTo>
                  <a:lnTo>
                    <a:pt x="1439459" y="704823"/>
                  </a:lnTo>
                  <a:lnTo>
                    <a:pt x="1454148" y="688808"/>
                  </a:lnTo>
                  <a:lnTo>
                    <a:pt x="1468836" y="671870"/>
                  </a:lnTo>
                  <a:lnTo>
                    <a:pt x="1483524" y="654894"/>
                  </a:lnTo>
                  <a:lnTo>
                    <a:pt x="1498213" y="639407"/>
                  </a:lnTo>
                  <a:lnTo>
                    <a:pt x="1512901" y="625164"/>
                  </a:lnTo>
                  <a:lnTo>
                    <a:pt x="1527590" y="609144"/>
                  </a:lnTo>
                  <a:lnTo>
                    <a:pt x="1542278" y="594098"/>
                  </a:lnTo>
                  <a:lnTo>
                    <a:pt x="1556966" y="580713"/>
                  </a:lnTo>
                  <a:lnTo>
                    <a:pt x="1571655" y="564599"/>
                  </a:lnTo>
                  <a:lnTo>
                    <a:pt x="1586343" y="548505"/>
                  </a:lnTo>
                  <a:lnTo>
                    <a:pt x="1601031" y="532273"/>
                  </a:lnTo>
                  <a:lnTo>
                    <a:pt x="1615720" y="516168"/>
                  </a:lnTo>
                  <a:lnTo>
                    <a:pt x="1630408" y="501703"/>
                  </a:lnTo>
                  <a:lnTo>
                    <a:pt x="1645096" y="486596"/>
                  </a:lnTo>
                  <a:lnTo>
                    <a:pt x="1659785" y="471062"/>
                  </a:lnTo>
                  <a:lnTo>
                    <a:pt x="1674473" y="455598"/>
                  </a:lnTo>
                  <a:lnTo>
                    <a:pt x="1689162" y="440736"/>
                  </a:lnTo>
                  <a:lnTo>
                    <a:pt x="1703850" y="426533"/>
                  </a:lnTo>
                  <a:lnTo>
                    <a:pt x="1718538" y="413044"/>
                  </a:lnTo>
                  <a:lnTo>
                    <a:pt x="1733227" y="400326"/>
                  </a:lnTo>
                  <a:lnTo>
                    <a:pt x="1747915" y="388433"/>
                  </a:lnTo>
                  <a:lnTo>
                    <a:pt x="1762603" y="377414"/>
                  </a:lnTo>
                  <a:lnTo>
                    <a:pt x="1777292" y="365606"/>
                  </a:lnTo>
                  <a:lnTo>
                    <a:pt x="1791980" y="353152"/>
                  </a:lnTo>
                  <a:lnTo>
                    <a:pt x="1806668" y="338507"/>
                  </a:lnTo>
                  <a:lnTo>
                    <a:pt x="1821357" y="322255"/>
                  </a:lnTo>
                  <a:lnTo>
                    <a:pt x="1836045" y="308774"/>
                  </a:lnTo>
                  <a:lnTo>
                    <a:pt x="1850734" y="294473"/>
                  </a:lnTo>
                  <a:lnTo>
                    <a:pt x="1865422" y="281944"/>
                  </a:lnTo>
                  <a:lnTo>
                    <a:pt x="1880110" y="268521"/>
                  </a:lnTo>
                  <a:lnTo>
                    <a:pt x="1894799" y="255471"/>
                  </a:lnTo>
                  <a:lnTo>
                    <a:pt x="1909487" y="242836"/>
                  </a:lnTo>
                  <a:lnTo>
                    <a:pt x="1924175" y="228236"/>
                  </a:lnTo>
                  <a:lnTo>
                    <a:pt x="1938864" y="212791"/>
                  </a:lnTo>
                  <a:lnTo>
                    <a:pt x="1953552" y="200342"/>
                  </a:lnTo>
                  <a:lnTo>
                    <a:pt x="1968241" y="186640"/>
                  </a:lnTo>
                  <a:lnTo>
                    <a:pt x="1982929" y="173600"/>
                  </a:lnTo>
                  <a:lnTo>
                    <a:pt x="1997617" y="161124"/>
                  </a:lnTo>
                  <a:lnTo>
                    <a:pt x="2012306" y="149784"/>
                  </a:lnTo>
                  <a:lnTo>
                    <a:pt x="2026994" y="139146"/>
                  </a:lnTo>
                  <a:lnTo>
                    <a:pt x="2041682" y="129445"/>
                  </a:lnTo>
                  <a:lnTo>
                    <a:pt x="2056371" y="118996"/>
                  </a:lnTo>
                  <a:lnTo>
                    <a:pt x="2071059" y="107172"/>
                  </a:lnTo>
                  <a:lnTo>
                    <a:pt x="2085747" y="98157"/>
                  </a:lnTo>
                  <a:lnTo>
                    <a:pt x="2100436" y="90380"/>
                  </a:lnTo>
                  <a:lnTo>
                    <a:pt x="2115124" y="82795"/>
                  </a:lnTo>
                  <a:lnTo>
                    <a:pt x="2129813" y="73108"/>
                  </a:lnTo>
                  <a:lnTo>
                    <a:pt x="2144501" y="63054"/>
                  </a:lnTo>
                  <a:lnTo>
                    <a:pt x="2159189" y="53645"/>
                  </a:lnTo>
                  <a:lnTo>
                    <a:pt x="2173878" y="44041"/>
                  </a:lnTo>
                  <a:lnTo>
                    <a:pt x="2188566" y="30978"/>
                  </a:lnTo>
                  <a:lnTo>
                    <a:pt x="2203254" y="22486"/>
                  </a:lnTo>
                  <a:lnTo>
                    <a:pt x="2217943" y="12080"/>
                  </a:lnTo>
                  <a:lnTo>
                    <a:pt x="2232631" y="4706"/>
                  </a:lnTo>
                  <a:lnTo>
                    <a:pt x="2247319" y="1727"/>
                  </a:lnTo>
                  <a:lnTo>
                    <a:pt x="2253614" y="0"/>
                  </a:lnTo>
                  <a:lnTo>
                    <a:pt x="2253614" y="165739"/>
                  </a:lnTo>
                  <a:lnTo>
                    <a:pt x="2247319" y="165874"/>
                  </a:lnTo>
                  <a:lnTo>
                    <a:pt x="2232631" y="162310"/>
                  </a:lnTo>
                  <a:lnTo>
                    <a:pt x="2217943" y="161949"/>
                  </a:lnTo>
                  <a:lnTo>
                    <a:pt x="2203254" y="164465"/>
                  </a:lnTo>
                  <a:lnTo>
                    <a:pt x="2188566" y="166095"/>
                  </a:lnTo>
                  <a:lnTo>
                    <a:pt x="2173878" y="169753"/>
                  </a:lnTo>
                  <a:lnTo>
                    <a:pt x="2159189" y="175946"/>
                  </a:lnTo>
                  <a:lnTo>
                    <a:pt x="2144501" y="182290"/>
                  </a:lnTo>
                  <a:lnTo>
                    <a:pt x="2129813" y="189022"/>
                  </a:lnTo>
                  <a:lnTo>
                    <a:pt x="2115124" y="197729"/>
                  </a:lnTo>
                  <a:lnTo>
                    <a:pt x="2100436" y="205742"/>
                  </a:lnTo>
                  <a:lnTo>
                    <a:pt x="2085747" y="215946"/>
                  </a:lnTo>
                  <a:lnTo>
                    <a:pt x="2071059" y="224298"/>
                  </a:lnTo>
                  <a:lnTo>
                    <a:pt x="2056371" y="233213"/>
                  </a:lnTo>
                  <a:lnTo>
                    <a:pt x="2041682" y="244926"/>
                  </a:lnTo>
                  <a:lnTo>
                    <a:pt x="2026994" y="253483"/>
                  </a:lnTo>
                  <a:lnTo>
                    <a:pt x="2012306" y="261735"/>
                  </a:lnTo>
                  <a:lnTo>
                    <a:pt x="1997617" y="269679"/>
                  </a:lnTo>
                  <a:lnTo>
                    <a:pt x="1982929" y="277451"/>
                  </a:lnTo>
                  <a:lnTo>
                    <a:pt x="1968241" y="285618"/>
                  </a:lnTo>
                  <a:lnTo>
                    <a:pt x="1953552" y="295632"/>
                  </a:lnTo>
                  <a:lnTo>
                    <a:pt x="1938864" y="305796"/>
                  </a:lnTo>
                  <a:lnTo>
                    <a:pt x="1924175" y="316105"/>
                  </a:lnTo>
                  <a:lnTo>
                    <a:pt x="1909487" y="325295"/>
                  </a:lnTo>
                  <a:lnTo>
                    <a:pt x="1894799" y="335719"/>
                  </a:lnTo>
                  <a:lnTo>
                    <a:pt x="1880110" y="345623"/>
                  </a:lnTo>
                  <a:lnTo>
                    <a:pt x="1865422" y="354747"/>
                  </a:lnTo>
                  <a:lnTo>
                    <a:pt x="1850734" y="365392"/>
                  </a:lnTo>
                  <a:lnTo>
                    <a:pt x="1836045" y="376118"/>
                  </a:lnTo>
                  <a:lnTo>
                    <a:pt x="1821357" y="388922"/>
                  </a:lnTo>
                  <a:lnTo>
                    <a:pt x="1806668" y="400746"/>
                  </a:lnTo>
                  <a:lnTo>
                    <a:pt x="1791980" y="414139"/>
                  </a:lnTo>
                  <a:lnTo>
                    <a:pt x="1777292" y="426560"/>
                  </a:lnTo>
                  <a:lnTo>
                    <a:pt x="1762603" y="440440"/>
                  </a:lnTo>
                  <a:lnTo>
                    <a:pt x="1747915" y="453566"/>
                  </a:lnTo>
                  <a:lnTo>
                    <a:pt x="1733227" y="466017"/>
                  </a:lnTo>
                  <a:lnTo>
                    <a:pt x="1718538" y="479669"/>
                  </a:lnTo>
                  <a:lnTo>
                    <a:pt x="1703850" y="493206"/>
                  </a:lnTo>
                  <a:lnTo>
                    <a:pt x="1689162" y="506181"/>
                  </a:lnTo>
                  <a:lnTo>
                    <a:pt x="1674473" y="519254"/>
                  </a:lnTo>
                  <a:lnTo>
                    <a:pt x="1659785" y="532635"/>
                  </a:lnTo>
                  <a:lnTo>
                    <a:pt x="1645096" y="545674"/>
                  </a:lnTo>
                  <a:lnTo>
                    <a:pt x="1630408" y="559960"/>
                  </a:lnTo>
                  <a:lnTo>
                    <a:pt x="1615720" y="574403"/>
                  </a:lnTo>
                  <a:lnTo>
                    <a:pt x="1601031" y="587121"/>
                  </a:lnTo>
                  <a:lnTo>
                    <a:pt x="1586343" y="602430"/>
                  </a:lnTo>
                  <a:lnTo>
                    <a:pt x="1571655" y="617610"/>
                  </a:lnTo>
                  <a:lnTo>
                    <a:pt x="1556966" y="633101"/>
                  </a:lnTo>
                  <a:lnTo>
                    <a:pt x="1542278" y="645717"/>
                  </a:lnTo>
                  <a:lnTo>
                    <a:pt x="1527590" y="661742"/>
                  </a:lnTo>
                  <a:lnTo>
                    <a:pt x="1512901" y="678598"/>
                  </a:lnTo>
                  <a:lnTo>
                    <a:pt x="1498213" y="695347"/>
                  </a:lnTo>
                  <a:lnTo>
                    <a:pt x="1483524" y="711371"/>
                  </a:lnTo>
                  <a:lnTo>
                    <a:pt x="1468836" y="727520"/>
                  </a:lnTo>
                  <a:lnTo>
                    <a:pt x="1454148" y="744538"/>
                  </a:lnTo>
                  <a:lnTo>
                    <a:pt x="1439459" y="760468"/>
                  </a:lnTo>
                  <a:lnTo>
                    <a:pt x="1424771" y="776166"/>
                  </a:lnTo>
                  <a:lnTo>
                    <a:pt x="1410083" y="791839"/>
                  </a:lnTo>
                  <a:lnTo>
                    <a:pt x="1395394" y="808187"/>
                  </a:lnTo>
                  <a:lnTo>
                    <a:pt x="1380706" y="824483"/>
                  </a:lnTo>
                  <a:lnTo>
                    <a:pt x="1366018" y="840731"/>
                  </a:lnTo>
                  <a:lnTo>
                    <a:pt x="1351329" y="857364"/>
                  </a:lnTo>
                  <a:lnTo>
                    <a:pt x="1336641" y="873975"/>
                  </a:lnTo>
                  <a:lnTo>
                    <a:pt x="1321952" y="889774"/>
                  </a:lnTo>
                  <a:lnTo>
                    <a:pt x="1307264" y="905230"/>
                  </a:lnTo>
                  <a:lnTo>
                    <a:pt x="1292576" y="920643"/>
                  </a:lnTo>
                  <a:lnTo>
                    <a:pt x="1277887" y="935689"/>
                  </a:lnTo>
                  <a:lnTo>
                    <a:pt x="1263199" y="950692"/>
                  </a:lnTo>
                  <a:lnTo>
                    <a:pt x="1248511" y="965663"/>
                  </a:lnTo>
                  <a:lnTo>
                    <a:pt x="1233822" y="982581"/>
                  </a:lnTo>
                  <a:lnTo>
                    <a:pt x="1219134" y="998199"/>
                  </a:lnTo>
                  <a:lnTo>
                    <a:pt x="1204445" y="1015037"/>
                  </a:lnTo>
                  <a:lnTo>
                    <a:pt x="1189757" y="1031578"/>
                  </a:lnTo>
                  <a:lnTo>
                    <a:pt x="1175069" y="1047627"/>
                  </a:lnTo>
                  <a:lnTo>
                    <a:pt x="1160380" y="1062856"/>
                  </a:lnTo>
                  <a:lnTo>
                    <a:pt x="1145692" y="1077614"/>
                  </a:lnTo>
                  <a:lnTo>
                    <a:pt x="1131004" y="1092691"/>
                  </a:lnTo>
                  <a:lnTo>
                    <a:pt x="1116315" y="1107512"/>
                  </a:lnTo>
                  <a:lnTo>
                    <a:pt x="1101627" y="1123355"/>
                  </a:lnTo>
                  <a:lnTo>
                    <a:pt x="1086939" y="1137764"/>
                  </a:lnTo>
                  <a:lnTo>
                    <a:pt x="1072250" y="1153199"/>
                  </a:lnTo>
                  <a:lnTo>
                    <a:pt x="1057562" y="1168456"/>
                  </a:lnTo>
                  <a:lnTo>
                    <a:pt x="1042873" y="1183520"/>
                  </a:lnTo>
                  <a:lnTo>
                    <a:pt x="1028185" y="1198381"/>
                  </a:lnTo>
                  <a:lnTo>
                    <a:pt x="1013497" y="1213024"/>
                  </a:lnTo>
                  <a:lnTo>
                    <a:pt x="998808" y="1227438"/>
                  </a:lnTo>
                  <a:lnTo>
                    <a:pt x="984120" y="1241610"/>
                  </a:lnTo>
                  <a:lnTo>
                    <a:pt x="969432" y="1255527"/>
                  </a:lnTo>
                  <a:lnTo>
                    <a:pt x="954743" y="1269176"/>
                  </a:lnTo>
                  <a:lnTo>
                    <a:pt x="940055" y="1282545"/>
                  </a:lnTo>
                  <a:lnTo>
                    <a:pt x="925367" y="1296598"/>
                  </a:lnTo>
                  <a:lnTo>
                    <a:pt x="910678" y="1310508"/>
                  </a:lnTo>
                  <a:lnTo>
                    <a:pt x="895990" y="1323480"/>
                  </a:lnTo>
                  <a:lnTo>
                    <a:pt x="881301" y="1336251"/>
                  </a:lnTo>
                  <a:lnTo>
                    <a:pt x="866613" y="1348823"/>
                  </a:lnTo>
                  <a:lnTo>
                    <a:pt x="851925" y="1361204"/>
                  </a:lnTo>
                  <a:lnTo>
                    <a:pt x="837236" y="1373406"/>
                  </a:lnTo>
                  <a:lnTo>
                    <a:pt x="822548" y="1385442"/>
                  </a:lnTo>
                  <a:lnTo>
                    <a:pt x="807860" y="1397822"/>
                  </a:lnTo>
                  <a:lnTo>
                    <a:pt x="793171" y="1409228"/>
                  </a:lnTo>
                  <a:lnTo>
                    <a:pt x="778483" y="1420679"/>
                  </a:lnTo>
                  <a:lnTo>
                    <a:pt x="763795" y="1432177"/>
                  </a:lnTo>
                  <a:lnTo>
                    <a:pt x="749106" y="1443614"/>
                  </a:lnTo>
                  <a:lnTo>
                    <a:pt x="734418" y="1455259"/>
                  </a:lnTo>
                  <a:lnTo>
                    <a:pt x="719729" y="1466674"/>
                  </a:lnTo>
                  <a:lnTo>
                    <a:pt x="705041" y="1478245"/>
                  </a:lnTo>
                  <a:lnTo>
                    <a:pt x="690353" y="1489786"/>
                  </a:lnTo>
                  <a:lnTo>
                    <a:pt x="675664" y="1500645"/>
                  </a:lnTo>
                  <a:lnTo>
                    <a:pt x="660976" y="1512252"/>
                  </a:lnTo>
                  <a:lnTo>
                    <a:pt x="646288" y="1523700"/>
                  </a:lnTo>
                  <a:lnTo>
                    <a:pt x="631599" y="1534985"/>
                  </a:lnTo>
                  <a:lnTo>
                    <a:pt x="616911" y="1546100"/>
                  </a:lnTo>
                  <a:lnTo>
                    <a:pt x="602222" y="1557039"/>
                  </a:lnTo>
                  <a:lnTo>
                    <a:pt x="587534" y="1567798"/>
                  </a:lnTo>
                  <a:lnTo>
                    <a:pt x="572846" y="1578588"/>
                  </a:lnTo>
                  <a:lnTo>
                    <a:pt x="558157" y="1589143"/>
                  </a:lnTo>
                  <a:lnTo>
                    <a:pt x="543469" y="1599467"/>
                  </a:lnTo>
                  <a:lnTo>
                    <a:pt x="528781" y="1610142"/>
                  </a:lnTo>
                  <a:lnTo>
                    <a:pt x="514092" y="1620626"/>
                  </a:lnTo>
                  <a:lnTo>
                    <a:pt x="499404" y="1631146"/>
                  </a:lnTo>
                  <a:lnTo>
                    <a:pt x="484716" y="1641737"/>
                  </a:lnTo>
                  <a:lnTo>
                    <a:pt x="470027" y="1652431"/>
                  </a:lnTo>
                  <a:lnTo>
                    <a:pt x="455339" y="1664018"/>
                  </a:lnTo>
                  <a:lnTo>
                    <a:pt x="440650" y="1677285"/>
                  </a:lnTo>
                  <a:lnTo>
                    <a:pt x="425962" y="1690019"/>
                  </a:lnTo>
                  <a:lnTo>
                    <a:pt x="411274" y="1703015"/>
                  </a:lnTo>
                  <a:lnTo>
                    <a:pt x="396585" y="1716301"/>
                  </a:lnTo>
                  <a:lnTo>
                    <a:pt x="381897" y="1729908"/>
                  </a:lnTo>
                  <a:lnTo>
                    <a:pt x="367209" y="1742006"/>
                  </a:lnTo>
                  <a:lnTo>
                    <a:pt x="352520" y="1754876"/>
                  </a:lnTo>
                  <a:lnTo>
                    <a:pt x="337832" y="1769206"/>
                  </a:lnTo>
                  <a:lnTo>
                    <a:pt x="323144" y="1782594"/>
                  </a:lnTo>
                  <a:lnTo>
                    <a:pt x="308455" y="1796375"/>
                  </a:lnTo>
                  <a:lnTo>
                    <a:pt x="293767" y="1810731"/>
                  </a:lnTo>
                  <a:lnTo>
                    <a:pt x="279078" y="1825503"/>
                  </a:lnTo>
                  <a:lnTo>
                    <a:pt x="264390" y="1842651"/>
                  </a:lnTo>
                  <a:lnTo>
                    <a:pt x="249702" y="1859769"/>
                  </a:lnTo>
                  <a:lnTo>
                    <a:pt x="235013" y="1875805"/>
                  </a:lnTo>
                  <a:lnTo>
                    <a:pt x="220325" y="1892726"/>
                  </a:lnTo>
                  <a:lnTo>
                    <a:pt x="205637" y="1909993"/>
                  </a:lnTo>
                  <a:lnTo>
                    <a:pt x="190948" y="1926557"/>
                  </a:lnTo>
                  <a:lnTo>
                    <a:pt x="176260" y="1938766"/>
                  </a:lnTo>
                  <a:lnTo>
                    <a:pt x="161572" y="1950924"/>
                  </a:lnTo>
                  <a:lnTo>
                    <a:pt x="146883" y="1958651"/>
                  </a:lnTo>
                  <a:lnTo>
                    <a:pt x="132195" y="1966207"/>
                  </a:lnTo>
                  <a:lnTo>
                    <a:pt x="117506" y="1970329"/>
                  </a:lnTo>
                  <a:lnTo>
                    <a:pt x="102818" y="1970195"/>
                  </a:lnTo>
                  <a:lnTo>
                    <a:pt x="88130" y="1970518"/>
                  </a:lnTo>
                  <a:lnTo>
                    <a:pt x="73441" y="1968279"/>
                  </a:lnTo>
                  <a:lnTo>
                    <a:pt x="58753" y="1962329"/>
                  </a:lnTo>
                  <a:lnTo>
                    <a:pt x="44065" y="1957080"/>
                  </a:lnTo>
                  <a:lnTo>
                    <a:pt x="29376" y="1949792"/>
                  </a:lnTo>
                  <a:lnTo>
                    <a:pt x="14688" y="1939243"/>
                  </a:lnTo>
                  <a:lnTo>
                    <a:pt x="0" y="1930176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988051" y="923770"/>
              <a:ext cx="2253614" cy="1886290"/>
            </a:xfrm>
            <a:custGeom>
              <a:avLst/>
              <a:pathLst>
                <a:path w="2253614" h="1886290">
                  <a:moveTo>
                    <a:pt x="0" y="1778778"/>
                  </a:moveTo>
                  <a:lnTo>
                    <a:pt x="14688" y="1814836"/>
                  </a:lnTo>
                  <a:lnTo>
                    <a:pt x="29376" y="1836643"/>
                  </a:lnTo>
                  <a:lnTo>
                    <a:pt x="44065" y="1861290"/>
                  </a:lnTo>
                  <a:lnTo>
                    <a:pt x="58753" y="1874217"/>
                  </a:lnTo>
                  <a:lnTo>
                    <a:pt x="73441" y="1880053"/>
                  </a:lnTo>
                  <a:lnTo>
                    <a:pt x="88130" y="1885459"/>
                  </a:lnTo>
                  <a:lnTo>
                    <a:pt x="102818" y="1886290"/>
                  </a:lnTo>
                  <a:lnTo>
                    <a:pt x="117506" y="1884470"/>
                  </a:lnTo>
                  <a:lnTo>
                    <a:pt x="132195" y="1879878"/>
                  </a:lnTo>
                  <a:lnTo>
                    <a:pt x="146883" y="1873540"/>
                  </a:lnTo>
                  <a:lnTo>
                    <a:pt x="161572" y="1864704"/>
                  </a:lnTo>
                  <a:lnTo>
                    <a:pt x="176260" y="1855266"/>
                  </a:lnTo>
                  <a:lnTo>
                    <a:pt x="190948" y="1843137"/>
                  </a:lnTo>
                  <a:lnTo>
                    <a:pt x="205637" y="1832243"/>
                  </a:lnTo>
                  <a:lnTo>
                    <a:pt x="220325" y="1820743"/>
                  </a:lnTo>
                  <a:lnTo>
                    <a:pt x="235013" y="1806794"/>
                  </a:lnTo>
                  <a:lnTo>
                    <a:pt x="249702" y="1792114"/>
                  </a:lnTo>
                  <a:lnTo>
                    <a:pt x="264390" y="1777330"/>
                  </a:lnTo>
                  <a:lnTo>
                    <a:pt x="279078" y="1762867"/>
                  </a:lnTo>
                  <a:lnTo>
                    <a:pt x="293767" y="1749941"/>
                  </a:lnTo>
                  <a:lnTo>
                    <a:pt x="308455" y="1737821"/>
                  </a:lnTo>
                  <a:lnTo>
                    <a:pt x="323144" y="1723723"/>
                  </a:lnTo>
                  <a:lnTo>
                    <a:pt x="337832" y="1709203"/>
                  </a:lnTo>
                  <a:lnTo>
                    <a:pt x="352520" y="1695249"/>
                  </a:lnTo>
                  <a:lnTo>
                    <a:pt x="367209" y="1683415"/>
                  </a:lnTo>
                  <a:lnTo>
                    <a:pt x="381897" y="1672717"/>
                  </a:lnTo>
                  <a:lnTo>
                    <a:pt x="396585" y="1662682"/>
                  </a:lnTo>
                  <a:lnTo>
                    <a:pt x="411274" y="1652414"/>
                  </a:lnTo>
                  <a:lnTo>
                    <a:pt x="425962" y="1640805"/>
                  </a:lnTo>
                  <a:lnTo>
                    <a:pt x="440650" y="1629543"/>
                  </a:lnTo>
                  <a:lnTo>
                    <a:pt x="455339" y="1618586"/>
                  </a:lnTo>
                  <a:lnTo>
                    <a:pt x="470027" y="1607478"/>
                  </a:lnTo>
                  <a:lnTo>
                    <a:pt x="484716" y="1595350"/>
                  </a:lnTo>
                  <a:lnTo>
                    <a:pt x="499404" y="1585288"/>
                  </a:lnTo>
                  <a:lnTo>
                    <a:pt x="514092" y="1575426"/>
                  </a:lnTo>
                  <a:lnTo>
                    <a:pt x="528781" y="1566263"/>
                  </a:lnTo>
                  <a:lnTo>
                    <a:pt x="543469" y="1556322"/>
                  </a:lnTo>
                  <a:lnTo>
                    <a:pt x="558157" y="1546015"/>
                  </a:lnTo>
                  <a:lnTo>
                    <a:pt x="572846" y="1535539"/>
                  </a:lnTo>
                  <a:lnTo>
                    <a:pt x="587534" y="1524654"/>
                  </a:lnTo>
                  <a:lnTo>
                    <a:pt x="602222" y="1513553"/>
                  </a:lnTo>
                  <a:lnTo>
                    <a:pt x="616911" y="1502391"/>
                  </a:lnTo>
                  <a:lnTo>
                    <a:pt x="631599" y="1491323"/>
                  </a:lnTo>
                  <a:lnTo>
                    <a:pt x="646288" y="1480764"/>
                  </a:lnTo>
                  <a:lnTo>
                    <a:pt x="660976" y="1469751"/>
                  </a:lnTo>
                  <a:lnTo>
                    <a:pt x="675664" y="1458932"/>
                  </a:lnTo>
                  <a:lnTo>
                    <a:pt x="690353" y="1447886"/>
                  </a:lnTo>
                  <a:lnTo>
                    <a:pt x="705041" y="1436499"/>
                  </a:lnTo>
                  <a:lnTo>
                    <a:pt x="719729" y="1424830"/>
                  </a:lnTo>
                  <a:lnTo>
                    <a:pt x="734418" y="1413403"/>
                  </a:lnTo>
                  <a:lnTo>
                    <a:pt x="749106" y="1401884"/>
                  </a:lnTo>
                  <a:lnTo>
                    <a:pt x="763795" y="1390265"/>
                  </a:lnTo>
                  <a:lnTo>
                    <a:pt x="778483" y="1378540"/>
                  </a:lnTo>
                  <a:lnTo>
                    <a:pt x="793171" y="1366701"/>
                  </a:lnTo>
                  <a:lnTo>
                    <a:pt x="807860" y="1354742"/>
                  </a:lnTo>
                  <a:lnTo>
                    <a:pt x="822548" y="1342656"/>
                  </a:lnTo>
                  <a:lnTo>
                    <a:pt x="837236" y="1330435"/>
                  </a:lnTo>
                  <a:lnTo>
                    <a:pt x="851925" y="1317783"/>
                  </a:lnTo>
                  <a:lnTo>
                    <a:pt x="866613" y="1304463"/>
                  </a:lnTo>
                  <a:lnTo>
                    <a:pt x="881301" y="1291137"/>
                  </a:lnTo>
                  <a:lnTo>
                    <a:pt x="895990" y="1277818"/>
                  </a:lnTo>
                  <a:lnTo>
                    <a:pt x="910678" y="1264301"/>
                  </a:lnTo>
                  <a:lnTo>
                    <a:pt x="925367" y="1250752"/>
                  </a:lnTo>
                  <a:lnTo>
                    <a:pt x="940055" y="1236820"/>
                  </a:lnTo>
                  <a:lnTo>
                    <a:pt x="954743" y="1222624"/>
                  </a:lnTo>
                  <a:lnTo>
                    <a:pt x="969432" y="1209719"/>
                  </a:lnTo>
                  <a:lnTo>
                    <a:pt x="984120" y="1196107"/>
                  </a:lnTo>
                  <a:lnTo>
                    <a:pt x="998808" y="1182080"/>
                  </a:lnTo>
                  <a:lnTo>
                    <a:pt x="1013497" y="1167895"/>
                  </a:lnTo>
                  <a:lnTo>
                    <a:pt x="1028185" y="1152644"/>
                  </a:lnTo>
                  <a:lnTo>
                    <a:pt x="1042873" y="1137484"/>
                  </a:lnTo>
                  <a:lnTo>
                    <a:pt x="1057562" y="1122927"/>
                  </a:lnTo>
                  <a:lnTo>
                    <a:pt x="1072250" y="1108237"/>
                  </a:lnTo>
                  <a:lnTo>
                    <a:pt x="1086939" y="1093375"/>
                  </a:lnTo>
                  <a:lnTo>
                    <a:pt x="1101627" y="1077547"/>
                  </a:lnTo>
                  <a:lnTo>
                    <a:pt x="1116315" y="1062201"/>
                  </a:lnTo>
                  <a:lnTo>
                    <a:pt x="1131004" y="1046095"/>
                  </a:lnTo>
                  <a:lnTo>
                    <a:pt x="1145692" y="1029573"/>
                  </a:lnTo>
                  <a:lnTo>
                    <a:pt x="1160380" y="1013933"/>
                  </a:lnTo>
                  <a:lnTo>
                    <a:pt x="1175069" y="997932"/>
                  </a:lnTo>
                  <a:lnTo>
                    <a:pt x="1189757" y="981623"/>
                  </a:lnTo>
                  <a:lnTo>
                    <a:pt x="1204445" y="965697"/>
                  </a:lnTo>
                  <a:lnTo>
                    <a:pt x="1219134" y="949688"/>
                  </a:lnTo>
                  <a:lnTo>
                    <a:pt x="1233822" y="933119"/>
                  </a:lnTo>
                  <a:lnTo>
                    <a:pt x="1248511" y="916960"/>
                  </a:lnTo>
                  <a:lnTo>
                    <a:pt x="1263199" y="900360"/>
                  </a:lnTo>
                  <a:lnTo>
                    <a:pt x="1277887" y="884033"/>
                  </a:lnTo>
                  <a:lnTo>
                    <a:pt x="1292576" y="867929"/>
                  </a:lnTo>
                  <a:lnTo>
                    <a:pt x="1307264" y="851585"/>
                  </a:lnTo>
                  <a:lnTo>
                    <a:pt x="1321952" y="835039"/>
                  </a:lnTo>
                  <a:lnTo>
                    <a:pt x="1336641" y="818529"/>
                  </a:lnTo>
                  <a:lnTo>
                    <a:pt x="1351329" y="802211"/>
                  </a:lnTo>
                  <a:lnTo>
                    <a:pt x="1366018" y="786250"/>
                  </a:lnTo>
                  <a:lnTo>
                    <a:pt x="1380706" y="770406"/>
                  </a:lnTo>
                  <a:lnTo>
                    <a:pt x="1395394" y="754269"/>
                  </a:lnTo>
                  <a:lnTo>
                    <a:pt x="1410083" y="738073"/>
                  </a:lnTo>
                  <a:lnTo>
                    <a:pt x="1424771" y="721889"/>
                  </a:lnTo>
                  <a:lnTo>
                    <a:pt x="1439459" y="704823"/>
                  </a:lnTo>
                  <a:lnTo>
                    <a:pt x="1454148" y="688808"/>
                  </a:lnTo>
                  <a:lnTo>
                    <a:pt x="1468836" y="671870"/>
                  </a:lnTo>
                  <a:lnTo>
                    <a:pt x="1483524" y="654894"/>
                  </a:lnTo>
                  <a:lnTo>
                    <a:pt x="1498213" y="639407"/>
                  </a:lnTo>
                  <a:lnTo>
                    <a:pt x="1512901" y="625164"/>
                  </a:lnTo>
                  <a:lnTo>
                    <a:pt x="1527590" y="609144"/>
                  </a:lnTo>
                  <a:lnTo>
                    <a:pt x="1542278" y="594098"/>
                  </a:lnTo>
                  <a:lnTo>
                    <a:pt x="1556966" y="580713"/>
                  </a:lnTo>
                  <a:lnTo>
                    <a:pt x="1571655" y="564599"/>
                  </a:lnTo>
                  <a:lnTo>
                    <a:pt x="1586343" y="548505"/>
                  </a:lnTo>
                  <a:lnTo>
                    <a:pt x="1601031" y="532273"/>
                  </a:lnTo>
                  <a:lnTo>
                    <a:pt x="1615720" y="516168"/>
                  </a:lnTo>
                  <a:lnTo>
                    <a:pt x="1630408" y="501703"/>
                  </a:lnTo>
                  <a:lnTo>
                    <a:pt x="1645096" y="486596"/>
                  </a:lnTo>
                  <a:lnTo>
                    <a:pt x="1659785" y="471062"/>
                  </a:lnTo>
                  <a:lnTo>
                    <a:pt x="1674473" y="455598"/>
                  </a:lnTo>
                  <a:lnTo>
                    <a:pt x="1689162" y="440736"/>
                  </a:lnTo>
                  <a:lnTo>
                    <a:pt x="1703850" y="426533"/>
                  </a:lnTo>
                  <a:lnTo>
                    <a:pt x="1718538" y="413044"/>
                  </a:lnTo>
                  <a:lnTo>
                    <a:pt x="1733227" y="400326"/>
                  </a:lnTo>
                  <a:lnTo>
                    <a:pt x="1747915" y="388433"/>
                  </a:lnTo>
                  <a:lnTo>
                    <a:pt x="1762603" y="377414"/>
                  </a:lnTo>
                  <a:lnTo>
                    <a:pt x="1777292" y="365606"/>
                  </a:lnTo>
                  <a:lnTo>
                    <a:pt x="1791980" y="353152"/>
                  </a:lnTo>
                  <a:lnTo>
                    <a:pt x="1806668" y="338507"/>
                  </a:lnTo>
                  <a:lnTo>
                    <a:pt x="1821357" y="322255"/>
                  </a:lnTo>
                  <a:lnTo>
                    <a:pt x="1836045" y="308774"/>
                  </a:lnTo>
                  <a:lnTo>
                    <a:pt x="1850734" y="294473"/>
                  </a:lnTo>
                  <a:lnTo>
                    <a:pt x="1865422" y="281944"/>
                  </a:lnTo>
                  <a:lnTo>
                    <a:pt x="1880110" y="268521"/>
                  </a:lnTo>
                  <a:lnTo>
                    <a:pt x="1894799" y="255471"/>
                  </a:lnTo>
                  <a:lnTo>
                    <a:pt x="1909487" y="242836"/>
                  </a:lnTo>
                  <a:lnTo>
                    <a:pt x="1924175" y="228236"/>
                  </a:lnTo>
                  <a:lnTo>
                    <a:pt x="1938864" y="212791"/>
                  </a:lnTo>
                  <a:lnTo>
                    <a:pt x="1953552" y="200342"/>
                  </a:lnTo>
                  <a:lnTo>
                    <a:pt x="1968241" y="186640"/>
                  </a:lnTo>
                  <a:lnTo>
                    <a:pt x="1982929" y="173600"/>
                  </a:lnTo>
                  <a:lnTo>
                    <a:pt x="1997617" y="161124"/>
                  </a:lnTo>
                  <a:lnTo>
                    <a:pt x="2012306" y="149784"/>
                  </a:lnTo>
                  <a:lnTo>
                    <a:pt x="2026994" y="139146"/>
                  </a:lnTo>
                  <a:lnTo>
                    <a:pt x="2041682" y="129445"/>
                  </a:lnTo>
                  <a:lnTo>
                    <a:pt x="2056371" y="118996"/>
                  </a:lnTo>
                  <a:lnTo>
                    <a:pt x="2071059" y="107172"/>
                  </a:lnTo>
                  <a:lnTo>
                    <a:pt x="2085747" y="98157"/>
                  </a:lnTo>
                  <a:lnTo>
                    <a:pt x="2100436" y="90380"/>
                  </a:lnTo>
                  <a:lnTo>
                    <a:pt x="2115124" y="82795"/>
                  </a:lnTo>
                  <a:lnTo>
                    <a:pt x="2129813" y="73108"/>
                  </a:lnTo>
                  <a:lnTo>
                    <a:pt x="2144501" y="63054"/>
                  </a:lnTo>
                  <a:lnTo>
                    <a:pt x="2159189" y="53645"/>
                  </a:lnTo>
                  <a:lnTo>
                    <a:pt x="2173878" y="44041"/>
                  </a:lnTo>
                  <a:lnTo>
                    <a:pt x="2188566" y="30978"/>
                  </a:lnTo>
                  <a:lnTo>
                    <a:pt x="2203254" y="22486"/>
                  </a:lnTo>
                  <a:lnTo>
                    <a:pt x="2217943" y="12080"/>
                  </a:lnTo>
                  <a:lnTo>
                    <a:pt x="2232631" y="4706"/>
                  </a:lnTo>
                  <a:lnTo>
                    <a:pt x="2247319" y="1727"/>
                  </a:lnTo>
                  <a:lnTo>
                    <a:pt x="22536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988051" y="1085720"/>
              <a:ext cx="2253614" cy="1808568"/>
            </a:xfrm>
            <a:custGeom>
              <a:avLst/>
              <a:pathLst>
                <a:path w="2253614" h="1808568">
                  <a:moveTo>
                    <a:pt x="2253614" y="3790"/>
                  </a:moveTo>
                  <a:lnTo>
                    <a:pt x="2247319" y="3924"/>
                  </a:lnTo>
                  <a:lnTo>
                    <a:pt x="2232631" y="361"/>
                  </a:lnTo>
                  <a:lnTo>
                    <a:pt x="2217943" y="0"/>
                  </a:lnTo>
                  <a:lnTo>
                    <a:pt x="2203254" y="2516"/>
                  </a:lnTo>
                  <a:lnTo>
                    <a:pt x="2188566" y="4146"/>
                  </a:lnTo>
                  <a:lnTo>
                    <a:pt x="2173878" y="7804"/>
                  </a:lnTo>
                  <a:lnTo>
                    <a:pt x="2159189" y="13997"/>
                  </a:lnTo>
                  <a:lnTo>
                    <a:pt x="2144501" y="20341"/>
                  </a:lnTo>
                  <a:lnTo>
                    <a:pt x="2129813" y="27073"/>
                  </a:lnTo>
                  <a:lnTo>
                    <a:pt x="2115124" y="35780"/>
                  </a:lnTo>
                  <a:lnTo>
                    <a:pt x="2100436" y="43793"/>
                  </a:lnTo>
                  <a:lnTo>
                    <a:pt x="2085747" y="53996"/>
                  </a:lnTo>
                  <a:lnTo>
                    <a:pt x="2071059" y="62348"/>
                  </a:lnTo>
                  <a:lnTo>
                    <a:pt x="2056371" y="71264"/>
                  </a:lnTo>
                  <a:lnTo>
                    <a:pt x="2041682" y="82976"/>
                  </a:lnTo>
                  <a:lnTo>
                    <a:pt x="2026994" y="91534"/>
                  </a:lnTo>
                  <a:lnTo>
                    <a:pt x="2012306" y="99785"/>
                  </a:lnTo>
                  <a:lnTo>
                    <a:pt x="1997617" y="107730"/>
                  </a:lnTo>
                  <a:lnTo>
                    <a:pt x="1982929" y="115502"/>
                  </a:lnTo>
                  <a:lnTo>
                    <a:pt x="1968241" y="123669"/>
                  </a:lnTo>
                  <a:lnTo>
                    <a:pt x="1953552" y="133682"/>
                  </a:lnTo>
                  <a:lnTo>
                    <a:pt x="1938864" y="143847"/>
                  </a:lnTo>
                  <a:lnTo>
                    <a:pt x="1924175" y="154156"/>
                  </a:lnTo>
                  <a:lnTo>
                    <a:pt x="1909487" y="163346"/>
                  </a:lnTo>
                  <a:lnTo>
                    <a:pt x="1894799" y="173769"/>
                  </a:lnTo>
                  <a:lnTo>
                    <a:pt x="1880110" y="183674"/>
                  </a:lnTo>
                  <a:lnTo>
                    <a:pt x="1865422" y="192798"/>
                  </a:lnTo>
                  <a:lnTo>
                    <a:pt x="1850734" y="203442"/>
                  </a:lnTo>
                  <a:lnTo>
                    <a:pt x="1836045" y="214168"/>
                  </a:lnTo>
                  <a:lnTo>
                    <a:pt x="1821357" y="226973"/>
                  </a:lnTo>
                  <a:lnTo>
                    <a:pt x="1806668" y="238797"/>
                  </a:lnTo>
                  <a:lnTo>
                    <a:pt x="1791980" y="252189"/>
                  </a:lnTo>
                  <a:lnTo>
                    <a:pt x="1777292" y="264611"/>
                  </a:lnTo>
                  <a:lnTo>
                    <a:pt x="1762603" y="278491"/>
                  </a:lnTo>
                  <a:lnTo>
                    <a:pt x="1747915" y="291616"/>
                  </a:lnTo>
                  <a:lnTo>
                    <a:pt x="1733227" y="304068"/>
                  </a:lnTo>
                  <a:lnTo>
                    <a:pt x="1718538" y="317720"/>
                  </a:lnTo>
                  <a:lnTo>
                    <a:pt x="1703850" y="331257"/>
                  </a:lnTo>
                  <a:lnTo>
                    <a:pt x="1689162" y="344231"/>
                  </a:lnTo>
                  <a:lnTo>
                    <a:pt x="1674473" y="357305"/>
                  </a:lnTo>
                  <a:lnTo>
                    <a:pt x="1659785" y="370686"/>
                  </a:lnTo>
                  <a:lnTo>
                    <a:pt x="1645096" y="383725"/>
                  </a:lnTo>
                  <a:lnTo>
                    <a:pt x="1630408" y="398011"/>
                  </a:lnTo>
                  <a:lnTo>
                    <a:pt x="1615720" y="412453"/>
                  </a:lnTo>
                  <a:lnTo>
                    <a:pt x="1601031" y="425172"/>
                  </a:lnTo>
                  <a:lnTo>
                    <a:pt x="1586343" y="440481"/>
                  </a:lnTo>
                  <a:lnTo>
                    <a:pt x="1571655" y="455661"/>
                  </a:lnTo>
                  <a:lnTo>
                    <a:pt x="1556966" y="471152"/>
                  </a:lnTo>
                  <a:lnTo>
                    <a:pt x="1542278" y="483768"/>
                  </a:lnTo>
                  <a:lnTo>
                    <a:pt x="1527590" y="499793"/>
                  </a:lnTo>
                  <a:lnTo>
                    <a:pt x="1512901" y="516649"/>
                  </a:lnTo>
                  <a:lnTo>
                    <a:pt x="1498213" y="533398"/>
                  </a:lnTo>
                  <a:lnTo>
                    <a:pt x="1483524" y="549422"/>
                  </a:lnTo>
                  <a:lnTo>
                    <a:pt x="1468836" y="565571"/>
                  </a:lnTo>
                  <a:lnTo>
                    <a:pt x="1454148" y="582588"/>
                  </a:lnTo>
                  <a:lnTo>
                    <a:pt x="1439459" y="598519"/>
                  </a:lnTo>
                  <a:lnTo>
                    <a:pt x="1424771" y="614217"/>
                  </a:lnTo>
                  <a:lnTo>
                    <a:pt x="1410083" y="629890"/>
                  </a:lnTo>
                  <a:lnTo>
                    <a:pt x="1395394" y="646237"/>
                  </a:lnTo>
                  <a:lnTo>
                    <a:pt x="1380706" y="662534"/>
                  </a:lnTo>
                  <a:lnTo>
                    <a:pt x="1366018" y="678781"/>
                  </a:lnTo>
                  <a:lnTo>
                    <a:pt x="1351329" y="695414"/>
                  </a:lnTo>
                  <a:lnTo>
                    <a:pt x="1336641" y="712026"/>
                  </a:lnTo>
                  <a:lnTo>
                    <a:pt x="1321952" y="727825"/>
                  </a:lnTo>
                  <a:lnTo>
                    <a:pt x="1307264" y="743281"/>
                  </a:lnTo>
                  <a:lnTo>
                    <a:pt x="1292576" y="758694"/>
                  </a:lnTo>
                  <a:lnTo>
                    <a:pt x="1277887" y="773739"/>
                  </a:lnTo>
                  <a:lnTo>
                    <a:pt x="1263199" y="788743"/>
                  </a:lnTo>
                  <a:lnTo>
                    <a:pt x="1248511" y="803714"/>
                  </a:lnTo>
                  <a:lnTo>
                    <a:pt x="1233822" y="820632"/>
                  </a:lnTo>
                  <a:lnTo>
                    <a:pt x="1219134" y="836250"/>
                  </a:lnTo>
                  <a:lnTo>
                    <a:pt x="1204445" y="853088"/>
                  </a:lnTo>
                  <a:lnTo>
                    <a:pt x="1189757" y="869629"/>
                  </a:lnTo>
                  <a:lnTo>
                    <a:pt x="1175069" y="885678"/>
                  </a:lnTo>
                  <a:lnTo>
                    <a:pt x="1160380" y="900907"/>
                  </a:lnTo>
                  <a:lnTo>
                    <a:pt x="1145692" y="915665"/>
                  </a:lnTo>
                  <a:lnTo>
                    <a:pt x="1131004" y="930742"/>
                  </a:lnTo>
                  <a:lnTo>
                    <a:pt x="1116315" y="945563"/>
                  </a:lnTo>
                  <a:lnTo>
                    <a:pt x="1101627" y="961406"/>
                  </a:lnTo>
                  <a:lnTo>
                    <a:pt x="1086939" y="975814"/>
                  </a:lnTo>
                  <a:lnTo>
                    <a:pt x="1072250" y="991250"/>
                  </a:lnTo>
                  <a:lnTo>
                    <a:pt x="1057562" y="1006506"/>
                  </a:lnTo>
                  <a:lnTo>
                    <a:pt x="1042873" y="1021571"/>
                  </a:lnTo>
                  <a:lnTo>
                    <a:pt x="1028185" y="1036431"/>
                  </a:lnTo>
                  <a:lnTo>
                    <a:pt x="1013497" y="1051075"/>
                  </a:lnTo>
                  <a:lnTo>
                    <a:pt x="998808" y="1065489"/>
                  </a:lnTo>
                  <a:lnTo>
                    <a:pt x="984120" y="1079661"/>
                  </a:lnTo>
                  <a:lnTo>
                    <a:pt x="969432" y="1093577"/>
                  </a:lnTo>
                  <a:lnTo>
                    <a:pt x="954743" y="1107227"/>
                  </a:lnTo>
                  <a:lnTo>
                    <a:pt x="940055" y="1120596"/>
                  </a:lnTo>
                  <a:lnTo>
                    <a:pt x="925367" y="1134648"/>
                  </a:lnTo>
                  <a:lnTo>
                    <a:pt x="910678" y="1148559"/>
                  </a:lnTo>
                  <a:lnTo>
                    <a:pt x="895990" y="1161530"/>
                  </a:lnTo>
                  <a:lnTo>
                    <a:pt x="881301" y="1174302"/>
                  </a:lnTo>
                  <a:lnTo>
                    <a:pt x="866613" y="1186874"/>
                  </a:lnTo>
                  <a:lnTo>
                    <a:pt x="851925" y="1199254"/>
                  </a:lnTo>
                  <a:lnTo>
                    <a:pt x="837236" y="1211457"/>
                  </a:lnTo>
                  <a:lnTo>
                    <a:pt x="822548" y="1223493"/>
                  </a:lnTo>
                  <a:lnTo>
                    <a:pt x="807860" y="1235873"/>
                  </a:lnTo>
                  <a:lnTo>
                    <a:pt x="793171" y="1247279"/>
                  </a:lnTo>
                  <a:lnTo>
                    <a:pt x="778483" y="1258730"/>
                  </a:lnTo>
                  <a:lnTo>
                    <a:pt x="763795" y="1270227"/>
                  </a:lnTo>
                  <a:lnTo>
                    <a:pt x="749106" y="1281665"/>
                  </a:lnTo>
                  <a:lnTo>
                    <a:pt x="734418" y="1293310"/>
                  </a:lnTo>
                  <a:lnTo>
                    <a:pt x="719729" y="1304725"/>
                  </a:lnTo>
                  <a:lnTo>
                    <a:pt x="705041" y="1316295"/>
                  </a:lnTo>
                  <a:lnTo>
                    <a:pt x="690353" y="1327836"/>
                  </a:lnTo>
                  <a:lnTo>
                    <a:pt x="675664" y="1338696"/>
                  </a:lnTo>
                  <a:lnTo>
                    <a:pt x="660976" y="1350302"/>
                  </a:lnTo>
                  <a:lnTo>
                    <a:pt x="646288" y="1361751"/>
                  </a:lnTo>
                  <a:lnTo>
                    <a:pt x="631599" y="1373036"/>
                  </a:lnTo>
                  <a:lnTo>
                    <a:pt x="616911" y="1384151"/>
                  </a:lnTo>
                  <a:lnTo>
                    <a:pt x="602222" y="1395090"/>
                  </a:lnTo>
                  <a:lnTo>
                    <a:pt x="587534" y="1405848"/>
                  </a:lnTo>
                  <a:lnTo>
                    <a:pt x="572846" y="1416638"/>
                  </a:lnTo>
                  <a:lnTo>
                    <a:pt x="558157" y="1427193"/>
                  </a:lnTo>
                  <a:lnTo>
                    <a:pt x="543469" y="1437518"/>
                  </a:lnTo>
                  <a:lnTo>
                    <a:pt x="528781" y="1448193"/>
                  </a:lnTo>
                  <a:lnTo>
                    <a:pt x="514092" y="1458676"/>
                  </a:lnTo>
                  <a:lnTo>
                    <a:pt x="499404" y="1469197"/>
                  </a:lnTo>
                  <a:lnTo>
                    <a:pt x="484716" y="1479788"/>
                  </a:lnTo>
                  <a:lnTo>
                    <a:pt x="470027" y="1490481"/>
                  </a:lnTo>
                  <a:lnTo>
                    <a:pt x="455339" y="1502068"/>
                  </a:lnTo>
                  <a:lnTo>
                    <a:pt x="440650" y="1515336"/>
                  </a:lnTo>
                  <a:lnTo>
                    <a:pt x="425962" y="1528070"/>
                  </a:lnTo>
                  <a:lnTo>
                    <a:pt x="411274" y="1541065"/>
                  </a:lnTo>
                  <a:lnTo>
                    <a:pt x="396585" y="1554352"/>
                  </a:lnTo>
                  <a:lnTo>
                    <a:pt x="381897" y="1567958"/>
                  </a:lnTo>
                  <a:lnTo>
                    <a:pt x="367209" y="1580057"/>
                  </a:lnTo>
                  <a:lnTo>
                    <a:pt x="352520" y="1592926"/>
                  </a:lnTo>
                  <a:lnTo>
                    <a:pt x="337832" y="1607257"/>
                  </a:lnTo>
                  <a:lnTo>
                    <a:pt x="323144" y="1620645"/>
                  </a:lnTo>
                  <a:lnTo>
                    <a:pt x="308455" y="1634426"/>
                  </a:lnTo>
                  <a:lnTo>
                    <a:pt x="293767" y="1648782"/>
                  </a:lnTo>
                  <a:lnTo>
                    <a:pt x="279078" y="1663553"/>
                  </a:lnTo>
                  <a:lnTo>
                    <a:pt x="264390" y="1680702"/>
                  </a:lnTo>
                  <a:lnTo>
                    <a:pt x="249702" y="1697820"/>
                  </a:lnTo>
                  <a:lnTo>
                    <a:pt x="235013" y="1713856"/>
                  </a:lnTo>
                  <a:lnTo>
                    <a:pt x="220325" y="1730776"/>
                  </a:lnTo>
                  <a:lnTo>
                    <a:pt x="205637" y="1748044"/>
                  </a:lnTo>
                  <a:lnTo>
                    <a:pt x="190948" y="1764607"/>
                  </a:lnTo>
                  <a:lnTo>
                    <a:pt x="176260" y="1776817"/>
                  </a:lnTo>
                  <a:lnTo>
                    <a:pt x="161572" y="1788975"/>
                  </a:lnTo>
                  <a:lnTo>
                    <a:pt x="146883" y="1796702"/>
                  </a:lnTo>
                  <a:lnTo>
                    <a:pt x="132195" y="1804258"/>
                  </a:lnTo>
                  <a:lnTo>
                    <a:pt x="117506" y="1808380"/>
                  </a:lnTo>
                  <a:lnTo>
                    <a:pt x="102818" y="1808246"/>
                  </a:lnTo>
                  <a:lnTo>
                    <a:pt x="88130" y="1808568"/>
                  </a:lnTo>
                  <a:lnTo>
                    <a:pt x="73441" y="1806329"/>
                  </a:lnTo>
                  <a:lnTo>
                    <a:pt x="58753" y="1800380"/>
                  </a:lnTo>
                  <a:lnTo>
                    <a:pt x="44065" y="1795131"/>
                  </a:lnTo>
                  <a:lnTo>
                    <a:pt x="29376" y="1787842"/>
                  </a:lnTo>
                  <a:lnTo>
                    <a:pt x="14688" y="1777294"/>
                  </a:lnTo>
                  <a:lnTo>
                    <a:pt x="0" y="176822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988051" y="1009658"/>
              <a:ext cx="2253614" cy="1840346"/>
            </a:xfrm>
            <a:custGeom>
              <a:avLst/>
              <a:pathLst>
                <a:path w="2253614" h="1840346">
                  <a:moveTo>
                    <a:pt x="0" y="1763461"/>
                  </a:moveTo>
                  <a:lnTo>
                    <a:pt x="14688" y="1785873"/>
                  </a:lnTo>
                  <a:lnTo>
                    <a:pt x="29376" y="1804058"/>
                  </a:lnTo>
                  <a:lnTo>
                    <a:pt x="44065" y="1818265"/>
                  </a:lnTo>
                  <a:lnTo>
                    <a:pt x="58753" y="1828747"/>
                  </a:lnTo>
                  <a:lnTo>
                    <a:pt x="73441" y="1835754"/>
                  </a:lnTo>
                  <a:lnTo>
                    <a:pt x="88130" y="1839536"/>
                  </a:lnTo>
                  <a:lnTo>
                    <a:pt x="102818" y="1840346"/>
                  </a:lnTo>
                  <a:lnTo>
                    <a:pt x="117506" y="1838433"/>
                  </a:lnTo>
                  <a:lnTo>
                    <a:pt x="132195" y="1834049"/>
                  </a:lnTo>
                  <a:lnTo>
                    <a:pt x="146883" y="1827445"/>
                  </a:lnTo>
                  <a:lnTo>
                    <a:pt x="161572" y="1818871"/>
                  </a:lnTo>
                  <a:lnTo>
                    <a:pt x="176260" y="1808579"/>
                  </a:lnTo>
                  <a:lnTo>
                    <a:pt x="190948" y="1796820"/>
                  </a:lnTo>
                  <a:lnTo>
                    <a:pt x="205637" y="1783843"/>
                  </a:lnTo>
                  <a:lnTo>
                    <a:pt x="220325" y="1769901"/>
                  </a:lnTo>
                  <a:lnTo>
                    <a:pt x="235013" y="1755245"/>
                  </a:lnTo>
                  <a:lnTo>
                    <a:pt x="249702" y="1740124"/>
                  </a:lnTo>
                  <a:lnTo>
                    <a:pt x="264390" y="1724791"/>
                  </a:lnTo>
                  <a:lnTo>
                    <a:pt x="279078" y="1709496"/>
                  </a:lnTo>
                  <a:lnTo>
                    <a:pt x="293767" y="1694489"/>
                  </a:lnTo>
                  <a:lnTo>
                    <a:pt x="308455" y="1679959"/>
                  </a:lnTo>
                  <a:lnTo>
                    <a:pt x="323144" y="1665907"/>
                  </a:lnTo>
                  <a:lnTo>
                    <a:pt x="337832" y="1652304"/>
                  </a:lnTo>
                  <a:lnTo>
                    <a:pt x="352520" y="1639120"/>
                  </a:lnTo>
                  <a:lnTo>
                    <a:pt x="367209" y="1626324"/>
                  </a:lnTo>
                  <a:lnTo>
                    <a:pt x="381897" y="1613887"/>
                  </a:lnTo>
                  <a:lnTo>
                    <a:pt x="396585" y="1601779"/>
                  </a:lnTo>
                  <a:lnTo>
                    <a:pt x="411274" y="1589970"/>
                  </a:lnTo>
                  <a:lnTo>
                    <a:pt x="425962" y="1578429"/>
                  </a:lnTo>
                  <a:lnTo>
                    <a:pt x="440650" y="1567127"/>
                  </a:lnTo>
                  <a:lnTo>
                    <a:pt x="455339" y="1556034"/>
                  </a:lnTo>
                  <a:lnTo>
                    <a:pt x="470027" y="1545120"/>
                  </a:lnTo>
                  <a:lnTo>
                    <a:pt x="484716" y="1534355"/>
                  </a:lnTo>
                  <a:lnTo>
                    <a:pt x="499404" y="1523708"/>
                  </a:lnTo>
                  <a:lnTo>
                    <a:pt x="514092" y="1513150"/>
                  </a:lnTo>
                  <a:lnTo>
                    <a:pt x="528781" y="1502651"/>
                  </a:lnTo>
                  <a:lnTo>
                    <a:pt x="543469" y="1492181"/>
                  </a:lnTo>
                  <a:lnTo>
                    <a:pt x="558157" y="1481710"/>
                  </a:lnTo>
                  <a:lnTo>
                    <a:pt x="572846" y="1471208"/>
                  </a:lnTo>
                  <a:lnTo>
                    <a:pt x="587534" y="1460644"/>
                  </a:lnTo>
                  <a:lnTo>
                    <a:pt x="602222" y="1449997"/>
                  </a:lnTo>
                  <a:lnTo>
                    <a:pt x="616911" y="1439262"/>
                  </a:lnTo>
                  <a:lnTo>
                    <a:pt x="631599" y="1428435"/>
                  </a:lnTo>
                  <a:lnTo>
                    <a:pt x="646288" y="1417512"/>
                  </a:lnTo>
                  <a:lnTo>
                    <a:pt x="660976" y="1406491"/>
                  </a:lnTo>
                  <a:lnTo>
                    <a:pt x="675664" y="1395367"/>
                  </a:lnTo>
                  <a:lnTo>
                    <a:pt x="690353" y="1384139"/>
                  </a:lnTo>
                  <a:lnTo>
                    <a:pt x="705041" y="1372801"/>
                  </a:lnTo>
                  <a:lnTo>
                    <a:pt x="719729" y="1361351"/>
                  </a:lnTo>
                  <a:lnTo>
                    <a:pt x="734418" y="1349786"/>
                  </a:lnTo>
                  <a:lnTo>
                    <a:pt x="749106" y="1338102"/>
                  </a:lnTo>
                  <a:lnTo>
                    <a:pt x="763795" y="1326295"/>
                  </a:lnTo>
                  <a:lnTo>
                    <a:pt x="778483" y="1314363"/>
                  </a:lnTo>
                  <a:lnTo>
                    <a:pt x="793171" y="1302302"/>
                  </a:lnTo>
                  <a:lnTo>
                    <a:pt x="807860" y="1290109"/>
                  </a:lnTo>
                  <a:lnTo>
                    <a:pt x="822548" y="1277779"/>
                  </a:lnTo>
                  <a:lnTo>
                    <a:pt x="837236" y="1265311"/>
                  </a:lnTo>
                  <a:lnTo>
                    <a:pt x="851925" y="1252700"/>
                  </a:lnTo>
                  <a:lnTo>
                    <a:pt x="866613" y="1239943"/>
                  </a:lnTo>
                  <a:lnTo>
                    <a:pt x="881301" y="1227038"/>
                  </a:lnTo>
                  <a:lnTo>
                    <a:pt x="895990" y="1213981"/>
                  </a:lnTo>
                  <a:lnTo>
                    <a:pt x="910678" y="1200773"/>
                  </a:lnTo>
                  <a:lnTo>
                    <a:pt x="925367" y="1187416"/>
                  </a:lnTo>
                  <a:lnTo>
                    <a:pt x="940055" y="1173910"/>
                  </a:lnTo>
                  <a:lnTo>
                    <a:pt x="954743" y="1160256"/>
                  </a:lnTo>
                  <a:lnTo>
                    <a:pt x="969432" y="1146455"/>
                  </a:lnTo>
                  <a:lnTo>
                    <a:pt x="984120" y="1132507"/>
                  </a:lnTo>
                  <a:lnTo>
                    <a:pt x="998808" y="1118413"/>
                  </a:lnTo>
                  <a:lnTo>
                    <a:pt x="1013497" y="1104173"/>
                  </a:lnTo>
                  <a:lnTo>
                    <a:pt x="1028185" y="1089790"/>
                  </a:lnTo>
                  <a:lnTo>
                    <a:pt x="1042873" y="1075263"/>
                  </a:lnTo>
                  <a:lnTo>
                    <a:pt x="1057562" y="1060593"/>
                  </a:lnTo>
                  <a:lnTo>
                    <a:pt x="1072250" y="1045780"/>
                  </a:lnTo>
                  <a:lnTo>
                    <a:pt x="1086939" y="1030827"/>
                  </a:lnTo>
                  <a:lnTo>
                    <a:pt x="1101627" y="1015733"/>
                  </a:lnTo>
                  <a:lnTo>
                    <a:pt x="1116315" y="1000499"/>
                  </a:lnTo>
                  <a:lnTo>
                    <a:pt x="1131004" y="985126"/>
                  </a:lnTo>
                  <a:lnTo>
                    <a:pt x="1145692" y="969614"/>
                  </a:lnTo>
                  <a:lnTo>
                    <a:pt x="1160380" y="953965"/>
                  </a:lnTo>
                  <a:lnTo>
                    <a:pt x="1175069" y="938180"/>
                  </a:lnTo>
                  <a:lnTo>
                    <a:pt x="1189757" y="922264"/>
                  </a:lnTo>
                  <a:lnTo>
                    <a:pt x="1204445" y="906231"/>
                  </a:lnTo>
                  <a:lnTo>
                    <a:pt x="1219134" y="890094"/>
                  </a:lnTo>
                  <a:lnTo>
                    <a:pt x="1233822" y="873865"/>
                  </a:lnTo>
                  <a:lnTo>
                    <a:pt x="1248511" y="857558"/>
                  </a:lnTo>
                  <a:lnTo>
                    <a:pt x="1263199" y="841187"/>
                  </a:lnTo>
                  <a:lnTo>
                    <a:pt x="1277887" y="824764"/>
                  </a:lnTo>
                  <a:lnTo>
                    <a:pt x="1292576" y="808302"/>
                  </a:lnTo>
                  <a:lnTo>
                    <a:pt x="1307264" y="791814"/>
                  </a:lnTo>
                  <a:lnTo>
                    <a:pt x="1321952" y="775315"/>
                  </a:lnTo>
                  <a:lnTo>
                    <a:pt x="1336641" y="758816"/>
                  </a:lnTo>
                  <a:lnTo>
                    <a:pt x="1351329" y="742331"/>
                  </a:lnTo>
                  <a:lnTo>
                    <a:pt x="1366018" y="725872"/>
                  </a:lnTo>
                  <a:lnTo>
                    <a:pt x="1380706" y="709455"/>
                  </a:lnTo>
                  <a:lnTo>
                    <a:pt x="1395394" y="693090"/>
                  </a:lnTo>
                  <a:lnTo>
                    <a:pt x="1410083" y="676792"/>
                  </a:lnTo>
                  <a:lnTo>
                    <a:pt x="1424771" y="660573"/>
                  </a:lnTo>
                  <a:lnTo>
                    <a:pt x="1439459" y="644447"/>
                  </a:lnTo>
                  <a:lnTo>
                    <a:pt x="1454148" y="628427"/>
                  </a:lnTo>
                  <a:lnTo>
                    <a:pt x="1468836" y="612525"/>
                  </a:lnTo>
                  <a:lnTo>
                    <a:pt x="1483524" y="596749"/>
                  </a:lnTo>
                  <a:lnTo>
                    <a:pt x="1498213" y="581099"/>
                  </a:lnTo>
                  <a:lnTo>
                    <a:pt x="1512901" y="565577"/>
                  </a:lnTo>
                  <a:lnTo>
                    <a:pt x="1527590" y="550184"/>
                  </a:lnTo>
                  <a:lnTo>
                    <a:pt x="1542278" y="534921"/>
                  </a:lnTo>
                  <a:lnTo>
                    <a:pt x="1556966" y="519789"/>
                  </a:lnTo>
                  <a:lnTo>
                    <a:pt x="1571655" y="504790"/>
                  </a:lnTo>
                  <a:lnTo>
                    <a:pt x="1586343" y="489924"/>
                  </a:lnTo>
                  <a:lnTo>
                    <a:pt x="1601031" y="475193"/>
                  </a:lnTo>
                  <a:lnTo>
                    <a:pt x="1615720" y="460597"/>
                  </a:lnTo>
                  <a:lnTo>
                    <a:pt x="1630408" y="446139"/>
                  </a:lnTo>
                  <a:lnTo>
                    <a:pt x="1645096" y="431819"/>
                  </a:lnTo>
                  <a:lnTo>
                    <a:pt x="1659785" y="417638"/>
                  </a:lnTo>
                  <a:lnTo>
                    <a:pt x="1674473" y="403598"/>
                  </a:lnTo>
                  <a:lnTo>
                    <a:pt x="1689162" y="389699"/>
                  </a:lnTo>
                  <a:lnTo>
                    <a:pt x="1703850" y="375943"/>
                  </a:lnTo>
                  <a:lnTo>
                    <a:pt x="1718538" y="362331"/>
                  </a:lnTo>
                  <a:lnTo>
                    <a:pt x="1733227" y="348864"/>
                  </a:lnTo>
                  <a:lnTo>
                    <a:pt x="1747915" y="335544"/>
                  </a:lnTo>
                  <a:lnTo>
                    <a:pt x="1762603" y="322371"/>
                  </a:lnTo>
                  <a:lnTo>
                    <a:pt x="1777292" y="309347"/>
                  </a:lnTo>
                  <a:lnTo>
                    <a:pt x="1791980" y="296476"/>
                  </a:lnTo>
                  <a:lnTo>
                    <a:pt x="1806668" y="283759"/>
                  </a:lnTo>
                  <a:lnTo>
                    <a:pt x="1821357" y="271200"/>
                  </a:lnTo>
                  <a:lnTo>
                    <a:pt x="1836045" y="258800"/>
                  </a:lnTo>
                  <a:lnTo>
                    <a:pt x="1850734" y="246563"/>
                  </a:lnTo>
                  <a:lnTo>
                    <a:pt x="1865422" y="234491"/>
                  </a:lnTo>
                  <a:lnTo>
                    <a:pt x="1880110" y="222586"/>
                  </a:lnTo>
                  <a:lnTo>
                    <a:pt x="1894799" y="210852"/>
                  </a:lnTo>
                  <a:lnTo>
                    <a:pt x="1909487" y="199290"/>
                  </a:lnTo>
                  <a:lnTo>
                    <a:pt x="1924175" y="187903"/>
                  </a:lnTo>
                  <a:lnTo>
                    <a:pt x="1938864" y="176694"/>
                  </a:lnTo>
                  <a:lnTo>
                    <a:pt x="1953552" y="165666"/>
                  </a:lnTo>
                  <a:lnTo>
                    <a:pt x="1968241" y="154820"/>
                  </a:lnTo>
                  <a:lnTo>
                    <a:pt x="1982929" y="144160"/>
                  </a:lnTo>
                  <a:lnTo>
                    <a:pt x="1997617" y="133688"/>
                  </a:lnTo>
                  <a:lnTo>
                    <a:pt x="2012306" y="123407"/>
                  </a:lnTo>
                  <a:lnTo>
                    <a:pt x="2026994" y="113319"/>
                  </a:lnTo>
                  <a:lnTo>
                    <a:pt x="2041682" y="103426"/>
                  </a:lnTo>
                  <a:lnTo>
                    <a:pt x="2056371" y="93735"/>
                  </a:lnTo>
                  <a:lnTo>
                    <a:pt x="2071059" y="84271"/>
                  </a:lnTo>
                  <a:lnTo>
                    <a:pt x="2085747" y="75069"/>
                  </a:lnTo>
                  <a:lnTo>
                    <a:pt x="2100436" y="66165"/>
                  </a:lnTo>
                  <a:lnTo>
                    <a:pt x="2115124" y="57595"/>
                  </a:lnTo>
                  <a:lnTo>
                    <a:pt x="2129813" y="49395"/>
                  </a:lnTo>
                  <a:lnTo>
                    <a:pt x="2144501" y="41601"/>
                  </a:lnTo>
                  <a:lnTo>
                    <a:pt x="2159189" y="34248"/>
                  </a:lnTo>
                  <a:lnTo>
                    <a:pt x="2173878" y="27371"/>
                  </a:lnTo>
                  <a:lnTo>
                    <a:pt x="2188566" y="21008"/>
                  </a:lnTo>
                  <a:lnTo>
                    <a:pt x="2203254" y="15193"/>
                  </a:lnTo>
                  <a:lnTo>
                    <a:pt x="2217943" y="9963"/>
                  </a:lnTo>
                  <a:lnTo>
                    <a:pt x="2232631" y="5353"/>
                  </a:lnTo>
                  <a:lnTo>
                    <a:pt x="2247319" y="1398"/>
                  </a:lnTo>
                  <a:lnTo>
                    <a:pt x="22536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56549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132859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272269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38790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054294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172006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38360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04875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713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148958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489583" y="27641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42932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09454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175975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42496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0901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75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565498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8941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36365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83315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30266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772163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424166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tx72"/>
            <p:cNvSpPr/>
            <p:nvPr/>
          </p:nvSpPr>
          <p:spPr>
            <a:xfrm>
              <a:off x="182631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73" name="tx73"/>
            <p:cNvSpPr/>
            <p:nvPr/>
          </p:nvSpPr>
          <p:spPr>
            <a:xfrm>
              <a:off x="2295813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2765316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3234819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3704322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4173825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2152268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277370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811800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2917319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028940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08592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124026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1065797" y="2214154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1223295" y="212005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1147802" y="200646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164843" y="1937259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173177" y="1865598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35114" y="1778273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204788" y="1710958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223295" y="1697847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071081" y="1507533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4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5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5"/>
            <p:cNvSpPr/>
            <p:nvPr/>
          </p:nvSpPr>
          <p:spPr>
            <a:xfrm>
              <a:off x="4971578" y="755389"/>
              <a:ext cx="2674679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6"/>
            <p:cNvSpPr/>
            <p:nvPr/>
          </p:nvSpPr>
          <p:spPr>
            <a:xfrm>
              <a:off x="5300048" y="3072000"/>
              <a:ext cx="97758" cy="26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7"/>
            <p:cNvSpPr/>
            <p:nvPr/>
          </p:nvSpPr>
          <p:spPr>
            <a:xfrm>
              <a:off x="5397807" y="3070170"/>
              <a:ext cx="97758" cy="28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8"/>
            <p:cNvSpPr/>
            <p:nvPr/>
          </p:nvSpPr>
          <p:spPr>
            <a:xfrm>
              <a:off x="5495565" y="3050858"/>
              <a:ext cx="97758" cy="480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9"/>
            <p:cNvSpPr/>
            <p:nvPr/>
          </p:nvSpPr>
          <p:spPr>
            <a:xfrm>
              <a:off x="5593324" y="3024947"/>
              <a:ext cx="97758" cy="7395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"/>
            <p:cNvSpPr/>
            <p:nvPr/>
          </p:nvSpPr>
          <p:spPr>
            <a:xfrm>
              <a:off x="5691083" y="2992886"/>
              <a:ext cx="97758" cy="1060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1"/>
            <p:cNvSpPr/>
            <p:nvPr/>
          </p:nvSpPr>
          <p:spPr>
            <a:xfrm>
              <a:off x="5788842" y="2952371"/>
              <a:ext cx="97758" cy="1465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2"/>
            <p:cNvSpPr/>
            <p:nvPr/>
          </p:nvSpPr>
          <p:spPr>
            <a:xfrm>
              <a:off x="5886600" y="2912922"/>
              <a:ext cx="97758" cy="1859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3"/>
            <p:cNvSpPr/>
            <p:nvPr/>
          </p:nvSpPr>
          <p:spPr>
            <a:xfrm>
              <a:off x="5984359" y="2859392"/>
              <a:ext cx="97758" cy="2395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4"/>
            <p:cNvSpPr/>
            <p:nvPr/>
          </p:nvSpPr>
          <p:spPr>
            <a:xfrm>
              <a:off x="6082118" y="2824583"/>
              <a:ext cx="97758" cy="2743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5"/>
            <p:cNvSpPr/>
            <p:nvPr/>
          </p:nvSpPr>
          <p:spPr>
            <a:xfrm>
              <a:off x="6179877" y="2817682"/>
              <a:ext cx="97758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6"/>
            <p:cNvSpPr/>
            <p:nvPr/>
          </p:nvSpPr>
          <p:spPr>
            <a:xfrm>
              <a:off x="6277635" y="2849170"/>
              <a:ext cx="97758" cy="249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7"/>
            <p:cNvSpPr/>
            <p:nvPr/>
          </p:nvSpPr>
          <p:spPr>
            <a:xfrm>
              <a:off x="6375394" y="2891928"/>
              <a:ext cx="97758" cy="206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8"/>
            <p:cNvSpPr/>
            <p:nvPr/>
          </p:nvSpPr>
          <p:spPr>
            <a:xfrm>
              <a:off x="6473153" y="2935481"/>
              <a:ext cx="97758" cy="1634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9"/>
            <p:cNvSpPr/>
            <p:nvPr/>
          </p:nvSpPr>
          <p:spPr>
            <a:xfrm>
              <a:off x="6570912" y="2975164"/>
              <a:ext cx="97758" cy="1237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20"/>
            <p:cNvSpPr/>
            <p:nvPr/>
          </p:nvSpPr>
          <p:spPr>
            <a:xfrm>
              <a:off x="6668670" y="3011317"/>
              <a:ext cx="97758" cy="875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21"/>
            <p:cNvSpPr/>
            <p:nvPr/>
          </p:nvSpPr>
          <p:spPr>
            <a:xfrm>
              <a:off x="6766429" y="3037092"/>
              <a:ext cx="97758" cy="618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22"/>
            <p:cNvSpPr/>
            <p:nvPr/>
          </p:nvSpPr>
          <p:spPr>
            <a:xfrm>
              <a:off x="6864188" y="3055517"/>
              <a:ext cx="97758" cy="433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3"/>
            <p:cNvSpPr/>
            <p:nvPr/>
          </p:nvSpPr>
          <p:spPr>
            <a:xfrm>
              <a:off x="6961947" y="3067144"/>
              <a:ext cx="97758" cy="31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4"/>
            <p:cNvSpPr/>
            <p:nvPr/>
          </p:nvSpPr>
          <p:spPr>
            <a:xfrm>
              <a:off x="7059705" y="3076203"/>
              <a:ext cx="97758" cy="227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5"/>
            <p:cNvSpPr/>
            <p:nvPr/>
          </p:nvSpPr>
          <p:spPr>
            <a:xfrm>
              <a:off x="7157464" y="3082303"/>
              <a:ext cx="97758" cy="166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6"/>
            <p:cNvSpPr/>
            <p:nvPr/>
          </p:nvSpPr>
          <p:spPr>
            <a:xfrm>
              <a:off x="7255223" y="3087153"/>
              <a:ext cx="97758" cy="117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7"/>
            <p:cNvSpPr/>
            <p:nvPr/>
          </p:nvSpPr>
          <p:spPr>
            <a:xfrm>
              <a:off x="7352982" y="3090381"/>
              <a:ext cx="97758" cy="852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8"/>
            <p:cNvSpPr/>
            <p:nvPr/>
          </p:nvSpPr>
          <p:spPr>
            <a:xfrm>
              <a:off x="7450740" y="3092600"/>
              <a:ext cx="97758" cy="63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9"/>
            <p:cNvSpPr/>
            <p:nvPr/>
          </p:nvSpPr>
          <p:spPr>
            <a:xfrm>
              <a:off x="7548499" y="3090800"/>
              <a:ext cx="97758" cy="81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30"/>
            <p:cNvSpPr/>
            <p:nvPr/>
          </p:nvSpPr>
          <p:spPr>
            <a:xfrm>
              <a:off x="4971578" y="2931510"/>
              <a:ext cx="171409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31"/>
            <p:cNvSpPr/>
            <p:nvPr/>
          </p:nvSpPr>
          <p:spPr>
            <a:xfrm>
              <a:off x="4971578" y="2764116"/>
              <a:ext cx="19752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32"/>
            <p:cNvSpPr/>
            <p:nvPr/>
          </p:nvSpPr>
          <p:spPr>
            <a:xfrm>
              <a:off x="4971578" y="2596722"/>
              <a:ext cx="231229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3"/>
            <p:cNvSpPr/>
            <p:nvPr/>
          </p:nvSpPr>
          <p:spPr>
            <a:xfrm>
              <a:off x="4971578" y="2429328"/>
              <a:ext cx="26117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4"/>
            <p:cNvSpPr/>
            <p:nvPr/>
          </p:nvSpPr>
          <p:spPr>
            <a:xfrm>
              <a:off x="4971578" y="2261934"/>
              <a:ext cx="306674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5"/>
            <p:cNvSpPr/>
            <p:nvPr/>
          </p:nvSpPr>
          <p:spPr>
            <a:xfrm>
              <a:off x="4971578" y="2094540"/>
              <a:ext cx="322586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6"/>
            <p:cNvSpPr/>
            <p:nvPr/>
          </p:nvSpPr>
          <p:spPr>
            <a:xfrm>
              <a:off x="4971578" y="1927146"/>
              <a:ext cx="328469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7"/>
            <p:cNvSpPr/>
            <p:nvPr/>
          </p:nvSpPr>
          <p:spPr>
            <a:xfrm>
              <a:off x="4971578" y="1759752"/>
              <a:ext cx="32353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8"/>
            <p:cNvSpPr/>
            <p:nvPr/>
          </p:nvSpPr>
          <p:spPr>
            <a:xfrm>
              <a:off x="4971578" y="1592358"/>
              <a:ext cx="32199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9"/>
            <p:cNvSpPr/>
            <p:nvPr/>
          </p:nvSpPr>
          <p:spPr>
            <a:xfrm>
              <a:off x="4971578" y="1424964"/>
              <a:ext cx="287464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40"/>
            <p:cNvSpPr/>
            <p:nvPr/>
          </p:nvSpPr>
          <p:spPr>
            <a:xfrm>
              <a:off x="4971578" y="1257570"/>
              <a:ext cx="23799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41"/>
            <p:cNvSpPr/>
            <p:nvPr/>
          </p:nvSpPr>
          <p:spPr>
            <a:xfrm>
              <a:off x="4971578" y="1090176"/>
              <a:ext cx="196987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42"/>
            <p:cNvSpPr/>
            <p:nvPr/>
          </p:nvSpPr>
          <p:spPr>
            <a:xfrm>
              <a:off x="4971578" y="922782"/>
              <a:ext cx="161579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3"/>
            <p:cNvSpPr/>
            <p:nvPr/>
          </p:nvSpPr>
          <p:spPr>
            <a:xfrm>
              <a:off x="4971578" y="755389"/>
              <a:ext cx="23405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pg44"/>
            <p:cNvSpPr/>
            <p:nvPr/>
          </p:nvSpPr>
          <p:spPr>
            <a:xfrm>
              <a:off x="5393896" y="996150"/>
              <a:ext cx="2252361" cy="1818689"/>
            </a:xfrm>
            <a:custGeom>
              <a:avLst/>
              <a:pathLst>
                <a:path w="2252361" h="1818689">
                  <a:moveTo>
                    <a:pt x="0" y="1605458"/>
                  </a:moveTo>
                  <a:lnTo>
                    <a:pt x="14680" y="1641769"/>
                  </a:lnTo>
                  <a:lnTo>
                    <a:pt x="29360" y="1665690"/>
                  </a:lnTo>
                  <a:lnTo>
                    <a:pt x="44040" y="1685287"/>
                  </a:lnTo>
                  <a:lnTo>
                    <a:pt x="58720" y="1702562"/>
                  </a:lnTo>
                  <a:lnTo>
                    <a:pt x="73400" y="1715871"/>
                  </a:lnTo>
                  <a:lnTo>
                    <a:pt x="88081" y="1726650"/>
                  </a:lnTo>
                  <a:lnTo>
                    <a:pt x="102761" y="1735541"/>
                  </a:lnTo>
                  <a:lnTo>
                    <a:pt x="117441" y="1739585"/>
                  </a:lnTo>
                  <a:lnTo>
                    <a:pt x="132121" y="1743721"/>
                  </a:lnTo>
                  <a:lnTo>
                    <a:pt x="146801" y="1745403"/>
                  </a:lnTo>
                  <a:lnTo>
                    <a:pt x="161482" y="1745680"/>
                  </a:lnTo>
                  <a:lnTo>
                    <a:pt x="176162" y="1744725"/>
                  </a:lnTo>
                  <a:lnTo>
                    <a:pt x="190842" y="1742638"/>
                  </a:lnTo>
                  <a:lnTo>
                    <a:pt x="205522" y="1739922"/>
                  </a:lnTo>
                  <a:lnTo>
                    <a:pt x="220202" y="1734355"/>
                  </a:lnTo>
                  <a:lnTo>
                    <a:pt x="234883" y="1726422"/>
                  </a:lnTo>
                  <a:lnTo>
                    <a:pt x="249563" y="1718702"/>
                  </a:lnTo>
                  <a:lnTo>
                    <a:pt x="264243" y="1710507"/>
                  </a:lnTo>
                  <a:lnTo>
                    <a:pt x="278923" y="1701964"/>
                  </a:lnTo>
                  <a:lnTo>
                    <a:pt x="293603" y="1693202"/>
                  </a:lnTo>
                  <a:lnTo>
                    <a:pt x="308284" y="1684050"/>
                  </a:lnTo>
                  <a:lnTo>
                    <a:pt x="322964" y="1674603"/>
                  </a:lnTo>
                  <a:lnTo>
                    <a:pt x="337644" y="1664321"/>
                  </a:lnTo>
                  <a:lnTo>
                    <a:pt x="352324" y="1653932"/>
                  </a:lnTo>
                  <a:lnTo>
                    <a:pt x="367004" y="1643567"/>
                  </a:lnTo>
                  <a:lnTo>
                    <a:pt x="381685" y="1634866"/>
                  </a:lnTo>
                  <a:lnTo>
                    <a:pt x="396365" y="1625652"/>
                  </a:lnTo>
                  <a:lnTo>
                    <a:pt x="411045" y="1615639"/>
                  </a:lnTo>
                  <a:lnTo>
                    <a:pt x="425725" y="1605625"/>
                  </a:lnTo>
                  <a:lnTo>
                    <a:pt x="440405" y="1595610"/>
                  </a:lnTo>
                  <a:lnTo>
                    <a:pt x="455086" y="1585591"/>
                  </a:lnTo>
                  <a:lnTo>
                    <a:pt x="469766" y="1574693"/>
                  </a:lnTo>
                  <a:lnTo>
                    <a:pt x="484446" y="1565185"/>
                  </a:lnTo>
                  <a:lnTo>
                    <a:pt x="499126" y="1554530"/>
                  </a:lnTo>
                  <a:lnTo>
                    <a:pt x="513806" y="1543865"/>
                  </a:lnTo>
                  <a:lnTo>
                    <a:pt x="528487" y="1533197"/>
                  </a:lnTo>
                  <a:lnTo>
                    <a:pt x="543167" y="1522535"/>
                  </a:lnTo>
                  <a:lnTo>
                    <a:pt x="557847" y="1511885"/>
                  </a:lnTo>
                  <a:lnTo>
                    <a:pt x="572527" y="1500856"/>
                  </a:lnTo>
                  <a:lnTo>
                    <a:pt x="587207" y="1490332"/>
                  </a:lnTo>
                  <a:lnTo>
                    <a:pt x="601888" y="1479770"/>
                  </a:lnTo>
                  <a:lnTo>
                    <a:pt x="616568" y="1469084"/>
                  </a:lnTo>
                  <a:lnTo>
                    <a:pt x="631248" y="1458541"/>
                  </a:lnTo>
                  <a:lnTo>
                    <a:pt x="645928" y="1448119"/>
                  </a:lnTo>
                  <a:lnTo>
                    <a:pt x="660608" y="1437795"/>
                  </a:lnTo>
                  <a:lnTo>
                    <a:pt x="675289" y="1427429"/>
                  </a:lnTo>
                  <a:lnTo>
                    <a:pt x="689969" y="1416882"/>
                  </a:lnTo>
                  <a:lnTo>
                    <a:pt x="704649" y="1406310"/>
                  </a:lnTo>
                  <a:lnTo>
                    <a:pt x="719329" y="1396276"/>
                  </a:lnTo>
                  <a:lnTo>
                    <a:pt x="734009" y="1386315"/>
                  </a:lnTo>
                  <a:lnTo>
                    <a:pt x="748690" y="1376227"/>
                  </a:lnTo>
                  <a:lnTo>
                    <a:pt x="763370" y="1366030"/>
                  </a:lnTo>
                  <a:lnTo>
                    <a:pt x="778050" y="1355658"/>
                  </a:lnTo>
                  <a:lnTo>
                    <a:pt x="792730" y="1345101"/>
                  </a:lnTo>
                  <a:lnTo>
                    <a:pt x="807410" y="1334334"/>
                  </a:lnTo>
                  <a:lnTo>
                    <a:pt x="822091" y="1323334"/>
                  </a:lnTo>
                  <a:lnTo>
                    <a:pt x="836771" y="1311737"/>
                  </a:lnTo>
                  <a:lnTo>
                    <a:pt x="851451" y="1300538"/>
                  </a:lnTo>
                  <a:lnTo>
                    <a:pt x="866131" y="1288693"/>
                  </a:lnTo>
                  <a:lnTo>
                    <a:pt x="880811" y="1276478"/>
                  </a:lnTo>
                  <a:lnTo>
                    <a:pt x="895492" y="1264009"/>
                  </a:lnTo>
                  <a:lnTo>
                    <a:pt x="910172" y="1251209"/>
                  </a:lnTo>
                  <a:lnTo>
                    <a:pt x="924852" y="1238698"/>
                  </a:lnTo>
                  <a:lnTo>
                    <a:pt x="939532" y="1225143"/>
                  </a:lnTo>
                  <a:lnTo>
                    <a:pt x="954212" y="1211927"/>
                  </a:lnTo>
                  <a:lnTo>
                    <a:pt x="968893" y="1198962"/>
                  </a:lnTo>
                  <a:lnTo>
                    <a:pt x="983573" y="1185863"/>
                  </a:lnTo>
                  <a:lnTo>
                    <a:pt x="998253" y="1172637"/>
                  </a:lnTo>
                  <a:lnTo>
                    <a:pt x="1012933" y="1159295"/>
                  </a:lnTo>
                  <a:lnTo>
                    <a:pt x="1027613" y="1145845"/>
                  </a:lnTo>
                  <a:lnTo>
                    <a:pt x="1042293" y="1132033"/>
                  </a:lnTo>
                  <a:lnTo>
                    <a:pt x="1056974" y="1117133"/>
                  </a:lnTo>
                  <a:lnTo>
                    <a:pt x="1071654" y="1102192"/>
                  </a:lnTo>
                  <a:lnTo>
                    <a:pt x="1086334" y="1087235"/>
                  </a:lnTo>
                  <a:lnTo>
                    <a:pt x="1101014" y="1073008"/>
                  </a:lnTo>
                  <a:lnTo>
                    <a:pt x="1115694" y="1058990"/>
                  </a:lnTo>
                  <a:lnTo>
                    <a:pt x="1130375" y="1044815"/>
                  </a:lnTo>
                  <a:lnTo>
                    <a:pt x="1145055" y="1030481"/>
                  </a:lnTo>
                  <a:lnTo>
                    <a:pt x="1159735" y="1015984"/>
                  </a:lnTo>
                  <a:lnTo>
                    <a:pt x="1174415" y="1001324"/>
                  </a:lnTo>
                  <a:lnTo>
                    <a:pt x="1189095" y="986916"/>
                  </a:lnTo>
                  <a:lnTo>
                    <a:pt x="1203776" y="973377"/>
                  </a:lnTo>
                  <a:lnTo>
                    <a:pt x="1218456" y="959402"/>
                  </a:lnTo>
                  <a:lnTo>
                    <a:pt x="1233136" y="945005"/>
                  </a:lnTo>
                  <a:lnTo>
                    <a:pt x="1247816" y="930679"/>
                  </a:lnTo>
                  <a:lnTo>
                    <a:pt x="1262496" y="916775"/>
                  </a:lnTo>
                  <a:lnTo>
                    <a:pt x="1277177" y="901669"/>
                  </a:lnTo>
                  <a:lnTo>
                    <a:pt x="1291857" y="886344"/>
                  </a:lnTo>
                  <a:lnTo>
                    <a:pt x="1306537" y="871811"/>
                  </a:lnTo>
                  <a:lnTo>
                    <a:pt x="1321217" y="856687"/>
                  </a:lnTo>
                  <a:lnTo>
                    <a:pt x="1335897" y="842199"/>
                  </a:lnTo>
                  <a:lnTo>
                    <a:pt x="1350578" y="825540"/>
                  </a:lnTo>
                  <a:lnTo>
                    <a:pt x="1365258" y="808845"/>
                  </a:lnTo>
                  <a:lnTo>
                    <a:pt x="1379938" y="792583"/>
                  </a:lnTo>
                  <a:lnTo>
                    <a:pt x="1394618" y="776971"/>
                  </a:lnTo>
                  <a:lnTo>
                    <a:pt x="1409298" y="761314"/>
                  </a:lnTo>
                  <a:lnTo>
                    <a:pt x="1423979" y="744566"/>
                  </a:lnTo>
                  <a:lnTo>
                    <a:pt x="1438659" y="727943"/>
                  </a:lnTo>
                  <a:lnTo>
                    <a:pt x="1453339" y="711466"/>
                  </a:lnTo>
                  <a:lnTo>
                    <a:pt x="1468019" y="695281"/>
                  </a:lnTo>
                  <a:lnTo>
                    <a:pt x="1482699" y="678464"/>
                  </a:lnTo>
                  <a:lnTo>
                    <a:pt x="1497380" y="661810"/>
                  </a:lnTo>
                  <a:lnTo>
                    <a:pt x="1512060" y="644418"/>
                  </a:lnTo>
                  <a:lnTo>
                    <a:pt x="1526740" y="627522"/>
                  </a:lnTo>
                  <a:lnTo>
                    <a:pt x="1541420" y="610640"/>
                  </a:lnTo>
                  <a:lnTo>
                    <a:pt x="1556100" y="593806"/>
                  </a:lnTo>
                  <a:lnTo>
                    <a:pt x="1570781" y="575704"/>
                  </a:lnTo>
                  <a:lnTo>
                    <a:pt x="1585461" y="554540"/>
                  </a:lnTo>
                  <a:lnTo>
                    <a:pt x="1600141" y="537944"/>
                  </a:lnTo>
                  <a:lnTo>
                    <a:pt x="1614821" y="519897"/>
                  </a:lnTo>
                  <a:lnTo>
                    <a:pt x="1629501" y="501927"/>
                  </a:lnTo>
                  <a:lnTo>
                    <a:pt x="1644182" y="485138"/>
                  </a:lnTo>
                  <a:lnTo>
                    <a:pt x="1658862" y="465971"/>
                  </a:lnTo>
                  <a:lnTo>
                    <a:pt x="1673542" y="448030"/>
                  </a:lnTo>
                  <a:lnTo>
                    <a:pt x="1688222" y="429479"/>
                  </a:lnTo>
                  <a:lnTo>
                    <a:pt x="1702902" y="414316"/>
                  </a:lnTo>
                  <a:lnTo>
                    <a:pt x="1717583" y="399951"/>
                  </a:lnTo>
                  <a:lnTo>
                    <a:pt x="1732263" y="386454"/>
                  </a:lnTo>
                  <a:lnTo>
                    <a:pt x="1746943" y="373894"/>
                  </a:lnTo>
                  <a:lnTo>
                    <a:pt x="1761623" y="357476"/>
                  </a:lnTo>
                  <a:lnTo>
                    <a:pt x="1776303" y="344632"/>
                  </a:lnTo>
                  <a:lnTo>
                    <a:pt x="1790984" y="331721"/>
                  </a:lnTo>
                  <a:lnTo>
                    <a:pt x="1805664" y="319326"/>
                  </a:lnTo>
                  <a:lnTo>
                    <a:pt x="1820344" y="306129"/>
                  </a:lnTo>
                  <a:lnTo>
                    <a:pt x="1835024" y="292398"/>
                  </a:lnTo>
                  <a:lnTo>
                    <a:pt x="1849704" y="279099"/>
                  </a:lnTo>
                  <a:lnTo>
                    <a:pt x="1864385" y="267157"/>
                  </a:lnTo>
                  <a:lnTo>
                    <a:pt x="1879065" y="255844"/>
                  </a:lnTo>
                  <a:lnTo>
                    <a:pt x="1893745" y="243597"/>
                  </a:lnTo>
                  <a:lnTo>
                    <a:pt x="1908425" y="231586"/>
                  </a:lnTo>
                  <a:lnTo>
                    <a:pt x="1923105" y="220162"/>
                  </a:lnTo>
                  <a:lnTo>
                    <a:pt x="1937786" y="209147"/>
                  </a:lnTo>
                  <a:lnTo>
                    <a:pt x="1952466" y="199219"/>
                  </a:lnTo>
                  <a:lnTo>
                    <a:pt x="1967146" y="189776"/>
                  </a:lnTo>
                  <a:lnTo>
                    <a:pt x="1981826" y="180541"/>
                  </a:lnTo>
                  <a:lnTo>
                    <a:pt x="1996506" y="170418"/>
                  </a:lnTo>
                  <a:lnTo>
                    <a:pt x="2011187" y="161434"/>
                  </a:lnTo>
                  <a:lnTo>
                    <a:pt x="2025867" y="154360"/>
                  </a:lnTo>
                  <a:lnTo>
                    <a:pt x="2040547" y="148158"/>
                  </a:lnTo>
                  <a:lnTo>
                    <a:pt x="2055227" y="142574"/>
                  </a:lnTo>
                  <a:lnTo>
                    <a:pt x="2069907" y="133813"/>
                  </a:lnTo>
                  <a:lnTo>
                    <a:pt x="2084587" y="125901"/>
                  </a:lnTo>
                  <a:lnTo>
                    <a:pt x="2099268" y="115786"/>
                  </a:lnTo>
                  <a:lnTo>
                    <a:pt x="2113948" y="105276"/>
                  </a:lnTo>
                  <a:lnTo>
                    <a:pt x="2128628" y="92439"/>
                  </a:lnTo>
                  <a:lnTo>
                    <a:pt x="2143308" y="80569"/>
                  </a:lnTo>
                  <a:lnTo>
                    <a:pt x="2157988" y="71861"/>
                  </a:lnTo>
                  <a:lnTo>
                    <a:pt x="2172669" y="57326"/>
                  </a:lnTo>
                  <a:lnTo>
                    <a:pt x="2187349" y="43464"/>
                  </a:lnTo>
                  <a:lnTo>
                    <a:pt x="2202029" y="30474"/>
                  </a:lnTo>
                  <a:lnTo>
                    <a:pt x="2216709" y="20247"/>
                  </a:lnTo>
                  <a:lnTo>
                    <a:pt x="2231389" y="11270"/>
                  </a:lnTo>
                  <a:lnTo>
                    <a:pt x="2246070" y="3292"/>
                  </a:lnTo>
                  <a:lnTo>
                    <a:pt x="2252361" y="0"/>
                  </a:lnTo>
                  <a:lnTo>
                    <a:pt x="2252361" y="151982"/>
                  </a:lnTo>
                  <a:lnTo>
                    <a:pt x="2246070" y="152935"/>
                  </a:lnTo>
                  <a:lnTo>
                    <a:pt x="2231389" y="159234"/>
                  </a:lnTo>
                  <a:lnTo>
                    <a:pt x="2216709" y="165188"/>
                  </a:lnTo>
                  <a:lnTo>
                    <a:pt x="2202029" y="169838"/>
                  </a:lnTo>
                  <a:lnTo>
                    <a:pt x="2187349" y="174434"/>
                  </a:lnTo>
                  <a:lnTo>
                    <a:pt x="2172669" y="178183"/>
                  </a:lnTo>
                  <a:lnTo>
                    <a:pt x="2157988" y="183545"/>
                  </a:lnTo>
                  <a:lnTo>
                    <a:pt x="2143308" y="189440"/>
                  </a:lnTo>
                  <a:lnTo>
                    <a:pt x="2128628" y="193955"/>
                  </a:lnTo>
                  <a:lnTo>
                    <a:pt x="2113948" y="203229"/>
                  </a:lnTo>
                  <a:lnTo>
                    <a:pt x="2099268" y="215431"/>
                  </a:lnTo>
                  <a:lnTo>
                    <a:pt x="2084587" y="227286"/>
                  </a:lnTo>
                  <a:lnTo>
                    <a:pt x="2069907" y="236462"/>
                  </a:lnTo>
                  <a:lnTo>
                    <a:pt x="2055227" y="243601"/>
                  </a:lnTo>
                  <a:lnTo>
                    <a:pt x="2040547" y="253787"/>
                  </a:lnTo>
                  <a:lnTo>
                    <a:pt x="2025867" y="263066"/>
                  </a:lnTo>
                  <a:lnTo>
                    <a:pt x="2011187" y="270871"/>
                  </a:lnTo>
                  <a:lnTo>
                    <a:pt x="1996506" y="278383"/>
                  </a:lnTo>
                  <a:lnTo>
                    <a:pt x="1981826" y="286389"/>
                  </a:lnTo>
                  <a:lnTo>
                    <a:pt x="1967146" y="293081"/>
                  </a:lnTo>
                  <a:lnTo>
                    <a:pt x="1952466" y="300360"/>
                  </a:lnTo>
                  <a:lnTo>
                    <a:pt x="1937786" y="307653"/>
                  </a:lnTo>
                  <a:lnTo>
                    <a:pt x="1923105" y="312242"/>
                  </a:lnTo>
                  <a:lnTo>
                    <a:pt x="1908425" y="319664"/>
                  </a:lnTo>
                  <a:lnTo>
                    <a:pt x="1893745" y="330085"/>
                  </a:lnTo>
                  <a:lnTo>
                    <a:pt x="1879065" y="339319"/>
                  </a:lnTo>
                  <a:lnTo>
                    <a:pt x="1864385" y="348700"/>
                  </a:lnTo>
                  <a:lnTo>
                    <a:pt x="1849704" y="359704"/>
                  </a:lnTo>
                  <a:lnTo>
                    <a:pt x="1835024" y="367933"/>
                  </a:lnTo>
                  <a:lnTo>
                    <a:pt x="1820344" y="381600"/>
                  </a:lnTo>
                  <a:lnTo>
                    <a:pt x="1805664" y="395657"/>
                  </a:lnTo>
                  <a:lnTo>
                    <a:pt x="1790984" y="410087"/>
                  </a:lnTo>
                  <a:lnTo>
                    <a:pt x="1776303" y="423229"/>
                  </a:lnTo>
                  <a:lnTo>
                    <a:pt x="1761623" y="437454"/>
                  </a:lnTo>
                  <a:lnTo>
                    <a:pt x="1746943" y="449546"/>
                  </a:lnTo>
                  <a:lnTo>
                    <a:pt x="1732263" y="461027"/>
                  </a:lnTo>
                  <a:lnTo>
                    <a:pt x="1717583" y="474683"/>
                  </a:lnTo>
                  <a:lnTo>
                    <a:pt x="1702902" y="489719"/>
                  </a:lnTo>
                  <a:lnTo>
                    <a:pt x="1688222" y="503225"/>
                  </a:lnTo>
                  <a:lnTo>
                    <a:pt x="1673542" y="519300"/>
                  </a:lnTo>
                  <a:lnTo>
                    <a:pt x="1658862" y="535549"/>
                  </a:lnTo>
                  <a:lnTo>
                    <a:pt x="1644182" y="551169"/>
                  </a:lnTo>
                  <a:lnTo>
                    <a:pt x="1629501" y="566759"/>
                  </a:lnTo>
                  <a:lnTo>
                    <a:pt x="1614821" y="582401"/>
                  </a:lnTo>
                  <a:lnTo>
                    <a:pt x="1600141" y="598076"/>
                  </a:lnTo>
                  <a:lnTo>
                    <a:pt x="1585461" y="613764"/>
                  </a:lnTo>
                  <a:lnTo>
                    <a:pt x="1570781" y="629448"/>
                  </a:lnTo>
                  <a:lnTo>
                    <a:pt x="1556100" y="647258"/>
                  </a:lnTo>
                  <a:lnTo>
                    <a:pt x="1541420" y="664105"/>
                  </a:lnTo>
                  <a:lnTo>
                    <a:pt x="1526740" y="681453"/>
                  </a:lnTo>
                  <a:lnTo>
                    <a:pt x="1512060" y="698942"/>
                  </a:lnTo>
                  <a:lnTo>
                    <a:pt x="1497380" y="716320"/>
                  </a:lnTo>
                  <a:lnTo>
                    <a:pt x="1482699" y="733545"/>
                  </a:lnTo>
                  <a:lnTo>
                    <a:pt x="1468019" y="751921"/>
                  </a:lnTo>
                  <a:lnTo>
                    <a:pt x="1453339" y="768214"/>
                  </a:lnTo>
                  <a:lnTo>
                    <a:pt x="1438659" y="783913"/>
                  </a:lnTo>
                  <a:lnTo>
                    <a:pt x="1423979" y="799463"/>
                  </a:lnTo>
                  <a:lnTo>
                    <a:pt x="1409298" y="813585"/>
                  </a:lnTo>
                  <a:lnTo>
                    <a:pt x="1394618" y="828824"/>
                  </a:lnTo>
                  <a:lnTo>
                    <a:pt x="1379938" y="844519"/>
                  </a:lnTo>
                  <a:lnTo>
                    <a:pt x="1365258" y="859846"/>
                  </a:lnTo>
                  <a:lnTo>
                    <a:pt x="1350578" y="874837"/>
                  </a:lnTo>
                  <a:lnTo>
                    <a:pt x="1335897" y="889526"/>
                  </a:lnTo>
                  <a:lnTo>
                    <a:pt x="1321217" y="903944"/>
                  </a:lnTo>
                  <a:lnTo>
                    <a:pt x="1306537" y="919426"/>
                  </a:lnTo>
                  <a:lnTo>
                    <a:pt x="1291857" y="933277"/>
                  </a:lnTo>
                  <a:lnTo>
                    <a:pt x="1277177" y="948375"/>
                  </a:lnTo>
                  <a:lnTo>
                    <a:pt x="1262496" y="964466"/>
                  </a:lnTo>
                  <a:lnTo>
                    <a:pt x="1247816" y="978062"/>
                  </a:lnTo>
                  <a:lnTo>
                    <a:pt x="1233136" y="991282"/>
                  </a:lnTo>
                  <a:lnTo>
                    <a:pt x="1218456" y="1005337"/>
                  </a:lnTo>
                  <a:lnTo>
                    <a:pt x="1203776" y="1019903"/>
                  </a:lnTo>
                  <a:lnTo>
                    <a:pt x="1189095" y="1034386"/>
                  </a:lnTo>
                  <a:lnTo>
                    <a:pt x="1174415" y="1048787"/>
                  </a:lnTo>
                  <a:lnTo>
                    <a:pt x="1159735" y="1063109"/>
                  </a:lnTo>
                  <a:lnTo>
                    <a:pt x="1145055" y="1077350"/>
                  </a:lnTo>
                  <a:lnTo>
                    <a:pt x="1130375" y="1091503"/>
                  </a:lnTo>
                  <a:lnTo>
                    <a:pt x="1115694" y="1105200"/>
                  </a:lnTo>
                  <a:lnTo>
                    <a:pt x="1101014" y="1119203"/>
                  </a:lnTo>
                  <a:lnTo>
                    <a:pt x="1086334" y="1133096"/>
                  </a:lnTo>
                  <a:lnTo>
                    <a:pt x="1071654" y="1146898"/>
                  </a:lnTo>
                  <a:lnTo>
                    <a:pt x="1056974" y="1160881"/>
                  </a:lnTo>
                  <a:lnTo>
                    <a:pt x="1042293" y="1174888"/>
                  </a:lnTo>
                  <a:lnTo>
                    <a:pt x="1027613" y="1188747"/>
                  </a:lnTo>
                  <a:lnTo>
                    <a:pt x="1012933" y="1202444"/>
                  </a:lnTo>
                  <a:lnTo>
                    <a:pt x="998253" y="1216136"/>
                  </a:lnTo>
                  <a:lnTo>
                    <a:pt x="983573" y="1229853"/>
                  </a:lnTo>
                  <a:lnTo>
                    <a:pt x="968893" y="1243205"/>
                  </a:lnTo>
                  <a:lnTo>
                    <a:pt x="954212" y="1255395"/>
                  </a:lnTo>
                  <a:lnTo>
                    <a:pt x="939532" y="1268091"/>
                  </a:lnTo>
                  <a:lnTo>
                    <a:pt x="924852" y="1281255"/>
                  </a:lnTo>
                  <a:lnTo>
                    <a:pt x="910172" y="1294166"/>
                  </a:lnTo>
                  <a:lnTo>
                    <a:pt x="895492" y="1306799"/>
                  </a:lnTo>
                  <a:lnTo>
                    <a:pt x="880811" y="1318701"/>
                  </a:lnTo>
                  <a:lnTo>
                    <a:pt x="866131" y="1330180"/>
                  </a:lnTo>
                  <a:lnTo>
                    <a:pt x="851451" y="1341370"/>
                  </a:lnTo>
                  <a:lnTo>
                    <a:pt x="836771" y="1352659"/>
                  </a:lnTo>
                  <a:lnTo>
                    <a:pt x="822091" y="1364121"/>
                  </a:lnTo>
                  <a:lnTo>
                    <a:pt x="807410" y="1375335"/>
                  </a:lnTo>
                  <a:lnTo>
                    <a:pt x="792730" y="1386672"/>
                  </a:lnTo>
                  <a:lnTo>
                    <a:pt x="778050" y="1397199"/>
                  </a:lnTo>
                  <a:lnTo>
                    <a:pt x="763370" y="1408033"/>
                  </a:lnTo>
                  <a:lnTo>
                    <a:pt x="748690" y="1419468"/>
                  </a:lnTo>
                  <a:lnTo>
                    <a:pt x="734009" y="1430864"/>
                  </a:lnTo>
                  <a:lnTo>
                    <a:pt x="719329" y="1442221"/>
                  </a:lnTo>
                  <a:lnTo>
                    <a:pt x="704649" y="1453540"/>
                  </a:lnTo>
                  <a:lnTo>
                    <a:pt x="689969" y="1464822"/>
                  </a:lnTo>
                  <a:lnTo>
                    <a:pt x="675289" y="1475336"/>
                  </a:lnTo>
                  <a:lnTo>
                    <a:pt x="660608" y="1485541"/>
                  </a:lnTo>
                  <a:lnTo>
                    <a:pt x="645928" y="1495715"/>
                  </a:lnTo>
                  <a:lnTo>
                    <a:pt x="631248" y="1505766"/>
                  </a:lnTo>
                  <a:lnTo>
                    <a:pt x="616568" y="1515383"/>
                  </a:lnTo>
                  <a:lnTo>
                    <a:pt x="601888" y="1524774"/>
                  </a:lnTo>
                  <a:lnTo>
                    <a:pt x="587207" y="1533934"/>
                  </a:lnTo>
                  <a:lnTo>
                    <a:pt x="572527" y="1542858"/>
                  </a:lnTo>
                  <a:lnTo>
                    <a:pt x="557847" y="1553742"/>
                  </a:lnTo>
                  <a:lnTo>
                    <a:pt x="543167" y="1565599"/>
                  </a:lnTo>
                  <a:lnTo>
                    <a:pt x="528487" y="1577497"/>
                  </a:lnTo>
                  <a:lnTo>
                    <a:pt x="513806" y="1588032"/>
                  </a:lnTo>
                  <a:lnTo>
                    <a:pt x="499126" y="1598940"/>
                  </a:lnTo>
                  <a:lnTo>
                    <a:pt x="484446" y="1610833"/>
                  </a:lnTo>
                  <a:lnTo>
                    <a:pt x="469766" y="1622999"/>
                  </a:lnTo>
                  <a:lnTo>
                    <a:pt x="455086" y="1635092"/>
                  </a:lnTo>
                  <a:lnTo>
                    <a:pt x="440405" y="1647064"/>
                  </a:lnTo>
                  <a:lnTo>
                    <a:pt x="425725" y="1658571"/>
                  </a:lnTo>
                  <a:lnTo>
                    <a:pt x="411045" y="1669365"/>
                  </a:lnTo>
                  <a:lnTo>
                    <a:pt x="396365" y="1679869"/>
                  </a:lnTo>
                  <a:lnTo>
                    <a:pt x="381685" y="1690965"/>
                  </a:lnTo>
                  <a:lnTo>
                    <a:pt x="367004" y="1701933"/>
                  </a:lnTo>
                  <a:lnTo>
                    <a:pt x="352324" y="1712590"/>
                  </a:lnTo>
                  <a:lnTo>
                    <a:pt x="337644" y="1722898"/>
                  </a:lnTo>
                  <a:lnTo>
                    <a:pt x="322964" y="1732817"/>
                  </a:lnTo>
                  <a:lnTo>
                    <a:pt x="308284" y="1741738"/>
                  </a:lnTo>
                  <a:lnTo>
                    <a:pt x="293603" y="1749954"/>
                  </a:lnTo>
                  <a:lnTo>
                    <a:pt x="278923" y="1759857"/>
                  </a:lnTo>
                  <a:lnTo>
                    <a:pt x="264243" y="1769324"/>
                  </a:lnTo>
                  <a:lnTo>
                    <a:pt x="249563" y="1779899"/>
                  </a:lnTo>
                  <a:lnTo>
                    <a:pt x="234883" y="1788788"/>
                  </a:lnTo>
                  <a:lnTo>
                    <a:pt x="220202" y="1796817"/>
                  </a:lnTo>
                  <a:lnTo>
                    <a:pt x="205522" y="1802043"/>
                  </a:lnTo>
                  <a:lnTo>
                    <a:pt x="190842" y="1808597"/>
                  </a:lnTo>
                  <a:lnTo>
                    <a:pt x="176162" y="1813799"/>
                  </a:lnTo>
                  <a:lnTo>
                    <a:pt x="161482" y="1817460"/>
                  </a:lnTo>
                  <a:lnTo>
                    <a:pt x="146801" y="1818689"/>
                  </a:lnTo>
                  <a:lnTo>
                    <a:pt x="132121" y="1816588"/>
                  </a:lnTo>
                  <a:lnTo>
                    <a:pt x="117441" y="1815507"/>
                  </a:lnTo>
                  <a:lnTo>
                    <a:pt x="102761" y="1812952"/>
                  </a:lnTo>
                  <a:lnTo>
                    <a:pt x="88081" y="1806100"/>
                  </a:lnTo>
                  <a:lnTo>
                    <a:pt x="73400" y="1799754"/>
                  </a:lnTo>
                  <a:lnTo>
                    <a:pt x="58720" y="1788180"/>
                  </a:lnTo>
                  <a:lnTo>
                    <a:pt x="44040" y="1778021"/>
                  </a:lnTo>
                  <a:lnTo>
                    <a:pt x="29360" y="1765860"/>
                  </a:lnTo>
                  <a:lnTo>
                    <a:pt x="14680" y="1754075"/>
                  </a:lnTo>
                  <a:lnTo>
                    <a:pt x="0" y="173679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37" name="pl45"/>
            <p:cNvSpPr/>
            <p:nvPr/>
          </p:nvSpPr>
          <p:spPr>
            <a:xfrm>
              <a:off x="5393896" y="996150"/>
              <a:ext cx="2252361" cy="1745680"/>
            </a:xfrm>
            <a:custGeom>
              <a:avLst/>
              <a:pathLst>
                <a:path w="2252361" h="1745680">
                  <a:moveTo>
                    <a:pt x="0" y="1605458"/>
                  </a:moveTo>
                  <a:lnTo>
                    <a:pt x="14680" y="1641769"/>
                  </a:lnTo>
                  <a:lnTo>
                    <a:pt x="29360" y="1665690"/>
                  </a:lnTo>
                  <a:lnTo>
                    <a:pt x="44040" y="1685287"/>
                  </a:lnTo>
                  <a:lnTo>
                    <a:pt x="58720" y="1702562"/>
                  </a:lnTo>
                  <a:lnTo>
                    <a:pt x="73400" y="1715871"/>
                  </a:lnTo>
                  <a:lnTo>
                    <a:pt x="88081" y="1726650"/>
                  </a:lnTo>
                  <a:lnTo>
                    <a:pt x="102761" y="1735541"/>
                  </a:lnTo>
                  <a:lnTo>
                    <a:pt x="117441" y="1739585"/>
                  </a:lnTo>
                  <a:lnTo>
                    <a:pt x="132121" y="1743721"/>
                  </a:lnTo>
                  <a:lnTo>
                    <a:pt x="146801" y="1745403"/>
                  </a:lnTo>
                  <a:lnTo>
                    <a:pt x="161482" y="1745680"/>
                  </a:lnTo>
                  <a:lnTo>
                    <a:pt x="176162" y="1744725"/>
                  </a:lnTo>
                  <a:lnTo>
                    <a:pt x="190842" y="1742638"/>
                  </a:lnTo>
                  <a:lnTo>
                    <a:pt x="205522" y="1739922"/>
                  </a:lnTo>
                  <a:lnTo>
                    <a:pt x="220202" y="1734355"/>
                  </a:lnTo>
                  <a:lnTo>
                    <a:pt x="234883" y="1726422"/>
                  </a:lnTo>
                  <a:lnTo>
                    <a:pt x="249563" y="1718702"/>
                  </a:lnTo>
                  <a:lnTo>
                    <a:pt x="264243" y="1710507"/>
                  </a:lnTo>
                  <a:lnTo>
                    <a:pt x="278923" y="1701964"/>
                  </a:lnTo>
                  <a:lnTo>
                    <a:pt x="293603" y="1693202"/>
                  </a:lnTo>
                  <a:lnTo>
                    <a:pt x="308284" y="1684050"/>
                  </a:lnTo>
                  <a:lnTo>
                    <a:pt x="322964" y="1674603"/>
                  </a:lnTo>
                  <a:lnTo>
                    <a:pt x="337644" y="1664321"/>
                  </a:lnTo>
                  <a:lnTo>
                    <a:pt x="352324" y="1653932"/>
                  </a:lnTo>
                  <a:lnTo>
                    <a:pt x="367004" y="1643567"/>
                  </a:lnTo>
                  <a:lnTo>
                    <a:pt x="381685" y="1634866"/>
                  </a:lnTo>
                  <a:lnTo>
                    <a:pt x="396365" y="1625652"/>
                  </a:lnTo>
                  <a:lnTo>
                    <a:pt x="411045" y="1615639"/>
                  </a:lnTo>
                  <a:lnTo>
                    <a:pt x="425725" y="1605625"/>
                  </a:lnTo>
                  <a:lnTo>
                    <a:pt x="440405" y="1595610"/>
                  </a:lnTo>
                  <a:lnTo>
                    <a:pt x="455086" y="1585591"/>
                  </a:lnTo>
                  <a:lnTo>
                    <a:pt x="469766" y="1574693"/>
                  </a:lnTo>
                  <a:lnTo>
                    <a:pt x="484446" y="1565185"/>
                  </a:lnTo>
                  <a:lnTo>
                    <a:pt x="499126" y="1554530"/>
                  </a:lnTo>
                  <a:lnTo>
                    <a:pt x="513806" y="1543865"/>
                  </a:lnTo>
                  <a:lnTo>
                    <a:pt x="528487" y="1533197"/>
                  </a:lnTo>
                  <a:lnTo>
                    <a:pt x="543167" y="1522535"/>
                  </a:lnTo>
                  <a:lnTo>
                    <a:pt x="557847" y="1511885"/>
                  </a:lnTo>
                  <a:lnTo>
                    <a:pt x="572527" y="1500856"/>
                  </a:lnTo>
                  <a:lnTo>
                    <a:pt x="587207" y="1490332"/>
                  </a:lnTo>
                  <a:lnTo>
                    <a:pt x="601888" y="1479770"/>
                  </a:lnTo>
                  <a:lnTo>
                    <a:pt x="616568" y="1469084"/>
                  </a:lnTo>
                  <a:lnTo>
                    <a:pt x="631248" y="1458541"/>
                  </a:lnTo>
                  <a:lnTo>
                    <a:pt x="645928" y="1448119"/>
                  </a:lnTo>
                  <a:lnTo>
                    <a:pt x="660608" y="1437795"/>
                  </a:lnTo>
                  <a:lnTo>
                    <a:pt x="675289" y="1427429"/>
                  </a:lnTo>
                  <a:lnTo>
                    <a:pt x="689969" y="1416882"/>
                  </a:lnTo>
                  <a:lnTo>
                    <a:pt x="704649" y="1406310"/>
                  </a:lnTo>
                  <a:lnTo>
                    <a:pt x="719329" y="1396276"/>
                  </a:lnTo>
                  <a:lnTo>
                    <a:pt x="734009" y="1386315"/>
                  </a:lnTo>
                  <a:lnTo>
                    <a:pt x="748690" y="1376227"/>
                  </a:lnTo>
                  <a:lnTo>
                    <a:pt x="763370" y="1366030"/>
                  </a:lnTo>
                  <a:lnTo>
                    <a:pt x="778050" y="1355658"/>
                  </a:lnTo>
                  <a:lnTo>
                    <a:pt x="792730" y="1345101"/>
                  </a:lnTo>
                  <a:lnTo>
                    <a:pt x="807410" y="1334334"/>
                  </a:lnTo>
                  <a:lnTo>
                    <a:pt x="822091" y="1323334"/>
                  </a:lnTo>
                  <a:lnTo>
                    <a:pt x="836771" y="1311737"/>
                  </a:lnTo>
                  <a:lnTo>
                    <a:pt x="851451" y="1300538"/>
                  </a:lnTo>
                  <a:lnTo>
                    <a:pt x="866131" y="1288693"/>
                  </a:lnTo>
                  <a:lnTo>
                    <a:pt x="880811" y="1276478"/>
                  </a:lnTo>
                  <a:lnTo>
                    <a:pt x="895492" y="1264009"/>
                  </a:lnTo>
                  <a:lnTo>
                    <a:pt x="910172" y="1251209"/>
                  </a:lnTo>
                  <a:lnTo>
                    <a:pt x="924852" y="1238698"/>
                  </a:lnTo>
                  <a:lnTo>
                    <a:pt x="939532" y="1225143"/>
                  </a:lnTo>
                  <a:lnTo>
                    <a:pt x="954212" y="1211927"/>
                  </a:lnTo>
                  <a:lnTo>
                    <a:pt x="968893" y="1198962"/>
                  </a:lnTo>
                  <a:lnTo>
                    <a:pt x="983573" y="1185863"/>
                  </a:lnTo>
                  <a:lnTo>
                    <a:pt x="998253" y="1172637"/>
                  </a:lnTo>
                  <a:lnTo>
                    <a:pt x="1012933" y="1159295"/>
                  </a:lnTo>
                  <a:lnTo>
                    <a:pt x="1027613" y="1145845"/>
                  </a:lnTo>
                  <a:lnTo>
                    <a:pt x="1042293" y="1132033"/>
                  </a:lnTo>
                  <a:lnTo>
                    <a:pt x="1056974" y="1117133"/>
                  </a:lnTo>
                  <a:lnTo>
                    <a:pt x="1071654" y="1102192"/>
                  </a:lnTo>
                  <a:lnTo>
                    <a:pt x="1086334" y="1087235"/>
                  </a:lnTo>
                  <a:lnTo>
                    <a:pt x="1101014" y="1073008"/>
                  </a:lnTo>
                  <a:lnTo>
                    <a:pt x="1115694" y="1058990"/>
                  </a:lnTo>
                  <a:lnTo>
                    <a:pt x="1130375" y="1044815"/>
                  </a:lnTo>
                  <a:lnTo>
                    <a:pt x="1145055" y="1030481"/>
                  </a:lnTo>
                  <a:lnTo>
                    <a:pt x="1159735" y="1015984"/>
                  </a:lnTo>
                  <a:lnTo>
                    <a:pt x="1174415" y="1001324"/>
                  </a:lnTo>
                  <a:lnTo>
                    <a:pt x="1189095" y="986916"/>
                  </a:lnTo>
                  <a:lnTo>
                    <a:pt x="1203776" y="973377"/>
                  </a:lnTo>
                  <a:lnTo>
                    <a:pt x="1218456" y="959402"/>
                  </a:lnTo>
                  <a:lnTo>
                    <a:pt x="1233136" y="945005"/>
                  </a:lnTo>
                  <a:lnTo>
                    <a:pt x="1247816" y="930679"/>
                  </a:lnTo>
                  <a:lnTo>
                    <a:pt x="1262496" y="916775"/>
                  </a:lnTo>
                  <a:lnTo>
                    <a:pt x="1277177" y="901669"/>
                  </a:lnTo>
                  <a:lnTo>
                    <a:pt x="1291857" y="886344"/>
                  </a:lnTo>
                  <a:lnTo>
                    <a:pt x="1306537" y="871811"/>
                  </a:lnTo>
                  <a:lnTo>
                    <a:pt x="1321217" y="856687"/>
                  </a:lnTo>
                  <a:lnTo>
                    <a:pt x="1335897" y="842199"/>
                  </a:lnTo>
                  <a:lnTo>
                    <a:pt x="1350578" y="825540"/>
                  </a:lnTo>
                  <a:lnTo>
                    <a:pt x="1365258" y="808845"/>
                  </a:lnTo>
                  <a:lnTo>
                    <a:pt x="1379938" y="792583"/>
                  </a:lnTo>
                  <a:lnTo>
                    <a:pt x="1394618" y="776971"/>
                  </a:lnTo>
                  <a:lnTo>
                    <a:pt x="1409298" y="761314"/>
                  </a:lnTo>
                  <a:lnTo>
                    <a:pt x="1423979" y="744566"/>
                  </a:lnTo>
                  <a:lnTo>
                    <a:pt x="1438659" y="727943"/>
                  </a:lnTo>
                  <a:lnTo>
                    <a:pt x="1453339" y="711466"/>
                  </a:lnTo>
                  <a:lnTo>
                    <a:pt x="1468019" y="695281"/>
                  </a:lnTo>
                  <a:lnTo>
                    <a:pt x="1482699" y="678464"/>
                  </a:lnTo>
                  <a:lnTo>
                    <a:pt x="1497380" y="661810"/>
                  </a:lnTo>
                  <a:lnTo>
                    <a:pt x="1512060" y="644418"/>
                  </a:lnTo>
                  <a:lnTo>
                    <a:pt x="1526740" y="627522"/>
                  </a:lnTo>
                  <a:lnTo>
                    <a:pt x="1541420" y="610640"/>
                  </a:lnTo>
                  <a:lnTo>
                    <a:pt x="1556100" y="593806"/>
                  </a:lnTo>
                  <a:lnTo>
                    <a:pt x="1570781" y="575704"/>
                  </a:lnTo>
                  <a:lnTo>
                    <a:pt x="1585461" y="554540"/>
                  </a:lnTo>
                  <a:lnTo>
                    <a:pt x="1600141" y="537944"/>
                  </a:lnTo>
                  <a:lnTo>
                    <a:pt x="1614821" y="519897"/>
                  </a:lnTo>
                  <a:lnTo>
                    <a:pt x="1629501" y="501927"/>
                  </a:lnTo>
                  <a:lnTo>
                    <a:pt x="1644182" y="485138"/>
                  </a:lnTo>
                  <a:lnTo>
                    <a:pt x="1658862" y="465971"/>
                  </a:lnTo>
                  <a:lnTo>
                    <a:pt x="1673542" y="448030"/>
                  </a:lnTo>
                  <a:lnTo>
                    <a:pt x="1688222" y="429479"/>
                  </a:lnTo>
                  <a:lnTo>
                    <a:pt x="1702902" y="414316"/>
                  </a:lnTo>
                  <a:lnTo>
                    <a:pt x="1717583" y="399951"/>
                  </a:lnTo>
                  <a:lnTo>
                    <a:pt x="1732263" y="386454"/>
                  </a:lnTo>
                  <a:lnTo>
                    <a:pt x="1746943" y="373894"/>
                  </a:lnTo>
                  <a:lnTo>
                    <a:pt x="1761623" y="357476"/>
                  </a:lnTo>
                  <a:lnTo>
                    <a:pt x="1776303" y="344632"/>
                  </a:lnTo>
                  <a:lnTo>
                    <a:pt x="1790984" y="331721"/>
                  </a:lnTo>
                  <a:lnTo>
                    <a:pt x="1805664" y="319326"/>
                  </a:lnTo>
                  <a:lnTo>
                    <a:pt x="1820344" y="306129"/>
                  </a:lnTo>
                  <a:lnTo>
                    <a:pt x="1835024" y="292398"/>
                  </a:lnTo>
                  <a:lnTo>
                    <a:pt x="1849704" y="279099"/>
                  </a:lnTo>
                  <a:lnTo>
                    <a:pt x="1864385" y="267157"/>
                  </a:lnTo>
                  <a:lnTo>
                    <a:pt x="1879065" y="255844"/>
                  </a:lnTo>
                  <a:lnTo>
                    <a:pt x="1893745" y="243597"/>
                  </a:lnTo>
                  <a:lnTo>
                    <a:pt x="1908425" y="231586"/>
                  </a:lnTo>
                  <a:lnTo>
                    <a:pt x="1923105" y="220162"/>
                  </a:lnTo>
                  <a:lnTo>
                    <a:pt x="1937786" y="209147"/>
                  </a:lnTo>
                  <a:lnTo>
                    <a:pt x="1952466" y="199219"/>
                  </a:lnTo>
                  <a:lnTo>
                    <a:pt x="1967146" y="189776"/>
                  </a:lnTo>
                  <a:lnTo>
                    <a:pt x="1981826" y="180541"/>
                  </a:lnTo>
                  <a:lnTo>
                    <a:pt x="1996506" y="170418"/>
                  </a:lnTo>
                  <a:lnTo>
                    <a:pt x="2011187" y="161434"/>
                  </a:lnTo>
                  <a:lnTo>
                    <a:pt x="2025867" y="154360"/>
                  </a:lnTo>
                  <a:lnTo>
                    <a:pt x="2040547" y="148158"/>
                  </a:lnTo>
                  <a:lnTo>
                    <a:pt x="2055227" y="142574"/>
                  </a:lnTo>
                  <a:lnTo>
                    <a:pt x="2069907" y="133813"/>
                  </a:lnTo>
                  <a:lnTo>
                    <a:pt x="2084587" y="125901"/>
                  </a:lnTo>
                  <a:lnTo>
                    <a:pt x="2099268" y="115786"/>
                  </a:lnTo>
                  <a:lnTo>
                    <a:pt x="2113948" y="105276"/>
                  </a:lnTo>
                  <a:lnTo>
                    <a:pt x="2128628" y="92439"/>
                  </a:lnTo>
                  <a:lnTo>
                    <a:pt x="2143308" y="80569"/>
                  </a:lnTo>
                  <a:lnTo>
                    <a:pt x="2157988" y="71861"/>
                  </a:lnTo>
                  <a:lnTo>
                    <a:pt x="2172669" y="57326"/>
                  </a:lnTo>
                  <a:lnTo>
                    <a:pt x="2187349" y="43464"/>
                  </a:lnTo>
                  <a:lnTo>
                    <a:pt x="2202029" y="30474"/>
                  </a:lnTo>
                  <a:lnTo>
                    <a:pt x="2216709" y="20247"/>
                  </a:lnTo>
                  <a:lnTo>
                    <a:pt x="2231389" y="11270"/>
                  </a:lnTo>
                  <a:lnTo>
                    <a:pt x="2246070" y="3292"/>
                  </a:lnTo>
                  <a:lnTo>
                    <a:pt x="2252361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8" name="pl46"/>
            <p:cNvSpPr/>
            <p:nvPr/>
          </p:nvSpPr>
          <p:spPr>
            <a:xfrm>
              <a:off x="5393896" y="1148133"/>
              <a:ext cx="2252361" cy="1666706"/>
            </a:xfrm>
            <a:custGeom>
              <a:avLst/>
              <a:pathLst>
                <a:path w="2252361" h="1666706">
                  <a:moveTo>
                    <a:pt x="2252361" y="0"/>
                  </a:moveTo>
                  <a:lnTo>
                    <a:pt x="2246070" y="952"/>
                  </a:lnTo>
                  <a:lnTo>
                    <a:pt x="2231389" y="7251"/>
                  </a:lnTo>
                  <a:lnTo>
                    <a:pt x="2216709" y="13205"/>
                  </a:lnTo>
                  <a:lnTo>
                    <a:pt x="2202029" y="17855"/>
                  </a:lnTo>
                  <a:lnTo>
                    <a:pt x="2187349" y="22451"/>
                  </a:lnTo>
                  <a:lnTo>
                    <a:pt x="2172669" y="26200"/>
                  </a:lnTo>
                  <a:lnTo>
                    <a:pt x="2157988" y="31562"/>
                  </a:lnTo>
                  <a:lnTo>
                    <a:pt x="2143308" y="37457"/>
                  </a:lnTo>
                  <a:lnTo>
                    <a:pt x="2128628" y="41972"/>
                  </a:lnTo>
                  <a:lnTo>
                    <a:pt x="2113948" y="51246"/>
                  </a:lnTo>
                  <a:lnTo>
                    <a:pt x="2099268" y="63448"/>
                  </a:lnTo>
                  <a:lnTo>
                    <a:pt x="2084587" y="75303"/>
                  </a:lnTo>
                  <a:lnTo>
                    <a:pt x="2069907" y="84479"/>
                  </a:lnTo>
                  <a:lnTo>
                    <a:pt x="2055227" y="91618"/>
                  </a:lnTo>
                  <a:lnTo>
                    <a:pt x="2040547" y="101805"/>
                  </a:lnTo>
                  <a:lnTo>
                    <a:pt x="2025867" y="111083"/>
                  </a:lnTo>
                  <a:lnTo>
                    <a:pt x="2011187" y="118888"/>
                  </a:lnTo>
                  <a:lnTo>
                    <a:pt x="1996506" y="126400"/>
                  </a:lnTo>
                  <a:lnTo>
                    <a:pt x="1981826" y="134406"/>
                  </a:lnTo>
                  <a:lnTo>
                    <a:pt x="1967146" y="141098"/>
                  </a:lnTo>
                  <a:lnTo>
                    <a:pt x="1952466" y="148377"/>
                  </a:lnTo>
                  <a:lnTo>
                    <a:pt x="1937786" y="155670"/>
                  </a:lnTo>
                  <a:lnTo>
                    <a:pt x="1923105" y="160259"/>
                  </a:lnTo>
                  <a:lnTo>
                    <a:pt x="1908425" y="167681"/>
                  </a:lnTo>
                  <a:lnTo>
                    <a:pt x="1893745" y="178102"/>
                  </a:lnTo>
                  <a:lnTo>
                    <a:pt x="1879065" y="187336"/>
                  </a:lnTo>
                  <a:lnTo>
                    <a:pt x="1864385" y="196717"/>
                  </a:lnTo>
                  <a:lnTo>
                    <a:pt x="1849704" y="207722"/>
                  </a:lnTo>
                  <a:lnTo>
                    <a:pt x="1835024" y="215950"/>
                  </a:lnTo>
                  <a:lnTo>
                    <a:pt x="1820344" y="229617"/>
                  </a:lnTo>
                  <a:lnTo>
                    <a:pt x="1805664" y="243674"/>
                  </a:lnTo>
                  <a:lnTo>
                    <a:pt x="1790984" y="258104"/>
                  </a:lnTo>
                  <a:lnTo>
                    <a:pt x="1776303" y="271246"/>
                  </a:lnTo>
                  <a:lnTo>
                    <a:pt x="1761623" y="285471"/>
                  </a:lnTo>
                  <a:lnTo>
                    <a:pt x="1746943" y="297563"/>
                  </a:lnTo>
                  <a:lnTo>
                    <a:pt x="1732263" y="309044"/>
                  </a:lnTo>
                  <a:lnTo>
                    <a:pt x="1717583" y="322700"/>
                  </a:lnTo>
                  <a:lnTo>
                    <a:pt x="1702902" y="337736"/>
                  </a:lnTo>
                  <a:lnTo>
                    <a:pt x="1688222" y="351242"/>
                  </a:lnTo>
                  <a:lnTo>
                    <a:pt x="1673542" y="367317"/>
                  </a:lnTo>
                  <a:lnTo>
                    <a:pt x="1658862" y="383566"/>
                  </a:lnTo>
                  <a:lnTo>
                    <a:pt x="1644182" y="399186"/>
                  </a:lnTo>
                  <a:lnTo>
                    <a:pt x="1629501" y="414776"/>
                  </a:lnTo>
                  <a:lnTo>
                    <a:pt x="1614821" y="430418"/>
                  </a:lnTo>
                  <a:lnTo>
                    <a:pt x="1600141" y="446093"/>
                  </a:lnTo>
                  <a:lnTo>
                    <a:pt x="1585461" y="461781"/>
                  </a:lnTo>
                  <a:lnTo>
                    <a:pt x="1570781" y="477465"/>
                  </a:lnTo>
                  <a:lnTo>
                    <a:pt x="1556100" y="495275"/>
                  </a:lnTo>
                  <a:lnTo>
                    <a:pt x="1541420" y="512122"/>
                  </a:lnTo>
                  <a:lnTo>
                    <a:pt x="1526740" y="529470"/>
                  </a:lnTo>
                  <a:lnTo>
                    <a:pt x="1512060" y="546959"/>
                  </a:lnTo>
                  <a:lnTo>
                    <a:pt x="1497380" y="564337"/>
                  </a:lnTo>
                  <a:lnTo>
                    <a:pt x="1482699" y="581562"/>
                  </a:lnTo>
                  <a:lnTo>
                    <a:pt x="1468019" y="599938"/>
                  </a:lnTo>
                  <a:lnTo>
                    <a:pt x="1453339" y="616231"/>
                  </a:lnTo>
                  <a:lnTo>
                    <a:pt x="1438659" y="631930"/>
                  </a:lnTo>
                  <a:lnTo>
                    <a:pt x="1423979" y="647480"/>
                  </a:lnTo>
                  <a:lnTo>
                    <a:pt x="1409298" y="661602"/>
                  </a:lnTo>
                  <a:lnTo>
                    <a:pt x="1394618" y="676841"/>
                  </a:lnTo>
                  <a:lnTo>
                    <a:pt x="1379938" y="692536"/>
                  </a:lnTo>
                  <a:lnTo>
                    <a:pt x="1365258" y="707863"/>
                  </a:lnTo>
                  <a:lnTo>
                    <a:pt x="1350578" y="722854"/>
                  </a:lnTo>
                  <a:lnTo>
                    <a:pt x="1335897" y="737543"/>
                  </a:lnTo>
                  <a:lnTo>
                    <a:pt x="1321217" y="751961"/>
                  </a:lnTo>
                  <a:lnTo>
                    <a:pt x="1306537" y="767443"/>
                  </a:lnTo>
                  <a:lnTo>
                    <a:pt x="1291857" y="781294"/>
                  </a:lnTo>
                  <a:lnTo>
                    <a:pt x="1277177" y="796393"/>
                  </a:lnTo>
                  <a:lnTo>
                    <a:pt x="1262496" y="812483"/>
                  </a:lnTo>
                  <a:lnTo>
                    <a:pt x="1247816" y="826079"/>
                  </a:lnTo>
                  <a:lnTo>
                    <a:pt x="1233136" y="839299"/>
                  </a:lnTo>
                  <a:lnTo>
                    <a:pt x="1218456" y="853354"/>
                  </a:lnTo>
                  <a:lnTo>
                    <a:pt x="1203776" y="867921"/>
                  </a:lnTo>
                  <a:lnTo>
                    <a:pt x="1189095" y="882403"/>
                  </a:lnTo>
                  <a:lnTo>
                    <a:pt x="1174415" y="896804"/>
                  </a:lnTo>
                  <a:lnTo>
                    <a:pt x="1159735" y="911126"/>
                  </a:lnTo>
                  <a:lnTo>
                    <a:pt x="1145055" y="925367"/>
                  </a:lnTo>
                  <a:lnTo>
                    <a:pt x="1130375" y="939520"/>
                  </a:lnTo>
                  <a:lnTo>
                    <a:pt x="1115694" y="953217"/>
                  </a:lnTo>
                  <a:lnTo>
                    <a:pt x="1101014" y="967221"/>
                  </a:lnTo>
                  <a:lnTo>
                    <a:pt x="1086334" y="981113"/>
                  </a:lnTo>
                  <a:lnTo>
                    <a:pt x="1071654" y="994915"/>
                  </a:lnTo>
                  <a:lnTo>
                    <a:pt x="1056974" y="1008898"/>
                  </a:lnTo>
                  <a:lnTo>
                    <a:pt x="1042293" y="1022905"/>
                  </a:lnTo>
                  <a:lnTo>
                    <a:pt x="1027613" y="1036764"/>
                  </a:lnTo>
                  <a:lnTo>
                    <a:pt x="1012933" y="1050461"/>
                  </a:lnTo>
                  <a:lnTo>
                    <a:pt x="998253" y="1064153"/>
                  </a:lnTo>
                  <a:lnTo>
                    <a:pt x="983573" y="1077870"/>
                  </a:lnTo>
                  <a:lnTo>
                    <a:pt x="968893" y="1091222"/>
                  </a:lnTo>
                  <a:lnTo>
                    <a:pt x="954212" y="1103412"/>
                  </a:lnTo>
                  <a:lnTo>
                    <a:pt x="939532" y="1116108"/>
                  </a:lnTo>
                  <a:lnTo>
                    <a:pt x="924852" y="1129272"/>
                  </a:lnTo>
                  <a:lnTo>
                    <a:pt x="910172" y="1142183"/>
                  </a:lnTo>
                  <a:lnTo>
                    <a:pt x="895492" y="1154816"/>
                  </a:lnTo>
                  <a:lnTo>
                    <a:pt x="880811" y="1166718"/>
                  </a:lnTo>
                  <a:lnTo>
                    <a:pt x="866131" y="1178197"/>
                  </a:lnTo>
                  <a:lnTo>
                    <a:pt x="851451" y="1189387"/>
                  </a:lnTo>
                  <a:lnTo>
                    <a:pt x="836771" y="1200676"/>
                  </a:lnTo>
                  <a:lnTo>
                    <a:pt x="822091" y="1212138"/>
                  </a:lnTo>
                  <a:lnTo>
                    <a:pt x="807410" y="1223352"/>
                  </a:lnTo>
                  <a:lnTo>
                    <a:pt x="792730" y="1234689"/>
                  </a:lnTo>
                  <a:lnTo>
                    <a:pt x="778050" y="1245216"/>
                  </a:lnTo>
                  <a:lnTo>
                    <a:pt x="763370" y="1256050"/>
                  </a:lnTo>
                  <a:lnTo>
                    <a:pt x="748690" y="1267485"/>
                  </a:lnTo>
                  <a:lnTo>
                    <a:pt x="734009" y="1278881"/>
                  </a:lnTo>
                  <a:lnTo>
                    <a:pt x="719329" y="1290238"/>
                  </a:lnTo>
                  <a:lnTo>
                    <a:pt x="704649" y="1301557"/>
                  </a:lnTo>
                  <a:lnTo>
                    <a:pt x="689969" y="1312839"/>
                  </a:lnTo>
                  <a:lnTo>
                    <a:pt x="675289" y="1323353"/>
                  </a:lnTo>
                  <a:lnTo>
                    <a:pt x="660608" y="1333558"/>
                  </a:lnTo>
                  <a:lnTo>
                    <a:pt x="645928" y="1343732"/>
                  </a:lnTo>
                  <a:lnTo>
                    <a:pt x="631248" y="1353783"/>
                  </a:lnTo>
                  <a:lnTo>
                    <a:pt x="616568" y="1363400"/>
                  </a:lnTo>
                  <a:lnTo>
                    <a:pt x="601888" y="1372791"/>
                  </a:lnTo>
                  <a:lnTo>
                    <a:pt x="587207" y="1381951"/>
                  </a:lnTo>
                  <a:lnTo>
                    <a:pt x="572527" y="1390875"/>
                  </a:lnTo>
                  <a:lnTo>
                    <a:pt x="557847" y="1401759"/>
                  </a:lnTo>
                  <a:lnTo>
                    <a:pt x="543167" y="1413617"/>
                  </a:lnTo>
                  <a:lnTo>
                    <a:pt x="528487" y="1425514"/>
                  </a:lnTo>
                  <a:lnTo>
                    <a:pt x="513806" y="1436049"/>
                  </a:lnTo>
                  <a:lnTo>
                    <a:pt x="499126" y="1446957"/>
                  </a:lnTo>
                  <a:lnTo>
                    <a:pt x="484446" y="1458850"/>
                  </a:lnTo>
                  <a:lnTo>
                    <a:pt x="469766" y="1471016"/>
                  </a:lnTo>
                  <a:lnTo>
                    <a:pt x="455086" y="1483109"/>
                  </a:lnTo>
                  <a:lnTo>
                    <a:pt x="440405" y="1495081"/>
                  </a:lnTo>
                  <a:lnTo>
                    <a:pt x="425725" y="1506588"/>
                  </a:lnTo>
                  <a:lnTo>
                    <a:pt x="411045" y="1517382"/>
                  </a:lnTo>
                  <a:lnTo>
                    <a:pt x="396365" y="1527886"/>
                  </a:lnTo>
                  <a:lnTo>
                    <a:pt x="381685" y="1538982"/>
                  </a:lnTo>
                  <a:lnTo>
                    <a:pt x="367004" y="1549950"/>
                  </a:lnTo>
                  <a:lnTo>
                    <a:pt x="352324" y="1560607"/>
                  </a:lnTo>
                  <a:lnTo>
                    <a:pt x="337644" y="1570915"/>
                  </a:lnTo>
                  <a:lnTo>
                    <a:pt x="322964" y="1580834"/>
                  </a:lnTo>
                  <a:lnTo>
                    <a:pt x="308284" y="1589755"/>
                  </a:lnTo>
                  <a:lnTo>
                    <a:pt x="293603" y="1597971"/>
                  </a:lnTo>
                  <a:lnTo>
                    <a:pt x="278923" y="1607874"/>
                  </a:lnTo>
                  <a:lnTo>
                    <a:pt x="264243" y="1617341"/>
                  </a:lnTo>
                  <a:lnTo>
                    <a:pt x="249563" y="1627916"/>
                  </a:lnTo>
                  <a:lnTo>
                    <a:pt x="234883" y="1636805"/>
                  </a:lnTo>
                  <a:lnTo>
                    <a:pt x="220202" y="1644834"/>
                  </a:lnTo>
                  <a:lnTo>
                    <a:pt x="205522" y="1650060"/>
                  </a:lnTo>
                  <a:lnTo>
                    <a:pt x="190842" y="1656614"/>
                  </a:lnTo>
                  <a:lnTo>
                    <a:pt x="176162" y="1661816"/>
                  </a:lnTo>
                  <a:lnTo>
                    <a:pt x="161482" y="1665477"/>
                  </a:lnTo>
                  <a:lnTo>
                    <a:pt x="146801" y="1666706"/>
                  </a:lnTo>
                  <a:lnTo>
                    <a:pt x="132121" y="1664605"/>
                  </a:lnTo>
                  <a:lnTo>
                    <a:pt x="117441" y="1663524"/>
                  </a:lnTo>
                  <a:lnTo>
                    <a:pt x="102761" y="1660969"/>
                  </a:lnTo>
                  <a:lnTo>
                    <a:pt x="88081" y="1654117"/>
                  </a:lnTo>
                  <a:lnTo>
                    <a:pt x="73400" y="1647771"/>
                  </a:lnTo>
                  <a:lnTo>
                    <a:pt x="58720" y="1636197"/>
                  </a:lnTo>
                  <a:lnTo>
                    <a:pt x="44040" y="1626038"/>
                  </a:lnTo>
                  <a:lnTo>
                    <a:pt x="29360" y="1613877"/>
                  </a:lnTo>
                  <a:lnTo>
                    <a:pt x="14680" y="1602092"/>
                  </a:lnTo>
                  <a:lnTo>
                    <a:pt x="0" y="158480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9" name="pl47"/>
            <p:cNvSpPr/>
            <p:nvPr/>
          </p:nvSpPr>
          <p:spPr>
            <a:xfrm>
              <a:off x="5393896" y="1083794"/>
              <a:ext cx="2252361" cy="1692559"/>
            </a:xfrm>
            <a:custGeom>
              <a:avLst/>
              <a:pathLst>
                <a:path w="2252361" h="1692559">
                  <a:moveTo>
                    <a:pt x="0" y="1583661"/>
                  </a:moveTo>
                  <a:lnTo>
                    <a:pt x="14680" y="1606468"/>
                  </a:lnTo>
                  <a:lnTo>
                    <a:pt x="29360" y="1626223"/>
                  </a:lnTo>
                  <a:lnTo>
                    <a:pt x="44040" y="1643076"/>
                  </a:lnTo>
                  <a:lnTo>
                    <a:pt x="58720" y="1657181"/>
                  </a:lnTo>
                  <a:lnTo>
                    <a:pt x="73400" y="1668688"/>
                  </a:lnTo>
                  <a:lnTo>
                    <a:pt x="88081" y="1677748"/>
                  </a:lnTo>
                  <a:lnTo>
                    <a:pt x="102761" y="1684514"/>
                  </a:lnTo>
                  <a:lnTo>
                    <a:pt x="117441" y="1689137"/>
                  </a:lnTo>
                  <a:lnTo>
                    <a:pt x="132121" y="1691768"/>
                  </a:lnTo>
                  <a:lnTo>
                    <a:pt x="146801" y="1692559"/>
                  </a:lnTo>
                  <a:lnTo>
                    <a:pt x="161482" y="1691662"/>
                  </a:lnTo>
                  <a:lnTo>
                    <a:pt x="176162" y="1689228"/>
                  </a:lnTo>
                  <a:lnTo>
                    <a:pt x="190842" y="1685408"/>
                  </a:lnTo>
                  <a:lnTo>
                    <a:pt x="205522" y="1680355"/>
                  </a:lnTo>
                  <a:lnTo>
                    <a:pt x="220202" y="1674219"/>
                  </a:lnTo>
                  <a:lnTo>
                    <a:pt x="234883" y="1667153"/>
                  </a:lnTo>
                  <a:lnTo>
                    <a:pt x="249563" y="1659307"/>
                  </a:lnTo>
                  <a:lnTo>
                    <a:pt x="264243" y="1650834"/>
                  </a:lnTo>
                  <a:lnTo>
                    <a:pt x="278923" y="1641884"/>
                  </a:lnTo>
                  <a:lnTo>
                    <a:pt x="293603" y="1632610"/>
                  </a:lnTo>
                  <a:lnTo>
                    <a:pt x="308284" y="1623132"/>
                  </a:lnTo>
                  <a:lnTo>
                    <a:pt x="322964" y="1613478"/>
                  </a:lnTo>
                  <a:lnTo>
                    <a:pt x="337644" y="1603663"/>
                  </a:lnTo>
                  <a:lnTo>
                    <a:pt x="352324" y="1593701"/>
                  </a:lnTo>
                  <a:lnTo>
                    <a:pt x="367004" y="1583604"/>
                  </a:lnTo>
                  <a:lnTo>
                    <a:pt x="381685" y="1573386"/>
                  </a:lnTo>
                  <a:lnTo>
                    <a:pt x="396365" y="1563060"/>
                  </a:lnTo>
                  <a:lnTo>
                    <a:pt x="411045" y="1552641"/>
                  </a:lnTo>
                  <a:lnTo>
                    <a:pt x="425725" y="1542142"/>
                  </a:lnTo>
                  <a:lnTo>
                    <a:pt x="440405" y="1531576"/>
                  </a:lnTo>
                  <a:lnTo>
                    <a:pt x="455086" y="1520957"/>
                  </a:lnTo>
                  <a:lnTo>
                    <a:pt x="469766" y="1510297"/>
                  </a:lnTo>
                  <a:lnTo>
                    <a:pt x="484446" y="1499612"/>
                  </a:lnTo>
                  <a:lnTo>
                    <a:pt x="499126" y="1488914"/>
                  </a:lnTo>
                  <a:lnTo>
                    <a:pt x="513806" y="1478216"/>
                  </a:lnTo>
                  <a:lnTo>
                    <a:pt x="528487" y="1467533"/>
                  </a:lnTo>
                  <a:lnTo>
                    <a:pt x="543167" y="1456878"/>
                  </a:lnTo>
                  <a:lnTo>
                    <a:pt x="557847" y="1446263"/>
                  </a:lnTo>
                  <a:lnTo>
                    <a:pt x="572527" y="1435704"/>
                  </a:lnTo>
                  <a:lnTo>
                    <a:pt x="587207" y="1425213"/>
                  </a:lnTo>
                  <a:lnTo>
                    <a:pt x="601888" y="1414794"/>
                  </a:lnTo>
                  <a:lnTo>
                    <a:pt x="616568" y="1404435"/>
                  </a:lnTo>
                  <a:lnTo>
                    <a:pt x="631248" y="1394119"/>
                  </a:lnTo>
                  <a:lnTo>
                    <a:pt x="645928" y="1383829"/>
                  </a:lnTo>
                  <a:lnTo>
                    <a:pt x="660608" y="1373550"/>
                  </a:lnTo>
                  <a:lnTo>
                    <a:pt x="675289" y="1363266"/>
                  </a:lnTo>
                  <a:lnTo>
                    <a:pt x="689969" y="1352960"/>
                  </a:lnTo>
                  <a:lnTo>
                    <a:pt x="704649" y="1342616"/>
                  </a:lnTo>
                  <a:lnTo>
                    <a:pt x="719329" y="1332219"/>
                  </a:lnTo>
                  <a:lnTo>
                    <a:pt x="734009" y="1321751"/>
                  </a:lnTo>
                  <a:lnTo>
                    <a:pt x="748690" y="1311197"/>
                  </a:lnTo>
                  <a:lnTo>
                    <a:pt x="763370" y="1300540"/>
                  </a:lnTo>
                  <a:lnTo>
                    <a:pt x="778050" y="1289766"/>
                  </a:lnTo>
                  <a:lnTo>
                    <a:pt x="792730" y="1278856"/>
                  </a:lnTo>
                  <a:lnTo>
                    <a:pt x="807410" y="1267796"/>
                  </a:lnTo>
                  <a:lnTo>
                    <a:pt x="822091" y="1256569"/>
                  </a:lnTo>
                  <a:lnTo>
                    <a:pt x="836771" y="1245159"/>
                  </a:lnTo>
                  <a:lnTo>
                    <a:pt x="851451" y="1233549"/>
                  </a:lnTo>
                  <a:lnTo>
                    <a:pt x="866131" y="1221725"/>
                  </a:lnTo>
                  <a:lnTo>
                    <a:pt x="880811" y="1209669"/>
                  </a:lnTo>
                  <a:lnTo>
                    <a:pt x="895492" y="1197377"/>
                  </a:lnTo>
                  <a:lnTo>
                    <a:pt x="910172" y="1184860"/>
                  </a:lnTo>
                  <a:lnTo>
                    <a:pt x="924852" y="1172132"/>
                  </a:lnTo>
                  <a:lnTo>
                    <a:pt x="939532" y="1159206"/>
                  </a:lnTo>
                  <a:lnTo>
                    <a:pt x="954212" y="1146096"/>
                  </a:lnTo>
                  <a:lnTo>
                    <a:pt x="968893" y="1132815"/>
                  </a:lnTo>
                  <a:lnTo>
                    <a:pt x="983573" y="1119375"/>
                  </a:lnTo>
                  <a:lnTo>
                    <a:pt x="998253" y="1105791"/>
                  </a:lnTo>
                  <a:lnTo>
                    <a:pt x="1012933" y="1092076"/>
                  </a:lnTo>
                  <a:lnTo>
                    <a:pt x="1027613" y="1078243"/>
                  </a:lnTo>
                  <a:lnTo>
                    <a:pt x="1042293" y="1064305"/>
                  </a:lnTo>
                  <a:lnTo>
                    <a:pt x="1056974" y="1050275"/>
                  </a:lnTo>
                  <a:lnTo>
                    <a:pt x="1071654" y="1036168"/>
                  </a:lnTo>
                  <a:lnTo>
                    <a:pt x="1086334" y="1021996"/>
                  </a:lnTo>
                  <a:lnTo>
                    <a:pt x="1101014" y="1007772"/>
                  </a:lnTo>
                  <a:lnTo>
                    <a:pt x="1115694" y="993511"/>
                  </a:lnTo>
                  <a:lnTo>
                    <a:pt x="1130375" y="979224"/>
                  </a:lnTo>
                  <a:lnTo>
                    <a:pt x="1145055" y="964927"/>
                  </a:lnTo>
                  <a:lnTo>
                    <a:pt x="1159735" y="950631"/>
                  </a:lnTo>
                  <a:lnTo>
                    <a:pt x="1174415" y="936349"/>
                  </a:lnTo>
                  <a:lnTo>
                    <a:pt x="1189095" y="922084"/>
                  </a:lnTo>
                  <a:lnTo>
                    <a:pt x="1203776" y="907820"/>
                  </a:lnTo>
                  <a:lnTo>
                    <a:pt x="1218456" y="893544"/>
                  </a:lnTo>
                  <a:lnTo>
                    <a:pt x="1233136" y="879242"/>
                  </a:lnTo>
                  <a:lnTo>
                    <a:pt x="1247816" y="864899"/>
                  </a:lnTo>
                  <a:lnTo>
                    <a:pt x="1262496" y="850501"/>
                  </a:lnTo>
                  <a:lnTo>
                    <a:pt x="1277177" y="836035"/>
                  </a:lnTo>
                  <a:lnTo>
                    <a:pt x="1291857" y="821486"/>
                  </a:lnTo>
                  <a:lnTo>
                    <a:pt x="1306537" y="806839"/>
                  </a:lnTo>
                  <a:lnTo>
                    <a:pt x="1321217" y="792081"/>
                  </a:lnTo>
                  <a:lnTo>
                    <a:pt x="1335897" y="777197"/>
                  </a:lnTo>
                  <a:lnTo>
                    <a:pt x="1350578" y="762174"/>
                  </a:lnTo>
                  <a:lnTo>
                    <a:pt x="1365258" y="746996"/>
                  </a:lnTo>
                  <a:lnTo>
                    <a:pt x="1379938" y="731650"/>
                  </a:lnTo>
                  <a:lnTo>
                    <a:pt x="1394618" y="716122"/>
                  </a:lnTo>
                  <a:lnTo>
                    <a:pt x="1409298" y="700397"/>
                  </a:lnTo>
                  <a:lnTo>
                    <a:pt x="1423979" y="684462"/>
                  </a:lnTo>
                  <a:lnTo>
                    <a:pt x="1438659" y="668301"/>
                  </a:lnTo>
                  <a:lnTo>
                    <a:pt x="1453339" y="651902"/>
                  </a:lnTo>
                  <a:lnTo>
                    <a:pt x="1468019" y="635250"/>
                  </a:lnTo>
                  <a:lnTo>
                    <a:pt x="1482699" y="618362"/>
                  </a:lnTo>
                  <a:lnTo>
                    <a:pt x="1497380" y="601277"/>
                  </a:lnTo>
                  <a:lnTo>
                    <a:pt x="1512060" y="584033"/>
                  </a:lnTo>
                  <a:lnTo>
                    <a:pt x="1526740" y="566672"/>
                  </a:lnTo>
                  <a:lnTo>
                    <a:pt x="1541420" y="549233"/>
                  </a:lnTo>
                  <a:lnTo>
                    <a:pt x="1556100" y="531755"/>
                  </a:lnTo>
                  <a:lnTo>
                    <a:pt x="1570781" y="514279"/>
                  </a:lnTo>
                  <a:lnTo>
                    <a:pt x="1585461" y="496845"/>
                  </a:lnTo>
                  <a:lnTo>
                    <a:pt x="1600141" y="479492"/>
                  </a:lnTo>
                  <a:lnTo>
                    <a:pt x="1614821" y="462260"/>
                  </a:lnTo>
                  <a:lnTo>
                    <a:pt x="1629501" y="445189"/>
                  </a:lnTo>
                  <a:lnTo>
                    <a:pt x="1644182" y="428320"/>
                  </a:lnTo>
                  <a:lnTo>
                    <a:pt x="1658862" y="411691"/>
                  </a:lnTo>
                  <a:lnTo>
                    <a:pt x="1673542" y="395343"/>
                  </a:lnTo>
                  <a:lnTo>
                    <a:pt x="1688222" y="379315"/>
                  </a:lnTo>
                  <a:lnTo>
                    <a:pt x="1702902" y="363648"/>
                  </a:lnTo>
                  <a:lnTo>
                    <a:pt x="1717583" y="348381"/>
                  </a:lnTo>
                  <a:lnTo>
                    <a:pt x="1732263" y="333554"/>
                  </a:lnTo>
                  <a:lnTo>
                    <a:pt x="1746943" y="319207"/>
                  </a:lnTo>
                  <a:lnTo>
                    <a:pt x="1761623" y="305376"/>
                  </a:lnTo>
                  <a:lnTo>
                    <a:pt x="1776303" y="292061"/>
                  </a:lnTo>
                  <a:lnTo>
                    <a:pt x="1790984" y="279233"/>
                  </a:lnTo>
                  <a:lnTo>
                    <a:pt x="1805664" y="266867"/>
                  </a:lnTo>
                  <a:lnTo>
                    <a:pt x="1820344" y="254936"/>
                  </a:lnTo>
                  <a:lnTo>
                    <a:pt x="1835024" y="243412"/>
                  </a:lnTo>
                  <a:lnTo>
                    <a:pt x="1849704" y="232268"/>
                  </a:lnTo>
                  <a:lnTo>
                    <a:pt x="1864385" y="221479"/>
                  </a:lnTo>
                  <a:lnTo>
                    <a:pt x="1879065" y="211016"/>
                  </a:lnTo>
                  <a:lnTo>
                    <a:pt x="1893745" y="200853"/>
                  </a:lnTo>
                  <a:lnTo>
                    <a:pt x="1908425" y="190964"/>
                  </a:lnTo>
                  <a:lnTo>
                    <a:pt x="1923105" y="181321"/>
                  </a:lnTo>
                  <a:lnTo>
                    <a:pt x="1937786" y="171897"/>
                  </a:lnTo>
                  <a:lnTo>
                    <a:pt x="1952466" y="162665"/>
                  </a:lnTo>
                  <a:lnTo>
                    <a:pt x="1967146" y="153599"/>
                  </a:lnTo>
                  <a:lnTo>
                    <a:pt x="1981826" y="144671"/>
                  </a:lnTo>
                  <a:lnTo>
                    <a:pt x="1996506" y="135855"/>
                  </a:lnTo>
                  <a:lnTo>
                    <a:pt x="2011187" y="127124"/>
                  </a:lnTo>
                  <a:lnTo>
                    <a:pt x="2025867" y="118451"/>
                  </a:lnTo>
                  <a:lnTo>
                    <a:pt x="2040547" y="109809"/>
                  </a:lnTo>
                  <a:lnTo>
                    <a:pt x="2055227" y="101175"/>
                  </a:lnTo>
                  <a:lnTo>
                    <a:pt x="2069907" y="92565"/>
                  </a:lnTo>
                  <a:lnTo>
                    <a:pt x="2084587" y="84007"/>
                  </a:lnTo>
                  <a:lnTo>
                    <a:pt x="2099268" y="75535"/>
                  </a:lnTo>
                  <a:lnTo>
                    <a:pt x="2113948" y="67178"/>
                  </a:lnTo>
                  <a:lnTo>
                    <a:pt x="2128628" y="58969"/>
                  </a:lnTo>
                  <a:lnTo>
                    <a:pt x="2143308" y="50939"/>
                  </a:lnTo>
                  <a:lnTo>
                    <a:pt x="2157988" y="43118"/>
                  </a:lnTo>
                  <a:lnTo>
                    <a:pt x="2172669" y="35538"/>
                  </a:lnTo>
                  <a:lnTo>
                    <a:pt x="2187349" y="28231"/>
                  </a:lnTo>
                  <a:lnTo>
                    <a:pt x="2202029" y="21227"/>
                  </a:lnTo>
                  <a:lnTo>
                    <a:pt x="2216709" y="14557"/>
                  </a:lnTo>
                  <a:lnTo>
                    <a:pt x="2231389" y="8254"/>
                  </a:lnTo>
                  <a:lnTo>
                    <a:pt x="2246070" y="2347"/>
                  </a:lnTo>
                  <a:lnTo>
                    <a:pt x="2252361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48"/>
            <p:cNvSpPr/>
            <p:nvPr/>
          </p:nvSpPr>
          <p:spPr>
            <a:xfrm>
              <a:off x="4971578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tx49"/>
            <p:cNvSpPr/>
            <p:nvPr/>
          </p:nvSpPr>
          <p:spPr>
            <a:xfrm>
              <a:off x="4734676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2" name="tx50"/>
            <p:cNvSpPr/>
            <p:nvPr/>
          </p:nvSpPr>
          <p:spPr>
            <a:xfrm>
              <a:off x="4734676" y="272269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3" name="tx51"/>
            <p:cNvSpPr/>
            <p:nvPr/>
          </p:nvSpPr>
          <p:spPr>
            <a:xfrm>
              <a:off x="4734676" y="238790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4" name="tx52"/>
            <p:cNvSpPr/>
            <p:nvPr/>
          </p:nvSpPr>
          <p:spPr>
            <a:xfrm>
              <a:off x="4734676" y="2054294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5" name="tx53"/>
            <p:cNvSpPr/>
            <p:nvPr/>
          </p:nvSpPr>
          <p:spPr>
            <a:xfrm>
              <a:off x="4734676" y="172006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46" name="tx54"/>
            <p:cNvSpPr/>
            <p:nvPr/>
          </p:nvSpPr>
          <p:spPr>
            <a:xfrm>
              <a:off x="4734676" y="138360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47" name="tx55"/>
            <p:cNvSpPr/>
            <p:nvPr/>
          </p:nvSpPr>
          <p:spPr>
            <a:xfrm>
              <a:off x="4734676" y="104875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48" name="tx56"/>
            <p:cNvSpPr/>
            <p:nvPr/>
          </p:nvSpPr>
          <p:spPr>
            <a:xfrm>
              <a:off x="4734676" y="713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49" name="pl57"/>
            <p:cNvSpPr/>
            <p:nvPr/>
          </p:nvSpPr>
          <p:spPr>
            <a:xfrm>
              <a:off x="4895663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58"/>
            <p:cNvSpPr/>
            <p:nvPr/>
          </p:nvSpPr>
          <p:spPr>
            <a:xfrm>
              <a:off x="4895663" y="27641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59"/>
            <p:cNvSpPr/>
            <p:nvPr/>
          </p:nvSpPr>
          <p:spPr>
            <a:xfrm>
              <a:off x="4895663" y="242932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60"/>
            <p:cNvSpPr/>
            <p:nvPr/>
          </p:nvSpPr>
          <p:spPr>
            <a:xfrm>
              <a:off x="4895663" y="209454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61"/>
            <p:cNvSpPr/>
            <p:nvPr/>
          </p:nvSpPr>
          <p:spPr>
            <a:xfrm>
              <a:off x="4895663" y="175975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62"/>
            <p:cNvSpPr/>
            <p:nvPr/>
          </p:nvSpPr>
          <p:spPr>
            <a:xfrm>
              <a:off x="4895663" y="142496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3"/>
            <p:cNvSpPr/>
            <p:nvPr/>
          </p:nvSpPr>
          <p:spPr>
            <a:xfrm>
              <a:off x="4895663" y="10901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4"/>
            <p:cNvSpPr/>
            <p:nvPr/>
          </p:nvSpPr>
          <p:spPr>
            <a:xfrm>
              <a:off x="4895663" y="75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5"/>
            <p:cNvSpPr/>
            <p:nvPr/>
          </p:nvSpPr>
          <p:spPr>
            <a:xfrm>
              <a:off x="4971578" y="3098903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6"/>
            <p:cNvSpPr/>
            <p:nvPr/>
          </p:nvSpPr>
          <p:spPr>
            <a:xfrm>
              <a:off x="530004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7"/>
            <p:cNvSpPr/>
            <p:nvPr/>
          </p:nvSpPr>
          <p:spPr>
            <a:xfrm>
              <a:off x="576929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8"/>
            <p:cNvSpPr/>
            <p:nvPr/>
          </p:nvSpPr>
          <p:spPr>
            <a:xfrm>
              <a:off x="6238532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9"/>
            <p:cNvSpPr/>
            <p:nvPr/>
          </p:nvSpPr>
          <p:spPr>
            <a:xfrm>
              <a:off x="670777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70"/>
            <p:cNvSpPr/>
            <p:nvPr/>
          </p:nvSpPr>
          <p:spPr>
            <a:xfrm>
              <a:off x="7177016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71"/>
            <p:cNvSpPr/>
            <p:nvPr/>
          </p:nvSpPr>
          <p:spPr>
            <a:xfrm>
              <a:off x="7646258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tx72"/>
            <p:cNvSpPr/>
            <p:nvPr/>
          </p:nvSpPr>
          <p:spPr>
            <a:xfrm>
              <a:off x="5232207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165" name="tx73"/>
            <p:cNvSpPr/>
            <p:nvPr/>
          </p:nvSpPr>
          <p:spPr>
            <a:xfrm>
              <a:off x="5701449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166" name="tx74"/>
            <p:cNvSpPr/>
            <p:nvPr/>
          </p:nvSpPr>
          <p:spPr>
            <a:xfrm>
              <a:off x="6170691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67" name="tx75"/>
            <p:cNvSpPr/>
            <p:nvPr/>
          </p:nvSpPr>
          <p:spPr>
            <a:xfrm>
              <a:off x="6639933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168" name="tx76"/>
            <p:cNvSpPr/>
            <p:nvPr/>
          </p:nvSpPr>
          <p:spPr>
            <a:xfrm>
              <a:off x="7109175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69" name="tx77"/>
            <p:cNvSpPr/>
            <p:nvPr/>
          </p:nvSpPr>
          <p:spPr>
            <a:xfrm>
              <a:off x="7578417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170" name="tx78"/>
            <p:cNvSpPr/>
            <p:nvPr/>
          </p:nvSpPr>
          <p:spPr>
            <a:xfrm>
              <a:off x="5557604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171" name="tx79"/>
            <p:cNvSpPr/>
            <p:nvPr/>
          </p:nvSpPr>
          <p:spPr>
            <a:xfrm>
              <a:off x="6179036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2" name="tx80"/>
            <p:cNvSpPr/>
            <p:nvPr/>
          </p:nvSpPr>
          <p:spPr>
            <a:xfrm>
              <a:off x="6217136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73" name="tx81"/>
            <p:cNvSpPr/>
            <p:nvPr/>
          </p:nvSpPr>
          <p:spPr>
            <a:xfrm>
              <a:off x="6322655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74" name="tx82"/>
            <p:cNvSpPr/>
            <p:nvPr/>
          </p:nvSpPr>
          <p:spPr>
            <a:xfrm>
              <a:off x="6434276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75" name="tx83"/>
            <p:cNvSpPr/>
            <p:nvPr/>
          </p:nvSpPr>
          <p:spPr>
            <a:xfrm>
              <a:off x="6491262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6" name="tx84"/>
            <p:cNvSpPr/>
            <p:nvPr/>
          </p:nvSpPr>
          <p:spPr>
            <a:xfrm>
              <a:off x="6529362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177" name="tx85"/>
            <p:cNvSpPr/>
            <p:nvPr/>
          </p:nvSpPr>
          <p:spPr>
            <a:xfrm rot="-5400000">
              <a:off x="4414728" y="2200610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78" name="tx86"/>
            <p:cNvSpPr/>
            <p:nvPr/>
          </p:nvSpPr>
          <p:spPr>
            <a:xfrm rot="-5400000">
              <a:off x="4627887" y="2077939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9" name="tx87"/>
            <p:cNvSpPr/>
            <p:nvPr/>
          </p:nvSpPr>
          <p:spPr>
            <a:xfrm rot="-5400000">
              <a:off x="4552394" y="1964346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0" name="tx88"/>
            <p:cNvSpPr/>
            <p:nvPr/>
          </p:nvSpPr>
          <p:spPr>
            <a:xfrm rot="-5400000">
              <a:off x="4569435" y="1895141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1" name="tx89"/>
            <p:cNvSpPr/>
            <p:nvPr/>
          </p:nvSpPr>
          <p:spPr>
            <a:xfrm rot="-5400000">
              <a:off x="4577769" y="182348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2" name="tx90"/>
            <p:cNvSpPr/>
            <p:nvPr/>
          </p:nvSpPr>
          <p:spPr>
            <a:xfrm rot="-5400000">
              <a:off x="4539706" y="173615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3" name="tx91"/>
            <p:cNvSpPr/>
            <p:nvPr/>
          </p:nvSpPr>
          <p:spPr>
            <a:xfrm rot="-5400000">
              <a:off x="4609380" y="166884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4" name="tx92"/>
            <p:cNvSpPr/>
            <p:nvPr/>
          </p:nvSpPr>
          <p:spPr>
            <a:xfrm rot="-5400000">
              <a:off x="4627887" y="165572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3"/>
            <p:cNvSpPr/>
            <p:nvPr/>
          </p:nvSpPr>
          <p:spPr>
            <a:xfrm rot="-5400000">
              <a:off x="4475673" y="146541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86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87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5"/>
            <p:cNvSpPr/>
            <p:nvPr/>
          </p:nvSpPr>
          <p:spPr>
            <a:xfrm>
              <a:off x="8374682" y="755389"/>
              <a:ext cx="2676167" cy="234351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6"/>
            <p:cNvSpPr/>
            <p:nvPr/>
          </p:nvSpPr>
          <p:spPr>
            <a:xfrm>
              <a:off x="8703334" y="3071447"/>
              <a:ext cx="97813" cy="2745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7"/>
            <p:cNvSpPr/>
            <p:nvPr/>
          </p:nvSpPr>
          <p:spPr>
            <a:xfrm>
              <a:off x="8801148" y="3070412"/>
              <a:ext cx="97813" cy="2849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8"/>
            <p:cNvSpPr/>
            <p:nvPr/>
          </p:nvSpPr>
          <p:spPr>
            <a:xfrm>
              <a:off x="8898961" y="3050537"/>
              <a:ext cx="97813" cy="483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9"/>
            <p:cNvSpPr/>
            <p:nvPr/>
          </p:nvSpPr>
          <p:spPr>
            <a:xfrm>
              <a:off x="8996774" y="3025480"/>
              <a:ext cx="97813" cy="734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rc10"/>
            <p:cNvSpPr/>
            <p:nvPr/>
          </p:nvSpPr>
          <p:spPr>
            <a:xfrm>
              <a:off x="9094587" y="2991806"/>
              <a:ext cx="97813" cy="1070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rc11"/>
            <p:cNvSpPr/>
            <p:nvPr/>
          </p:nvSpPr>
          <p:spPr>
            <a:xfrm>
              <a:off x="9192400" y="2951213"/>
              <a:ext cx="97813" cy="1476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rc12"/>
            <p:cNvSpPr/>
            <p:nvPr/>
          </p:nvSpPr>
          <p:spPr>
            <a:xfrm>
              <a:off x="9290213" y="2909796"/>
              <a:ext cx="97813" cy="1891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13"/>
            <p:cNvSpPr/>
            <p:nvPr/>
          </p:nvSpPr>
          <p:spPr>
            <a:xfrm>
              <a:off x="9388026" y="2858237"/>
              <a:ext cx="97813" cy="24066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14"/>
            <p:cNvSpPr/>
            <p:nvPr/>
          </p:nvSpPr>
          <p:spPr>
            <a:xfrm>
              <a:off x="9485840" y="2822591"/>
              <a:ext cx="97813" cy="27631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15"/>
            <p:cNvSpPr/>
            <p:nvPr/>
          </p:nvSpPr>
          <p:spPr>
            <a:xfrm>
              <a:off x="9583653" y="2817682"/>
              <a:ext cx="97813" cy="2812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6"/>
            <p:cNvSpPr/>
            <p:nvPr/>
          </p:nvSpPr>
          <p:spPr>
            <a:xfrm>
              <a:off x="9681466" y="2848926"/>
              <a:ext cx="97813" cy="249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7"/>
            <p:cNvSpPr/>
            <p:nvPr/>
          </p:nvSpPr>
          <p:spPr>
            <a:xfrm>
              <a:off x="9779279" y="2891961"/>
              <a:ext cx="97813" cy="2069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8"/>
            <p:cNvSpPr/>
            <p:nvPr/>
          </p:nvSpPr>
          <p:spPr>
            <a:xfrm>
              <a:off x="9877092" y="2932925"/>
              <a:ext cx="97813" cy="1659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9"/>
            <p:cNvSpPr/>
            <p:nvPr/>
          </p:nvSpPr>
          <p:spPr>
            <a:xfrm>
              <a:off x="9974905" y="2975402"/>
              <a:ext cx="97813" cy="12350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20"/>
            <p:cNvSpPr/>
            <p:nvPr/>
          </p:nvSpPr>
          <p:spPr>
            <a:xfrm>
              <a:off x="10072718" y="3010949"/>
              <a:ext cx="97813" cy="879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21"/>
            <p:cNvSpPr/>
            <p:nvPr/>
          </p:nvSpPr>
          <p:spPr>
            <a:xfrm>
              <a:off x="10170532" y="3037227"/>
              <a:ext cx="97813" cy="61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22"/>
            <p:cNvSpPr/>
            <p:nvPr/>
          </p:nvSpPr>
          <p:spPr>
            <a:xfrm>
              <a:off x="10268345" y="3055007"/>
              <a:ext cx="97813" cy="438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23"/>
            <p:cNvSpPr/>
            <p:nvPr/>
          </p:nvSpPr>
          <p:spPr>
            <a:xfrm>
              <a:off x="10366158" y="3066866"/>
              <a:ext cx="97813" cy="320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24"/>
            <p:cNvSpPr/>
            <p:nvPr/>
          </p:nvSpPr>
          <p:spPr>
            <a:xfrm>
              <a:off x="10463971" y="3075917"/>
              <a:ext cx="97813" cy="229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25"/>
            <p:cNvSpPr/>
            <p:nvPr/>
          </p:nvSpPr>
          <p:spPr>
            <a:xfrm>
              <a:off x="10561784" y="3082246"/>
              <a:ext cx="97813" cy="16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6"/>
            <p:cNvSpPr/>
            <p:nvPr/>
          </p:nvSpPr>
          <p:spPr>
            <a:xfrm>
              <a:off x="10659597" y="3087175"/>
              <a:ext cx="97813" cy="117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7"/>
            <p:cNvSpPr/>
            <p:nvPr/>
          </p:nvSpPr>
          <p:spPr>
            <a:xfrm>
              <a:off x="10757411" y="3090144"/>
              <a:ext cx="97813" cy="87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8"/>
            <p:cNvSpPr/>
            <p:nvPr/>
          </p:nvSpPr>
          <p:spPr>
            <a:xfrm>
              <a:off x="10855224" y="3092531"/>
              <a:ext cx="97813" cy="63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9"/>
            <p:cNvSpPr/>
            <p:nvPr/>
          </p:nvSpPr>
          <p:spPr>
            <a:xfrm>
              <a:off x="10953037" y="3090522"/>
              <a:ext cx="97813" cy="83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30"/>
            <p:cNvSpPr/>
            <p:nvPr/>
          </p:nvSpPr>
          <p:spPr>
            <a:xfrm>
              <a:off x="8374682" y="2931510"/>
              <a:ext cx="4085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31"/>
            <p:cNvSpPr/>
            <p:nvPr/>
          </p:nvSpPr>
          <p:spPr>
            <a:xfrm>
              <a:off x="8374682" y="2764116"/>
              <a:ext cx="50897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32"/>
            <p:cNvSpPr/>
            <p:nvPr/>
          </p:nvSpPr>
          <p:spPr>
            <a:xfrm>
              <a:off x="8374682" y="2596722"/>
              <a:ext cx="65048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33"/>
            <p:cNvSpPr/>
            <p:nvPr/>
          </p:nvSpPr>
          <p:spPr>
            <a:xfrm>
              <a:off x="8374682" y="2429328"/>
              <a:ext cx="85140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34"/>
            <p:cNvSpPr/>
            <p:nvPr/>
          </p:nvSpPr>
          <p:spPr>
            <a:xfrm>
              <a:off x="8374682" y="2261934"/>
              <a:ext cx="110853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35"/>
            <p:cNvSpPr/>
            <p:nvPr/>
          </p:nvSpPr>
          <p:spPr>
            <a:xfrm>
              <a:off x="8374682" y="2094540"/>
              <a:ext cx="132194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6"/>
            <p:cNvSpPr/>
            <p:nvPr/>
          </p:nvSpPr>
          <p:spPr>
            <a:xfrm>
              <a:off x="8374682" y="1927146"/>
              <a:ext cx="15656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7"/>
            <p:cNvSpPr/>
            <p:nvPr/>
          </p:nvSpPr>
          <p:spPr>
            <a:xfrm>
              <a:off x="8374682" y="1759752"/>
              <a:ext cx="180524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8"/>
            <p:cNvSpPr/>
            <p:nvPr/>
          </p:nvSpPr>
          <p:spPr>
            <a:xfrm>
              <a:off x="8374682" y="1592358"/>
              <a:ext cx="20300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9"/>
            <p:cNvSpPr/>
            <p:nvPr/>
          </p:nvSpPr>
          <p:spPr>
            <a:xfrm>
              <a:off x="8374682" y="1424964"/>
              <a:ext cx="21121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40"/>
            <p:cNvSpPr/>
            <p:nvPr/>
          </p:nvSpPr>
          <p:spPr>
            <a:xfrm>
              <a:off x="8374682" y="1257570"/>
              <a:ext cx="215073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41"/>
            <p:cNvSpPr/>
            <p:nvPr/>
          </p:nvSpPr>
          <p:spPr>
            <a:xfrm>
              <a:off x="8374682" y="1090176"/>
              <a:ext cx="205566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42"/>
            <p:cNvSpPr/>
            <p:nvPr/>
          </p:nvSpPr>
          <p:spPr>
            <a:xfrm>
              <a:off x="8374682" y="922782"/>
              <a:ext cx="194325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43"/>
            <p:cNvSpPr/>
            <p:nvPr/>
          </p:nvSpPr>
          <p:spPr>
            <a:xfrm>
              <a:off x="8374682" y="755389"/>
              <a:ext cx="328652" cy="167393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pg44"/>
            <p:cNvSpPr/>
            <p:nvPr/>
          </p:nvSpPr>
          <p:spPr>
            <a:xfrm>
              <a:off x="8797235" y="882083"/>
              <a:ext cx="2253614" cy="969865"/>
            </a:xfrm>
            <a:custGeom>
              <a:avLst/>
              <a:pathLst>
                <a:path w="2253614" h="969865">
                  <a:moveTo>
                    <a:pt x="0" y="830600"/>
                  </a:moveTo>
                  <a:lnTo>
                    <a:pt x="14688" y="817781"/>
                  </a:lnTo>
                  <a:lnTo>
                    <a:pt x="29376" y="807573"/>
                  </a:lnTo>
                  <a:lnTo>
                    <a:pt x="44065" y="799755"/>
                  </a:lnTo>
                  <a:lnTo>
                    <a:pt x="58753" y="794008"/>
                  </a:lnTo>
                  <a:lnTo>
                    <a:pt x="73441" y="786539"/>
                  </a:lnTo>
                  <a:lnTo>
                    <a:pt x="88130" y="779521"/>
                  </a:lnTo>
                  <a:lnTo>
                    <a:pt x="102818" y="773680"/>
                  </a:lnTo>
                  <a:lnTo>
                    <a:pt x="117506" y="769487"/>
                  </a:lnTo>
                  <a:lnTo>
                    <a:pt x="132195" y="767152"/>
                  </a:lnTo>
                  <a:lnTo>
                    <a:pt x="146883" y="769656"/>
                  </a:lnTo>
                  <a:lnTo>
                    <a:pt x="161572" y="770850"/>
                  </a:lnTo>
                  <a:lnTo>
                    <a:pt x="176260" y="771402"/>
                  </a:lnTo>
                  <a:lnTo>
                    <a:pt x="190948" y="774120"/>
                  </a:lnTo>
                  <a:lnTo>
                    <a:pt x="205637" y="778210"/>
                  </a:lnTo>
                  <a:lnTo>
                    <a:pt x="220325" y="781327"/>
                  </a:lnTo>
                  <a:lnTo>
                    <a:pt x="235013" y="784380"/>
                  </a:lnTo>
                  <a:lnTo>
                    <a:pt x="249702" y="785693"/>
                  </a:lnTo>
                  <a:lnTo>
                    <a:pt x="264390" y="785070"/>
                  </a:lnTo>
                  <a:lnTo>
                    <a:pt x="279078" y="783759"/>
                  </a:lnTo>
                  <a:lnTo>
                    <a:pt x="293767" y="781590"/>
                  </a:lnTo>
                  <a:lnTo>
                    <a:pt x="308455" y="778841"/>
                  </a:lnTo>
                  <a:lnTo>
                    <a:pt x="323144" y="776265"/>
                  </a:lnTo>
                  <a:lnTo>
                    <a:pt x="337832" y="772608"/>
                  </a:lnTo>
                  <a:lnTo>
                    <a:pt x="352520" y="766097"/>
                  </a:lnTo>
                  <a:lnTo>
                    <a:pt x="367209" y="760117"/>
                  </a:lnTo>
                  <a:lnTo>
                    <a:pt x="381897" y="753010"/>
                  </a:lnTo>
                  <a:lnTo>
                    <a:pt x="396585" y="745154"/>
                  </a:lnTo>
                  <a:lnTo>
                    <a:pt x="411274" y="736052"/>
                  </a:lnTo>
                  <a:lnTo>
                    <a:pt x="425962" y="728303"/>
                  </a:lnTo>
                  <a:lnTo>
                    <a:pt x="440650" y="718815"/>
                  </a:lnTo>
                  <a:lnTo>
                    <a:pt x="455339" y="709014"/>
                  </a:lnTo>
                  <a:lnTo>
                    <a:pt x="470027" y="699105"/>
                  </a:lnTo>
                  <a:lnTo>
                    <a:pt x="484716" y="688944"/>
                  </a:lnTo>
                  <a:lnTo>
                    <a:pt x="499404" y="678285"/>
                  </a:lnTo>
                  <a:lnTo>
                    <a:pt x="514092" y="668443"/>
                  </a:lnTo>
                  <a:lnTo>
                    <a:pt x="528781" y="658642"/>
                  </a:lnTo>
                  <a:lnTo>
                    <a:pt x="543469" y="648952"/>
                  </a:lnTo>
                  <a:lnTo>
                    <a:pt x="558157" y="639442"/>
                  </a:lnTo>
                  <a:lnTo>
                    <a:pt x="572846" y="630182"/>
                  </a:lnTo>
                  <a:lnTo>
                    <a:pt x="587534" y="620560"/>
                  </a:lnTo>
                  <a:lnTo>
                    <a:pt x="602222" y="610975"/>
                  </a:lnTo>
                  <a:lnTo>
                    <a:pt x="616911" y="601839"/>
                  </a:lnTo>
                  <a:lnTo>
                    <a:pt x="631599" y="593119"/>
                  </a:lnTo>
                  <a:lnTo>
                    <a:pt x="646288" y="584782"/>
                  </a:lnTo>
                  <a:lnTo>
                    <a:pt x="660976" y="576797"/>
                  </a:lnTo>
                  <a:lnTo>
                    <a:pt x="675664" y="569218"/>
                  </a:lnTo>
                  <a:lnTo>
                    <a:pt x="690353" y="562944"/>
                  </a:lnTo>
                  <a:lnTo>
                    <a:pt x="705041" y="556973"/>
                  </a:lnTo>
                  <a:lnTo>
                    <a:pt x="719729" y="549901"/>
                  </a:lnTo>
                  <a:lnTo>
                    <a:pt x="734418" y="543773"/>
                  </a:lnTo>
                  <a:lnTo>
                    <a:pt x="749106" y="537750"/>
                  </a:lnTo>
                  <a:lnTo>
                    <a:pt x="763795" y="531637"/>
                  </a:lnTo>
                  <a:lnTo>
                    <a:pt x="778483" y="525196"/>
                  </a:lnTo>
                  <a:lnTo>
                    <a:pt x="793171" y="518717"/>
                  </a:lnTo>
                  <a:lnTo>
                    <a:pt x="807860" y="511632"/>
                  </a:lnTo>
                  <a:lnTo>
                    <a:pt x="822548" y="503936"/>
                  </a:lnTo>
                  <a:lnTo>
                    <a:pt x="837236" y="496517"/>
                  </a:lnTo>
                  <a:lnTo>
                    <a:pt x="851925" y="490135"/>
                  </a:lnTo>
                  <a:lnTo>
                    <a:pt x="866613" y="483649"/>
                  </a:lnTo>
                  <a:lnTo>
                    <a:pt x="881301" y="477026"/>
                  </a:lnTo>
                  <a:lnTo>
                    <a:pt x="895990" y="470255"/>
                  </a:lnTo>
                  <a:lnTo>
                    <a:pt x="910678" y="463361"/>
                  </a:lnTo>
                  <a:lnTo>
                    <a:pt x="925367" y="456368"/>
                  </a:lnTo>
                  <a:lnTo>
                    <a:pt x="940055" y="449303"/>
                  </a:lnTo>
                  <a:lnTo>
                    <a:pt x="954743" y="441794"/>
                  </a:lnTo>
                  <a:lnTo>
                    <a:pt x="969432" y="434291"/>
                  </a:lnTo>
                  <a:lnTo>
                    <a:pt x="984120" y="427162"/>
                  </a:lnTo>
                  <a:lnTo>
                    <a:pt x="998808" y="420785"/>
                  </a:lnTo>
                  <a:lnTo>
                    <a:pt x="1013497" y="413803"/>
                  </a:lnTo>
                  <a:lnTo>
                    <a:pt x="1028185" y="406849"/>
                  </a:lnTo>
                  <a:lnTo>
                    <a:pt x="1042873" y="399849"/>
                  </a:lnTo>
                  <a:lnTo>
                    <a:pt x="1057562" y="391766"/>
                  </a:lnTo>
                  <a:lnTo>
                    <a:pt x="1072250" y="384607"/>
                  </a:lnTo>
                  <a:lnTo>
                    <a:pt x="1086939" y="377924"/>
                  </a:lnTo>
                  <a:lnTo>
                    <a:pt x="1101627" y="371696"/>
                  </a:lnTo>
                  <a:lnTo>
                    <a:pt x="1116315" y="365156"/>
                  </a:lnTo>
                  <a:lnTo>
                    <a:pt x="1131004" y="358554"/>
                  </a:lnTo>
                  <a:lnTo>
                    <a:pt x="1145692" y="353300"/>
                  </a:lnTo>
                  <a:lnTo>
                    <a:pt x="1160380" y="349229"/>
                  </a:lnTo>
                  <a:lnTo>
                    <a:pt x="1175069" y="343903"/>
                  </a:lnTo>
                  <a:lnTo>
                    <a:pt x="1189757" y="339036"/>
                  </a:lnTo>
                  <a:lnTo>
                    <a:pt x="1204445" y="334581"/>
                  </a:lnTo>
                  <a:lnTo>
                    <a:pt x="1219134" y="330548"/>
                  </a:lnTo>
                  <a:lnTo>
                    <a:pt x="1233822" y="326716"/>
                  </a:lnTo>
                  <a:lnTo>
                    <a:pt x="1248511" y="323208"/>
                  </a:lnTo>
                  <a:lnTo>
                    <a:pt x="1263199" y="317910"/>
                  </a:lnTo>
                  <a:lnTo>
                    <a:pt x="1277887" y="313337"/>
                  </a:lnTo>
                  <a:lnTo>
                    <a:pt x="1292576" y="309155"/>
                  </a:lnTo>
                  <a:lnTo>
                    <a:pt x="1307264" y="304954"/>
                  </a:lnTo>
                  <a:lnTo>
                    <a:pt x="1321952" y="300787"/>
                  </a:lnTo>
                  <a:lnTo>
                    <a:pt x="1336641" y="297101"/>
                  </a:lnTo>
                  <a:lnTo>
                    <a:pt x="1351329" y="292463"/>
                  </a:lnTo>
                  <a:lnTo>
                    <a:pt x="1366018" y="287623"/>
                  </a:lnTo>
                  <a:lnTo>
                    <a:pt x="1380706" y="282477"/>
                  </a:lnTo>
                  <a:lnTo>
                    <a:pt x="1395394" y="277452"/>
                  </a:lnTo>
                  <a:lnTo>
                    <a:pt x="1410083" y="272171"/>
                  </a:lnTo>
                  <a:lnTo>
                    <a:pt x="1424771" y="266623"/>
                  </a:lnTo>
                  <a:lnTo>
                    <a:pt x="1439459" y="260710"/>
                  </a:lnTo>
                  <a:lnTo>
                    <a:pt x="1454148" y="254462"/>
                  </a:lnTo>
                  <a:lnTo>
                    <a:pt x="1468836" y="247826"/>
                  </a:lnTo>
                  <a:lnTo>
                    <a:pt x="1483524" y="240989"/>
                  </a:lnTo>
                  <a:lnTo>
                    <a:pt x="1498213" y="233543"/>
                  </a:lnTo>
                  <a:lnTo>
                    <a:pt x="1512901" y="226043"/>
                  </a:lnTo>
                  <a:lnTo>
                    <a:pt x="1527590" y="218405"/>
                  </a:lnTo>
                  <a:lnTo>
                    <a:pt x="1542278" y="211352"/>
                  </a:lnTo>
                  <a:lnTo>
                    <a:pt x="1556966" y="202276"/>
                  </a:lnTo>
                  <a:lnTo>
                    <a:pt x="1571655" y="193049"/>
                  </a:lnTo>
                  <a:lnTo>
                    <a:pt x="1586343" y="183285"/>
                  </a:lnTo>
                  <a:lnTo>
                    <a:pt x="1601031" y="173399"/>
                  </a:lnTo>
                  <a:lnTo>
                    <a:pt x="1615720" y="163652"/>
                  </a:lnTo>
                  <a:lnTo>
                    <a:pt x="1630408" y="154124"/>
                  </a:lnTo>
                  <a:lnTo>
                    <a:pt x="1645096" y="146707"/>
                  </a:lnTo>
                  <a:lnTo>
                    <a:pt x="1659785" y="137855"/>
                  </a:lnTo>
                  <a:lnTo>
                    <a:pt x="1674473" y="130777"/>
                  </a:lnTo>
                  <a:lnTo>
                    <a:pt x="1689162" y="124892"/>
                  </a:lnTo>
                  <a:lnTo>
                    <a:pt x="1703850" y="116382"/>
                  </a:lnTo>
                  <a:lnTo>
                    <a:pt x="1718538" y="108532"/>
                  </a:lnTo>
                  <a:lnTo>
                    <a:pt x="1733227" y="102592"/>
                  </a:lnTo>
                  <a:lnTo>
                    <a:pt x="1747915" y="98982"/>
                  </a:lnTo>
                  <a:lnTo>
                    <a:pt x="1762603" y="96156"/>
                  </a:lnTo>
                  <a:lnTo>
                    <a:pt x="1777292" y="92587"/>
                  </a:lnTo>
                  <a:lnTo>
                    <a:pt x="1791980" y="90009"/>
                  </a:lnTo>
                  <a:lnTo>
                    <a:pt x="1806668" y="88347"/>
                  </a:lnTo>
                  <a:lnTo>
                    <a:pt x="1821357" y="87577"/>
                  </a:lnTo>
                  <a:lnTo>
                    <a:pt x="1836045" y="88265"/>
                  </a:lnTo>
                  <a:lnTo>
                    <a:pt x="1850734" y="89512"/>
                  </a:lnTo>
                  <a:lnTo>
                    <a:pt x="1865422" y="89663"/>
                  </a:lnTo>
                  <a:lnTo>
                    <a:pt x="1880110" y="89005"/>
                  </a:lnTo>
                  <a:lnTo>
                    <a:pt x="1894799" y="87631"/>
                  </a:lnTo>
                  <a:lnTo>
                    <a:pt x="1909487" y="87025"/>
                  </a:lnTo>
                  <a:lnTo>
                    <a:pt x="1924175" y="87207"/>
                  </a:lnTo>
                  <a:lnTo>
                    <a:pt x="1938864" y="84768"/>
                  </a:lnTo>
                  <a:lnTo>
                    <a:pt x="1953552" y="85242"/>
                  </a:lnTo>
                  <a:lnTo>
                    <a:pt x="1968241" y="86105"/>
                  </a:lnTo>
                  <a:lnTo>
                    <a:pt x="1982929" y="87345"/>
                  </a:lnTo>
                  <a:lnTo>
                    <a:pt x="1997617" y="86902"/>
                  </a:lnTo>
                  <a:lnTo>
                    <a:pt x="2012306" y="84372"/>
                  </a:lnTo>
                  <a:lnTo>
                    <a:pt x="2026994" y="84919"/>
                  </a:lnTo>
                  <a:lnTo>
                    <a:pt x="2041682" y="85011"/>
                  </a:lnTo>
                  <a:lnTo>
                    <a:pt x="2056371" y="85436"/>
                  </a:lnTo>
                  <a:lnTo>
                    <a:pt x="2071059" y="87473"/>
                  </a:lnTo>
                  <a:lnTo>
                    <a:pt x="2085747" y="82853"/>
                  </a:lnTo>
                  <a:lnTo>
                    <a:pt x="2100436" y="79147"/>
                  </a:lnTo>
                  <a:lnTo>
                    <a:pt x="2115124" y="71820"/>
                  </a:lnTo>
                  <a:lnTo>
                    <a:pt x="2129813" y="67976"/>
                  </a:lnTo>
                  <a:lnTo>
                    <a:pt x="2144501" y="57827"/>
                  </a:lnTo>
                  <a:lnTo>
                    <a:pt x="2159189" y="48547"/>
                  </a:lnTo>
                  <a:lnTo>
                    <a:pt x="2173878" y="41113"/>
                  </a:lnTo>
                  <a:lnTo>
                    <a:pt x="2188566" y="34615"/>
                  </a:lnTo>
                  <a:lnTo>
                    <a:pt x="2203254" y="23030"/>
                  </a:lnTo>
                  <a:lnTo>
                    <a:pt x="2217943" y="13808"/>
                  </a:lnTo>
                  <a:lnTo>
                    <a:pt x="2232631" y="7089"/>
                  </a:lnTo>
                  <a:lnTo>
                    <a:pt x="2247319" y="1763"/>
                  </a:lnTo>
                  <a:lnTo>
                    <a:pt x="2253614" y="0"/>
                  </a:lnTo>
                  <a:lnTo>
                    <a:pt x="2253614" y="214721"/>
                  </a:lnTo>
                  <a:lnTo>
                    <a:pt x="2247319" y="212833"/>
                  </a:lnTo>
                  <a:lnTo>
                    <a:pt x="2232631" y="214426"/>
                  </a:lnTo>
                  <a:lnTo>
                    <a:pt x="2217943" y="221019"/>
                  </a:lnTo>
                  <a:lnTo>
                    <a:pt x="2203254" y="220039"/>
                  </a:lnTo>
                  <a:lnTo>
                    <a:pt x="2188566" y="215916"/>
                  </a:lnTo>
                  <a:lnTo>
                    <a:pt x="2173878" y="211945"/>
                  </a:lnTo>
                  <a:lnTo>
                    <a:pt x="2159189" y="208101"/>
                  </a:lnTo>
                  <a:lnTo>
                    <a:pt x="2144501" y="204622"/>
                  </a:lnTo>
                  <a:lnTo>
                    <a:pt x="2129813" y="200692"/>
                  </a:lnTo>
                  <a:lnTo>
                    <a:pt x="2115124" y="198509"/>
                  </a:lnTo>
                  <a:lnTo>
                    <a:pt x="2100436" y="206816"/>
                  </a:lnTo>
                  <a:lnTo>
                    <a:pt x="2085747" y="214198"/>
                  </a:lnTo>
                  <a:lnTo>
                    <a:pt x="2071059" y="214276"/>
                  </a:lnTo>
                  <a:lnTo>
                    <a:pt x="2056371" y="208319"/>
                  </a:lnTo>
                  <a:lnTo>
                    <a:pt x="2041682" y="207738"/>
                  </a:lnTo>
                  <a:lnTo>
                    <a:pt x="2026994" y="208605"/>
                  </a:lnTo>
                  <a:lnTo>
                    <a:pt x="2012306" y="208755"/>
                  </a:lnTo>
                  <a:lnTo>
                    <a:pt x="1997617" y="207760"/>
                  </a:lnTo>
                  <a:lnTo>
                    <a:pt x="1982929" y="206064"/>
                  </a:lnTo>
                  <a:lnTo>
                    <a:pt x="1968241" y="201502"/>
                  </a:lnTo>
                  <a:lnTo>
                    <a:pt x="1953552" y="198896"/>
                  </a:lnTo>
                  <a:lnTo>
                    <a:pt x="1938864" y="196163"/>
                  </a:lnTo>
                  <a:lnTo>
                    <a:pt x="1924175" y="192752"/>
                  </a:lnTo>
                  <a:lnTo>
                    <a:pt x="1909487" y="188620"/>
                  </a:lnTo>
                  <a:lnTo>
                    <a:pt x="1894799" y="184462"/>
                  </a:lnTo>
                  <a:lnTo>
                    <a:pt x="1880110" y="185464"/>
                  </a:lnTo>
                  <a:lnTo>
                    <a:pt x="1865422" y="183191"/>
                  </a:lnTo>
                  <a:lnTo>
                    <a:pt x="1850734" y="179758"/>
                  </a:lnTo>
                  <a:lnTo>
                    <a:pt x="1836045" y="177744"/>
                  </a:lnTo>
                  <a:lnTo>
                    <a:pt x="1821357" y="176705"/>
                  </a:lnTo>
                  <a:lnTo>
                    <a:pt x="1806668" y="175905"/>
                  </a:lnTo>
                  <a:lnTo>
                    <a:pt x="1791980" y="180184"/>
                  </a:lnTo>
                  <a:lnTo>
                    <a:pt x="1777292" y="182952"/>
                  </a:lnTo>
                  <a:lnTo>
                    <a:pt x="1762603" y="186721"/>
                  </a:lnTo>
                  <a:lnTo>
                    <a:pt x="1747915" y="191538"/>
                  </a:lnTo>
                  <a:lnTo>
                    <a:pt x="1733227" y="197061"/>
                  </a:lnTo>
                  <a:lnTo>
                    <a:pt x="1718538" y="201243"/>
                  </a:lnTo>
                  <a:lnTo>
                    <a:pt x="1703850" y="206350"/>
                  </a:lnTo>
                  <a:lnTo>
                    <a:pt x="1689162" y="209149"/>
                  </a:lnTo>
                  <a:lnTo>
                    <a:pt x="1674473" y="214075"/>
                  </a:lnTo>
                  <a:lnTo>
                    <a:pt x="1659785" y="221269"/>
                  </a:lnTo>
                  <a:lnTo>
                    <a:pt x="1645096" y="228695"/>
                  </a:lnTo>
                  <a:lnTo>
                    <a:pt x="1630408" y="236860"/>
                  </a:lnTo>
                  <a:lnTo>
                    <a:pt x="1615720" y="244018"/>
                  </a:lnTo>
                  <a:lnTo>
                    <a:pt x="1601031" y="248523"/>
                  </a:lnTo>
                  <a:lnTo>
                    <a:pt x="1586343" y="252737"/>
                  </a:lnTo>
                  <a:lnTo>
                    <a:pt x="1571655" y="256857"/>
                  </a:lnTo>
                  <a:lnTo>
                    <a:pt x="1556966" y="265860"/>
                  </a:lnTo>
                  <a:lnTo>
                    <a:pt x="1542278" y="276060"/>
                  </a:lnTo>
                  <a:lnTo>
                    <a:pt x="1527590" y="283593"/>
                  </a:lnTo>
                  <a:lnTo>
                    <a:pt x="1512901" y="291806"/>
                  </a:lnTo>
                  <a:lnTo>
                    <a:pt x="1498213" y="301436"/>
                  </a:lnTo>
                  <a:lnTo>
                    <a:pt x="1483524" y="309621"/>
                  </a:lnTo>
                  <a:lnTo>
                    <a:pt x="1468836" y="318017"/>
                  </a:lnTo>
                  <a:lnTo>
                    <a:pt x="1454148" y="322842"/>
                  </a:lnTo>
                  <a:lnTo>
                    <a:pt x="1439459" y="327137"/>
                  </a:lnTo>
                  <a:lnTo>
                    <a:pt x="1424771" y="331018"/>
                  </a:lnTo>
                  <a:lnTo>
                    <a:pt x="1410083" y="334293"/>
                  </a:lnTo>
                  <a:lnTo>
                    <a:pt x="1395394" y="338272"/>
                  </a:lnTo>
                  <a:lnTo>
                    <a:pt x="1380706" y="342436"/>
                  </a:lnTo>
                  <a:lnTo>
                    <a:pt x="1366018" y="346419"/>
                  </a:lnTo>
                  <a:lnTo>
                    <a:pt x="1351329" y="350797"/>
                  </a:lnTo>
                  <a:lnTo>
                    <a:pt x="1336641" y="354322"/>
                  </a:lnTo>
                  <a:lnTo>
                    <a:pt x="1321952" y="357443"/>
                  </a:lnTo>
                  <a:lnTo>
                    <a:pt x="1307264" y="360333"/>
                  </a:lnTo>
                  <a:lnTo>
                    <a:pt x="1292576" y="363521"/>
                  </a:lnTo>
                  <a:lnTo>
                    <a:pt x="1277887" y="367248"/>
                  </a:lnTo>
                  <a:lnTo>
                    <a:pt x="1263199" y="370880"/>
                  </a:lnTo>
                  <a:lnTo>
                    <a:pt x="1248511" y="374552"/>
                  </a:lnTo>
                  <a:lnTo>
                    <a:pt x="1233822" y="376956"/>
                  </a:lnTo>
                  <a:lnTo>
                    <a:pt x="1219134" y="379608"/>
                  </a:lnTo>
                  <a:lnTo>
                    <a:pt x="1204445" y="382966"/>
                  </a:lnTo>
                  <a:lnTo>
                    <a:pt x="1189757" y="387697"/>
                  </a:lnTo>
                  <a:lnTo>
                    <a:pt x="1175069" y="392008"/>
                  </a:lnTo>
                  <a:lnTo>
                    <a:pt x="1160380" y="397083"/>
                  </a:lnTo>
                  <a:lnTo>
                    <a:pt x="1145692" y="402375"/>
                  </a:lnTo>
                  <a:lnTo>
                    <a:pt x="1131004" y="407870"/>
                  </a:lnTo>
                  <a:lnTo>
                    <a:pt x="1116315" y="413550"/>
                  </a:lnTo>
                  <a:lnTo>
                    <a:pt x="1101627" y="419399"/>
                  </a:lnTo>
                  <a:lnTo>
                    <a:pt x="1086939" y="425402"/>
                  </a:lnTo>
                  <a:lnTo>
                    <a:pt x="1072250" y="431541"/>
                  </a:lnTo>
                  <a:lnTo>
                    <a:pt x="1057562" y="437866"/>
                  </a:lnTo>
                  <a:lnTo>
                    <a:pt x="1042873" y="445371"/>
                  </a:lnTo>
                  <a:lnTo>
                    <a:pt x="1028185" y="451875"/>
                  </a:lnTo>
                  <a:lnTo>
                    <a:pt x="1013497" y="459223"/>
                  </a:lnTo>
                  <a:lnTo>
                    <a:pt x="998808" y="467295"/>
                  </a:lnTo>
                  <a:lnTo>
                    <a:pt x="984120" y="475515"/>
                  </a:lnTo>
                  <a:lnTo>
                    <a:pt x="969432" y="483715"/>
                  </a:lnTo>
                  <a:lnTo>
                    <a:pt x="954743" y="491463"/>
                  </a:lnTo>
                  <a:lnTo>
                    <a:pt x="940055" y="498537"/>
                  </a:lnTo>
                  <a:lnTo>
                    <a:pt x="925367" y="506259"/>
                  </a:lnTo>
                  <a:lnTo>
                    <a:pt x="910678" y="514579"/>
                  </a:lnTo>
                  <a:lnTo>
                    <a:pt x="895990" y="522579"/>
                  </a:lnTo>
                  <a:lnTo>
                    <a:pt x="881301" y="529718"/>
                  </a:lnTo>
                  <a:lnTo>
                    <a:pt x="866613" y="536611"/>
                  </a:lnTo>
                  <a:lnTo>
                    <a:pt x="851925" y="543267"/>
                  </a:lnTo>
                  <a:lnTo>
                    <a:pt x="837236" y="549050"/>
                  </a:lnTo>
                  <a:lnTo>
                    <a:pt x="822548" y="554202"/>
                  </a:lnTo>
                  <a:lnTo>
                    <a:pt x="807860" y="559740"/>
                  </a:lnTo>
                  <a:lnTo>
                    <a:pt x="793171" y="565820"/>
                  </a:lnTo>
                  <a:lnTo>
                    <a:pt x="778483" y="571799"/>
                  </a:lnTo>
                  <a:lnTo>
                    <a:pt x="763795" y="577721"/>
                  </a:lnTo>
                  <a:lnTo>
                    <a:pt x="749106" y="583629"/>
                  </a:lnTo>
                  <a:lnTo>
                    <a:pt x="734418" y="589568"/>
                  </a:lnTo>
                  <a:lnTo>
                    <a:pt x="719729" y="595582"/>
                  </a:lnTo>
                  <a:lnTo>
                    <a:pt x="705041" y="601714"/>
                  </a:lnTo>
                  <a:lnTo>
                    <a:pt x="690353" y="608360"/>
                  </a:lnTo>
                  <a:lnTo>
                    <a:pt x="675664" y="615575"/>
                  </a:lnTo>
                  <a:lnTo>
                    <a:pt x="660976" y="622562"/>
                  </a:lnTo>
                  <a:lnTo>
                    <a:pt x="646288" y="629929"/>
                  </a:lnTo>
                  <a:lnTo>
                    <a:pt x="631599" y="637723"/>
                  </a:lnTo>
                  <a:lnTo>
                    <a:pt x="616911" y="645994"/>
                  </a:lnTo>
                  <a:lnTo>
                    <a:pt x="602222" y="654791"/>
                  </a:lnTo>
                  <a:lnTo>
                    <a:pt x="587534" y="664163"/>
                  </a:lnTo>
                  <a:lnTo>
                    <a:pt x="572846" y="673991"/>
                  </a:lnTo>
                  <a:lnTo>
                    <a:pt x="558157" y="684168"/>
                  </a:lnTo>
                  <a:lnTo>
                    <a:pt x="543469" y="694422"/>
                  </a:lnTo>
                  <a:lnTo>
                    <a:pt x="528781" y="703894"/>
                  </a:lnTo>
                  <a:lnTo>
                    <a:pt x="514092" y="715091"/>
                  </a:lnTo>
                  <a:lnTo>
                    <a:pt x="499404" y="725975"/>
                  </a:lnTo>
                  <a:lnTo>
                    <a:pt x="484716" y="737942"/>
                  </a:lnTo>
                  <a:lnTo>
                    <a:pt x="470027" y="749742"/>
                  </a:lnTo>
                  <a:lnTo>
                    <a:pt x="455339" y="760825"/>
                  </a:lnTo>
                  <a:lnTo>
                    <a:pt x="440650" y="771488"/>
                  </a:lnTo>
                  <a:lnTo>
                    <a:pt x="425962" y="781623"/>
                  </a:lnTo>
                  <a:lnTo>
                    <a:pt x="411274" y="791118"/>
                  </a:lnTo>
                  <a:lnTo>
                    <a:pt x="396585" y="799863"/>
                  </a:lnTo>
                  <a:lnTo>
                    <a:pt x="381897" y="807746"/>
                  </a:lnTo>
                  <a:lnTo>
                    <a:pt x="367209" y="815746"/>
                  </a:lnTo>
                  <a:lnTo>
                    <a:pt x="352520" y="822851"/>
                  </a:lnTo>
                  <a:lnTo>
                    <a:pt x="337832" y="827141"/>
                  </a:lnTo>
                  <a:lnTo>
                    <a:pt x="323144" y="831034"/>
                  </a:lnTo>
                  <a:lnTo>
                    <a:pt x="308455" y="834589"/>
                  </a:lnTo>
                  <a:lnTo>
                    <a:pt x="293767" y="836903"/>
                  </a:lnTo>
                  <a:lnTo>
                    <a:pt x="279078" y="838468"/>
                  </a:lnTo>
                  <a:lnTo>
                    <a:pt x="264390" y="839460"/>
                  </a:lnTo>
                  <a:lnTo>
                    <a:pt x="249702" y="839649"/>
                  </a:lnTo>
                  <a:lnTo>
                    <a:pt x="235013" y="839282"/>
                  </a:lnTo>
                  <a:lnTo>
                    <a:pt x="220325" y="841615"/>
                  </a:lnTo>
                  <a:lnTo>
                    <a:pt x="205637" y="841163"/>
                  </a:lnTo>
                  <a:lnTo>
                    <a:pt x="190948" y="842335"/>
                  </a:lnTo>
                  <a:lnTo>
                    <a:pt x="176260" y="843874"/>
                  </a:lnTo>
                  <a:lnTo>
                    <a:pt x="161572" y="843087"/>
                  </a:lnTo>
                  <a:lnTo>
                    <a:pt x="146883" y="844928"/>
                  </a:lnTo>
                  <a:lnTo>
                    <a:pt x="132195" y="850222"/>
                  </a:lnTo>
                  <a:lnTo>
                    <a:pt x="117506" y="853112"/>
                  </a:lnTo>
                  <a:lnTo>
                    <a:pt x="102818" y="858623"/>
                  </a:lnTo>
                  <a:lnTo>
                    <a:pt x="88130" y="865288"/>
                  </a:lnTo>
                  <a:lnTo>
                    <a:pt x="73441" y="874633"/>
                  </a:lnTo>
                  <a:lnTo>
                    <a:pt x="58753" y="884154"/>
                  </a:lnTo>
                  <a:lnTo>
                    <a:pt x="44065" y="894977"/>
                  </a:lnTo>
                  <a:lnTo>
                    <a:pt x="29376" y="918923"/>
                  </a:lnTo>
                  <a:lnTo>
                    <a:pt x="14688" y="940678"/>
                  </a:lnTo>
                  <a:lnTo>
                    <a:pt x="0" y="969865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29" name="pl45"/>
            <p:cNvSpPr/>
            <p:nvPr/>
          </p:nvSpPr>
          <p:spPr>
            <a:xfrm>
              <a:off x="8797235" y="882083"/>
              <a:ext cx="2253614" cy="830600"/>
            </a:xfrm>
            <a:custGeom>
              <a:avLst/>
              <a:pathLst>
                <a:path w="2253614" h="830600">
                  <a:moveTo>
                    <a:pt x="0" y="830600"/>
                  </a:moveTo>
                  <a:lnTo>
                    <a:pt x="14688" y="817781"/>
                  </a:lnTo>
                  <a:lnTo>
                    <a:pt x="29376" y="807573"/>
                  </a:lnTo>
                  <a:lnTo>
                    <a:pt x="44065" y="799755"/>
                  </a:lnTo>
                  <a:lnTo>
                    <a:pt x="58753" y="794008"/>
                  </a:lnTo>
                  <a:lnTo>
                    <a:pt x="73441" y="786539"/>
                  </a:lnTo>
                  <a:lnTo>
                    <a:pt x="88130" y="779521"/>
                  </a:lnTo>
                  <a:lnTo>
                    <a:pt x="102818" y="773680"/>
                  </a:lnTo>
                  <a:lnTo>
                    <a:pt x="117506" y="769487"/>
                  </a:lnTo>
                  <a:lnTo>
                    <a:pt x="132195" y="767152"/>
                  </a:lnTo>
                  <a:lnTo>
                    <a:pt x="146883" y="769656"/>
                  </a:lnTo>
                  <a:lnTo>
                    <a:pt x="161572" y="770850"/>
                  </a:lnTo>
                  <a:lnTo>
                    <a:pt x="176260" y="771402"/>
                  </a:lnTo>
                  <a:lnTo>
                    <a:pt x="190948" y="774120"/>
                  </a:lnTo>
                  <a:lnTo>
                    <a:pt x="205637" y="778210"/>
                  </a:lnTo>
                  <a:lnTo>
                    <a:pt x="220325" y="781327"/>
                  </a:lnTo>
                  <a:lnTo>
                    <a:pt x="235013" y="784380"/>
                  </a:lnTo>
                  <a:lnTo>
                    <a:pt x="249702" y="785693"/>
                  </a:lnTo>
                  <a:lnTo>
                    <a:pt x="264390" y="785070"/>
                  </a:lnTo>
                  <a:lnTo>
                    <a:pt x="279078" y="783759"/>
                  </a:lnTo>
                  <a:lnTo>
                    <a:pt x="293767" y="781590"/>
                  </a:lnTo>
                  <a:lnTo>
                    <a:pt x="308455" y="778841"/>
                  </a:lnTo>
                  <a:lnTo>
                    <a:pt x="323144" y="776265"/>
                  </a:lnTo>
                  <a:lnTo>
                    <a:pt x="337832" y="772608"/>
                  </a:lnTo>
                  <a:lnTo>
                    <a:pt x="352520" y="766097"/>
                  </a:lnTo>
                  <a:lnTo>
                    <a:pt x="367209" y="760117"/>
                  </a:lnTo>
                  <a:lnTo>
                    <a:pt x="381897" y="753010"/>
                  </a:lnTo>
                  <a:lnTo>
                    <a:pt x="396585" y="745154"/>
                  </a:lnTo>
                  <a:lnTo>
                    <a:pt x="411274" y="736052"/>
                  </a:lnTo>
                  <a:lnTo>
                    <a:pt x="425962" y="728303"/>
                  </a:lnTo>
                  <a:lnTo>
                    <a:pt x="440650" y="718815"/>
                  </a:lnTo>
                  <a:lnTo>
                    <a:pt x="455339" y="709014"/>
                  </a:lnTo>
                  <a:lnTo>
                    <a:pt x="470027" y="699105"/>
                  </a:lnTo>
                  <a:lnTo>
                    <a:pt x="484716" y="688944"/>
                  </a:lnTo>
                  <a:lnTo>
                    <a:pt x="499404" y="678285"/>
                  </a:lnTo>
                  <a:lnTo>
                    <a:pt x="514092" y="668443"/>
                  </a:lnTo>
                  <a:lnTo>
                    <a:pt x="528781" y="658642"/>
                  </a:lnTo>
                  <a:lnTo>
                    <a:pt x="543469" y="648952"/>
                  </a:lnTo>
                  <a:lnTo>
                    <a:pt x="558157" y="639442"/>
                  </a:lnTo>
                  <a:lnTo>
                    <a:pt x="572846" y="630182"/>
                  </a:lnTo>
                  <a:lnTo>
                    <a:pt x="587534" y="620560"/>
                  </a:lnTo>
                  <a:lnTo>
                    <a:pt x="602222" y="610975"/>
                  </a:lnTo>
                  <a:lnTo>
                    <a:pt x="616911" y="601839"/>
                  </a:lnTo>
                  <a:lnTo>
                    <a:pt x="631599" y="593119"/>
                  </a:lnTo>
                  <a:lnTo>
                    <a:pt x="646288" y="584782"/>
                  </a:lnTo>
                  <a:lnTo>
                    <a:pt x="660976" y="576797"/>
                  </a:lnTo>
                  <a:lnTo>
                    <a:pt x="675664" y="569218"/>
                  </a:lnTo>
                  <a:lnTo>
                    <a:pt x="690353" y="562944"/>
                  </a:lnTo>
                  <a:lnTo>
                    <a:pt x="705041" y="556973"/>
                  </a:lnTo>
                  <a:lnTo>
                    <a:pt x="719729" y="549901"/>
                  </a:lnTo>
                  <a:lnTo>
                    <a:pt x="734418" y="543773"/>
                  </a:lnTo>
                  <a:lnTo>
                    <a:pt x="749106" y="537750"/>
                  </a:lnTo>
                  <a:lnTo>
                    <a:pt x="763795" y="531637"/>
                  </a:lnTo>
                  <a:lnTo>
                    <a:pt x="778483" y="525196"/>
                  </a:lnTo>
                  <a:lnTo>
                    <a:pt x="793171" y="518717"/>
                  </a:lnTo>
                  <a:lnTo>
                    <a:pt x="807860" y="511632"/>
                  </a:lnTo>
                  <a:lnTo>
                    <a:pt x="822548" y="503936"/>
                  </a:lnTo>
                  <a:lnTo>
                    <a:pt x="837236" y="496517"/>
                  </a:lnTo>
                  <a:lnTo>
                    <a:pt x="851925" y="490135"/>
                  </a:lnTo>
                  <a:lnTo>
                    <a:pt x="866613" y="483649"/>
                  </a:lnTo>
                  <a:lnTo>
                    <a:pt x="881301" y="477026"/>
                  </a:lnTo>
                  <a:lnTo>
                    <a:pt x="895990" y="470255"/>
                  </a:lnTo>
                  <a:lnTo>
                    <a:pt x="910678" y="463361"/>
                  </a:lnTo>
                  <a:lnTo>
                    <a:pt x="925367" y="456368"/>
                  </a:lnTo>
                  <a:lnTo>
                    <a:pt x="940055" y="449303"/>
                  </a:lnTo>
                  <a:lnTo>
                    <a:pt x="954743" y="441794"/>
                  </a:lnTo>
                  <a:lnTo>
                    <a:pt x="969432" y="434291"/>
                  </a:lnTo>
                  <a:lnTo>
                    <a:pt x="984120" y="427162"/>
                  </a:lnTo>
                  <a:lnTo>
                    <a:pt x="998808" y="420785"/>
                  </a:lnTo>
                  <a:lnTo>
                    <a:pt x="1013497" y="413803"/>
                  </a:lnTo>
                  <a:lnTo>
                    <a:pt x="1028185" y="406849"/>
                  </a:lnTo>
                  <a:lnTo>
                    <a:pt x="1042873" y="399849"/>
                  </a:lnTo>
                  <a:lnTo>
                    <a:pt x="1057562" y="391766"/>
                  </a:lnTo>
                  <a:lnTo>
                    <a:pt x="1072250" y="384607"/>
                  </a:lnTo>
                  <a:lnTo>
                    <a:pt x="1086939" y="377924"/>
                  </a:lnTo>
                  <a:lnTo>
                    <a:pt x="1101627" y="371696"/>
                  </a:lnTo>
                  <a:lnTo>
                    <a:pt x="1116315" y="365156"/>
                  </a:lnTo>
                  <a:lnTo>
                    <a:pt x="1131004" y="358554"/>
                  </a:lnTo>
                  <a:lnTo>
                    <a:pt x="1145692" y="353300"/>
                  </a:lnTo>
                  <a:lnTo>
                    <a:pt x="1160380" y="349229"/>
                  </a:lnTo>
                  <a:lnTo>
                    <a:pt x="1175069" y="343903"/>
                  </a:lnTo>
                  <a:lnTo>
                    <a:pt x="1189757" y="339036"/>
                  </a:lnTo>
                  <a:lnTo>
                    <a:pt x="1204445" y="334581"/>
                  </a:lnTo>
                  <a:lnTo>
                    <a:pt x="1219134" y="330548"/>
                  </a:lnTo>
                  <a:lnTo>
                    <a:pt x="1233822" y="326716"/>
                  </a:lnTo>
                  <a:lnTo>
                    <a:pt x="1248511" y="323208"/>
                  </a:lnTo>
                  <a:lnTo>
                    <a:pt x="1263199" y="317910"/>
                  </a:lnTo>
                  <a:lnTo>
                    <a:pt x="1277887" y="313337"/>
                  </a:lnTo>
                  <a:lnTo>
                    <a:pt x="1292576" y="309155"/>
                  </a:lnTo>
                  <a:lnTo>
                    <a:pt x="1307264" y="304954"/>
                  </a:lnTo>
                  <a:lnTo>
                    <a:pt x="1321952" y="300787"/>
                  </a:lnTo>
                  <a:lnTo>
                    <a:pt x="1336641" y="297101"/>
                  </a:lnTo>
                  <a:lnTo>
                    <a:pt x="1351329" y="292463"/>
                  </a:lnTo>
                  <a:lnTo>
                    <a:pt x="1366018" y="287623"/>
                  </a:lnTo>
                  <a:lnTo>
                    <a:pt x="1380706" y="282477"/>
                  </a:lnTo>
                  <a:lnTo>
                    <a:pt x="1395394" y="277452"/>
                  </a:lnTo>
                  <a:lnTo>
                    <a:pt x="1410083" y="272171"/>
                  </a:lnTo>
                  <a:lnTo>
                    <a:pt x="1424771" y="266623"/>
                  </a:lnTo>
                  <a:lnTo>
                    <a:pt x="1439459" y="260710"/>
                  </a:lnTo>
                  <a:lnTo>
                    <a:pt x="1454148" y="254462"/>
                  </a:lnTo>
                  <a:lnTo>
                    <a:pt x="1468836" y="247826"/>
                  </a:lnTo>
                  <a:lnTo>
                    <a:pt x="1483524" y="240989"/>
                  </a:lnTo>
                  <a:lnTo>
                    <a:pt x="1498213" y="233543"/>
                  </a:lnTo>
                  <a:lnTo>
                    <a:pt x="1512901" y="226043"/>
                  </a:lnTo>
                  <a:lnTo>
                    <a:pt x="1527590" y="218405"/>
                  </a:lnTo>
                  <a:lnTo>
                    <a:pt x="1542278" y="211352"/>
                  </a:lnTo>
                  <a:lnTo>
                    <a:pt x="1556966" y="202276"/>
                  </a:lnTo>
                  <a:lnTo>
                    <a:pt x="1571655" y="193049"/>
                  </a:lnTo>
                  <a:lnTo>
                    <a:pt x="1586343" y="183285"/>
                  </a:lnTo>
                  <a:lnTo>
                    <a:pt x="1601031" y="173399"/>
                  </a:lnTo>
                  <a:lnTo>
                    <a:pt x="1615720" y="163652"/>
                  </a:lnTo>
                  <a:lnTo>
                    <a:pt x="1630408" y="154124"/>
                  </a:lnTo>
                  <a:lnTo>
                    <a:pt x="1645096" y="146707"/>
                  </a:lnTo>
                  <a:lnTo>
                    <a:pt x="1659785" y="137855"/>
                  </a:lnTo>
                  <a:lnTo>
                    <a:pt x="1674473" y="130777"/>
                  </a:lnTo>
                  <a:lnTo>
                    <a:pt x="1689162" y="124892"/>
                  </a:lnTo>
                  <a:lnTo>
                    <a:pt x="1703850" y="116382"/>
                  </a:lnTo>
                  <a:lnTo>
                    <a:pt x="1718538" y="108532"/>
                  </a:lnTo>
                  <a:lnTo>
                    <a:pt x="1733227" y="102592"/>
                  </a:lnTo>
                  <a:lnTo>
                    <a:pt x="1747915" y="98982"/>
                  </a:lnTo>
                  <a:lnTo>
                    <a:pt x="1762603" y="96156"/>
                  </a:lnTo>
                  <a:lnTo>
                    <a:pt x="1777292" y="92587"/>
                  </a:lnTo>
                  <a:lnTo>
                    <a:pt x="1791980" y="90009"/>
                  </a:lnTo>
                  <a:lnTo>
                    <a:pt x="1806668" y="88347"/>
                  </a:lnTo>
                  <a:lnTo>
                    <a:pt x="1821357" y="87577"/>
                  </a:lnTo>
                  <a:lnTo>
                    <a:pt x="1836045" y="88265"/>
                  </a:lnTo>
                  <a:lnTo>
                    <a:pt x="1850734" y="89512"/>
                  </a:lnTo>
                  <a:lnTo>
                    <a:pt x="1865422" y="89663"/>
                  </a:lnTo>
                  <a:lnTo>
                    <a:pt x="1880110" y="89005"/>
                  </a:lnTo>
                  <a:lnTo>
                    <a:pt x="1894799" y="87631"/>
                  </a:lnTo>
                  <a:lnTo>
                    <a:pt x="1909487" y="87025"/>
                  </a:lnTo>
                  <a:lnTo>
                    <a:pt x="1924175" y="87207"/>
                  </a:lnTo>
                  <a:lnTo>
                    <a:pt x="1938864" y="84768"/>
                  </a:lnTo>
                  <a:lnTo>
                    <a:pt x="1953552" y="85242"/>
                  </a:lnTo>
                  <a:lnTo>
                    <a:pt x="1968241" y="86105"/>
                  </a:lnTo>
                  <a:lnTo>
                    <a:pt x="1982929" y="87345"/>
                  </a:lnTo>
                  <a:lnTo>
                    <a:pt x="1997617" y="86902"/>
                  </a:lnTo>
                  <a:lnTo>
                    <a:pt x="2012306" y="84372"/>
                  </a:lnTo>
                  <a:lnTo>
                    <a:pt x="2026994" y="84919"/>
                  </a:lnTo>
                  <a:lnTo>
                    <a:pt x="2041682" y="85011"/>
                  </a:lnTo>
                  <a:lnTo>
                    <a:pt x="2056371" y="85436"/>
                  </a:lnTo>
                  <a:lnTo>
                    <a:pt x="2071059" y="87473"/>
                  </a:lnTo>
                  <a:lnTo>
                    <a:pt x="2085747" y="82853"/>
                  </a:lnTo>
                  <a:lnTo>
                    <a:pt x="2100436" y="79147"/>
                  </a:lnTo>
                  <a:lnTo>
                    <a:pt x="2115124" y="71820"/>
                  </a:lnTo>
                  <a:lnTo>
                    <a:pt x="2129813" y="67976"/>
                  </a:lnTo>
                  <a:lnTo>
                    <a:pt x="2144501" y="57827"/>
                  </a:lnTo>
                  <a:lnTo>
                    <a:pt x="2159189" y="48547"/>
                  </a:lnTo>
                  <a:lnTo>
                    <a:pt x="2173878" y="41113"/>
                  </a:lnTo>
                  <a:lnTo>
                    <a:pt x="2188566" y="34615"/>
                  </a:lnTo>
                  <a:lnTo>
                    <a:pt x="2203254" y="23030"/>
                  </a:lnTo>
                  <a:lnTo>
                    <a:pt x="2217943" y="13808"/>
                  </a:lnTo>
                  <a:lnTo>
                    <a:pt x="2232631" y="7089"/>
                  </a:lnTo>
                  <a:lnTo>
                    <a:pt x="2247319" y="1763"/>
                  </a:lnTo>
                  <a:lnTo>
                    <a:pt x="225361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0" name="pl46"/>
            <p:cNvSpPr/>
            <p:nvPr/>
          </p:nvSpPr>
          <p:spPr>
            <a:xfrm>
              <a:off x="8797235" y="1057989"/>
              <a:ext cx="2253614" cy="793959"/>
            </a:xfrm>
            <a:custGeom>
              <a:avLst/>
              <a:pathLst>
                <a:path w="2253614" h="793959">
                  <a:moveTo>
                    <a:pt x="2253614" y="38815"/>
                  </a:moveTo>
                  <a:lnTo>
                    <a:pt x="2247319" y="36928"/>
                  </a:lnTo>
                  <a:lnTo>
                    <a:pt x="2232631" y="38521"/>
                  </a:lnTo>
                  <a:lnTo>
                    <a:pt x="2217943" y="45113"/>
                  </a:lnTo>
                  <a:lnTo>
                    <a:pt x="2203254" y="44133"/>
                  </a:lnTo>
                  <a:lnTo>
                    <a:pt x="2188566" y="40010"/>
                  </a:lnTo>
                  <a:lnTo>
                    <a:pt x="2173878" y="36039"/>
                  </a:lnTo>
                  <a:lnTo>
                    <a:pt x="2159189" y="32195"/>
                  </a:lnTo>
                  <a:lnTo>
                    <a:pt x="2144501" y="28716"/>
                  </a:lnTo>
                  <a:lnTo>
                    <a:pt x="2129813" y="24787"/>
                  </a:lnTo>
                  <a:lnTo>
                    <a:pt x="2115124" y="22603"/>
                  </a:lnTo>
                  <a:lnTo>
                    <a:pt x="2100436" y="30910"/>
                  </a:lnTo>
                  <a:lnTo>
                    <a:pt x="2085747" y="38292"/>
                  </a:lnTo>
                  <a:lnTo>
                    <a:pt x="2071059" y="38370"/>
                  </a:lnTo>
                  <a:lnTo>
                    <a:pt x="2056371" y="32413"/>
                  </a:lnTo>
                  <a:lnTo>
                    <a:pt x="2041682" y="31832"/>
                  </a:lnTo>
                  <a:lnTo>
                    <a:pt x="2026994" y="32699"/>
                  </a:lnTo>
                  <a:lnTo>
                    <a:pt x="2012306" y="32850"/>
                  </a:lnTo>
                  <a:lnTo>
                    <a:pt x="1997617" y="31854"/>
                  </a:lnTo>
                  <a:lnTo>
                    <a:pt x="1982929" y="30158"/>
                  </a:lnTo>
                  <a:lnTo>
                    <a:pt x="1968241" y="25596"/>
                  </a:lnTo>
                  <a:lnTo>
                    <a:pt x="1953552" y="22990"/>
                  </a:lnTo>
                  <a:lnTo>
                    <a:pt x="1938864" y="20257"/>
                  </a:lnTo>
                  <a:lnTo>
                    <a:pt x="1924175" y="16846"/>
                  </a:lnTo>
                  <a:lnTo>
                    <a:pt x="1909487" y="12714"/>
                  </a:lnTo>
                  <a:lnTo>
                    <a:pt x="1894799" y="8556"/>
                  </a:lnTo>
                  <a:lnTo>
                    <a:pt x="1880110" y="9558"/>
                  </a:lnTo>
                  <a:lnTo>
                    <a:pt x="1865422" y="7286"/>
                  </a:lnTo>
                  <a:lnTo>
                    <a:pt x="1850734" y="3852"/>
                  </a:lnTo>
                  <a:lnTo>
                    <a:pt x="1836045" y="1838"/>
                  </a:lnTo>
                  <a:lnTo>
                    <a:pt x="1821357" y="800"/>
                  </a:lnTo>
                  <a:lnTo>
                    <a:pt x="1806668" y="0"/>
                  </a:lnTo>
                  <a:lnTo>
                    <a:pt x="1791980" y="4278"/>
                  </a:lnTo>
                  <a:lnTo>
                    <a:pt x="1777292" y="7046"/>
                  </a:lnTo>
                  <a:lnTo>
                    <a:pt x="1762603" y="10815"/>
                  </a:lnTo>
                  <a:lnTo>
                    <a:pt x="1747915" y="15632"/>
                  </a:lnTo>
                  <a:lnTo>
                    <a:pt x="1733227" y="21156"/>
                  </a:lnTo>
                  <a:lnTo>
                    <a:pt x="1718538" y="25338"/>
                  </a:lnTo>
                  <a:lnTo>
                    <a:pt x="1703850" y="30444"/>
                  </a:lnTo>
                  <a:lnTo>
                    <a:pt x="1689162" y="33243"/>
                  </a:lnTo>
                  <a:lnTo>
                    <a:pt x="1674473" y="38169"/>
                  </a:lnTo>
                  <a:lnTo>
                    <a:pt x="1659785" y="45364"/>
                  </a:lnTo>
                  <a:lnTo>
                    <a:pt x="1645096" y="52790"/>
                  </a:lnTo>
                  <a:lnTo>
                    <a:pt x="1630408" y="60954"/>
                  </a:lnTo>
                  <a:lnTo>
                    <a:pt x="1615720" y="68113"/>
                  </a:lnTo>
                  <a:lnTo>
                    <a:pt x="1601031" y="72617"/>
                  </a:lnTo>
                  <a:lnTo>
                    <a:pt x="1586343" y="76831"/>
                  </a:lnTo>
                  <a:lnTo>
                    <a:pt x="1571655" y="80951"/>
                  </a:lnTo>
                  <a:lnTo>
                    <a:pt x="1556966" y="89954"/>
                  </a:lnTo>
                  <a:lnTo>
                    <a:pt x="1542278" y="100154"/>
                  </a:lnTo>
                  <a:lnTo>
                    <a:pt x="1527590" y="107687"/>
                  </a:lnTo>
                  <a:lnTo>
                    <a:pt x="1512901" y="115900"/>
                  </a:lnTo>
                  <a:lnTo>
                    <a:pt x="1498213" y="125530"/>
                  </a:lnTo>
                  <a:lnTo>
                    <a:pt x="1483524" y="133715"/>
                  </a:lnTo>
                  <a:lnTo>
                    <a:pt x="1468836" y="142112"/>
                  </a:lnTo>
                  <a:lnTo>
                    <a:pt x="1454148" y="146936"/>
                  </a:lnTo>
                  <a:lnTo>
                    <a:pt x="1439459" y="151231"/>
                  </a:lnTo>
                  <a:lnTo>
                    <a:pt x="1424771" y="155112"/>
                  </a:lnTo>
                  <a:lnTo>
                    <a:pt x="1410083" y="158387"/>
                  </a:lnTo>
                  <a:lnTo>
                    <a:pt x="1395394" y="162366"/>
                  </a:lnTo>
                  <a:lnTo>
                    <a:pt x="1380706" y="166531"/>
                  </a:lnTo>
                  <a:lnTo>
                    <a:pt x="1366018" y="170513"/>
                  </a:lnTo>
                  <a:lnTo>
                    <a:pt x="1351329" y="174891"/>
                  </a:lnTo>
                  <a:lnTo>
                    <a:pt x="1336641" y="178416"/>
                  </a:lnTo>
                  <a:lnTo>
                    <a:pt x="1321952" y="181537"/>
                  </a:lnTo>
                  <a:lnTo>
                    <a:pt x="1307264" y="184427"/>
                  </a:lnTo>
                  <a:lnTo>
                    <a:pt x="1292576" y="187615"/>
                  </a:lnTo>
                  <a:lnTo>
                    <a:pt x="1277887" y="191342"/>
                  </a:lnTo>
                  <a:lnTo>
                    <a:pt x="1263199" y="194974"/>
                  </a:lnTo>
                  <a:lnTo>
                    <a:pt x="1248511" y="198646"/>
                  </a:lnTo>
                  <a:lnTo>
                    <a:pt x="1233822" y="201050"/>
                  </a:lnTo>
                  <a:lnTo>
                    <a:pt x="1219134" y="203702"/>
                  </a:lnTo>
                  <a:lnTo>
                    <a:pt x="1204445" y="207060"/>
                  </a:lnTo>
                  <a:lnTo>
                    <a:pt x="1189757" y="211791"/>
                  </a:lnTo>
                  <a:lnTo>
                    <a:pt x="1175069" y="216102"/>
                  </a:lnTo>
                  <a:lnTo>
                    <a:pt x="1160380" y="221177"/>
                  </a:lnTo>
                  <a:lnTo>
                    <a:pt x="1145692" y="226470"/>
                  </a:lnTo>
                  <a:lnTo>
                    <a:pt x="1131004" y="231964"/>
                  </a:lnTo>
                  <a:lnTo>
                    <a:pt x="1116315" y="237644"/>
                  </a:lnTo>
                  <a:lnTo>
                    <a:pt x="1101627" y="243493"/>
                  </a:lnTo>
                  <a:lnTo>
                    <a:pt x="1086939" y="249496"/>
                  </a:lnTo>
                  <a:lnTo>
                    <a:pt x="1072250" y="255635"/>
                  </a:lnTo>
                  <a:lnTo>
                    <a:pt x="1057562" y="261960"/>
                  </a:lnTo>
                  <a:lnTo>
                    <a:pt x="1042873" y="269465"/>
                  </a:lnTo>
                  <a:lnTo>
                    <a:pt x="1028185" y="275969"/>
                  </a:lnTo>
                  <a:lnTo>
                    <a:pt x="1013497" y="283317"/>
                  </a:lnTo>
                  <a:lnTo>
                    <a:pt x="998808" y="291389"/>
                  </a:lnTo>
                  <a:lnTo>
                    <a:pt x="984120" y="299609"/>
                  </a:lnTo>
                  <a:lnTo>
                    <a:pt x="969432" y="307809"/>
                  </a:lnTo>
                  <a:lnTo>
                    <a:pt x="954743" y="315557"/>
                  </a:lnTo>
                  <a:lnTo>
                    <a:pt x="940055" y="322631"/>
                  </a:lnTo>
                  <a:lnTo>
                    <a:pt x="925367" y="330353"/>
                  </a:lnTo>
                  <a:lnTo>
                    <a:pt x="910678" y="338673"/>
                  </a:lnTo>
                  <a:lnTo>
                    <a:pt x="895990" y="346673"/>
                  </a:lnTo>
                  <a:lnTo>
                    <a:pt x="881301" y="353812"/>
                  </a:lnTo>
                  <a:lnTo>
                    <a:pt x="866613" y="360705"/>
                  </a:lnTo>
                  <a:lnTo>
                    <a:pt x="851925" y="367361"/>
                  </a:lnTo>
                  <a:lnTo>
                    <a:pt x="837236" y="373145"/>
                  </a:lnTo>
                  <a:lnTo>
                    <a:pt x="822548" y="378296"/>
                  </a:lnTo>
                  <a:lnTo>
                    <a:pt x="807860" y="383834"/>
                  </a:lnTo>
                  <a:lnTo>
                    <a:pt x="793171" y="389914"/>
                  </a:lnTo>
                  <a:lnTo>
                    <a:pt x="778483" y="395894"/>
                  </a:lnTo>
                  <a:lnTo>
                    <a:pt x="763795" y="401815"/>
                  </a:lnTo>
                  <a:lnTo>
                    <a:pt x="749106" y="407723"/>
                  </a:lnTo>
                  <a:lnTo>
                    <a:pt x="734418" y="413662"/>
                  </a:lnTo>
                  <a:lnTo>
                    <a:pt x="719729" y="419676"/>
                  </a:lnTo>
                  <a:lnTo>
                    <a:pt x="705041" y="425808"/>
                  </a:lnTo>
                  <a:lnTo>
                    <a:pt x="690353" y="432454"/>
                  </a:lnTo>
                  <a:lnTo>
                    <a:pt x="675664" y="439669"/>
                  </a:lnTo>
                  <a:lnTo>
                    <a:pt x="660976" y="446657"/>
                  </a:lnTo>
                  <a:lnTo>
                    <a:pt x="646288" y="454023"/>
                  </a:lnTo>
                  <a:lnTo>
                    <a:pt x="631599" y="461817"/>
                  </a:lnTo>
                  <a:lnTo>
                    <a:pt x="616911" y="470088"/>
                  </a:lnTo>
                  <a:lnTo>
                    <a:pt x="602222" y="478885"/>
                  </a:lnTo>
                  <a:lnTo>
                    <a:pt x="587534" y="488257"/>
                  </a:lnTo>
                  <a:lnTo>
                    <a:pt x="572846" y="498085"/>
                  </a:lnTo>
                  <a:lnTo>
                    <a:pt x="558157" y="508262"/>
                  </a:lnTo>
                  <a:lnTo>
                    <a:pt x="543469" y="518516"/>
                  </a:lnTo>
                  <a:lnTo>
                    <a:pt x="528781" y="527988"/>
                  </a:lnTo>
                  <a:lnTo>
                    <a:pt x="514092" y="539185"/>
                  </a:lnTo>
                  <a:lnTo>
                    <a:pt x="499404" y="550069"/>
                  </a:lnTo>
                  <a:lnTo>
                    <a:pt x="484716" y="562036"/>
                  </a:lnTo>
                  <a:lnTo>
                    <a:pt x="470027" y="573836"/>
                  </a:lnTo>
                  <a:lnTo>
                    <a:pt x="455339" y="584919"/>
                  </a:lnTo>
                  <a:lnTo>
                    <a:pt x="440650" y="595583"/>
                  </a:lnTo>
                  <a:lnTo>
                    <a:pt x="425962" y="605717"/>
                  </a:lnTo>
                  <a:lnTo>
                    <a:pt x="411274" y="615212"/>
                  </a:lnTo>
                  <a:lnTo>
                    <a:pt x="396585" y="623957"/>
                  </a:lnTo>
                  <a:lnTo>
                    <a:pt x="381897" y="631840"/>
                  </a:lnTo>
                  <a:lnTo>
                    <a:pt x="367209" y="639840"/>
                  </a:lnTo>
                  <a:lnTo>
                    <a:pt x="352520" y="646945"/>
                  </a:lnTo>
                  <a:lnTo>
                    <a:pt x="337832" y="651235"/>
                  </a:lnTo>
                  <a:lnTo>
                    <a:pt x="323144" y="655128"/>
                  </a:lnTo>
                  <a:lnTo>
                    <a:pt x="308455" y="658683"/>
                  </a:lnTo>
                  <a:lnTo>
                    <a:pt x="293767" y="660997"/>
                  </a:lnTo>
                  <a:lnTo>
                    <a:pt x="279078" y="662562"/>
                  </a:lnTo>
                  <a:lnTo>
                    <a:pt x="264390" y="663554"/>
                  </a:lnTo>
                  <a:lnTo>
                    <a:pt x="249702" y="663743"/>
                  </a:lnTo>
                  <a:lnTo>
                    <a:pt x="235013" y="663376"/>
                  </a:lnTo>
                  <a:lnTo>
                    <a:pt x="220325" y="665709"/>
                  </a:lnTo>
                  <a:lnTo>
                    <a:pt x="205637" y="665257"/>
                  </a:lnTo>
                  <a:lnTo>
                    <a:pt x="190948" y="666429"/>
                  </a:lnTo>
                  <a:lnTo>
                    <a:pt x="176260" y="667968"/>
                  </a:lnTo>
                  <a:lnTo>
                    <a:pt x="161572" y="667181"/>
                  </a:lnTo>
                  <a:lnTo>
                    <a:pt x="146883" y="669022"/>
                  </a:lnTo>
                  <a:lnTo>
                    <a:pt x="132195" y="674316"/>
                  </a:lnTo>
                  <a:lnTo>
                    <a:pt x="117506" y="677206"/>
                  </a:lnTo>
                  <a:lnTo>
                    <a:pt x="102818" y="682718"/>
                  </a:lnTo>
                  <a:lnTo>
                    <a:pt x="88130" y="689383"/>
                  </a:lnTo>
                  <a:lnTo>
                    <a:pt x="73441" y="698727"/>
                  </a:lnTo>
                  <a:lnTo>
                    <a:pt x="58753" y="708248"/>
                  </a:lnTo>
                  <a:lnTo>
                    <a:pt x="44065" y="719071"/>
                  </a:lnTo>
                  <a:lnTo>
                    <a:pt x="29376" y="743017"/>
                  </a:lnTo>
                  <a:lnTo>
                    <a:pt x="14688" y="764772"/>
                  </a:lnTo>
                  <a:lnTo>
                    <a:pt x="0" y="79395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1" name="pl47"/>
            <p:cNvSpPr/>
            <p:nvPr/>
          </p:nvSpPr>
          <p:spPr>
            <a:xfrm>
              <a:off x="8797235" y="994815"/>
              <a:ext cx="2253614" cy="787120"/>
            </a:xfrm>
            <a:custGeom>
              <a:avLst/>
              <a:pathLst>
                <a:path w="2253614" h="787120">
                  <a:moveTo>
                    <a:pt x="0" y="787120"/>
                  </a:moveTo>
                  <a:lnTo>
                    <a:pt x="14688" y="767472"/>
                  </a:lnTo>
                  <a:lnTo>
                    <a:pt x="29376" y="750697"/>
                  </a:lnTo>
                  <a:lnTo>
                    <a:pt x="44065" y="736582"/>
                  </a:lnTo>
                  <a:lnTo>
                    <a:pt x="58753" y="724913"/>
                  </a:lnTo>
                  <a:lnTo>
                    <a:pt x="73441" y="715476"/>
                  </a:lnTo>
                  <a:lnTo>
                    <a:pt x="88130" y="708058"/>
                  </a:lnTo>
                  <a:lnTo>
                    <a:pt x="102818" y="702444"/>
                  </a:lnTo>
                  <a:lnTo>
                    <a:pt x="117506" y="698422"/>
                  </a:lnTo>
                  <a:lnTo>
                    <a:pt x="132195" y="695776"/>
                  </a:lnTo>
                  <a:lnTo>
                    <a:pt x="146883" y="694295"/>
                  </a:lnTo>
                  <a:lnTo>
                    <a:pt x="161572" y="693763"/>
                  </a:lnTo>
                  <a:lnTo>
                    <a:pt x="176260" y="693967"/>
                  </a:lnTo>
                  <a:lnTo>
                    <a:pt x="190948" y="694694"/>
                  </a:lnTo>
                  <a:lnTo>
                    <a:pt x="205637" y="695729"/>
                  </a:lnTo>
                  <a:lnTo>
                    <a:pt x="220325" y="696859"/>
                  </a:lnTo>
                  <a:lnTo>
                    <a:pt x="235013" y="697870"/>
                  </a:lnTo>
                  <a:lnTo>
                    <a:pt x="249702" y="698548"/>
                  </a:lnTo>
                  <a:lnTo>
                    <a:pt x="264390" y="698680"/>
                  </a:lnTo>
                  <a:lnTo>
                    <a:pt x="279078" y="698052"/>
                  </a:lnTo>
                  <a:lnTo>
                    <a:pt x="293767" y="696450"/>
                  </a:lnTo>
                  <a:lnTo>
                    <a:pt x="308455" y="693727"/>
                  </a:lnTo>
                  <a:lnTo>
                    <a:pt x="323144" y="689929"/>
                  </a:lnTo>
                  <a:lnTo>
                    <a:pt x="337832" y="685137"/>
                  </a:lnTo>
                  <a:lnTo>
                    <a:pt x="352520" y="679429"/>
                  </a:lnTo>
                  <a:lnTo>
                    <a:pt x="367209" y="672887"/>
                  </a:lnTo>
                  <a:lnTo>
                    <a:pt x="381897" y="665589"/>
                  </a:lnTo>
                  <a:lnTo>
                    <a:pt x="396585" y="657617"/>
                  </a:lnTo>
                  <a:lnTo>
                    <a:pt x="411274" y="649050"/>
                  </a:lnTo>
                  <a:lnTo>
                    <a:pt x="425962" y="639968"/>
                  </a:lnTo>
                  <a:lnTo>
                    <a:pt x="440650" y="630451"/>
                  </a:lnTo>
                  <a:lnTo>
                    <a:pt x="455339" y="620579"/>
                  </a:lnTo>
                  <a:lnTo>
                    <a:pt x="470027" y="610432"/>
                  </a:lnTo>
                  <a:lnTo>
                    <a:pt x="484716" y="600091"/>
                  </a:lnTo>
                  <a:lnTo>
                    <a:pt x="499404" y="589634"/>
                  </a:lnTo>
                  <a:lnTo>
                    <a:pt x="514092" y="579143"/>
                  </a:lnTo>
                  <a:lnTo>
                    <a:pt x="528781" y="568697"/>
                  </a:lnTo>
                  <a:lnTo>
                    <a:pt x="543469" y="558376"/>
                  </a:lnTo>
                  <a:lnTo>
                    <a:pt x="558157" y="548261"/>
                  </a:lnTo>
                  <a:lnTo>
                    <a:pt x="572846" y="538431"/>
                  </a:lnTo>
                  <a:lnTo>
                    <a:pt x="587534" y="528965"/>
                  </a:lnTo>
                  <a:lnTo>
                    <a:pt x="602222" y="519912"/>
                  </a:lnTo>
                  <a:lnTo>
                    <a:pt x="616911" y="511250"/>
                  </a:lnTo>
                  <a:lnTo>
                    <a:pt x="631599" y="502948"/>
                  </a:lnTo>
                  <a:lnTo>
                    <a:pt x="646288" y="494976"/>
                  </a:lnTo>
                  <a:lnTo>
                    <a:pt x="660976" y="487304"/>
                  </a:lnTo>
                  <a:lnTo>
                    <a:pt x="675664" y="479901"/>
                  </a:lnTo>
                  <a:lnTo>
                    <a:pt x="690353" y="472738"/>
                  </a:lnTo>
                  <a:lnTo>
                    <a:pt x="705041" y="465784"/>
                  </a:lnTo>
                  <a:lnTo>
                    <a:pt x="719729" y="459010"/>
                  </a:lnTo>
                  <a:lnTo>
                    <a:pt x="734418" y="452384"/>
                  </a:lnTo>
                  <a:lnTo>
                    <a:pt x="749106" y="445876"/>
                  </a:lnTo>
                  <a:lnTo>
                    <a:pt x="763795" y="439457"/>
                  </a:lnTo>
                  <a:lnTo>
                    <a:pt x="778483" y="433096"/>
                  </a:lnTo>
                  <a:lnTo>
                    <a:pt x="793171" y="426763"/>
                  </a:lnTo>
                  <a:lnTo>
                    <a:pt x="807860" y="420428"/>
                  </a:lnTo>
                  <a:lnTo>
                    <a:pt x="822548" y="414060"/>
                  </a:lnTo>
                  <a:lnTo>
                    <a:pt x="837236" y="407630"/>
                  </a:lnTo>
                  <a:lnTo>
                    <a:pt x="851925" y="401106"/>
                  </a:lnTo>
                  <a:lnTo>
                    <a:pt x="866613" y="394460"/>
                  </a:lnTo>
                  <a:lnTo>
                    <a:pt x="881301" y="387660"/>
                  </a:lnTo>
                  <a:lnTo>
                    <a:pt x="895990" y="380698"/>
                  </a:lnTo>
                  <a:lnTo>
                    <a:pt x="910678" y="373599"/>
                  </a:lnTo>
                  <a:lnTo>
                    <a:pt x="925367" y="366388"/>
                  </a:lnTo>
                  <a:lnTo>
                    <a:pt x="940055" y="359093"/>
                  </a:lnTo>
                  <a:lnTo>
                    <a:pt x="954743" y="351740"/>
                  </a:lnTo>
                  <a:lnTo>
                    <a:pt x="969432" y="344356"/>
                  </a:lnTo>
                  <a:lnTo>
                    <a:pt x="984120" y="336968"/>
                  </a:lnTo>
                  <a:lnTo>
                    <a:pt x="998808" y="329602"/>
                  </a:lnTo>
                  <a:lnTo>
                    <a:pt x="1013497" y="322285"/>
                  </a:lnTo>
                  <a:lnTo>
                    <a:pt x="1028185" y="315044"/>
                  </a:lnTo>
                  <a:lnTo>
                    <a:pt x="1042873" y="307906"/>
                  </a:lnTo>
                  <a:lnTo>
                    <a:pt x="1057562" y="300897"/>
                  </a:lnTo>
                  <a:lnTo>
                    <a:pt x="1072250" y="294044"/>
                  </a:lnTo>
                  <a:lnTo>
                    <a:pt x="1086939" y="287374"/>
                  </a:lnTo>
                  <a:lnTo>
                    <a:pt x="1101627" y="280914"/>
                  </a:lnTo>
                  <a:lnTo>
                    <a:pt x="1116315" y="274689"/>
                  </a:lnTo>
                  <a:lnTo>
                    <a:pt x="1131004" y="268728"/>
                  </a:lnTo>
                  <a:lnTo>
                    <a:pt x="1145692" y="263056"/>
                  </a:lnTo>
                  <a:lnTo>
                    <a:pt x="1160380" y="257701"/>
                  </a:lnTo>
                  <a:lnTo>
                    <a:pt x="1175069" y="252687"/>
                  </a:lnTo>
                  <a:lnTo>
                    <a:pt x="1189757" y="248011"/>
                  </a:lnTo>
                  <a:lnTo>
                    <a:pt x="1204445" y="243629"/>
                  </a:lnTo>
                  <a:lnTo>
                    <a:pt x="1219134" y="239499"/>
                  </a:lnTo>
                  <a:lnTo>
                    <a:pt x="1233822" y="235578"/>
                  </a:lnTo>
                  <a:lnTo>
                    <a:pt x="1248511" y="231822"/>
                  </a:lnTo>
                  <a:lnTo>
                    <a:pt x="1263199" y="228187"/>
                  </a:lnTo>
                  <a:lnTo>
                    <a:pt x="1277887" y="224630"/>
                  </a:lnTo>
                  <a:lnTo>
                    <a:pt x="1292576" y="221107"/>
                  </a:lnTo>
                  <a:lnTo>
                    <a:pt x="1307264" y="217576"/>
                  </a:lnTo>
                  <a:lnTo>
                    <a:pt x="1321952" y="213993"/>
                  </a:lnTo>
                  <a:lnTo>
                    <a:pt x="1336641" y="210314"/>
                  </a:lnTo>
                  <a:lnTo>
                    <a:pt x="1351329" y="206496"/>
                  </a:lnTo>
                  <a:lnTo>
                    <a:pt x="1366018" y="202495"/>
                  </a:lnTo>
                  <a:lnTo>
                    <a:pt x="1380706" y="198268"/>
                  </a:lnTo>
                  <a:lnTo>
                    <a:pt x="1395394" y="193772"/>
                  </a:lnTo>
                  <a:lnTo>
                    <a:pt x="1410083" y="188963"/>
                  </a:lnTo>
                  <a:lnTo>
                    <a:pt x="1424771" y="183798"/>
                  </a:lnTo>
                  <a:lnTo>
                    <a:pt x="1439459" y="178232"/>
                  </a:lnTo>
                  <a:lnTo>
                    <a:pt x="1454148" y="172224"/>
                  </a:lnTo>
                  <a:lnTo>
                    <a:pt x="1468836" y="165733"/>
                  </a:lnTo>
                  <a:lnTo>
                    <a:pt x="1483524" y="158774"/>
                  </a:lnTo>
                  <a:lnTo>
                    <a:pt x="1498213" y="151414"/>
                  </a:lnTo>
                  <a:lnTo>
                    <a:pt x="1512901" y="143720"/>
                  </a:lnTo>
                  <a:lnTo>
                    <a:pt x="1527590" y="135759"/>
                  </a:lnTo>
                  <a:lnTo>
                    <a:pt x="1542278" y="127598"/>
                  </a:lnTo>
                  <a:lnTo>
                    <a:pt x="1556966" y="119305"/>
                  </a:lnTo>
                  <a:lnTo>
                    <a:pt x="1571655" y="110946"/>
                  </a:lnTo>
                  <a:lnTo>
                    <a:pt x="1586343" y="102590"/>
                  </a:lnTo>
                  <a:lnTo>
                    <a:pt x="1601031" y="94303"/>
                  </a:lnTo>
                  <a:lnTo>
                    <a:pt x="1615720" y="86152"/>
                  </a:lnTo>
                  <a:lnTo>
                    <a:pt x="1630408" y="78204"/>
                  </a:lnTo>
                  <a:lnTo>
                    <a:pt x="1645096" y="70528"/>
                  </a:lnTo>
                  <a:lnTo>
                    <a:pt x="1659785" y="63189"/>
                  </a:lnTo>
                  <a:lnTo>
                    <a:pt x="1674473" y="56256"/>
                  </a:lnTo>
                  <a:lnTo>
                    <a:pt x="1689162" y="49795"/>
                  </a:lnTo>
                  <a:lnTo>
                    <a:pt x="1703850" y="43874"/>
                  </a:lnTo>
                  <a:lnTo>
                    <a:pt x="1718538" y="38560"/>
                  </a:lnTo>
                  <a:lnTo>
                    <a:pt x="1733227" y="33920"/>
                  </a:lnTo>
                  <a:lnTo>
                    <a:pt x="1747915" y="30021"/>
                  </a:lnTo>
                  <a:lnTo>
                    <a:pt x="1762603" y="26924"/>
                  </a:lnTo>
                  <a:lnTo>
                    <a:pt x="1777292" y="24610"/>
                  </a:lnTo>
                  <a:lnTo>
                    <a:pt x="1791980" y="23007"/>
                  </a:lnTo>
                  <a:lnTo>
                    <a:pt x="1806668" y="22044"/>
                  </a:lnTo>
                  <a:lnTo>
                    <a:pt x="1821357" y="21650"/>
                  </a:lnTo>
                  <a:lnTo>
                    <a:pt x="1836045" y="21753"/>
                  </a:lnTo>
                  <a:lnTo>
                    <a:pt x="1850734" y="22282"/>
                  </a:lnTo>
                  <a:lnTo>
                    <a:pt x="1865422" y="23164"/>
                  </a:lnTo>
                  <a:lnTo>
                    <a:pt x="1880110" y="24329"/>
                  </a:lnTo>
                  <a:lnTo>
                    <a:pt x="1894799" y="25705"/>
                  </a:lnTo>
                  <a:lnTo>
                    <a:pt x="1909487" y="27220"/>
                  </a:lnTo>
                  <a:lnTo>
                    <a:pt x="1924175" y="28803"/>
                  </a:lnTo>
                  <a:lnTo>
                    <a:pt x="1938864" y="30382"/>
                  </a:lnTo>
                  <a:lnTo>
                    <a:pt x="1953552" y="31886"/>
                  </a:lnTo>
                  <a:lnTo>
                    <a:pt x="1968241" y="33243"/>
                  </a:lnTo>
                  <a:lnTo>
                    <a:pt x="1982929" y="34382"/>
                  </a:lnTo>
                  <a:lnTo>
                    <a:pt x="1997617" y="35231"/>
                  </a:lnTo>
                  <a:lnTo>
                    <a:pt x="2012306" y="35718"/>
                  </a:lnTo>
                  <a:lnTo>
                    <a:pt x="2026994" y="35773"/>
                  </a:lnTo>
                  <a:lnTo>
                    <a:pt x="2041682" y="35322"/>
                  </a:lnTo>
                  <a:lnTo>
                    <a:pt x="2056371" y="34307"/>
                  </a:lnTo>
                  <a:lnTo>
                    <a:pt x="2071059" y="32761"/>
                  </a:lnTo>
                  <a:lnTo>
                    <a:pt x="2085747" y="30758"/>
                  </a:lnTo>
                  <a:lnTo>
                    <a:pt x="2100436" y="28377"/>
                  </a:lnTo>
                  <a:lnTo>
                    <a:pt x="2115124" y="25694"/>
                  </a:lnTo>
                  <a:lnTo>
                    <a:pt x="2129813" y="22786"/>
                  </a:lnTo>
                  <a:lnTo>
                    <a:pt x="2144501" y="19730"/>
                  </a:lnTo>
                  <a:lnTo>
                    <a:pt x="2159189" y="16602"/>
                  </a:lnTo>
                  <a:lnTo>
                    <a:pt x="2173878" y="13479"/>
                  </a:lnTo>
                  <a:lnTo>
                    <a:pt x="2188566" y="10439"/>
                  </a:lnTo>
                  <a:lnTo>
                    <a:pt x="2203254" y="7557"/>
                  </a:lnTo>
                  <a:lnTo>
                    <a:pt x="2217943" y="4911"/>
                  </a:lnTo>
                  <a:lnTo>
                    <a:pt x="2232631" y="2577"/>
                  </a:lnTo>
                  <a:lnTo>
                    <a:pt x="2247319" y="633"/>
                  </a:lnTo>
                  <a:lnTo>
                    <a:pt x="2253614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48"/>
            <p:cNvSpPr/>
            <p:nvPr/>
          </p:nvSpPr>
          <p:spPr>
            <a:xfrm>
              <a:off x="8374682" y="755389"/>
              <a:ext cx="0" cy="2343514"/>
            </a:xfrm>
            <a:custGeom>
              <a:avLst/>
              <a:pathLst>
                <a:path w="0" h="2343514">
                  <a:moveTo>
                    <a:pt x="0" y="2343514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49"/>
            <p:cNvSpPr/>
            <p:nvPr/>
          </p:nvSpPr>
          <p:spPr>
            <a:xfrm>
              <a:off x="8137780" y="305754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34" name="tx50"/>
            <p:cNvSpPr/>
            <p:nvPr/>
          </p:nvSpPr>
          <p:spPr>
            <a:xfrm>
              <a:off x="8137780" y="272269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35" name="tx51"/>
            <p:cNvSpPr/>
            <p:nvPr/>
          </p:nvSpPr>
          <p:spPr>
            <a:xfrm>
              <a:off x="8137780" y="238790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36" name="tx52"/>
            <p:cNvSpPr/>
            <p:nvPr/>
          </p:nvSpPr>
          <p:spPr>
            <a:xfrm>
              <a:off x="8137780" y="2054294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37" name="tx53"/>
            <p:cNvSpPr/>
            <p:nvPr/>
          </p:nvSpPr>
          <p:spPr>
            <a:xfrm>
              <a:off x="8137780" y="172006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38" name="tx54"/>
            <p:cNvSpPr/>
            <p:nvPr/>
          </p:nvSpPr>
          <p:spPr>
            <a:xfrm>
              <a:off x="8137780" y="1383602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39" name="tx55"/>
            <p:cNvSpPr/>
            <p:nvPr/>
          </p:nvSpPr>
          <p:spPr>
            <a:xfrm>
              <a:off x="8137780" y="104875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0" name="tx56"/>
            <p:cNvSpPr/>
            <p:nvPr/>
          </p:nvSpPr>
          <p:spPr>
            <a:xfrm>
              <a:off x="8137780" y="713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1" name="pl57"/>
            <p:cNvSpPr/>
            <p:nvPr/>
          </p:nvSpPr>
          <p:spPr>
            <a:xfrm>
              <a:off x="8298767" y="309890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58"/>
            <p:cNvSpPr/>
            <p:nvPr/>
          </p:nvSpPr>
          <p:spPr>
            <a:xfrm>
              <a:off x="8298767" y="276411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59"/>
            <p:cNvSpPr/>
            <p:nvPr/>
          </p:nvSpPr>
          <p:spPr>
            <a:xfrm>
              <a:off x="8298767" y="242932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60"/>
            <p:cNvSpPr/>
            <p:nvPr/>
          </p:nvSpPr>
          <p:spPr>
            <a:xfrm>
              <a:off x="8298767" y="209454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61"/>
            <p:cNvSpPr/>
            <p:nvPr/>
          </p:nvSpPr>
          <p:spPr>
            <a:xfrm>
              <a:off x="8298767" y="175975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62"/>
            <p:cNvSpPr/>
            <p:nvPr/>
          </p:nvSpPr>
          <p:spPr>
            <a:xfrm>
              <a:off x="8298767" y="1424964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63"/>
            <p:cNvSpPr/>
            <p:nvPr/>
          </p:nvSpPr>
          <p:spPr>
            <a:xfrm>
              <a:off x="8298767" y="1090176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64"/>
            <p:cNvSpPr/>
            <p:nvPr/>
          </p:nvSpPr>
          <p:spPr>
            <a:xfrm>
              <a:off x="8298767" y="75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65"/>
            <p:cNvSpPr/>
            <p:nvPr/>
          </p:nvSpPr>
          <p:spPr>
            <a:xfrm>
              <a:off x="8374682" y="3098903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6"/>
            <p:cNvSpPr/>
            <p:nvPr/>
          </p:nvSpPr>
          <p:spPr>
            <a:xfrm>
              <a:off x="870333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7"/>
            <p:cNvSpPr/>
            <p:nvPr/>
          </p:nvSpPr>
          <p:spPr>
            <a:xfrm>
              <a:off x="917283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8"/>
            <p:cNvSpPr/>
            <p:nvPr/>
          </p:nvSpPr>
          <p:spPr>
            <a:xfrm>
              <a:off x="9642341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9"/>
            <p:cNvSpPr/>
            <p:nvPr/>
          </p:nvSpPr>
          <p:spPr>
            <a:xfrm>
              <a:off x="10111844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70"/>
            <p:cNvSpPr/>
            <p:nvPr/>
          </p:nvSpPr>
          <p:spPr>
            <a:xfrm>
              <a:off x="10581347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71"/>
            <p:cNvSpPr/>
            <p:nvPr/>
          </p:nvSpPr>
          <p:spPr>
            <a:xfrm>
              <a:off x="11050850" y="3098903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tx72"/>
            <p:cNvSpPr/>
            <p:nvPr/>
          </p:nvSpPr>
          <p:spPr>
            <a:xfrm>
              <a:off x="8635494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20</a:t>
              </a:r>
            </a:p>
          </p:txBody>
        </p:sp>
        <p:sp>
          <p:nvSpPr>
            <p:cNvPr id="257" name="tx73"/>
            <p:cNvSpPr/>
            <p:nvPr/>
          </p:nvSpPr>
          <p:spPr>
            <a:xfrm>
              <a:off x="9104997" y="320049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25</a:t>
              </a:r>
            </a:p>
          </p:txBody>
        </p:sp>
        <p:sp>
          <p:nvSpPr>
            <p:cNvPr id="258" name="tx74"/>
            <p:cNvSpPr/>
            <p:nvPr/>
          </p:nvSpPr>
          <p:spPr>
            <a:xfrm>
              <a:off x="9574500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59" name="tx75"/>
            <p:cNvSpPr/>
            <p:nvPr/>
          </p:nvSpPr>
          <p:spPr>
            <a:xfrm>
              <a:off x="10044003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</a:t>
              </a:r>
            </a:p>
          </p:txBody>
        </p:sp>
        <p:sp>
          <p:nvSpPr>
            <p:cNvPr id="260" name="tx76"/>
            <p:cNvSpPr/>
            <p:nvPr/>
          </p:nvSpPr>
          <p:spPr>
            <a:xfrm>
              <a:off x="10513506" y="3200434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1" name="tx77"/>
            <p:cNvSpPr/>
            <p:nvPr/>
          </p:nvSpPr>
          <p:spPr>
            <a:xfrm>
              <a:off x="10983009" y="3201054"/>
              <a:ext cx="135681" cy="8253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45</a:t>
              </a:r>
            </a:p>
          </p:txBody>
        </p:sp>
        <p:sp>
          <p:nvSpPr>
            <p:cNvPr id="262" name="tx78"/>
            <p:cNvSpPr/>
            <p:nvPr/>
          </p:nvSpPr>
          <p:spPr>
            <a:xfrm>
              <a:off x="8961452" y="3338229"/>
              <a:ext cx="621431" cy="10187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End-Tidal</a:t>
              </a:r>
            </a:p>
          </p:txBody>
        </p:sp>
        <p:sp>
          <p:nvSpPr>
            <p:cNvPr id="263" name="tx79"/>
            <p:cNvSpPr/>
            <p:nvPr/>
          </p:nvSpPr>
          <p:spPr>
            <a:xfrm>
              <a:off x="9582884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64" name="tx80"/>
            <p:cNvSpPr/>
            <p:nvPr/>
          </p:nvSpPr>
          <p:spPr>
            <a:xfrm>
              <a:off x="9620984" y="3337262"/>
              <a:ext cx="105519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265" name="tx81"/>
            <p:cNvSpPr/>
            <p:nvPr/>
          </p:nvSpPr>
          <p:spPr>
            <a:xfrm>
              <a:off x="9726503" y="3337262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66" name="tx82"/>
            <p:cNvSpPr/>
            <p:nvPr/>
          </p:nvSpPr>
          <p:spPr>
            <a:xfrm>
              <a:off x="9838124" y="3396607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67" name="tx83"/>
            <p:cNvSpPr/>
            <p:nvPr/>
          </p:nvSpPr>
          <p:spPr>
            <a:xfrm>
              <a:off x="9895110" y="344010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68" name="tx84"/>
            <p:cNvSpPr/>
            <p:nvPr/>
          </p:nvSpPr>
          <p:spPr>
            <a:xfrm>
              <a:off x="9933210" y="3311292"/>
              <a:ext cx="530869" cy="12881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(mmHg)</a:t>
              </a:r>
            </a:p>
          </p:txBody>
        </p:sp>
        <p:sp>
          <p:nvSpPr>
            <p:cNvPr id="269" name="tx85"/>
            <p:cNvSpPr/>
            <p:nvPr/>
          </p:nvSpPr>
          <p:spPr>
            <a:xfrm rot="-5400000">
              <a:off x="7956986" y="213427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0" name="tx86"/>
            <p:cNvSpPr/>
            <p:nvPr/>
          </p:nvSpPr>
          <p:spPr>
            <a:xfrm rot="-5400000">
              <a:off x="7978491" y="2069530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1" name="tx87"/>
            <p:cNvSpPr/>
            <p:nvPr/>
          </p:nvSpPr>
          <p:spPr>
            <a:xfrm rot="-5400000">
              <a:off x="7982361" y="2027486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72" name="tx88"/>
            <p:cNvSpPr/>
            <p:nvPr/>
          </p:nvSpPr>
          <p:spPr>
            <a:xfrm rot="-5400000">
              <a:off x="7944298" y="1940161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3" name="tx89"/>
            <p:cNvSpPr/>
            <p:nvPr/>
          </p:nvSpPr>
          <p:spPr>
            <a:xfrm rot="-5400000">
              <a:off x="8013972" y="187284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4" name="tx90"/>
            <p:cNvSpPr/>
            <p:nvPr/>
          </p:nvSpPr>
          <p:spPr>
            <a:xfrm rot="-5400000">
              <a:off x="8032479" y="1859734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91"/>
            <p:cNvSpPr/>
            <p:nvPr/>
          </p:nvSpPr>
          <p:spPr>
            <a:xfrm rot="-5400000">
              <a:off x="7880265" y="1669420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63852"/>
              <a:ext cx="97813" cy="334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62054"/>
              <a:ext cx="97813" cy="352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42704"/>
              <a:ext cx="97813" cy="545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26819"/>
              <a:ext cx="97813" cy="7045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07888"/>
              <a:ext cx="97813" cy="893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2996035"/>
              <a:ext cx="97813" cy="10123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2962432"/>
              <a:ext cx="97813" cy="1348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2942131"/>
              <a:ext cx="97813" cy="15514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889649"/>
              <a:ext cx="97813" cy="2076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90766"/>
              <a:ext cx="97813" cy="2065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42901"/>
              <a:ext cx="97813" cy="25437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841374"/>
              <a:ext cx="97813" cy="2558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833850"/>
              <a:ext cx="97813" cy="2634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2832428"/>
              <a:ext cx="97813" cy="2648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2870822"/>
              <a:ext cx="97813" cy="2264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2892660"/>
              <a:ext cx="97813" cy="2046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2935654"/>
              <a:ext cx="97813" cy="1616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2947996"/>
              <a:ext cx="97813" cy="1492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2978736"/>
              <a:ext cx="97813" cy="1185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09188"/>
              <a:ext cx="97813" cy="880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43393"/>
              <a:ext cx="97813" cy="538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59392"/>
              <a:ext cx="97813" cy="3787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76193"/>
              <a:ext cx="97813" cy="2107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29994"/>
              <a:ext cx="191846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62717"/>
              <a:ext cx="223718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595440"/>
              <a:ext cx="247627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28162"/>
              <a:ext cx="27115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260885"/>
              <a:ext cx="306133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093608"/>
              <a:ext cx="32342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1926330"/>
              <a:ext cx="32865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759053"/>
              <a:ext cx="325163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591775"/>
              <a:ext cx="312043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424498"/>
              <a:ext cx="284587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257221"/>
              <a:ext cx="246434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089943"/>
              <a:ext cx="201720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922666"/>
              <a:ext cx="170636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755389"/>
              <a:ext cx="242250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894150" y="2213546"/>
              <a:ext cx="2347515" cy="268711"/>
            </a:xfrm>
            <a:custGeom>
              <a:avLst/>
              <a:pathLst>
                <a:path w="2347515" h="268711">
                  <a:moveTo>
                    <a:pt x="0" y="179319"/>
                  </a:moveTo>
                  <a:lnTo>
                    <a:pt x="15300" y="178840"/>
                  </a:lnTo>
                  <a:lnTo>
                    <a:pt x="30600" y="174227"/>
                  </a:lnTo>
                  <a:lnTo>
                    <a:pt x="45901" y="169517"/>
                  </a:lnTo>
                  <a:lnTo>
                    <a:pt x="61201" y="160804"/>
                  </a:lnTo>
                  <a:lnTo>
                    <a:pt x="76501" y="155376"/>
                  </a:lnTo>
                  <a:lnTo>
                    <a:pt x="91802" y="146715"/>
                  </a:lnTo>
                  <a:lnTo>
                    <a:pt x="107102" y="139964"/>
                  </a:lnTo>
                  <a:lnTo>
                    <a:pt x="122403" y="133682"/>
                  </a:lnTo>
                  <a:lnTo>
                    <a:pt x="137703" y="127456"/>
                  </a:lnTo>
                  <a:lnTo>
                    <a:pt x="153003" y="121901"/>
                  </a:lnTo>
                  <a:lnTo>
                    <a:pt x="168304" y="116866"/>
                  </a:lnTo>
                  <a:lnTo>
                    <a:pt x="183604" y="111339"/>
                  </a:lnTo>
                  <a:lnTo>
                    <a:pt x="198904" y="107725"/>
                  </a:lnTo>
                  <a:lnTo>
                    <a:pt x="214205" y="103593"/>
                  </a:lnTo>
                  <a:lnTo>
                    <a:pt x="229505" y="101546"/>
                  </a:lnTo>
                  <a:lnTo>
                    <a:pt x="244806" y="100526"/>
                  </a:lnTo>
                  <a:lnTo>
                    <a:pt x="260106" y="95015"/>
                  </a:lnTo>
                  <a:lnTo>
                    <a:pt x="275406" y="90436"/>
                  </a:lnTo>
                  <a:lnTo>
                    <a:pt x="290707" y="86725"/>
                  </a:lnTo>
                  <a:lnTo>
                    <a:pt x="306007" y="84005"/>
                  </a:lnTo>
                  <a:lnTo>
                    <a:pt x="321307" y="81760"/>
                  </a:lnTo>
                  <a:lnTo>
                    <a:pt x="336608" y="78484"/>
                  </a:lnTo>
                  <a:lnTo>
                    <a:pt x="351908" y="76556"/>
                  </a:lnTo>
                  <a:lnTo>
                    <a:pt x="367209" y="75549"/>
                  </a:lnTo>
                  <a:lnTo>
                    <a:pt x="382509" y="75364"/>
                  </a:lnTo>
                  <a:lnTo>
                    <a:pt x="397809" y="75804"/>
                  </a:lnTo>
                  <a:lnTo>
                    <a:pt x="413110" y="76917"/>
                  </a:lnTo>
                  <a:lnTo>
                    <a:pt x="428410" y="78746"/>
                  </a:lnTo>
                  <a:lnTo>
                    <a:pt x="443711" y="80854"/>
                  </a:lnTo>
                  <a:lnTo>
                    <a:pt x="459011" y="83286"/>
                  </a:lnTo>
                  <a:lnTo>
                    <a:pt x="474311" y="85580"/>
                  </a:lnTo>
                  <a:lnTo>
                    <a:pt x="489612" y="87856"/>
                  </a:lnTo>
                  <a:lnTo>
                    <a:pt x="504912" y="88863"/>
                  </a:lnTo>
                  <a:lnTo>
                    <a:pt x="520212" y="90796"/>
                  </a:lnTo>
                  <a:lnTo>
                    <a:pt x="535513" y="90966"/>
                  </a:lnTo>
                  <a:lnTo>
                    <a:pt x="550813" y="91004"/>
                  </a:lnTo>
                  <a:lnTo>
                    <a:pt x="566114" y="91551"/>
                  </a:lnTo>
                  <a:lnTo>
                    <a:pt x="581414" y="91713"/>
                  </a:lnTo>
                  <a:lnTo>
                    <a:pt x="596714" y="91128"/>
                  </a:lnTo>
                  <a:lnTo>
                    <a:pt x="612015" y="89001"/>
                  </a:lnTo>
                  <a:lnTo>
                    <a:pt x="627315" y="87611"/>
                  </a:lnTo>
                  <a:lnTo>
                    <a:pt x="642615" y="84638"/>
                  </a:lnTo>
                  <a:lnTo>
                    <a:pt x="657916" y="80837"/>
                  </a:lnTo>
                  <a:lnTo>
                    <a:pt x="673216" y="77669"/>
                  </a:lnTo>
                  <a:lnTo>
                    <a:pt x="688517" y="73774"/>
                  </a:lnTo>
                  <a:lnTo>
                    <a:pt x="703817" y="69338"/>
                  </a:lnTo>
                  <a:lnTo>
                    <a:pt x="719117" y="64634"/>
                  </a:lnTo>
                  <a:lnTo>
                    <a:pt x="734418" y="60892"/>
                  </a:lnTo>
                  <a:lnTo>
                    <a:pt x="749718" y="57300"/>
                  </a:lnTo>
                  <a:lnTo>
                    <a:pt x="765019" y="53703"/>
                  </a:lnTo>
                  <a:lnTo>
                    <a:pt x="780319" y="50140"/>
                  </a:lnTo>
                  <a:lnTo>
                    <a:pt x="795619" y="45266"/>
                  </a:lnTo>
                  <a:lnTo>
                    <a:pt x="810920" y="40168"/>
                  </a:lnTo>
                  <a:lnTo>
                    <a:pt x="826220" y="35966"/>
                  </a:lnTo>
                  <a:lnTo>
                    <a:pt x="841520" y="32606"/>
                  </a:lnTo>
                  <a:lnTo>
                    <a:pt x="856821" y="29591"/>
                  </a:lnTo>
                  <a:lnTo>
                    <a:pt x="872121" y="26414"/>
                  </a:lnTo>
                  <a:lnTo>
                    <a:pt x="887422" y="22884"/>
                  </a:lnTo>
                  <a:lnTo>
                    <a:pt x="902722" y="19801"/>
                  </a:lnTo>
                  <a:lnTo>
                    <a:pt x="918022" y="17224"/>
                  </a:lnTo>
                  <a:lnTo>
                    <a:pt x="933323" y="15174"/>
                  </a:lnTo>
                  <a:lnTo>
                    <a:pt x="948623" y="13617"/>
                  </a:lnTo>
                  <a:lnTo>
                    <a:pt x="963923" y="13114"/>
                  </a:lnTo>
                  <a:lnTo>
                    <a:pt x="979224" y="13500"/>
                  </a:lnTo>
                  <a:lnTo>
                    <a:pt x="994524" y="14088"/>
                  </a:lnTo>
                  <a:lnTo>
                    <a:pt x="1009825" y="14319"/>
                  </a:lnTo>
                  <a:lnTo>
                    <a:pt x="1025125" y="14926"/>
                  </a:lnTo>
                  <a:lnTo>
                    <a:pt x="1040425" y="15863"/>
                  </a:lnTo>
                  <a:lnTo>
                    <a:pt x="1055726" y="17084"/>
                  </a:lnTo>
                  <a:lnTo>
                    <a:pt x="1071026" y="18759"/>
                  </a:lnTo>
                  <a:lnTo>
                    <a:pt x="1086327" y="21860"/>
                  </a:lnTo>
                  <a:lnTo>
                    <a:pt x="1101627" y="24186"/>
                  </a:lnTo>
                  <a:lnTo>
                    <a:pt x="1116927" y="25665"/>
                  </a:lnTo>
                  <a:lnTo>
                    <a:pt x="1132228" y="27194"/>
                  </a:lnTo>
                  <a:lnTo>
                    <a:pt x="1147528" y="28765"/>
                  </a:lnTo>
                  <a:lnTo>
                    <a:pt x="1162828" y="29828"/>
                  </a:lnTo>
                  <a:lnTo>
                    <a:pt x="1178129" y="31706"/>
                  </a:lnTo>
                  <a:lnTo>
                    <a:pt x="1193429" y="33402"/>
                  </a:lnTo>
                  <a:lnTo>
                    <a:pt x="1208730" y="34325"/>
                  </a:lnTo>
                  <a:lnTo>
                    <a:pt x="1224030" y="35154"/>
                  </a:lnTo>
                  <a:lnTo>
                    <a:pt x="1239330" y="35879"/>
                  </a:lnTo>
                  <a:lnTo>
                    <a:pt x="1254631" y="36500"/>
                  </a:lnTo>
                  <a:lnTo>
                    <a:pt x="1269931" y="37018"/>
                  </a:lnTo>
                  <a:lnTo>
                    <a:pt x="1285231" y="37433"/>
                  </a:lnTo>
                  <a:lnTo>
                    <a:pt x="1300532" y="37746"/>
                  </a:lnTo>
                  <a:lnTo>
                    <a:pt x="1315832" y="37959"/>
                  </a:lnTo>
                  <a:lnTo>
                    <a:pt x="1331133" y="38070"/>
                  </a:lnTo>
                  <a:lnTo>
                    <a:pt x="1346433" y="38083"/>
                  </a:lnTo>
                  <a:lnTo>
                    <a:pt x="1361733" y="38220"/>
                  </a:lnTo>
                  <a:lnTo>
                    <a:pt x="1377034" y="38485"/>
                  </a:lnTo>
                  <a:lnTo>
                    <a:pt x="1392334" y="37998"/>
                  </a:lnTo>
                  <a:lnTo>
                    <a:pt x="1407635" y="37147"/>
                  </a:lnTo>
                  <a:lnTo>
                    <a:pt x="1422935" y="36280"/>
                  </a:lnTo>
                  <a:lnTo>
                    <a:pt x="1438235" y="35408"/>
                  </a:lnTo>
                  <a:lnTo>
                    <a:pt x="1453536" y="34482"/>
                  </a:lnTo>
                  <a:lnTo>
                    <a:pt x="1468836" y="33512"/>
                  </a:lnTo>
                  <a:lnTo>
                    <a:pt x="1484136" y="32508"/>
                  </a:lnTo>
                  <a:lnTo>
                    <a:pt x="1499437" y="30962"/>
                  </a:lnTo>
                  <a:lnTo>
                    <a:pt x="1514737" y="30134"/>
                  </a:lnTo>
                  <a:lnTo>
                    <a:pt x="1530038" y="29269"/>
                  </a:lnTo>
                  <a:lnTo>
                    <a:pt x="1545338" y="28008"/>
                  </a:lnTo>
                  <a:lnTo>
                    <a:pt x="1560638" y="26692"/>
                  </a:lnTo>
                  <a:lnTo>
                    <a:pt x="1575939" y="25366"/>
                  </a:lnTo>
                  <a:lnTo>
                    <a:pt x="1591239" y="24038"/>
                  </a:lnTo>
                  <a:lnTo>
                    <a:pt x="1606539" y="22868"/>
                  </a:lnTo>
                  <a:lnTo>
                    <a:pt x="1621840" y="22399"/>
                  </a:lnTo>
                  <a:lnTo>
                    <a:pt x="1637140" y="20819"/>
                  </a:lnTo>
                  <a:lnTo>
                    <a:pt x="1652441" y="18905"/>
                  </a:lnTo>
                  <a:lnTo>
                    <a:pt x="1667741" y="17514"/>
                  </a:lnTo>
                  <a:lnTo>
                    <a:pt x="1683041" y="16143"/>
                  </a:lnTo>
                  <a:lnTo>
                    <a:pt x="1698342" y="15364"/>
                  </a:lnTo>
                  <a:lnTo>
                    <a:pt x="1713642" y="14308"/>
                  </a:lnTo>
                  <a:lnTo>
                    <a:pt x="1728943" y="13322"/>
                  </a:lnTo>
                  <a:lnTo>
                    <a:pt x="1744243" y="11887"/>
                  </a:lnTo>
                  <a:lnTo>
                    <a:pt x="1759543" y="10259"/>
                  </a:lnTo>
                  <a:lnTo>
                    <a:pt x="1774844" y="8804"/>
                  </a:lnTo>
                  <a:lnTo>
                    <a:pt x="1790144" y="6749"/>
                  </a:lnTo>
                  <a:lnTo>
                    <a:pt x="1805444" y="6045"/>
                  </a:lnTo>
                  <a:lnTo>
                    <a:pt x="1820745" y="5487"/>
                  </a:lnTo>
                  <a:lnTo>
                    <a:pt x="1836045" y="4448"/>
                  </a:lnTo>
                  <a:lnTo>
                    <a:pt x="1851346" y="3538"/>
                  </a:lnTo>
                  <a:lnTo>
                    <a:pt x="1866646" y="2682"/>
                  </a:lnTo>
                  <a:lnTo>
                    <a:pt x="1881946" y="1827"/>
                  </a:lnTo>
                  <a:lnTo>
                    <a:pt x="1897247" y="1110"/>
                  </a:lnTo>
                  <a:lnTo>
                    <a:pt x="1912547" y="1607"/>
                  </a:lnTo>
                  <a:lnTo>
                    <a:pt x="1927847" y="817"/>
                  </a:lnTo>
                  <a:lnTo>
                    <a:pt x="1943148" y="0"/>
                  </a:lnTo>
                  <a:lnTo>
                    <a:pt x="1958448" y="210"/>
                  </a:lnTo>
                  <a:lnTo>
                    <a:pt x="1973749" y="344"/>
                  </a:lnTo>
                  <a:lnTo>
                    <a:pt x="1989049" y="665"/>
                  </a:lnTo>
                  <a:lnTo>
                    <a:pt x="2004349" y="1232"/>
                  </a:lnTo>
                  <a:lnTo>
                    <a:pt x="2019650" y="2233"/>
                  </a:lnTo>
                  <a:lnTo>
                    <a:pt x="2034950" y="3552"/>
                  </a:lnTo>
                  <a:lnTo>
                    <a:pt x="2050251" y="4459"/>
                  </a:lnTo>
                  <a:lnTo>
                    <a:pt x="2065551" y="6441"/>
                  </a:lnTo>
                  <a:lnTo>
                    <a:pt x="2080851" y="9787"/>
                  </a:lnTo>
                  <a:lnTo>
                    <a:pt x="2096152" y="12779"/>
                  </a:lnTo>
                  <a:lnTo>
                    <a:pt x="2111452" y="16901"/>
                  </a:lnTo>
                  <a:lnTo>
                    <a:pt x="2126752" y="20453"/>
                  </a:lnTo>
                  <a:lnTo>
                    <a:pt x="2142053" y="25830"/>
                  </a:lnTo>
                  <a:lnTo>
                    <a:pt x="2157353" y="31254"/>
                  </a:lnTo>
                  <a:lnTo>
                    <a:pt x="2172654" y="36062"/>
                  </a:lnTo>
                  <a:lnTo>
                    <a:pt x="2187954" y="41588"/>
                  </a:lnTo>
                  <a:lnTo>
                    <a:pt x="2203254" y="47146"/>
                  </a:lnTo>
                  <a:lnTo>
                    <a:pt x="2218555" y="49721"/>
                  </a:lnTo>
                  <a:lnTo>
                    <a:pt x="2233855" y="55246"/>
                  </a:lnTo>
                  <a:lnTo>
                    <a:pt x="2249155" y="58644"/>
                  </a:lnTo>
                  <a:lnTo>
                    <a:pt x="2264456" y="61961"/>
                  </a:lnTo>
                  <a:lnTo>
                    <a:pt x="2279756" y="65150"/>
                  </a:lnTo>
                  <a:lnTo>
                    <a:pt x="2295057" y="67005"/>
                  </a:lnTo>
                  <a:lnTo>
                    <a:pt x="2310357" y="70963"/>
                  </a:lnTo>
                  <a:lnTo>
                    <a:pt x="2325657" y="71065"/>
                  </a:lnTo>
                  <a:lnTo>
                    <a:pt x="2340958" y="69444"/>
                  </a:lnTo>
                  <a:lnTo>
                    <a:pt x="2347515" y="68462"/>
                  </a:lnTo>
                  <a:lnTo>
                    <a:pt x="2347515" y="189428"/>
                  </a:lnTo>
                  <a:lnTo>
                    <a:pt x="2340958" y="186669"/>
                  </a:lnTo>
                  <a:lnTo>
                    <a:pt x="2325657" y="179343"/>
                  </a:lnTo>
                  <a:lnTo>
                    <a:pt x="2310357" y="171697"/>
                  </a:lnTo>
                  <a:lnTo>
                    <a:pt x="2295057" y="165462"/>
                  </a:lnTo>
                  <a:lnTo>
                    <a:pt x="2279756" y="158157"/>
                  </a:lnTo>
                  <a:lnTo>
                    <a:pt x="2264456" y="149962"/>
                  </a:lnTo>
                  <a:lnTo>
                    <a:pt x="2249155" y="140782"/>
                  </a:lnTo>
                  <a:lnTo>
                    <a:pt x="2233855" y="131626"/>
                  </a:lnTo>
                  <a:lnTo>
                    <a:pt x="2218555" y="121846"/>
                  </a:lnTo>
                  <a:lnTo>
                    <a:pt x="2203254" y="115231"/>
                  </a:lnTo>
                  <a:lnTo>
                    <a:pt x="2187954" y="104040"/>
                  </a:lnTo>
                  <a:lnTo>
                    <a:pt x="2172654" y="98713"/>
                  </a:lnTo>
                  <a:lnTo>
                    <a:pt x="2157353" y="91495"/>
                  </a:lnTo>
                  <a:lnTo>
                    <a:pt x="2142053" y="87295"/>
                  </a:lnTo>
                  <a:lnTo>
                    <a:pt x="2126752" y="83179"/>
                  </a:lnTo>
                  <a:lnTo>
                    <a:pt x="2111452" y="79064"/>
                  </a:lnTo>
                  <a:lnTo>
                    <a:pt x="2096152" y="75625"/>
                  </a:lnTo>
                  <a:lnTo>
                    <a:pt x="2080851" y="71991"/>
                  </a:lnTo>
                  <a:lnTo>
                    <a:pt x="2065551" y="67731"/>
                  </a:lnTo>
                  <a:lnTo>
                    <a:pt x="2050251" y="65393"/>
                  </a:lnTo>
                  <a:lnTo>
                    <a:pt x="2034950" y="62993"/>
                  </a:lnTo>
                  <a:lnTo>
                    <a:pt x="2019650" y="59821"/>
                  </a:lnTo>
                  <a:lnTo>
                    <a:pt x="2004349" y="57141"/>
                  </a:lnTo>
                  <a:lnTo>
                    <a:pt x="1989049" y="54685"/>
                  </a:lnTo>
                  <a:lnTo>
                    <a:pt x="1973749" y="52412"/>
                  </a:lnTo>
                  <a:lnTo>
                    <a:pt x="1958448" y="50969"/>
                  </a:lnTo>
                  <a:lnTo>
                    <a:pt x="1943148" y="50350"/>
                  </a:lnTo>
                  <a:lnTo>
                    <a:pt x="1927847" y="50130"/>
                  </a:lnTo>
                  <a:lnTo>
                    <a:pt x="1912547" y="49204"/>
                  </a:lnTo>
                  <a:lnTo>
                    <a:pt x="1897247" y="48768"/>
                  </a:lnTo>
                  <a:lnTo>
                    <a:pt x="1881946" y="48920"/>
                  </a:lnTo>
                  <a:lnTo>
                    <a:pt x="1866646" y="49368"/>
                  </a:lnTo>
                  <a:lnTo>
                    <a:pt x="1851346" y="49394"/>
                  </a:lnTo>
                  <a:lnTo>
                    <a:pt x="1836045" y="50948"/>
                  </a:lnTo>
                  <a:lnTo>
                    <a:pt x="1820745" y="52544"/>
                  </a:lnTo>
                  <a:lnTo>
                    <a:pt x="1805444" y="52830"/>
                  </a:lnTo>
                  <a:lnTo>
                    <a:pt x="1790144" y="53866"/>
                  </a:lnTo>
                  <a:lnTo>
                    <a:pt x="1774844" y="54788"/>
                  </a:lnTo>
                  <a:lnTo>
                    <a:pt x="1759543" y="55228"/>
                  </a:lnTo>
                  <a:lnTo>
                    <a:pt x="1744243" y="56236"/>
                  </a:lnTo>
                  <a:lnTo>
                    <a:pt x="1728943" y="57584"/>
                  </a:lnTo>
                  <a:lnTo>
                    <a:pt x="1713642" y="58069"/>
                  </a:lnTo>
                  <a:lnTo>
                    <a:pt x="1698342" y="58413"/>
                  </a:lnTo>
                  <a:lnTo>
                    <a:pt x="1683041" y="59366"/>
                  </a:lnTo>
                  <a:lnTo>
                    <a:pt x="1667741" y="60701"/>
                  </a:lnTo>
                  <a:lnTo>
                    <a:pt x="1652441" y="62021"/>
                  </a:lnTo>
                  <a:lnTo>
                    <a:pt x="1637140" y="63314"/>
                  </a:lnTo>
                  <a:lnTo>
                    <a:pt x="1621840" y="64572"/>
                  </a:lnTo>
                  <a:lnTo>
                    <a:pt x="1606539" y="65390"/>
                  </a:lnTo>
                  <a:lnTo>
                    <a:pt x="1591239" y="65917"/>
                  </a:lnTo>
                  <a:lnTo>
                    <a:pt x="1575939" y="66461"/>
                  </a:lnTo>
                  <a:lnTo>
                    <a:pt x="1560638" y="67883"/>
                  </a:lnTo>
                  <a:lnTo>
                    <a:pt x="1545338" y="69658"/>
                  </a:lnTo>
                  <a:lnTo>
                    <a:pt x="1530038" y="70852"/>
                  </a:lnTo>
                  <a:lnTo>
                    <a:pt x="1514737" y="71600"/>
                  </a:lnTo>
                  <a:lnTo>
                    <a:pt x="1499437" y="72242"/>
                  </a:lnTo>
                  <a:lnTo>
                    <a:pt x="1484136" y="72779"/>
                  </a:lnTo>
                  <a:lnTo>
                    <a:pt x="1468836" y="73495"/>
                  </a:lnTo>
                  <a:lnTo>
                    <a:pt x="1453536" y="74030"/>
                  </a:lnTo>
                  <a:lnTo>
                    <a:pt x="1438235" y="75096"/>
                  </a:lnTo>
                  <a:lnTo>
                    <a:pt x="1422935" y="76405"/>
                  </a:lnTo>
                  <a:lnTo>
                    <a:pt x="1407635" y="77660"/>
                  </a:lnTo>
                  <a:lnTo>
                    <a:pt x="1392334" y="78844"/>
                  </a:lnTo>
                  <a:lnTo>
                    <a:pt x="1377034" y="79184"/>
                  </a:lnTo>
                  <a:lnTo>
                    <a:pt x="1361733" y="79138"/>
                  </a:lnTo>
                  <a:lnTo>
                    <a:pt x="1346433" y="78948"/>
                  </a:lnTo>
                  <a:lnTo>
                    <a:pt x="1331133" y="79371"/>
                  </a:lnTo>
                  <a:lnTo>
                    <a:pt x="1315832" y="80095"/>
                  </a:lnTo>
                  <a:lnTo>
                    <a:pt x="1300532" y="80433"/>
                  </a:lnTo>
                  <a:lnTo>
                    <a:pt x="1285231" y="80608"/>
                  </a:lnTo>
                  <a:lnTo>
                    <a:pt x="1269931" y="80680"/>
                  </a:lnTo>
                  <a:lnTo>
                    <a:pt x="1254631" y="79216"/>
                  </a:lnTo>
                  <a:lnTo>
                    <a:pt x="1239330" y="78712"/>
                  </a:lnTo>
                  <a:lnTo>
                    <a:pt x="1224030" y="78260"/>
                  </a:lnTo>
                  <a:lnTo>
                    <a:pt x="1208730" y="77479"/>
                  </a:lnTo>
                  <a:lnTo>
                    <a:pt x="1193429" y="76381"/>
                  </a:lnTo>
                  <a:lnTo>
                    <a:pt x="1178129" y="75007"/>
                  </a:lnTo>
                  <a:lnTo>
                    <a:pt x="1162828" y="73398"/>
                  </a:lnTo>
                  <a:lnTo>
                    <a:pt x="1147528" y="71596"/>
                  </a:lnTo>
                  <a:lnTo>
                    <a:pt x="1132228" y="69465"/>
                  </a:lnTo>
                  <a:lnTo>
                    <a:pt x="1116927" y="66804"/>
                  </a:lnTo>
                  <a:lnTo>
                    <a:pt x="1101627" y="64758"/>
                  </a:lnTo>
                  <a:lnTo>
                    <a:pt x="1086327" y="63297"/>
                  </a:lnTo>
                  <a:lnTo>
                    <a:pt x="1071026" y="61158"/>
                  </a:lnTo>
                  <a:lnTo>
                    <a:pt x="1055726" y="59639"/>
                  </a:lnTo>
                  <a:lnTo>
                    <a:pt x="1040425" y="58787"/>
                  </a:lnTo>
                  <a:lnTo>
                    <a:pt x="1025125" y="58089"/>
                  </a:lnTo>
                  <a:lnTo>
                    <a:pt x="1009825" y="57571"/>
                  </a:lnTo>
                  <a:lnTo>
                    <a:pt x="994524" y="57257"/>
                  </a:lnTo>
                  <a:lnTo>
                    <a:pt x="979224" y="57140"/>
                  </a:lnTo>
                  <a:lnTo>
                    <a:pt x="963923" y="56906"/>
                  </a:lnTo>
                  <a:lnTo>
                    <a:pt x="948623" y="57797"/>
                  </a:lnTo>
                  <a:lnTo>
                    <a:pt x="933323" y="59092"/>
                  </a:lnTo>
                  <a:lnTo>
                    <a:pt x="918022" y="61203"/>
                  </a:lnTo>
                  <a:lnTo>
                    <a:pt x="902722" y="63676"/>
                  </a:lnTo>
                  <a:lnTo>
                    <a:pt x="887422" y="65743"/>
                  </a:lnTo>
                  <a:lnTo>
                    <a:pt x="872121" y="69170"/>
                  </a:lnTo>
                  <a:lnTo>
                    <a:pt x="856821" y="72298"/>
                  </a:lnTo>
                  <a:lnTo>
                    <a:pt x="841520" y="74909"/>
                  </a:lnTo>
                  <a:lnTo>
                    <a:pt x="826220" y="77898"/>
                  </a:lnTo>
                  <a:lnTo>
                    <a:pt x="810920" y="82958"/>
                  </a:lnTo>
                  <a:lnTo>
                    <a:pt x="795619" y="88114"/>
                  </a:lnTo>
                  <a:lnTo>
                    <a:pt x="780319" y="93290"/>
                  </a:lnTo>
                  <a:lnTo>
                    <a:pt x="765019" y="98411"/>
                  </a:lnTo>
                  <a:lnTo>
                    <a:pt x="749718" y="103403"/>
                  </a:lnTo>
                  <a:lnTo>
                    <a:pt x="734418" y="108189"/>
                  </a:lnTo>
                  <a:lnTo>
                    <a:pt x="719117" y="112695"/>
                  </a:lnTo>
                  <a:lnTo>
                    <a:pt x="703817" y="117171"/>
                  </a:lnTo>
                  <a:lnTo>
                    <a:pt x="688517" y="121717"/>
                  </a:lnTo>
                  <a:lnTo>
                    <a:pt x="673216" y="126071"/>
                  </a:lnTo>
                  <a:lnTo>
                    <a:pt x="657916" y="130054"/>
                  </a:lnTo>
                  <a:lnTo>
                    <a:pt x="642615" y="133461"/>
                  </a:lnTo>
                  <a:lnTo>
                    <a:pt x="627315" y="136216"/>
                  </a:lnTo>
                  <a:lnTo>
                    <a:pt x="612015" y="138241"/>
                  </a:lnTo>
                  <a:lnTo>
                    <a:pt x="596714" y="139473"/>
                  </a:lnTo>
                  <a:lnTo>
                    <a:pt x="581414" y="140940"/>
                  </a:lnTo>
                  <a:lnTo>
                    <a:pt x="566114" y="142168"/>
                  </a:lnTo>
                  <a:lnTo>
                    <a:pt x="550813" y="140573"/>
                  </a:lnTo>
                  <a:lnTo>
                    <a:pt x="535513" y="138789"/>
                  </a:lnTo>
                  <a:lnTo>
                    <a:pt x="520212" y="137712"/>
                  </a:lnTo>
                  <a:lnTo>
                    <a:pt x="504912" y="138108"/>
                  </a:lnTo>
                  <a:lnTo>
                    <a:pt x="489612" y="138286"/>
                  </a:lnTo>
                  <a:lnTo>
                    <a:pt x="474311" y="138083"/>
                  </a:lnTo>
                  <a:lnTo>
                    <a:pt x="459011" y="140267"/>
                  </a:lnTo>
                  <a:lnTo>
                    <a:pt x="443711" y="140840"/>
                  </a:lnTo>
                  <a:lnTo>
                    <a:pt x="428410" y="141309"/>
                  </a:lnTo>
                  <a:lnTo>
                    <a:pt x="413110" y="142821"/>
                  </a:lnTo>
                  <a:lnTo>
                    <a:pt x="397809" y="144261"/>
                  </a:lnTo>
                  <a:lnTo>
                    <a:pt x="382509" y="145791"/>
                  </a:lnTo>
                  <a:lnTo>
                    <a:pt x="367209" y="147433"/>
                  </a:lnTo>
                  <a:lnTo>
                    <a:pt x="351908" y="148868"/>
                  </a:lnTo>
                  <a:lnTo>
                    <a:pt x="336608" y="149475"/>
                  </a:lnTo>
                  <a:lnTo>
                    <a:pt x="321307" y="150215"/>
                  </a:lnTo>
                  <a:lnTo>
                    <a:pt x="306007" y="151506"/>
                  </a:lnTo>
                  <a:lnTo>
                    <a:pt x="290707" y="154358"/>
                  </a:lnTo>
                  <a:lnTo>
                    <a:pt x="275406" y="157428"/>
                  </a:lnTo>
                  <a:lnTo>
                    <a:pt x="260106" y="159572"/>
                  </a:lnTo>
                  <a:lnTo>
                    <a:pt x="244806" y="162590"/>
                  </a:lnTo>
                  <a:lnTo>
                    <a:pt x="229505" y="168554"/>
                  </a:lnTo>
                  <a:lnTo>
                    <a:pt x="214205" y="173381"/>
                  </a:lnTo>
                  <a:lnTo>
                    <a:pt x="198904" y="178545"/>
                  </a:lnTo>
                  <a:lnTo>
                    <a:pt x="183604" y="182906"/>
                  </a:lnTo>
                  <a:lnTo>
                    <a:pt x="168304" y="190120"/>
                  </a:lnTo>
                  <a:lnTo>
                    <a:pt x="153003" y="197115"/>
                  </a:lnTo>
                  <a:lnTo>
                    <a:pt x="137703" y="205802"/>
                  </a:lnTo>
                  <a:lnTo>
                    <a:pt x="122403" y="212273"/>
                  </a:lnTo>
                  <a:lnTo>
                    <a:pt x="107102" y="217495"/>
                  </a:lnTo>
                  <a:lnTo>
                    <a:pt x="91802" y="225319"/>
                  </a:lnTo>
                  <a:lnTo>
                    <a:pt x="76501" y="232194"/>
                  </a:lnTo>
                  <a:lnTo>
                    <a:pt x="61201" y="235420"/>
                  </a:lnTo>
                  <a:lnTo>
                    <a:pt x="45901" y="240403"/>
                  </a:lnTo>
                  <a:lnTo>
                    <a:pt x="30600" y="247202"/>
                  </a:lnTo>
                  <a:lnTo>
                    <a:pt x="15300" y="256750"/>
                  </a:lnTo>
                  <a:lnTo>
                    <a:pt x="0" y="26871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894150" y="2213546"/>
              <a:ext cx="2347515" cy="179319"/>
            </a:xfrm>
            <a:custGeom>
              <a:avLst/>
              <a:pathLst>
                <a:path w="2347515" h="179319">
                  <a:moveTo>
                    <a:pt x="0" y="179319"/>
                  </a:moveTo>
                  <a:lnTo>
                    <a:pt x="15300" y="178840"/>
                  </a:lnTo>
                  <a:lnTo>
                    <a:pt x="30600" y="174227"/>
                  </a:lnTo>
                  <a:lnTo>
                    <a:pt x="45901" y="169517"/>
                  </a:lnTo>
                  <a:lnTo>
                    <a:pt x="61201" y="160804"/>
                  </a:lnTo>
                  <a:lnTo>
                    <a:pt x="76501" y="155376"/>
                  </a:lnTo>
                  <a:lnTo>
                    <a:pt x="91802" y="146715"/>
                  </a:lnTo>
                  <a:lnTo>
                    <a:pt x="107102" y="139964"/>
                  </a:lnTo>
                  <a:lnTo>
                    <a:pt x="122403" y="133682"/>
                  </a:lnTo>
                  <a:lnTo>
                    <a:pt x="137703" y="127456"/>
                  </a:lnTo>
                  <a:lnTo>
                    <a:pt x="153003" y="121901"/>
                  </a:lnTo>
                  <a:lnTo>
                    <a:pt x="168304" y="116866"/>
                  </a:lnTo>
                  <a:lnTo>
                    <a:pt x="183604" y="111339"/>
                  </a:lnTo>
                  <a:lnTo>
                    <a:pt x="198904" y="107725"/>
                  </a:lnTo>
                  <a:lnTo>
                    <a:pt x="214205" y="103593"/>
                  </a:lnTo>
                  <a:lnTo>
                    <a:pt x="229505" y="101546"/>
                  </a:lnTo>
                  <a:lnTo>
                    <a:pt x="244806" y="100526"/>
                  </a:lnTo>
                  <a:lnTo>
                    <a:pt x="260106" y="95015"/>
                  </a:lnTo>
                  <a:lnTo>
                    <a:pt x="275406" y="90436"/>
                  </a:lnTo>
                  <a:lnTo>
                    <a:pt x="290707" y="86725"/>
                  </a:lnTo>
                  <a:lnTo>
                    <a:pt x="306007" y="84005"/>
                  </a:lnTo>
                  <a:lnTo>
                    <a:pt x="321307" y="81760"/>
                  </a:lnTo>
                  <a:lnTo>
                    <a:pt x="336608" y="78484"/>
                  </a:lnTo>
                  <a:lnTo>
                    <a:pt x="351908" y="76556"/>
                  </a:lnTo>
                  <a:lnTo>
                    <a:pt x="367209" y="75549"/>
                  </a:lnTo>
                  <a:lnTo>
                    <a:pt x="382509" y="75364"/>
                  </a:lnTo>
                  <a:lnTo>
                    <a:pt x="397809" y="75804"/>
                  </a:lnTo>
                  <a:lnTo>
                    <a:pt x="413110" y="76917"/>
                  </a:lnTo>
                  <a:lnTo>
                    <a:pt x="428410" y="78746"/>
                  </a:lnTo>
                  <a:lnTo>
                    <a:pt x="443711" y="80854"/>
                  </a:lnTo>
                  <a:lnTo>
                    <a:pt x="459011" y="83286"/>
                  </a:lnTo>
                  <a:lnTo>
                    <a:pt x="474311" y="85580"/>
                  </a:lnTo>
                  <a:lnTo>
                    <a:pt x="489612" y="87856"/>
                  </a:lnTo>
                  <a:lnTo>
                    <a:pt x="504912" y="88863"/>
                  </a:lnTo>
                  <a:lnTo>
                    <a:pt x="520212" y="90796"/>
                  </a:lnTo>
                  <a:lnTo>
                    <a:pt x="535513" y="90966"/>
                  </a:lnTo>
                  <a:lnTo>
                    <a:pt x="550813" y="91004"/>
                  </a:lnTo>
                  <a:lnTo>
                    <a:pt x="566114" y="91551"/>
                  </a:lnTo>
                  <a:lnTo>
                    <a:pt x="581414" y="91713"/>
                  </a:lnTo>
                  <a:lnTo>
                    <a:pt x="596714" y="91128"/>
                  </a:lnTo>
                  <a:lnTo>
                    <a:pt x="612015" y="89001"/>
                  </a:lnTo>
                  <a:lnTo>
                    <a:pt x="627315" y="87611"/>
                  </a:lnTo>
                  <a:lnTo>
                    <a:pt x="642615" y="84638"/>
                  </a:lnTo>
                  <a:lnTo>
                    <a:pt x="657916" y="80837"/>
                  </a:lnTo>
                  <a:lnTo>
                    <a:pt x="673216" y="77669"/>
                  </a:lnTo>
                  <a:lnTo>
                    <a:pt x="688517" y="73774"/>
                  </a:lnTo>
                  <a:lnTo>
                    <a:pt x="703817" y="69338"/>
                  </a:lnTo>
                  <a:lnTo>
                    <a:pt x="719117" y="64634"/>
                  </a:lnTo>
                  <a:lnTo>
                    <a:pt x="734418" y="60892"/>
                  </a:lnTo>
                  <a:lnTo>
                    <a:pt x="749718" y="57300"/>
                  </a:lnTo>
                  <a:lnTo>
                    <a:pt x="765019" y="53703"/>
                  </a:lnTo>
                  <a:lnTo>
                    <a:pt x="780319" y="50140"/>
                  </a:lnTo>
                  <a:lnTo>
                    <a:pt x="795619" y="45266"/>
                  </a:lnTo>
                  <a:lnTo>
                    <a:pt x="810920" y="40168"/>
                  </a:lnTo>
                  <a:lnTo>
                    <a:pt x="826220" y="35966"/>
                  </a:lnTo>
                  <a:lnTo>
                    <a:pt x="841520" y="32606"/>
                  </a:lnTo>
                  <a:lnTo>
                    <a:pt x="856821" y="29591"/>
                  </a:lnTo>
                  <a:lnTo>
                    <a:pt x="872121" y="26414"/>
                  </a:lnTo>
                  <a:lnTo>
                    <a:pt x="887422" y="22884"/>
                  </a:lnTo>
                  <a:lnTo>
                    <a:pt x="902722" y="19801"/>
                  </a:lnTo>
                  <a:lnTo>
                    <a:pt x="918022" y="17224"/>
                  </a:lnTo>
                  <a:lnTo>
                    <a:pt x="933323" y="15174"/>
                  </a:lnTo>
                  <a:lnTo>
                    <a:pt x="948623" y="13617"/>
                  </a:lnTo>
                  <a:lnTo>
                    <a:pt x="963923" y="13114"/>
                  </a:lnTo>
                  <a:lnTo>
                    <a:pt x="979224" y="13500"/>
                  </a:lnTo>
                  <a:lnTo>
                    <a:pt x="994524" y="14088"/>
                  </a:lnTo>
                  <a:lnTo>
                    <a:pt x="1009825" y="14319"/>
                  </a:lnTo>
                  <a:lnTo>
                    <a:pt x="1025125" y="14926"/>
                  </a:lnTo>
                  <a:lnTo>
                    <a:pt x="1040425" y="15863"/>
                  </a:lnTo>
                  <a:lnTo>
                    <a:pt x="1055726" y="17084"/>
                  </a:lnTo>
                  <a:lnTo>
                    <a:pt x="1071026" y="18759"/>
                  </a:lnTo>
                  <a:lnTo>
                    <a:pt x="1086327" y="21860"/>
                  </a:lnTo>
                  <a:lnTo>
                    <a:pt x="1101627" y="24186"/>
                  </a:lnTo>
                  <a:lnTo>
                    <a:pt x="1116927" y="25665"/>
                  </a:lnTo>
                  <a:lnTo>
                    <a:pt x="1132228" y="27194"/>
                  </a:lnTo>
                  <a:lnTo>
                    <a:pt x="1147528" y="28765"/>
                  </a:lnTo>
                  <a:lnTo>
                    <a:pt x="1162828" y="29828"/>
                  </a:lnTo>
                  <a:lnTo>
                    <a:pt x="1178129" y="31706"/>
                  </a:lnTo>
                  <a:lnTo>
                    <a:pt x="1193429" y="33402"/>
                  </a:lnTo>
                  <a:lnTo>
                    <a:pt x="1208730" y="34325"/>
                  </a:lnTo>
                  <a:lnTo>
                    <a:pt x="1224030" y="35154"/>
                  </a:lnTo>
                  <a:lnTo>
                    <a:pt x="1239330" y="35879"/>
                  </a:lnTo>
                  <a:lnTo>
                    <a:pt x="1254631" y="36500"/>
                  </a:lnTo>
                  <a:lnTo>
                    <a:pt x="1269931" y="37018"/>
                  </a:lnTo>
                  <a:lnTo>
                    <a:pt x="1285231" y="37433"/>
                  </a:lnTo>
                  <a:lnTo>
                    <a:pt x="1300532" y="37746"/>
                  </a:lnTo>
                  <a:lnTo>
                    <a:pt x="1315832" y="37959"/>
                  </a:lnTo>
                  <a:lnTo>
                    <a:pt x="1331133" y="38070"/>
                  </a:lnTo>
                  <a:lnTo>
                    <a:pt x="1346433" y="38083"/>
                  </a:lnTo>
                  <a:lnTo>
                    <a:pt x="1361733" y="38220"/>
                  </a:lnTo>
                  <a:lnTo>
                    <a:pt x="1377034" y="38485"/>
                  </a:lnTo>
                  <a:lnTo>
                    <a:pt x="1392334" y="37998"/>
                  </a:lnTo>
                  <a:lnTo>
                    <a:pt x="1407635" y="37147"/>
                  </a:lnTo>
                  <a:lnTo>
                    <a:pt x="1422935" y="36280"/>
                  </a:lnTo>
                  <a:lnTo>
                    <a:pt x="1438235" y="35408"/>
                  </a:lnTo>
                  <a:lnTo>
                    <a:pt x="1453536" y="34482"/>
                  </a:lnTo>
                  <a:lnTo>
                    <a:pt x="1468836" y="33512"/>
                  </a:lnTo>
                  <a:lnTo>
                    <a:pt x="1484136" y="32508"/>
                  </a:lnTo>
                  <a:lnTo>
                    <a:pt x="1499437" y="30962"/>
                  </a:lnTo>
                  <a:lnTo>
                    <a:pt x="1514737" y="30134"/>
                  </a:lnTo>
                  <a:lnTo>
                    <a:pt x="1530038" y="29269"/>
                  </a:lnTo>
                  <a:lnTo>
                    <a:pt x="1545338" y="28008"/>
                  </a:lnTo>
                  <a:lnTo>
                    <a:pt x="1560638" y="26692"/>
                  </a:lnTo>
                  <a:lnTo>
                    <a:pt x="1575939" y="25366"/>
                  </a:lnTo>
                  <a:lnTo>
                    <a:pt x="1591239" y="24038"/>
                  </a:lnTo>
                  <a:lnTo>
                    <a:pt x="1606539" y="22868"/>
                  </a:lnTo>
                  <a:lnTo>
                    <a:pt x="1621840" y="22399"/>
                  </a:lnTo>
                  <a:lnTo>
                    <a:pt x="1637140" y="20819"/>
                  </a:lnTo>
                  <a:lnTo>
                    <a:pt x="1652441" y="18905"/>
                  </a:lnTo>
                  <a:lnTo>
                    <a:pt x="1667741" y="17514"/>
                  </a:lnTo>
                  <a:lnTo>
                    <a:pt x="1683041" y="16143"/>
                  </a:lnTo>
                  <a:lnTo>
                    <a:pt x="1698342" y="15364"/>
                  </a:lnTo>
                  <a:lnTo>
                    <a:pt x="1713642" y="14308"/>
                  </a:lnTo>
                  <a:lnTo>
                    <a:pt x="1728943" y="13322"/>
                  </a:lnTo>
                  <a:lnTo>
                    <a:pt x="1744243" y="11887"/>
                  </a:lnTo>
                  <a:lnTo>
                    <a:pt x="1759543" y="10259"/>
                  </a:lnTo>
                  <a:lnTo>
                    <a:pt x="1774844" y="8804"/>
                  </a:lnTo>
                  <a:lnTo>
                    <a:pt x="1790144" y="6749"/>
                  </a:lnTo>
                  <a:lnTo>
                    <a:pt x="1805444" y="6045"/>
                  </a:lnTo>
                  <a:lnTo>
                    <a:pt x="1820745" y="5487"/>
                  </a:lnTo>
                  <a:lnTo>
                    <a:pt x="1836045" y="4448"/>
                  </a:lnTo>
                  <a:lnTo>
                    <a:pt x="1851346" y="3538"/>
                  </a:lnTo>
                  <a:lnTo>
                    <a:pt x="1866646" y="2682"/>
                  </a:lnTo>
                  <a:lnTo>
                    <a:pt x="1881946" y="1827"/>
                  </a:lnTo>
                  <a:lnTo>
                    <a:pt x="1897247" y="1110"/>
                  </a:lnTo>
                  <a:lnTo>
                    <a:pt x="1912547" y="1607"/>
                  </a:lnTo>
                  <a:lnTo>
                    <a:pt x="1927847" y="817"/>
                  </a:lnTo>
                  <a:lnTo>
                    <a:pt x="1943148" y="0"/>
                  </a:lnTo>
                  <a:lnTo>
                    <a:pt x="1958448" y="210"/>
                  </a:lnTo>
                  <a:lnTo>
                    <a:pt x="1973749" y="344"/>
                  </a:lnTo>
                  <a:lnTo>
                    <a:pt x="1989049" y="665"/>
                  </a:lnTo>
                  <a:lnTo>
                    <a:pt x="2004349" y="1232"/>
                  </a:lnTo>
                  <a:lnTo>
                    <a:pt x="2019650" y="2233"/>
                  </a:lnTo>
                  <a:lnTo>
                    <a:pt x="2034950" y="3552"/>
                  </a:lnTo>
                  <a:lnTo>
                    <a:pt x="2050251" y="4459"/>
                  </a:lnTo>
                  <a:lnTo>
                    <a:pt x="2065551" y="6441"/>
                  </a:lnTo>
                  <a:lnTo>
                    <a:pt x="2080851" y="9787"/>
                  </a:lnTo>
                  <a:lnTo>
                    <a:pt x="2096152" y="12779"/>
                  </a:lnTo>
                  <a:lnTo>
                    <a:pt x="2111452" y="16901"/>
                  </a:lnTo>
                  <a:lnTo>
                    <a:pt x="2126752" y="20453"/>
                  </a:lnTo>
                  <a:lnTo>
                    <a:pt x="2142053" y="25830"/>
                  </a:lnTo>
                  <a:lnTo>
                    <a:pt x="2157353" y="31254"/>
                  </a:lnTo>
                  <a:lnTo>
                    <a:pt x="2172654" y="36062"/>
                  </a:lnTo>
                  <a:lnTo>
                    <a:pt x="2187954" y="41588"/>
                  </a:lnTo>
                  <a:lnTo>
                    <a:pt x="2203254" y="47146"/>
                  </a:lnTo>
                  <a:lnTo>
                    <a:pt x="2218555" y="49721"/>
                  </a:lnTo>
                  <a:lnTo>
                    <a:pt x="2233855" y="55246"/>
                  </a:lnTo>
                  <a:lnTo>
                    <a:pt x="2249155" y="58644"/>
                  </a:lnTo>
                  <a:lnTo>
                    <a:pt x="2264456" y="61961"/>
                  </a:lnTo>
                  <a:lnTo>
                    <a:pt x="2279756" y="65150"/>
                  </a:lnTo>
                  <a:lnTo>
                    <a:pt x="2295057" y="67005"/>
                  </a:lnTo>
                  <a:lnTo>
                    <a:pt x="2310357" y="70963"/>
                  </a:lnTo>
                  <a:lnTo>
                    <a:pt x="2325657" y="71065"/>
                  </a:lnTo>
                  <a:lnTo>
                    <a:pt x="2340958" y="69444"/>
                  </a:lnTo>
                  <a:lnTo>
                    <a:pt x="2347515" y="6846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2262315"/>
              <a:ext cx="2347515" cy="219942"/>
            </a:xfrm>
            <a:custGeom>
              <a:avLst/>
              <a:pathLst>
                <a:path w="2347515" h="219942">
                  <a:moveTo>
                    <a:pt x="2347515" y="140659"/>
                  </a:moveTo>
                  <a:lnTo>
                    <a:pt x="2340958" y="137900"/>
                  </a:lnTo>
                  <a:lnTo>
                    <a:pt x="2325657" y="130574"/>
                  </a:lnTo>
                  <a:lnTo>
                    <a:pt x="2310357" y="122928"/>
                  </a:lnTo>
                  <a:lnTo>
                    <a:pt x="2295057" y="116693"/>
                  </a:lnTo>
                  <a:lnTo>
                    <a:pt x="2279756" y="109388"/>
                  </a:lnTo>
                  <a:lnTo>
                    <a:pt x="2264456" y="101193"/>
                  </a:lnTo>
                  <a:lnTo>
                    <a:pt x="2249155" y="92013"/>
                  </a:lnTo>
                  <a:lnTo>
                    <a:pt x="2233855" y="82857"/>
                  </a:lnTo>
                  <a:lnTo>
                    <a:pt x="2218555" y="73077"/>
                  </a:lnTo>
                  <a:lnTo>
                    <a:pt x="2203254" y="66462"/>
                  </a:lnTo>
                  <a:lnTo>
                    <a:pt x="2187954" y="55271"/>
                  </a:lnTo>
                  <a:lnTo>
                    <a:pt x="2172654" y="49944"/>
                  </a:lnTo>
                  <a:lnTo>
                    <a:pt x="2157353" y="42726"/>
                  </a:lnTo>
                  <a:lnTo>
                    <a:pt x="2142053" y="38526"/>
                  </a:lnTo>
                  <a:lnTo>
                    <a:pt x="2126752" y="34410"/>
                  </a:lnTo>
                  <a:lnTo>
                    <a:pt x="2111452" y="30295"/>
                  </a:lnTo>
                  <a:lnTo>
                    <a:pt x="2096152" y="26856"/>
                  </a:lnTo>
                  <a:lnTo>
                    <a:pt x="2080851" y="23222"/>
                  </a:lnTo>
                  <a:lnTo>
                    <a:pt x="2065551" y="18962"/>
                  </a:lnTo>
                  <a:lnTo>
                    <a:pt x="2050251" y="16624"/>
                  </a:lnTo>
                  <a:lnTo>
                    <a:pt x="2034950" y="14224"/>
                  </a:lnTo>
                  <a:lnTo>
                    <a:pt x="2019650" y="11052"/>
                  </a:lnTo>
                  <a:lnTo>
                    <a:pt x="2004349" y="8372"/>
                  </a:lnTo>
                  <a:lnTo>
                    <a:pt x="1989049" y="5916"/>
                  </a:lnTo>
                  <a:lnTo>
                    <a:pt x="1973749" y="3643"/>
                  </a:lnTo>
                  <a:lnTo>
                    <a:pt x="1958448" y="2200"/>
                  </a:lnTo>
                  <a:lnTo>
                    <a:pt x="1943148" y="1581"/>
                  </a:lnTo>
                  <a:lnTo>
                    <a:pt x="1927847" y="1361"/>
                  </a:lnTo>
                  <a:lnTo>
                    <a:pt x="1912547" y="435"/>
                  </a:lnTo>
                  <a:lnTo>
                    <a:pt x="1897247" y="0"/>
                  </a:lnTo>
                  <a:lnTo>
                    <a:pt x="1881946" y="151"/>
                  </a:lnTo>
                  <a:lnTo>
                    <a:pt x="1866646" y="599"/>
                  </a:lnTo>
                  <a:lnTo>
                    <a:pt x="1851346" y="625"/>
                  </a:lnTo>
                  <a:lnTo>
                    <a:pt x="1836045" y="2179"/>
                  </a:lnTo>
                  <a:lnTo>
                    <a:pt x="1820745" y="3775"/>
                  </a:lnTo>
                  <a:lnTo>
                    <a:pt x="1805444" y="4061"/>
                  </a:lnTo>
                  <a:lnTo>
                    <a:pt x="1790144" y="5097"/>
                  </a:lnTo>
                  <a:lnTo>
                    <a:pt x="1774844" y="6019"/>
                  </a:lnTo>
                  <a:lnTo>
                    <a:pt x="1759543" y="6459"/>
                  </a:lnTo>
                  <a:lnTo>
                    <a:pt x="1744243" y="7467"/>
                  </a:lnTo>
                  <a:lnTo>
                    <a:pt x="1728943" y="8815"/>
                  </a:lnTo>
                  <a:lnTo>
                    <a:pt x="1713642" y="9300"/>
                  </a:lnTo>
                  <a:lnTo>
                    <a:pt x="1698342" y="9644"/>
                  </a:lnTo>
                  <a:lnTo>
                    <a:pt x="1683041" y="10597"/>
                  </a:lnTo>
                  <a:lnTo>
                    <a:pt x="1667741" y="11932"/>
                  </a:lnTo>
                  <a:lnTo>
                    <a:pt x="1652441" y="13252"/>
                  </a:lnTo>
                  <a:lnTo>
                    <a:pt x="1637140" y="14545"/>
                  </a:lnTo>
                  <a:lnTo>
                    <a:pt x="1621840" y="15803"/>
                  </a:lnTo>
                  <a:lnTo>
                    <a:pt x="1606539" y="16621"/>
                  </a:lnTo>
                  <a:lnTo>
                    <a:pt x="1591239" y="17148"/>
                  </a:lnTo>
                  <a:lnTo>
                    <a:pt x="1575939" y="17692"/>
                  </a:lnTo>
                  <a:lnTo>
                    <a:pt x="1560638" y="19114"/>
                  </a:lnTo>
                  <a:lnTo>
                    <a:pt x="1545338" y="20889"/>
                  </a:lnTo>
                  <a:lnTo>
                    <a:pt x="1530038" y="22083"/>
                  </a:lnTo>
                  <a:lnTo>
                    <a:pt x="1514737" y="22831"/>
                  </a:lnTo>
                  <a:lnTo>
                    <a:pt x="1499437" y="23473"/>
                  </a:lnTo>
                  <a:lnTo>
                    <a:pt x="1484136" y="24010"/>
                  </a:lnTo>
                  <a:lnTo>
                    <a:pt x="1468836" y="24726"/>
                  </a:lnTo>
                  <a:lnTo>
                    <a:pt x="1453536" y="25261"/>
                  </a:lnTo>
                  <a:lnTo>
                    <a:pt x="1438235" y="26327"/>
                  </a:lnTo>
                  <a:lnTo>
                    <a:pt x="1422935" y="27636"/>
                  </a:lnTo>
                  <a:lnTo>
                    <a:pt x="1407635" y="28891"/>
                  </a:lnTo>
                  <a:lnTo>
                    <a:pt x="1392334" y="30075"/>
                  </a:lnTo>
                  <a:lnTo>
                    <a:pt x="1377034" y="30415"/>
                  </a:lnTo>
                  <a:lnTo>
                    <a:pt x="1361733" y="30369"/>
                  </a:lnTo>
                  <a:lnTo>
                    <a:pt x="1346433" y="30179"/>
                  </a:lnTo>
                  <a:lnTo>
                    <a:pt x="1331133" y="30603"/>
                  </a:lnTo>
                  <a:lnTo>
                    <a:pt x="1315832" y="31326"/>
                  </a:lnTo>
                  <a:lnTo>
                    <a:pt x="1300532" y="31664"/>
                  </a:lnTo>
                  <a:lnTo>
                    <a:pt x="1285231" y="31839"/>
                  </a:lnTo>
                  <a:lnTo>
                    <a:pt x="1269931" y="31911"/>
                  </a:lnTo>
                  <a:lnTo>
                    <a:pt x="1254631" y="30447"/>
                  </a:lnTo>
                  <a:lnTo>
                    <a:pt x="1239330" y="29943"/>
                  </a:lnTo>
                  <a:lnTo>
                    <a:pt x="1224030" y="29491"/>
                  </a:lnTo>
                  <a:lnTo>
                    <a:pt x="1208730" y="28710"/>
                  </a:lnTo>
                  <a:lnTo>
                    <a:pt x="1193429" y="27612"/>
                  </a:lnTo>
                  <a:lnTo>
                    <a:pt x="1178129" y="26238"/>
                  </a:lnTo>
                  <a:lnTo>
                    <a:pt x="1162828" y="24629"/>
                  </a:lnTo>
                  <a:lnTo>
                    <a:pt x="1147528" y="22827"/>
                  </a:lnTo>
                  <a:lnTo>
                    <a:pt x="1132228" y="20696"/>
                  </a:lnTo>
                  <a:lnTo>
                    <a:pt x="1116927" y="18035"/>
                  </a:lnTo>
                  <a:lnTo>
                    <a:pt x="1101627" y="15989"/>
                  </a:lnTo>
                  <a:lnTo>
                    <a:pt x="1086327" y="14528"/>
                  </a:lnTo>
                  <a:lnTo>
                    <a:pt x="1071026" y="12389"/>
                  </a:lnTo>
                  <a:lnTo>
                    <a:pt x="1055726" y="10870"/>
                  </a:lnTo>
                  <a:lnTo>
                    <a:pt x="1040425" y="10018"/>
                  </a:lnTo>
                  <a:lnTo>
                    <a:pt x="1025125" y="9320"/>
                  </a:lnTo>
                  <a:lnTo>
                    <a:pt x="1009825" y="8802"/>
                  </a:lnTo>
                  <a:lnTo>
                    <a:pt x="994524" y="8488"/>
                  </a:lnTo>
                  <a:lnTo>
                    <a:pt x="979224" y="8371"/>
                  </a:lnTo>
                  <a:lnTo>
                    <a:pt x="963923" y="8137"/>
                  </a:lnTo>
                  <a:lnTo>
                    <a:pt x="948623" y="9028"/>
                  </a:lnTo>
                  <a:lnTo>
                    <a:pt x="933323" y="10323"/>
                  </a:lnTo>
                  <a:lnTo>
                    <a:pt x="918022" y="12434"/>
                  </a:lnTo>
                  <a:lnTo>
                    <a:pt x="902722" y="14907"/>
                  </a:lnTo>
                  <a:lnTo>
                    <a:pt x="887422" y="16974"/>
                  </a:lnTo>
                  <a:lnTo>
                    <a:pt x="872121" y="20401"/>
                  </a:lnTo>
                  <a:lnTo>
                    <a:pt x="856821" y="23529"/>
                  </a:lnTo>
                  <a:lnTo>
                    <a:pt x="841520" y="26140"/>
                  </a:lnTo>
                  <a:lnTo>
                    <a:pt x="826220" y="29129"/>
                  </a:lnTo>
                  <a:lnTo>
                    <a:pt x="810920" y="34189"/>
                  </a:lnTo>
                  <a:lnTo>
                    <a:pt x="795619" y="39345"/>
                  </a:lnTo>
                  <a:lnTo>
                    <a:pt x="780319" y="44521"/>
                  </a:lnTo>
                  <a:lnTo>
                    <a:pt x="765019" y="49642"/>
                  </a:lnTo>
                  <a:lnTo>
                    <a:pt x="749718" y="54634"/>
                  </a:lnTo>
                  <a:lnTo>
                    <a:pt x="734418" y="59420"/>
                  </a:lnTo>
                  <a:lnTo>
                    <a:pt x="719117" y="63926"/>
                  </a:lnTo>
                  <a:lnTo>
                    <a:pt x="703817" y="68402"/>
                  </a:lnTo>
                  <a:lnTo>
                    <a:pt x="688517" y="72948"/>
                  </a:lnTo>
                  <a:lnTo>
                    <a:pt x="673216" y="77302"/>
                  </a:lnTo>
                  <a:lnTo>
                    <a:pt x="657916" y="81285"/>
                  </a:lnTo>
                  <a:lnTo>
                    <a:pt x="642615" y="84692"/>
                  </a:lnTo>
                  <a:lnTo>
                    <a:pt x="627315" y="87447"/>
                  </a:lnTo>
                  <a:lnTo>
                    <a:pt x="612015" y="89472"/>
                  </a:lnTo>
                  <a:lnTo>
                    <a:pt x="596714" y="90704"/>
                  </a:lnTo>
                  <a:lnTo>
                    <a:pt x="581414" y="92171"/>
                  </a:lnTo>
                  <a:lnTo>
                    <a:pt x="566114" y="93399"/>
                  </a:lnTo>
                  <a:lnTo>
                    <a:pt x="550813" y="91804"/>
                  </a:lnTo>
                  <a:lnTo>
                    <a:pt x="535513" y="90021"/>
                  </a:lnTo>
                  <a:lnTo>
                    <a:pt x="520212" y="88943"/>
                  </a:lnTo>
                  <a:lnTo>
                    <a:pt x="504912" y="89339"/>
                  </a:lnTo>
                  <a:lnTo>
                    <a:pt x="489612" y="89517"/>
                  </a:lnTo>
                  <a:lnTo>
                    <a:pt x="474311" y="89314"/>
                  </a:lnTo>
                  <a:lnTo>
                    <a:pt x="459011" y="91498"/>
                  </a:lnTo>
                  <a:lnTo>
                    <a:pt x="443711" y="92071"/>
                  </a:lnTo>
                  <a:lnTo>
                    <a:pt x="428410" y="92540"/>
                  </a:lnTo>
                  <a:lnTo>
                    <a:pt x="413110" y="94052"/>
                  </a:lnTo>
                  <a:lnTo>
                    <a:pt x="397809" y="95492"/>
                  </a:lnTo>
                  <a:lnTo>
                    <a:pt x="382509" y="97022"/>
                  </a:lnTo>
                  <a:lnTo>
                    <a:pt x="367209" y="98664"/>
                  </a:lnTo>
                  <a:lnTo>
                    <a:pt x="351908" y="100099"/>
                  </a:lnTo>
                  <a:lnTo>
                    <a:pt x="336608" y="100706"/>
                  </a:lnTo>
                  <a:lnTo>
                    <a:pt x="321307" y="101446"/>
                  </a:lnTo>
                  <a:lnTo>
                    <a:pt x="306007" y="102737"/>
                  </a:lnTo>
                  <a:lnTo>
                    <a:pt x="290707" y="105589"/>
                  </a:lnTo>
                  <a:lnTo>
                    <a:pt x="275406" y="108659"/>
                  </a:lnTo>
                  <a:lnTo>
                    <a:pt x="260106" y="110803"/>
                  </a:lnTo>
                  <a:lnTo>
                    <a:pt x="244806" y="113821"/>
                  </a:lnTo>
                  <a:lnTo>
                    <a:pt x="229505" y="119785"/>
                  </a:lnTo>
                  <a:lnTo>
                    <a:pt x="214205" y="124612"/>
                  </a:lnTo>
                  <a:lnTo>
                    <a:pt x="198904" y="129776"/>
                  </a:lnTo>
                  <a:lnTo>
                    <a:pt x="183604" y="134137"/>
                  </a:lnTo>
                  <a:lnTo>
                    <a:pt x="168304" y="141351"/>
                  </a:lnTo>
                  <a:lnTo>
                    <a:pt x="153003" y="148346"/>
                  </a:lnTo>
                  <a:lnTo>
                    <a:pt x="137703" y="157033"/>
                  </a:lnTo>
                  <a:lnTo>
                    <a:pt x="122403" y="163504"/>
                  </a:lnTo>
                  <a:lnTo>
                    <a:pt x="107102" y="168726"/>
                  </a:lnTo>
                  <a:lnTo>
                    <a:pt x="91802" y="176550"/>
                  </a:lnTo>
                  <a:lnTo>
                    <a:pt x="76501" y="183425"/>
                  </a:lnTo>
                  <a:lnTo>
                    <a:pt x="61201" y="186651"/>
                  </a:lnTo>
                  <a:lnTo>
                    <a:pt x="45901" y="191634"/>
                  </a:lnTo>
                  <a:lnTo>
                    <a:pt x="30600" y="198433"/>
                  </a:lnTo>
                  <a:lnTo>
                    <a:pt x="15300" y="207981"/>
                  </a:lnTo>
                  <a:lnTo>
                    <a:pt x="0" y="21994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239873"/>
              <a:ext cx="2347515" cy="192801"/>
            </a:xfrm>
            <a:custGeom>
              <a:avLst/>
              <a:pathLst>
                <a:path w="2347515" h="192801">
                  <a:moveTo>
                    <a:pt x="0" y="192801"/>
                  </a:moveTo>
                  <a:lnTo>
                    <a:pt x="15300" y="188818"/>
                  </a:lnTo>
                  <a:lnTo>
                    <a:pt x="30600" y="184310"/>
                  </a:lnTo>
                  <a:lnTo>
                    <a:pt x="45901" y="179342"/>
                  </a:lnTo>
                  <a:lnTo>
                    <a:pt x="61201" y="173978"/>
                  </a:lnTo>
                  <a:lnTo>
                    <a:pt x="76501" y="168284"/>
                  </a:lnTo>
                  <a:lnTo>
                    <a:pt x="91802" y="162323"/>
                  </a:lnTo>
                  <a:lnTo>
                    <a:pt x="107102" y="156161"/>
                  </a:lnTo>
                  <a:lnTo>
                    <a:pt x="122403" y="149863"/>
                  </a:lnTo>
                  <a:lnTo>
                    <a:pt x="137703" y="143492"/>
                  </a:lnTo>
                  <a:lnTo>
                    <a:pt x="153003" y="137114"/>
                  </a:lnTo>
                  <a:lnTo>
                    <a:pt x="168304" y="130794"/>
                  </a:lnTo>
                  <a:lnTo>
                    <a:pt x="183604" y="124596"/>
                  </a:lnTo>
                  <a:lnTo>
                    <a:pt x="198904" y="118585"/>
                  </a:lnTo>
                  <a:lnTo>
                    <a:pt x="214205" y="112825"/>
                  </a:lnTo>
                  <a:lnTo>
                    <a:pt x="229505" y="107382"/>
                  </a:lnTo>
                  <a:lnTo>
                    <a:pt x="244806" y="102320"/>
                  </a:lnTo>
                  <a:lnTo>
                    <a:pt x="260106" y="97705"/>
                  </a:lnTo>
                  <a:lnTo>
                    <a:pt x="275406" y="93599"/>
                  </a:lnTo>
                  <a:lnTo>
                    <a:pt x="290707" y="90069"/>
                  </a:lnTo>
                  <a:lnTo>
                    <a:pt x="306007" y="87180"/>
                  </a:lnTo>
                  <a:lnTo>
                    <a:pt x="321307" y="84965"/>
                  </a:lnTo>
                  <a:lnTo>
                    <a:pt x="336608" y="83376"/>
                  </a:lnTo>
                  <a:lnTo>
                    <a:pt x="351908" y="82347"/>
                  </a:lnTo>
                  <a:lnTo>
                    <a:pt x="367209" y="81813"/>
                  </a:lnTo>
                  <a:lnTo>
                    <a:pt x="382509" y="81710"/>
                  </a:lnTo>
                  <a:lnTo>
                    <a:pt x="397809" y="81971"/>
                  </a:lnTo>
                  <a:lnTo>
                    <a:pt x="413110" y="82534"/>
                  </a:lnTo>
                  <a:lnTo>
                    <a:pt x="428410" y="83331"/>
                  </a:lnTo>
                  <a:lnTo>
                    <a:pt x="443711" y="84299"/>
                  </a:lnTo>
                  <a:lnTo>
                    <a:pt x="459011" y="85371"/>
                  </a:lnTo>
                  <a:lnTo>
                    <a:pt x="474311" y="86484"/>
                  </a:lnTo>
                  <a:lnTo>
                    <a:pt x="489612" y="87572"/>
                  </a:lnTo>
                  <a:lnTo>
                    <a:pt x="504912" y="88570"/>
                  </a:lnTo>
                  <a:lnTo>
                    <a:pt x="520212" y="89413"/>
                  </a:lnTo>
                  <a:lnTo>
                    <a:pt x="535513" y="90037"/>
                  </a:lnTo>
                  <a:lnTo>
                    <a:pt x="550813" y="90375"/>
                  </a:lnTo>
                  <a:lnTo>
                    <a:pt x="566114" y="90363"/>
                  </a:lnTo>
                  <a:lnTo>
                    <a:pt x="581414" y="89936"/>
                  </a:lnTo>
                  <a:lnTo>
                    <a:pt x="596714" y="89029"/>
                  </a:lnTo>
                  <a:lnTo>
                    <a:pt x="612015" y="87578"/>
                  </a:lnTo>
                  <a:lnTo>
                    <a:pt x="627315" y="85553"/>
                  </a:lnTo>
                  <a:lnTo>
                    <a:pt x="642615" y="83003"/>
                  </a:lnTo>
                  <a:lnTo>
                    <a:pt x="657916" y="79985"/>
                  </a:lnTo>
                  <a:lnTo>
                    <a:pt x="673216" y="76556"/>
                  </a:lnTo>
                  <a:lnTo>
                    <a:pt x="688517" y="72776"/>
                  </a:lnTo>
                  <a:lnTo>
                    <a:pt x="703817" y="68700"/>
                  </a:lnTo>
                  <a:lnTo>
                    <a:pt x="719117" y="64386"/>
                  </a:lnTo>
                  <a:lnTo>
                    <a:pt x="734418" y="59892"/>
                  </a:lnTo>
                  <a:lnTo>
                    <a:pt x="749718" y="55276"/>
                  </a:lnTo>
                  <a:lnTo>
                    <a:pt x="765019" y="50595"/>
                  </a:lnTo>
                  <a:lnTo>
                    <a:pt x="780319" y="45906"/>
                  </a:lnTo>
                  <a:lnTo>
                    <a:pt x="795619" y="41267"/>
                  </a:lnTo>
                  <a:lnTo>
                    <a:pt x="810920" y="36736"/>
                  </a:lnTo>
                  <a:lnTo>
                    <a:pt x="826220" y="32370"/>
                  </a:lnTo>
                  <a:lnTo>
                    <a:pt x="841520" y="28227"/>
                  </a:lnTo>
                  <a:lnTo>
                    <a:pt x="856821" y="24363"/>
                  </a:lnTo>
                  <a:lnTo>
                    <a:pt x="872121" y="20838"/>
                  </a:lnTo>
                  <a:lnTo>
                    <a:pt x="887422" y="17707"/>
                  </a:lnTo>
                  <a:lnTo>
                    <a:pt x="902722" y="15029"/>
                  </a:lnTo>
                  <a:lnTo>
                    <a:pt x="918022" y="12861"/>
                  </a:lnTo>
                  <a:lnTo>
                    <a:pt x="933323" y="11224"/>
                  </a:lnTo>
                  <a:lnTo>
                    <a:pt x="948623" y="10083"/>
                  </a:lnTo>
                  <a:lnTo>
                    <a:pt x="963923" y="9401"/>
                  </a:lnTo>
                  <a:lnTo>
                    <a:pt x="979224" y="9137"/>
                  </a:lnTo>
                  <a:lnTo>
                    <a:pt x="994524" y="9254"/>
                  </a:lnTo>
                  <a:lnTo>
                    <a:pt x="1009825" y="9712"/>
                  </a:lnTo>
                  <a:lnTo>
                    <a:pt x="1025125" y="10472"/>
                  </a:lnTo>
                  <a:lnTo>
                    <a:pt x="1040425" y="11496"/>
                  </a:lnTo>
                  <a:lnTo>
                    <a:pt x="1055726" y="12745"/>
                  </a:lnTo>
                  <a:lnTo>
                    <a:pt x="1071026" y="14180"/>
                  </a:lnTo>
                  <a:lnTo>
                    <a:pt x="1086327" y="15762"/>
                  </a:lnTo>
                  <a:lnTo>
                    <a:pt x="1101627" y="17452"/>
                  </a:lnTo>
                  <a:lnTo>
                    <a:pt x="1116927" y="19212"/>
                  </a:lnTo>
                  <a:lnTo>
                    <a:pt x="1132228" y="21002"/>
                  </a:lnTo>
                  <a:lnTo>
                    <a:pt x="1147528" y="22784"/>
                  </a:lnTo>
                  <a:lnTo>
                    <a:pt x="1162828" y="24519"/>
                  </a:lnTo>
                  <a:lnTo>
                    <a:pt x="1178129" y="26167"/>
                  </a:lnTo>
                  <a:lnTo>
                    <a:pt x="1193429" y="27691"/>
                  </a:lnTo>
                  <a:lnTo>
                    <a:pt x="1208730" y="29052"/>
                  </a:lnTo>
                  <a:lnTo>
                    <a:pt x="1224030" y="30210"/>
                  </a:lnTo>
                  <a:lnTo>
                    <a:pt x="1239330" y="31151"/>
                  </a:lnTo>
                  <a:lnTo>
                    <a:pt x="1254631" y="31883"/>
                  </a:lnTo>
                  <a:lnTo>
                    <a:pt x="1269931" y="32419"/>
                  </a:lnTo>
                  <a:lnTo>
                    <a:pt x="1285231" y="32768"/>
                  </a:lnTo>
                  <a:lnTo>
                    <a:pt x="1300532" y="32942"/>
                  </a:lnTo>
                  <a:lnTo>
                    <a:pt x="1315832" y="32952"/>
                  </a:lnTo>
                  <a:lnTo>
                    <a:pt x="1331133" y="32809"/>
                  </a:lnTo>
                  <a:lnTo>
                    <a:pt x="1346433" y="32524"/>
                  </a:lnTo>
                  <a:lnTo>
                    <a:pt x="1361733" y="32107"/>
                  </a:lnTo>
                  <a:lnTo>
                    <a:pt x="1377034" y="31571"/>
                  </a:lnTo>
                  <a:lnTo>
                    <a:pt x="1392334" y="30926"/>
                  </a:lnTo>
                  <a:lnTo>
                    <a:pt x="1407635" y="30182"/>
                  </a:lnTo>
                  <a:lnTo>
                    <a:pt x="1422935" y="29352"/>
                  </a:lnTo>
                  <a:lnTo>
                    <a:pt x="1438235" y="28445"/>
                  </a:lnTo>
                  <a:lnTo>
                    <a:pt x="1453536" y="27474"/>
                  </a:lnTo>
                  <a:lnTo>
                    <a:pt x="1468836" y="26448"/>
                  </a:lnTo>
                  <a:lnTo>
                    <a:pt x="1484136" y="25380"/>
                  </a:lnTo>
                  <a:lnTo>
                    <a:pt x="1499437" y="24279"/>
                  </a:lnTo>
                  <a:lnTo>
                    <a:pt x="1514737" y="23158"/>
                  </a:lnTo>
                  <a:lnTo>
                    <a:pt x="1530038" y="22026"/>
                  </a:lnTo>
                  <a:lnTo>
                    <a:pt x="1545338" y="20891"/>
                  </a:lnTo>
                  <a:lnTo>
                    <a:pt x="1560638" y="19754"/>
                  </a:lnTo>
                  <a:lnTo>
                    <a:pt x="1575939" y="18620"/>
                  </a:lnTo>
                  <a:lnTo>
                    <a:pt x="1591239" y="17489"/>
                  </a:lnTo>
                  <a:lnTo>
                    <a:pt x="1606539" y="16366"/>
                  </a:lnTo>
                  <a:lnTo>
                    <a:pt x="1621840" y="15252"/>
                  </a:lnTo>
                  <a:lnTo>
                    <a:pt x="1637140" y="14150"/>
                  </a:lnTo>
                  <a:lnTo>
                    <a:pt x="1652441" y="13063"/>
                  </a:lnTo>
                  <a:lnTo>
                    <a:pt x="1667741" y="11993"/>
                  </a:lnTo>
                  <a:lnTo>
                    <a:pt x="1683041" y="10944"/>
                  </a:lnTo>
                  <a:lnTo>
                    <a:pt x="1698342" y="9917"/>
                  </a:lnTo>
                  <a:lnTo>
                    <a:pt x="1713642" y="8915"/>
                  </a:lnTo>
                  <a:lnTo>
                    <a:pt x="1728943" y="7941"/>
                  </a:lnTo>
                  <a:lnTo>
                    <a:pt x="1744243" y="6998"/>
                  </a:lnTo>
                  <a:lnTo>
                    <a:pt x="1759543" y="6087"/>
                  </a:lnTo>
                  <a:lnTo>
                    <a:pt x="1774844" y="5213"/>
                  </a:lnTo>
                  <a:lnTo>
                    <a:pt x="1790144" y="4377"/>
                  </a:lnTo>
                  <a:lnTo>
                    <a:pt x="1805444" y="3582"/>
                  </a:lnTo>
                  <a:lnTo>
                    <a:pt x="1820745" y="2830"/>
                  </a:lnTo>
                  <a:lnTo>
                    <a:pt x="1836045" y="2126"/>
                  </a:lnTo>
                  <a:lnTo>
                    <a:pt x="1851346" y="1484"/>
                  </a:lnTo>
                  <a:lnTo>
                    <a:pt x="1866646" y="928"/>
                  </a:lnTo>
                  <a:lnTo>
                    <a:pt x="1881946" y="479"/>
                  </a:lnTo>
                  <a:lnTo>
                    <a:pt x="1897247" y="162"/>
                  </a:lnTo>
                  <a:lnTo>
                    <a:pt x="1912547" y="0"/>
                  </a:lnTo>
                  <a:lnTo>
                    <a:pt x="1927847" y="14"/>
                  </a:lnTo>
                  <a:lnTo>
                    <a:pt x="1943148" y="228"/>
                  </a:lnTo>
                  <a:lnTo>
                    <a:pt x="1958448" y="666"/>
                  </a:lnTo>
                  <a:lnTo>
                    <a:pt x="1973749" y="1349"/>
                  </a:lnTo>
                  <a:lnTo>
                    <a:pt x="1989049" y="2301"/>
                  </a:lnTo>
                  <a:lnTo>
                    <a:pt x="2004349" y="3546"/>
                  </a:lnTo>
                  <a:lnTo>
                    <a:pt x="2019650" y="5105"/>
                  </a:lnTo>
                  <a:lnTo>
                    <a:pt x="2034950" y="7002"/>
                  </a:lnTo>
                  <a:lnTo>
                    <a:pt x="2050251" y="9259"/>
                  </a:lnTo>
                  <a:lnTo>
                    <a:pt x="2065551" y="11901"/>
                  </a:lnTo>
                  <a:lnTo>
                    <a:pt x="2080851" y="14949"/>
                  </a:lnTo>
                  <a:lnTo>
                    <a:pt x="2096152" y="18426"/>
                  </a:lnTo>
                  <a:lnTo>
                    <a:pt x="2111452" y="22357"/>
                  </a:lnTo>
                  <a:lnTo>
                    <a:pt x="2126752" y="26762"/>
                  </a:lnTo>
                  <a:lnTo>
                    <a:pt x="2142053" y="31657"/>
                  </a:lnTo>
                  <a:lnTo>
                    <a:pt x="2157353" y="36981"/>
                  </a:lnTo>
                  <a:lnTo>
                    <a:pt x="2172654" y="42638"/>
                  </a:lnTo>
                  <a:lnTo>
                    <a:pt x="2187954" y="48534"/>
                  </a:lnTo>
                  <a:lnTo>
                    <a:pt x="2203254" y="54572"/>
                  </a:lnTo>
                  <a:lnTo>
                    <a:pt x="2218555" y="60656"/>
                  </a:lnTo>
                  <a:lnTo>
                    <a:pt x="2233855" y="66692"/>
                  </a:lnTo>
                  <a:lnTo>
                    <a:pt x="2249155" y="72584"/>
                  </a:lnTo>
                  <a:lnTo>
                    <a:pt x="2264456" y="78236"/>
                  </a:lnTo>
                  <a:lnTo>
                    <a:pt x="2279756" y="83552"/>
                  </a:lnTo>
                  <a:lnTo>
                    <a:pt x="2295057" y="88438"/>
                  </a:lnTo>
                  <a:lnTo>
                    <a:pt x="2310357" y="92797"/>
                  </a:lnTo>
                  <a:lnTo>
                    <a:pt x="2325657" y="96533"/>
                  </a:lnTo>
                  <a:lnTo>
                    <a:pt x="2340958" y="99552"/>
                  </a:lnTo>
                  <a:lnTo>
                    <a:pt x="2347515" y="10049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56549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132859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272129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38673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05336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171936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38313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0485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713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148958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489583" y="276271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42816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09360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175905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424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0899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75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565498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8941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28540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67665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306790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459161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85041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4241666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tx73"/>
            <p:cNvSpPr/>
            <p:nvPr/>
          </p:nvSpPr>
          <p:spPr>
            <a:xfrm>
              <a:off x="177425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74" name="tx74"/>
            <p:cNvSpPr/>
            <p:nvPr/>
          </p:nvSpPr>
          <p:spPr>
            <a:xfrm>
              <a:off x="216550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55675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948009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3339261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730514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4121766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2333340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3179948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3218048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3262697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3323657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85" name="tx85"/>
            <p:cNvSpPr/>
            <p:nvPr/>
          </p:nvSpPr>
          <p:spPr>
            <a:xfrm rot="-5400000">
              <a:off x="1065797" y="221333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6" name="tx86"/>
            <p:cNvSpPr/>
            <p:nvPr/>
          </p:nvSpPr>
          <p:spPr>
            <a:xfrm rot="-5400000">
              <a:off x="1223295" y="211924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 rot="-5400000">
              <a:off x="1147802" y="200564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164843" y="193644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173177" y="186478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35114" y="177745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204788" y="171014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223295" y="169703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071081" y="150671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4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5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7" name="rc5"/>
            <p:cNvSpPr/>
            <p:nvPr/>
          </p:nvSpPr>
          <p:spPr>
            <a:xfrm>
              <a:off x="4971578" y="755389"/>
              <a:ext cx="2674679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8" name="rc6"/>
            <p:cNvSpPr/>
            <p:nvPr/>
          </p:nvSpPr>
          <p:spPr>
            <a:xfrm>
              <a:off x="5300048" y="3062925"/>
              <a:ext cx="97758" cy="343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9" name="rc7"/>
            <p:cNvSpPr/>
            <p:nvPr/>
          </p:nvSpPr>
          <p:spPr>
            <a:xfrm>
              <a:off x="5397807" y="3062163"/>
              <a:ext cx="97758" cy="3510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0" name="rc8"/>
            <p:cNvSpPr/>
            <p:nvPr/>
          </p:nvSpPr>
          <p:spPr>
            <a:xfrm>
              <a:off x="5495565" y="3042489"/>
              <a:ext cx="97758" cy="547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1" name="rc9"/>
            <p:cNvSpPr/>
            <p:nvPr/>
          </p:nvSpPr>
          <p:spPr>
            <a:xfrm>
              <a:off x="5593324" y="3027554"/>
              <a:ext cx="97758" cy="6971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10"/>
            <p:cNvSpPr/>
            <p:nvPr/>
          </p:nvSpPr>
          <p:spPr>
            <a:xfrm>
              <a:off x="5691083" y="3004928"/>
              <a:ext cx="97758" cy="923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11"/>
            <p:cNvSpPr/>
            <p:nvPr/>
          </p:nvSpPr>
          <p:spPr>
            <a:xfrm>
              <a:off x="5788842" y="2995818"/>
              <a:ext cx="97758" cy="10145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12"/>
            <p:cNvSpPr/>
            <p:nvPr/>
          </p:nvSpPr>
          <p:spPr>
            <a:xfrm>
              <a:off x="5886600" y="2961086"/>
              <a:ext cx="97758" cy="13618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3"/>
            <p:cNvSpPr/>
            <p:nvPr/>
          </p:nvSpPr>
          <p:spPr>
            <a:xfrm>
              <a:off x="5984359" y="2939616"/>
              <a:ext cx="97758" cy="1576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4"/>
            <p:cNvSpPr/>
            <p:nvPr/>
          </p:nvSpPr>
          <p:spPr>
            <a:xfrm>
              <a:off x="6082118" y="2889353"/>
              <a:ext cx="97758" cy="2079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5"/>
            <p:cNvSpPr/>
            <p:nvPr/>
          </p:nvSpPr>
          <p:spPr>
            <a:xfrm>
              <a:off x="6179877" y="2890028"/>
              <a:ext cx="97758" cy="2072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6"/>
            <p:cNvSpPr/>
            <p:nvPr/>
          </p:nvSpPr>
          <p:spPr>
            <a:xfrm>
              <a:off x="6277635" y="2841316"/>
              <a:ext cx="97758" cy="2559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7"/>
            <p:cNvSpPr/>
            <p:nvPr/>
          </p:nvSpPr>
          <p:spPr>
            <a:xfrm>
              <a:off x="6375394" y="2839485"/>
              <a:ext cx="97758" cy="25778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8"/>
            <p:cNvSpPr/>
            <p:nvPr/>
          </p:nvSpPr>
          <p:spPr>
            <a:xfrm>
              <a:off x="6473153" y="2816246"/>
              <a:ext cx="97758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9"/>
            <p:cNvSpPr/>
            <p:nvPr/>
          </p:nvSpPr>
          <p:spPr>
            <a:xfrm>
              <a:off x="6570912" y="2833888"/>
              <a:ext cx="97758" cy="26338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20"/>
            <p:cNvSpPr/>
            <p:nvPr/>
          </p:nvSpPr>
          <p:spPr>
            <a:xfrm>
              <a:off x="6668670" y="2832460"/>
              <a:ext cx="97758" cy="2648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21"/>
            <p:cNvSpPr/>
            <p:nvPr/>
          </p:nvSpPr>
          <p:spPr>
            <a:xfrm>
              <a:off x="6766429" y="2870056"/>
              <a:ext cx="97758" cy="22721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22"/>
            <p:cNvSpPr/>
            <p:nvPr/>
          </p:nvSpPr>
          <p:spPr>
            <a:xfrm>
              <a:off x="6864188" y="2893173"/>
              <a:ext cx="97758" cy="2040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3"/>
            <p:cNvSpPr/>
            <p:nvPr/>
          </p:nvSpPr>
          <p:spPr>
            <a:xfrm>
              <a:off x="6961947" y="2934124"/>
              <a:ext cx="97758" cy="16314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4"/>
            <p:cNvSpPr/>
            <p:nvPr/>
          </p:nvSpPr>
          <p:spPr>
            <a:xfrm>
              <a:off x="7059705" y="2947158"/>
              <a:ext cx="97758" cy="15011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5"/>
            <p:cNvSpPr/>
            <p:nvPr/>
          </p:nvSpPr>
          <p:spPr>
            <a:xfrm>
              <a:off x="7157464" y="2979227"/>
              <a:ext cx="97758" cy="1180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6"/>
            <p:cNvSpPr/>
            <p:nvPr/>
          </p:nvSpPr>
          <p:spPr>
            <a:xfrm>
              <a:off x="7255223" y="3009422"/>
              <a:ext cx="97758" cy="878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7"/>
            <p:cNvSpPr/>
            <p:nvPr/>
          </p:nvSpPr>
          <p:spPr>
            <a:xfrm>
              <a:off x="7352982" y="3043899"/>
              <a:ext cx="97758" cy="5337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8"/>
            <p:cNvSpPr/>
            <p:nvPr/>
          </p:nvSpPr>
          <p:spPr>
            <a:xfrm>
              <a:off x="7450740" y="3060236"/>
              <a:ext cx="97758" cy="37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9"/>
            <p:cNvSpPr/>
            <p:nvPr/>
          </p:nvSpPr>
          <p:spPr>
            <a:xfrm>
              <a:off x="7548499" y="3075390"/>
              <a:ext cx="97758" cy="218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30"/>
            <p:cNvSpPr/>
            <p:nvPr/>
          </p:nvSpPr>
          <p:spPr>
            <a:xfrm>
              <a:off x="4971578" y="2929994"/>
              <a:ext cx="171409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31"/>
            <p:cNvSpPr/>
            <p:nvPr/>
          </p:nvSpPr>
          <p:spPr>
            <a:xfrm>
              <a:off x="4971578" y="2762717"/>
              <a:ext cx="19752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32"/>
            <p:cNvSpPr/>
            <p:nvPr/>
          </p:nvSpPr>
          <p:spPr>
            <a:xfrm>
              <a:off x="4971578" y="2595440"/>
              <a:ext cx="231229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3"/>
            <p:cNvSpPr/>
            <p:nvPr/>
          </p:nvSpPr>
          <p:spPr>
            <a:xfrm>
              <a:off x="4971578" y="2428162"/>
              <a:ext cx="26117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4"/>
            <p:cNvSpPr/>
            <p:nvPr/>
          </p:nvSpPr>
          <p:spPr>
            <a:xfrm>
              <a:off x="4971578" y="2260885"/>
              <a:ext cx="306674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5"/>
            <p:cNvSpPr/>
            <p:nvPr/>
          </p:nvSpPr>
          <p:spPr>
            <a:xfrm>
              <a:off x="4971578" y="2093608"/>
              <a:ext cx="322586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6"/>
            <p:cNvSpPr/>
            <p:nvPr/>
          </p:nvSpPr>
          <p:spPr>
            <a:xfrm>
              <a:off x="4971578" y="1926330"/>
              <a:ext cx="328469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7"/>
            <p:cNvSpPr/>
            <p:nvPr/>
          </p:nvSpPr>
          <p:spPr>
            <a:xfrm>
              <a:off x="4971578" y="1759053"/>
              <a:ext cx="32353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8"/>
            <p:cNvSpPr/>
            <p:nvPr/>
          </p:nvSpPr>
          <p:spPr>
            <a:xfrm>
              <a:off x="4971578" y="1591775"/>
              <a:ext cx="32199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9"/>
            <p:cNvSpPr/>
            <p:nvPr/>
          </p:nvSpPr>
          <p:spPr>
            <a:xfrm>
              <a:off x="4971578" y="1424498"/>
              <a:ext cx="287464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40"/>
            <p:cNvSpPr/>
            <p:nvPr/>
          </p:nvSpPr>
          <p:spPr>
            <a:xfrm>
              <a:off x="4971578" y="1257221"/>
              <a:ext cx="23799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41"/>
            <p:cNvSpPr/>
            <p:nvPr/>
          </p:nvSpPr>
          <p:spPr>
            <a:xfrm>
              <a:off x="4971578" y="1089943"/>
              <a:ext cx="196987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42"/>
            <p:cNvSpPr/>
            <p:nvPr/>
          </p:nvSpPr>
          <p:spPr>
            <a:xfrm>
              <a:off x="4971578" y="922666"/>
              <a:ext cx="161579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3"/>
            <p:cNvSpPr/>
            <p:nvPr/>
          </p:nvSpPr>
          <p:spPr>
            <a:xfrm>
              <a:off x="4971578" y="755389"/>
              <a:ext cx="23405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pg44"/>
            <p:cNvSpPr/>
            <p:nvPr/>
          </p:nvSpPr>
          <p:spPr>
            <a:xfrm>
              <a:off x="5300048" y="2136852"/>
              <a:ext cx="2346210" cy="424273"/>
            </a:xfrm>
            <a:custGeom>
              <a:avLst/>
              <a:pathLst>
                <a:path w="2346210" h="424273">
                  <a:moveTo>
                    <a:pt x="0" y="342403"/>
                  </a:moveTo>
                  <a:lnTo>
                    <a:pt x="15291" y="351686"/>
                  </a:lnTo>
                  <a:lnTo>
                    <a:pt x="30583" y="350209"/>
                  </a:lnTo>
                  <a:lnTo>
                    <a:pt x="45875" y="345477"/>
                  </a:lnTo>
                  <a:lnTo>
                    <a:pt x="61167" y="338585"/>
                  </a:lnTo>
                  <a:lnTo>
                    <a:pt x="76459" y="330883"/>
                  </a:lnTo>
                  <a:lnTo>
                    <a:pt x="91751" y="322758"/>
                  </a:lnTo>
                  <a:lnTo>
                    <a:pt x="107043" y="315252"/>
                  </a:lnTo>
                  <a:lnTo>
                    <a:pt x="122334" y="308304"/>
                  </a:lnTo>
                  <a:lnTo>
                    <a:pt x="137626" y="301858"/>
                  </a:lnTo>
                  <a:lnTo>
                    <a:pt x="152918" y="295195"/>
                  </a:lnTo>
                  <a:lnTo>
                    <a:pt x="168210" y="287343"/>
                  </a:lnTo>
                  <a:lnTo>
                    <a:pt x="183502" y="281494"/>
                  </a:lnTo>
                  <a:lnTo>
                    <a:pt x="198794" y="272519"/>
                  </a:lnTo>
                  <a:lnTo>
                    <a:pt x="214086" y="265532"/>
                  </a:lnTo>
                  <a:lnTo>
                    <a:pt x="229378" y="257072"/>
                  </a:lnTo>
                  <a:lnTo>
                    <a:pt x="244669" y="249347"/>
                  </a:lnTo>
                  <a:lnTo>
                    <a:pt x="259961" y="241272"/>
                  </a:lnTo>
                  <a:lnTo>
                    <a:pt x="275253" y="232953"/>
                  </a:lnTo>
                  <a:lnTo>
                    <a:pt x="290545" y="224024"/>
                  </a:lnTo>
                  <a:lnTo>
                    <a:pt x="305837" y="214811"/>
                  </a:lnTo>
                  <a:lnTo>
                    <a:pt x="321129" y="206960"/>
                  </a:lnTo>
                  <a:lnTo>
                    <a:pt x="336421" y="199994"/>
                  </a:lnTo>
                  <a:lnTo>
                    <a:pt x="351713" y="194248"/>
                  </a:lnTo>
                  <a:lnTo>
                    <a:pt x="367004" y="187711"/>
                  </a:lnTo>
                  <a:lnTo>
                    <a:pt x="382296" y="181725"/>
                  </a:lnTo>
                  <a:lnTo>
                    <a:pt x="397588" y="174767"/>
                  </a:lnTo>
                  <a:lnTo>
                    <a:pt x="412880" y="168831"/>
                  </a:lnTo>
                  <a:lnTo>
                    <a:pt x="428172" y="164683"/>
                  </a:lnTo>
                  <a:lnTo>
                    <a:pt x="443464" y="159056"/>
                  </a:lnTo>
                  <a:lnTo>
                    <a:pt x="458756" y="153759"/>
                  </a:lnTo>
                  <a:lnTo>
                    <a:pt x="474048" y="148854"/>
                  </a:lnTo>
                  <a:lnTo>
                    <a:pt x="489339" y="143876"/>
                  </a:lnTo>
                  <a:lnTo>
                    <a:pt x="504631" y="138901"/>
                  </a:lnTo>
                  <a:lnTo>
                    <a:pt x="519923" y="133840"/>
                  </a:lnTo>
                  <a:lnTo>
                    <a:pt x="535215" y="129721"/>
                  </a:lnTo>
                  <a:lnTo>
                    <a:pt x="550507" y="125311"/>
                  </a:lnTo>
                  <a:lnTo>
                    <a:pt x="565799" y="121407"/>
                  </a:lnTo>
                  <a:lnTo>
                    <a:pt x="581091" y="117997"/>
                  </a:lnTo>
                  <a:lnTo>
                    <a:pt x="596383" y="115196"/>
                  </a:lnTo>
                  <a:lnTo>
                    <a:pt x="611674" y="113084"/>
                  </a:lnTo>
                  <a:lnTo>
                    <a:pt x="626966" y="111335"/>
                  </a:lnTo>
                  <a:lnTo>
                    <a:pt x="642258" y="109935"/>
                  </a:lnTo>
                  <a:lnTo>
                    <a:pt x="657550" y="108870"/>
                  </a:lnTo>
                  <a:lnTo>
                    <a:pt x="672842" y="108125"/>
                  </a:lnTo>
                  <a:lnTo>
                    <a:pt x="688134" y="107686"/>
                  </a:lnTo>
                  <a:lnTo>
                    <a:pt x="703426" y="107540"/>
                  </a:lnTo>
                  <a:lnTo>
                    <a:pt x="718717" y="107604"/>
                  </a:lnTo>
                  <a:lnTo>
                    <a:pt x="734009" y="106562"/>
                  </a:lnTo>
                  <a:lnTo>
                    <a:pt x="749301" y="106071"/>
                  </a:lnTo>
                  <a:lnTo>
                    <a:pt x="764593" y="105614"/>
                  </a:lnTo>
                  <a:lnTo>
                    <a:pt x="779885" y="105930"/>
                  </a:lnTo>
                  <a:lnTo>
                    <a:pt x="795177" y="106902"/>
                  </a:lnTo>
                  <a:lnTo>
                    <a:pt x="810469" y="108092"/>
                  </a:lnTo>
                  <a:lnTo>
                    <a:pt x="825761" y="108820"/>
                  </a:lnTo>
                  <a:lnTo>
                    <a:pt x="841052" y="109582"/>
                  </a:lnTo>
                  <a:lnTo>
                    <a:pt x="856344" y="110074"/>
                  </a:lnTo>
                  <a:lnTo>
                    <a:pt x="871636" y="110920"/>
                  </a:lnTo>
                  <a:lnTo>
                    <a:pt x="886928" y="112166"/>
                  </a:lnTo>
                  <a:lnTo>
                    <a:pt x="902220" y="113828"/>
                  </a:lnTo>
                  <a:lnTo>
                    <a:pt x="917512" y="115419"/>
                  </a:lnTo>
                  <a:lnTo>
                    <a:pt x="932804" y="117299"/>
                  </a:lnTo>
                  <a:lnTo>
                    <a:pt x="948096" y="120066"/>
                  </a:lnTo>
                  <a:lnTo>
                    <a:pt x="963387" y="123269"/>
                  </a:lnTo>
                  <a:lnTo>
                    <a:pt x="978679" y="126687"/>
                  </a:lnTo>
                  <a:lnTo>
                    <a:pt x="993971" y="130306"/>
                  </a:lnTo>
                  <a:lnTo>
                    <a:pt x="1009263" y="133719"/>
                  </a:lnTo>
                  <a:lnTo>
                    <a:pt x="1024555" y="136361"/>
                  </a:lnTo>
                  <a:lnTo>
                    <a:pt x="1039847" y="138672"/>
                  </a:lnTo>
                  <a:lnTo>
                    <a:pt x="1055139" y="142390"/>
                  </a:lnTo>
                  <a:lnTo>
                    <a:pt x="1070431" y="146087"/>
                  </a:lnTo>
                  <a:lnTo>
                    <a:pt x="1085722" y="149415"/>
                  </a:lnTo>
                  <a:lnTo>
                    <a:pt x="1101014" y="152274"/>
                  </a:lnTo>
                  <a:lnTo>
                    <a:pt x="1116306" y="154631"/>
                  </a:lnTo>
                  <a:lnTo>
                    <a:pt x="1131598" y="156652"/>
                  </a:lnTo>
                  <a:lnTo>
                    <a:pt x="1146890" y="158603"/>
                  </a:lnTo>
                  <a:lnTo>
                    <a:pt x="1162182" y="160477"/>
                  </a:lnTo>
                  <a:lnTo>
                    <a:pt x="1177474" y="162270"/>
                  </a:lnTo>
                  <a:lnTo>
                    <a:pt x="1192766" y="164265"/>
                  </a:lnTo>
                  <a:lnTo>
                    <a:pt x="1208057" y="165956"/>
                  </a:lnTo>
                  <a:lnTo>
                    <a:pt x="1223349" y="167098"/>
                  </a:lnTo>
                  <a:lnTo>
                    <a:pt x="1238641" y="167553"/>
                  </a:lnTo>
                  <a:lnTo>
                    <a:pt x="1253933" y="167730"/>
                  </a:lnTo>
                  <a:lnTo>
                    <a:pt x="1269225" y="167856"/>
                  </a:lnTo>
                  <a:lnTo>
                    <a:pt x="1284517" y="167904"/>
                  </a:lnTo>
                  <a:lnTo>
                    <a:pt x="1299809" y="167812"/>
                  </a:lnTo>
                  <a:lnTo>
                    <a:pt x="1315100" y="167492"/>
                  </a:lnTo>
                  <a:lnTo>
                    <a:pt x="1330392" y="167169"/>
                  </a:lnTo>
                  <a:lnTo>
                    <a:pt x="1345684" y="166604"/>
                  </a:lnTo>
                  <a:lnTo>
                    <a:pt x="1360976" y="165794"/>
                  </a:lnTo>
                  <a:lnTo>
                    <a:pt x="1376268" y="164730"/>
                  </a:lnTo>
                  <a:lnTo>
                    <a:pt x="1391560" y="162432"/>
                  </a:lnTo>
                  <a:lnTo>
                    <a:pt x="1406852" y="160877"/>
                  </a:lnTo>
                  <a:lnTo>
                    <a:pt x="1422144" y="157905"/>
                  </a:lnTo>
                  <a:lnTo>
                    <a:pt x="1437435" y="154469"/>
                  </a:lnTo>
                  <a:lnTo>
                    <a:pt x="1452727" y="151707"/>
                  </a:lnTo>
                  <a:lnTo>
                    <a:pt x="1468019" y="147922"/>
                  </a:lnTo>
                  <a:lnTo>
                    <a:pt x="1483311" y="144114"/>
                  </a:lnTo>
                  <a:lnTo>
                    <a:pt x="1498603" y="140445"/>
                  </a:lnTo>
                  <a:lnTo>
                    <a:pt x="1513895" y="136760"/>
                  </a:lnTo>
                  <a:lnTo>
                    <a:pt x="1529187" y="133438"/>
                  </a:lnTo>
                  <a:lnTo>
                    <a:pt x="1544479" y="129415"/>
                  </a:lnTo>
                  <a:lnTo>
                    <a:pt x="1559770" y="125697"/>
                  </a:lnTo>
                  <a:lnTo>
                    <a:pt x="1575062" y="122223"/>
                  </a:lnTo>
                  <a:lnTo>
                    <a:pt x="1590354" y="117539"/>
                  </a:lnTo>
                  <a:lnTo>
                    <a:pt x="1605646" y="112618"/>
                  </a:lnTo>
                  <a:lnTo>
                    <a:pt x="1620938" y="108089"/>
                  </a:lnTo>
                  <a:lnTo>
                    <a:pt x="1636230" y="103152"/>
                  </a:lnTo>
                  <a:lnTo>
                    <a:pt x="1651522" y="98107"/>
                  </a:lnTo>
                  <a:lnTo>
                    <a:pt x="1666814" y="93454"/>
                  </a:lnTo>
                  <a:lnTo>
                    <a:pt x="1682105" y="89000"/>
                  </a:lnTo>
                  <a:lnTo>
                    <a:pt x="1697397" y="84619"/>
                  </a:lnTo>
                  <a:lnTo>
                    <a:pt x="1712689" y="80378"/>
                  </a:lnTo>
                  <a:lnTo>
                    <a:pt x="1727981" y="76005"/>
                  </a:lnTo>
                  <a:lnTo>
                    <a:pt x="1743273" y="71985"/>
                  </a:lnTo>
                  <a:lnTo>
                    <a:pt x="1758565" y="67342"/>
                  </a:lnTo>
                  <a:lnTo>
                    <a:pt x="1773857" y="62928"/>
                  </a:lnTo>
                  <a:lnTo>
                    <a:pt x="1789149" y="59404"/>
                  </a:lnTo>
                  <a:lnTo>
                    <a:pt x="1804440" y="55898"/>
                  </a:lnTo>
                  <a:lnTo>
                    <a:pt x="1819732" y="52190"/>
                  </a:lnTo>
                  <a:lnTo>
                    <a:pt x="1835024" y="49955"/>
                  </a:lnTo>
                  <a:lnTo>
                    <a:pt x="1850316" y="47038"/>
                  </a:lnTo>
                  <a:lnTo>
                    <a:pt x="1865608" y="44916"/>
                  </a:lnTo>
                  <a:lnTo>
                    <a:pt x="1880900" y="43730"/>
                  </a:lnTo>
                  <a:lnTo>
                    <a:pt x="1896192" y="42823"/>
                  </a:lnTo>
                  <a:lnTo>
                    <a:pt x="1911484" y="42162"/>
                  </a:lnTo>
                  <a:lnTo>
                    <a:pt x="1926775" y="41713"/>
                  </a:lnTo>
                  <a:lnTo>
                    <a:pt x="1942067" y="40242"/>
                  </a:lnTo>
                  <a:lnTo>
                    <a:pt x="1957359" y="36822"/>
                  </a:lnTo>
                  <a:lnTo>
                    <a:pt x="1972651" y="35803"/>
                  </a:lnTo>
                  <a:lnTo>
                    <a:pt x="1987943" y="35761"/>
                  </a:lnTo>
                  <a:lnTo>
                    <a:pt x="2003235" y="35751"/>
                  </a:lnTo>
                  <a:lnTo>
                    <a:pt x="2018527" y="34312"/>
                  </a:lnTo>
                  <a:lnTo>
                    <a:pt x="2033818" y="33099"/>
                  </a:lnTo>
                  <a:lnTo>
                    <a:pt x="2049110" y="31917"/>
                  </a:lnTo>
                  <a:lnTo>
                    <a:pt x="2064402" y="31733"/>
                  </a:lnTo>
                  <a:lnTo>
                    <a:pt x="2079694" y="30917"/>
                  </a:lnTo>
                  <a:lnTo>
                    <a:pt x="2094986" y="30700"/>
                  </a:lnTo>
                  <a:lnTo>
                    <a:pt x="2110278" y="30689"/>
                  </a:lnTo>
                  <a:lnTo>
                    <a:pt x="2125570" y="31036"/>
                  </a:lnTo>
                  <a:lnTo>
                    <a:pt x="2140862" y="30166"/>
                  </a:lnTo>
                  <a:lnTo>
                    <a:pt x="2156153" y="29293"/>
                  </a:lnTo>
                  <a:lnTo>
                    <a:pt x="2171445" y="28600"/>
                  </a:lnTo>
                  <a:lnTo>
                    <a:pt x="2186737" y="26508"/>
                  </a:lnTo>
                  <a:lnTo>
                    <a:pt x="2202029" y="23187"/>
                  </a:lnTo>
                  <a:lnTo>
                    <a:pt x="2217321" y="18150"/>
                  </a:lnTo>
                  <a:lnTo>
                    <a:pt x="2232613" y="15766"/>
                  </a:lnTo>
                  <a:lnTo>
                    <a:pt x="2247905" y="12079"/>
                  </a:lnTo>
                  <a:lnTo>
                    <a:pt x="2263197" y="8596"/>
                  </a:lnTo>
                  <a:lnTo>
                    <a:pt x="2278488" y="5378"/>
                  </a:lnTo>
                  <a:lnTo>
                    <a:pt x="2293780" y="2492"/>
                  </a:lnTo>
                  <a:lnTo>
                    <a:pt x="2309072" y="0"/>
                  </a:lnTo>
                  <a:lnTo>
                    <a:pt x="2324364" y="176"/>
                  </a:lnTo>
                  <a:lnTo>
                    <a:pt x="2339656" y="3063"/>
                  </a:lnTo>
                  <a:lnTo>
                    <a:pt x="2346210" y="4717"/>
                  </a:lnTo>
                  <a:lnTo>
                    <a:pt x="2346210" y="103739"/>
                  </a:lnTo>
                  <a:lnTo>
                    <a:pt x="2339656" y="101899"/>
                  </a:lnTo>
                  <a:lnTo>
                    <a:pt x="2324364" y="97886"/>
                  </a:lnTo>
                  <a:lnTo>
                    <a:pt x="2309072" y="94147"/>
                  </a:lnTo>
                  <a:lnTo>
                    <a:pt x="2293780" y="91802"/>
                  </a:lnTo>
                  <a:lnTo>
                    <a:pt x="2278488" y="91282"/>
                  </a:lnTo>
                  <a:lnTo>
                    <a:pt x="2263197" y="88229"/>
                  </a:lnTo>
                  <a:lnTo>
                    <a:pt x="2247905" y="87338"/>
                  </a:lnTo>
                  <a:lnTo>
                    <a:pt x="2232613" y="87508"/>
                  </a:lnTo>
                  <a:lnTo>
                    <a:pt x="2217321" y="86884"/>
                  </a:lnTo>
                  <a:lnTo>
                    <a:pt x="2202029" y="85425"/>
                  </a:lnTo>
                  <a:lnTo>
                    <a:pt x="2186737" y="83910"/>
                  </a:lnTo>
                  <a:lnTo>
                    <a:pt x="2171445" y="82383"/>
                  </a:lnTo>
                  <a:lnTo>
                    <a:pt x="2156153" y="82898"/>
                  </a:lnTo>
                  <a:lnTo>
                    <a:pt x="2140862" y="84865"/>
                  </a:lnTo>
                  <a:lnTo>
                    <a:pt x="2125570" y="86810"/>
                  </a:lnTo>
                  <a:lnTo>
                    <a:pt x="2110278" y="88105"/>
                  </a:lnTo>
                  <a:lnTo>
                    <a:pt x="2094986" y="88975"/>
                  </a:lnTo>
                  <a:lnTo>
                    <a:pt x="2079694" y="89470"/>
                  </a:lnTo>
                  <a:lnTo>
                    <a:pt x="2064402" y="89637"/>
                  </a:lnTo>
                  <a:lnTo>
                    <a:pt x="2049110" y="89805"/>
                  </a:lnTo>
                  <a:lnTo>
                    <a:pt x="2033818" y="90080"/>
                  </a:lnTo>
                  <a:lnTo>
                    <a:pt x="2018527" y="89550"/>
                  </a:lnTo>
                  <a:lnTo>
                    <a:pt x="2003235" y="88696"/>
                  </a:lnTo>
                  <a:lnTo>
                    <a:pt x="1987943" y="88513"/>
                  </a:lnTo>
                  <a:lnTo>
                    <a:pt x="1972651" y="88992"/>
                  </a:lnTo>
                  <a:lnTo>
                    <a:pt x="1957359" y="88175"/>
                  </a:lnTo>
                  <a:lnTo>
                    <a:pt x="1942067" y="88643"/>
                  </a:lnTo>
                  <a:lnTo>
                    <a:pt x="1926775" y="88110"/>
                  </a:lnTo>
                  <a:lnTo>
                    <a:pt x="1911484" y="89526"/>
                  </a:lnTo>
                  <a:lnTo>
                    <a:pt x="1896192" y="90372"/>
                  </a:lnTo>
                  <a:lnTo>
                    <a:pt x="1880900" y="92176"/>
                  </a:lnTo>
                  <a:lnTo>
                    <a:pt x="1865608" y="93003"/>
                  </a:lnTo>
                  <a:lnTo>
                    <a:pt x="1850316" y="94391"/>
                  </a:lnTo>
                  <a:lnTo>
                    <a:pt x="1835024" y="97389"/>
                  </a:lnTo>
                  <a:lnTo>
                    <a:pt x="1819732" y="99757"/>
                  </a:lnTo>
                  <a:lnTo>
                    <a:pt x="1804440" y="102130"/>
                  </a:lnTo>
                  <a:lnTo>
                    <a:pt x="1789149" y="105435"/>
                  </a:lnTo>
                  <a:lnTo>
                    <a:pt x="1773857" y="108924"/>
                  </a:lnTo>
                  <a:lnTo>
                    <a:pt x="1758565" y="112719"/>
                  </a:lnTo>
                  <a:lnTo>
                    <a:pt x="1743273" y="116242"/>
                  </a:lnTo>
                  <a:lnTo>
                    <a:pt x="1727981" y="119746"/>
                  </a:lnTo>
                  <a:lnTo>
                    <a:pt x="1712689" y="124758"/>
                  </a:lnTo>
                  <a:lnTo>
                    <a:pt x="1697397" y="128974"/>
                  </a:lnTo>
                  <a:lnTo>
                    <a:pt x="1682105" y="132575"/>
                  </a:lnTo>
                  <a:lnTo>
                    <a:pt x="1666814" y="137017"/>
                  </a:lnTo>
                  <a:lnTo>
                    <a:pt x="1651522" y="140981"/>
                  </a:lnTo>
                  <a:lnTo>
                    <a:pt x="1636230" y="145197"/>
                  </a:lnTo>
                  <a:lnTo>
                    <a:pt x="1620938" y="149706"/>
                  </a:lnTo>
                  <a:lnTo>
                    <a:pt x="1605646" y="154325"/>
                  </a:lnTo>
                  <a:lnTo>
                    <a:pt x="1590354" y="158619"/>
                  </a:lnTo>
                  <a:lnTo>
                    <a:pt x="1575062" y="163485"/>
                  </a:lnTo>
                  <a:lnTo>
                    <a:pt x="1559770" y="167913"/>
                  </a:lnTo>
                  <a:lnTo>
                    <a:pt x="1544479" y="172191"/>
                  </a:lnTo>
                  <a:lnTo>
                    <a:pt x="1529187" y="176352"/>
                  </a:lnTo>
                  <a:lnTo>
                    <a:pt x="1513895" y="180218"/>
                  </a:lnTo>
                  <a:lnTo>
                    <a:pt x="1498603" y="183984"/>
                  </a:lnTo>
                  <a:lnTo>
                    <a:pt x="1483311" y="187347"/>
                  </a:lnTo>
                  <a:lnTo>
                    <a:pt x="1468019" y="190124"/>
                  </a:lnTo>
                  <a:lnTo>
                    <a:pt x="1452727" y="192571"/>
                  </a:lnTo>
                  <a:lnTo>
                    <a:pt x="1437435" y="195224"/>
                  </a:lnTo>
                  <a:lnTo>
                    <a:pt x="1422144" y="197696"/>
                  </a:lnTo>
                  <a:lnTo>
                    <a:pt x="1406852" y="199906"/>
                  </a:lnTo>
                  <a:lnTo>
                    <a:pt x="1391560" y="201856"/>
                  </a:lnTo>
                  <a:lnTo>
                    <a:pt x="1376268" y="204101"/>
                  </a:lnTo>
                  <a:lnTo>
                    <a:pt x="1360976" y="205864"/>
                  </a:lnTo>
                  <a:lnTo>
                    <a:pt x="1345684" y="207780"/>
                  </a:lnTo>
                  <a:lnTo>
                    <a:pt x="1330392" y="208870"/>
                  </a:lnTo>
                  <a:lnTo>
                    <a:pt x="1315100" y="209547"/>
                  </a:lnTo>
                  <a:lnTo>
                    <a:pt x="1299809" y="209934"/>
                  </a:lnTo>
                  <a:lnTo>
                    <a:pt x="1284517" y="210023"/>
                  </a:lnTo>
                  <a:lnTo>
                    <a:pt x="1269225" y="209809"/>
                  </a:lnTo>
                  <a:lnTo>
                    <a:pt x="1253933" y="209484"/>
                  </a:lnTo>
                  <a:lnTo>
                    <a:pt x="1238641" y="208547"/>
                  </a:lnTo>
                  <a:lnTo>
                    <a:pt x="1223349" y="207338"/>
                  </a:lnTo>
                  <a:lnTo>
                    <a:pt x="1208057" y="206362"/>
                  </a:lnTo>
                  <a:lnTo>
                    <a:pt x="1192766" y="205062"/>
                  </a:lnTo>
                  <a:lnTo>
                    <a:pt x="1177474" y="203778"/>
                  </a:lnTo>
                  <a:lnTo>
                    <a:pt x="1162182" y="202070"/>
                  </a:lnTo>
                  <a:lnTo>
                    <a:pt x="1146890" y="200364"/>
                  </a:lnTo>
                  <a:lnTo>
                    <a:pt x="1131598" y="198498"/>
                  </a:lnTo>
                  <a:lnTo>
                    <a:pt x="1116306" y="196487"/>
                  </a:lnTo>
                  <a:lnTo>
                    <a:pt x="1101014" y="194345"/>
                  </a:lnTo>
                  <a:lnTo>
                    <a:pt x="1085722" y="191993"/>
                  </a:lnTo>
                  <a:lnTo>
                    <a:pt x="1070431" y="189345"/>
                  </a:lnTo>
                  <a:lnTo>
                    <a:pt x="1055139" y="186560"/>
                  </a:lnTo>
                  <a:lnTo>
                    <a:pt x="1039847" y="183466"/>
                  </a:lnTo>
                  <a:lnTo>
                    <a:pt x="1024555" y="180664"/>
                  </a:lnTo>
                  <a:lnTo>
                    <a:pt x="1009263" y="177966"/>
                  </a:lnTo>
                  <a:lnTo>
                    <a:pt x="993971" y="174479"/>
                  </a:lnTo>
                  <a:lnTo>
                    <a:pt x="978679" y="172102"/>
                  </a:lnTo>
                  <a:lnTo>
                    <a:pt x="963387" y="170220"/>
                  </a:lnTo>
                  <a:lnTo>
                    <a:pt x="948096" y="167476"/>
                  </a:lnTo>
                  <a:lnTo>
                    <a:pt x="932804" y="165749"/>
                  </a:lnTo>
                  <a:lnTo>
                    <a:pt x="917512" y="163452"/>
                  </a:lnTo>
                  <a:lnTo>
                    <a:pt x="902220" y="161484"/>
                  </a:lnTo>
                  <a:lnTo>
                    <a:pt x="886928" y="160037"/>
                  </a:lnTo>
                  <a:lnTo>
                    <a:pt x="871636" y="158545"/>
                  </a:lnTo>
                  <a:lnTo>
                    <a:pt x="856344" y="157159"/>
                  </a:lnTo>
                  <a:lnTo>
                    <a:pt x="841052" y="155890"/>
                  </a:lnTo>
                  <a:lnTo>
                    <a:pt x="825761" y="154727"/>
                  </a:lnTo>
                  <a:lnTo>
                    <a:pt x="810469" y="153426"/>
                  </a:lnTo>
                  <a:lnTo>
                    <a:pt x="795177" y="152282"/>
                  </a:lnTo>
                  <a:lnTo>
                    <a:pt x="779885" y="151310"/>
                  </a:lnTo>
                  <a:lnTo>
                    <a:pt x="764593" y="151718"/>
                  </a:lnTo>
                  <a:lnTo>
                    <a:pt x="749301" y="152251"/>
                  </a:lnTo>
                  <a:lnTo>
                    <a:pt x="734009" y="153928"/>
                  </a:lnTo>
                  <a:lnTo>
                    <a:pt x="718717" y="154522"/>
                  </a:lnTo>
                  <a:lnTo>
                    <a:pt x="703426" y="155545"/>
                  </a:lnTo>
                  <a:lnTo>
                    <a:pt x="688134" y="157106"/>
                  </a:lnTo>
                  <a:lnTo>
                    <a:pt x="672842" y="159682"/>
                  </a:lnTo>
                  <a:lnTo>
                    <a:pt x="657550" y="161439"/>
                  </a:lnTo>
                  <a:lnTo>
                    <a:pt x="642258" y="163437"/>
                  </a:lnTo>
                  <a:lnTo>
                    <a:pt x="626966" y="165676"/>
                  </a:lnTo>
                  <a:lnTo>
                    <a:pt x="611674" y="168152"/>
                  </a:lnTo>
                  <a:lnTo>
                    <a:pt x="596383" y="170690"/>
                  </a:lnTo>
                  <a:lnTo>
                    <a:pt x="581091" y="172481"/>
                  </a:lnTo>
                  <a:lnTo>
                    <a:pt x="565799" y="175022"/>
                  </a:lnTo>
                  <a:lnTo>
                    <a:pt x="550507" y="178580"/>
                  </a:lnTo>
                  <a:lnTo>
                    <a:pt x="535215" y="183060"/>
                  </a:lnTo>
                  <a:lnTo>
                    <a:pt x="519923" y="186380"/>
                  </a:lnTo>
                  <a:lnTo>
                    <a:pt x="504631" y="190587"/>
                  </a:lnTo>
                  <a:lnTo>
                    <a:pt x="489339" y="194462"/>
                  </a:lnTo>
                  <a:lnTo>
                    <a:pt x="474048" y="199420"/>
                  </a:lnTo>
                  <a:lnTo>
                    <a:pt x="458756" y="204229"/>
                  </a:lnTo>
                  <a:lnTo>
                    <a:pt x="443464" y="211190"/>
                  </a:lnTo>
                  <a:lnTo>
                    <a:pt x="428172" y="217462"/>
                  </a:lnTo>
                  <a:lnTo>
                    <a:pt x="412880" y="224662"/>
                  </a:lnTo>
                  <a:lnTo>
                    <a:pt x="397588" y="231602"/>
                  </a:lnTo>
                  <a:lnTo>
                    <a:pt x="382296" y="238567"/>
                  </a:lnTo>
                  <a:lnTo>
                    <a:pt x="367004" y="245908"/>
                  </a:lnTo>
                  <a:lnTo>
                    <a:pt x="351713" y="253296"/>
                  </a:lnTo>
                  <a:lnTo>
                    <a:pt x="336421" y="261221"/>
                  </a:lnTo>
                  <a:lnTo>
                    <a:pt x="321129" y="269935"/>
                  </a:lnTo>
                  <a:lnTo>
                    <a:pt x="305837" y="278790"/>
                  </a:lnTo>
                  <a:lnTo>
                    <a:pt x="290545" y="287764"/>
                  </a:lnTo>
                  <a:lnTo>
                    <a:pt x="275253" y="296366"/>
                  </a:lnTo>
                  <a:lnTo>
                    <a:pt x="259961" y="303047"/>
                  </a:lnTo>
                  <a:lnTo>
                    <a:pt x="244669" y="311962"/>
                  </a:lnTo>
                  <a:lnTo>
                    <a:pt x="229378" y="322057"/>
                  </a:lnTo>
                  <a:lnTo>
                    <a:pt x="214086" y="332347"/>
                  </a:lnTo>
                  <a:lnTo>
                    <a:pt x="198794" y="341292"/>
                  </a:lnTo>
                  <a:lnTo>
                    <a:pt x="183502" y="351971"/>
                  </a:lnTo>
                  <a:lnTo>
                    <a:pt x="168210" y="361973"/>
                  </a:lnTo>
                  <a:lnTo>
                    <a:pt x="152918" y="371108"/>
                  </a:lnTo>
                  <a:lnTo>
                    <a:pt x="137626" y="378530"/>
                  </a:lnTo>
                  <a:lnTo>
                    <a:pt x="122334" y="384301"/>
                  </a:lnTo>
                  <a:lnTo>
                    <a:pt x="107043" y="392092"/>
                  </a:lnTo>
                  <a:lnTo>
                    <a:pt x="91751" y="398990"/>
                  </a:lnTo>
                  <a:lnTo>
                    <a:pt x="76459" y="400820"/>
                  </a:lnTo>
                  <a:lnTo>
                    <a:pt x="61167" y="406199"/>
                  </a:lnTo>
                  <a:lnTo>
                    <a:pt x="45875" y="409127"/>
                  </a:lnTo>
                  <a:lnTo>
                    <a:pt x="30583" y="410620"/>
                  </a:lnTo>
                  <a:lnTo>
                    <a:pt x="15291" y="415626"/>
                  </a:lnTo>
                  <a:lnTo>
                    <a:pt x="0" y="424273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37" name="pl45"/>
            <p:cNvSpPr/>
            <p:nvPr/>
          </p:nvSpPr>
          <p:spPr>
            <a:xfrm>
              <a:off x="5300048" y="2136852"/>
              <a:ext cx="2346210" cy="351686"/>
            </a:xfrm>
            <a:custGeom>
              <a:avLst/>
              <a:pathLst>
                <a:path w="2346210" h="351686">
                  <a:moveTo>
                    <a:pt x="0" y="342403"/>
                  </a:moveTo>
                  <a:lnTo>
                    <a:pt x="15291" y="351686"/>
                  </a:lnTo>
                  <a:lnTo>
                    <a:pt x="30583" y="350209"/>
                  </a:lnTo>
                  <a:lnTo>
                    <a:pt x="45875" y="345477"/>
                  </a:lnTo>
                  <a:lnTo>
                    <a:pt x="61167" y="338585"/>
                  </a:lnTo>
                  <a:lnTo>
                    <a:pt x="76459" y="330883"/>
                  </a:lnTo>
                  <a:lnTo>
                    <a:pt x="91751" y="322758"/>
                  </a:lnTo>
                  <a:lnTo>
                    <a:pt x="107043" y="315252"/>
                  </a:lnTo>
                  <a:lnTo>
                    <a:pt x="122334" y="308304"/>
                  </a:lnTo>
                  <a:lnTo>
                    <a:pt x="137626" y="301858"/>
                  </a:lnTo>
                  <a:lnTo>
                    <a:pt x="152918" y="295195"/>
                  </a:lnTo>
                  <a:lnTo>
                    <a:pt x="168210" y="287343"/>
                  </a:lnTo>
                  <a:lnTo>
                    <a:pt x="183502" y="281494"/>
                  </a:lnTo>
                  <a:lnTo>
                    <a:pt x="198794" y="272519"/>
                  </a:lnTo>
                  <a:lnTo>
                    <a:pt x="214086" y="265532"/>
                  </a:lnTo>
                  <a:lnTo>
                    <a:pt x="229378" y="257072"/>
                  </a:lnTo>
                  <a:lnTo>
                    <a:pt x="244669" y="249347"/>
                  </a:lnTo>
                  <a:lnTo>
                    <a:pt x="259961" y="241272"/>
                  </a:lnTo>
                  <a:lnTo>
                    <a:pt x="275253" y="232953"/>
                  </a:lnTo>
                  <a:lnTo>
                    <a:pt x="290545" y="224024"/>
                  </a:lnTo>
                  <a:lnTo>
                    <a:pt x="305837" y="214811"/>
                  </a:lnTo>
                  <a:lnTo>
                    <a:pt x="321129" y="206960"/>
                  </a:lnTo>
                  <a:lnTo>
                    <a:pt x="336421" y="199994"/>
                  </a:lnTo>
                  <a:lnTo>
                    <a:pt x="351713" y="194248"/>
                  </a:lnTo>
                  <a:lnTo>
                    <a:pt x="367004" y="187711"/>
                  </a:lnTo>
                  <a:lnTo>
                    <a:pt x="382296" y="181725"/>
                  </a:lnTo>
                  <a:lnTo>
                    <a:pt x="397588" y="174767"/>
                  </a:lnTo>
                  <a:lnTo>
                    <a:pt x="412880" y="168831"/>
                  </a:lnTo>
                  <a:lnTo>
                    <a:pt x="428172" y="164683"/>
                  </a:lnTo>
                  <a:lnTo>
                    <a:pt x="443464" y="159056"/>
                  </a:lnTo>
                  <a:lnTo>
                    <a:pt x="458756" y="153759"/>
                  </a:lnTo>
                  <a:lnTo>
                    <a:pt x="474048" y="148854"/>
                  </a:lnTo>
                  <a:lnTo>
                    <a:pt x="489339" y="143876"/>
                  </a:lnTo>
                  <a:lnTo>
                    <a:pt x="504631" y="138901"/>
                  </a:lnTo>
                  <a:lnTo>
                    <a:pt x="519923" y="133840"/>
                  </a:lnTo>
                  <a:lnTo>
                    <a:pt x="535215" y="129721"/>
                  </a:lnTo>
                  <a:lnTo>
                    <a:pt x="550507" y="125311"/>
                  </a:lnTo>
                  <a:lnTo>
                    <a:pt x="565799" y="121407"/>
                  </a:lnTo>
                  <a:lnTo>
                    <a:pt x="581091" y="117997"/>
                  </a:lnTo>
                  <a:lnTo>
                    <a:pt x="596383" y="115196"/>
                  </a:lnTo>
                  <a:lnTo>
                    <a:pt x="611674" y="113084"/>
                  </a:lnTo>
                  <a:lnTo>
                    <a:pt x="626966" y="111335"/>
                  </a:lnTo>
                  <a:lnTo>
                    <a:pt x="642258" y="109935"/>
                  </a:lnTo>
                  <a:lnTo>
                    <a:pt x="657550" y="108870"/>
                  </a:lnTo>
                  <a:lnTo>
                    <a:pt x="672842" y="108125"/>
                  </a:lnTo>
                  <a:lnTo>
                    <a:pt x="688134" y="107686"/>
                  </a:lnTo>
                  <a:lnTo>
                    <a:pt x="703426" y="107540"/>
                  </a:lnTo>
                  <a:lnTo>
                    <a:pt x="718717" y="107604"/>
                  </a:lnTo>
                  <a:lnTo>
                    <a:pt x="734009" y="106562"/>
                  </a:lnTo>
                  <a:lnTo>
                    <a:pt x="749301" y="106071"/>
                  </a:lnTo>
                  <a:lnTo>
                    <a:pt x="764593" y="105614"/>
                  </a:lnTo>
                  <a:lnTo>
                    <a:pt x="779885" y="105930"/>
                  </a:lnTo>
                  <a:lnTo>
                    <a:pt x="795177" y="106902"/>
                  </a:lnTo>
                  <a:lnTo>
                    <a:pt x="810469" y="108092"/>
                  </a:lnTo>
                  <a:lnTo>
                    <a:pt x="825761" y="108820"/>
                  </a:lnTo>
                  <a:lnTo>
                    <a:pt x="841052" y="109582"/>
                  </a:lnTo>
                  <a:lnTo>
                    <a:pt x="856344" y="110074"/>
                  </a:lnTo>
                  <a:lnTo>
                    <a:pt x="871636" y="110920"/>
                  </a:lnTo>
                  <a:lnTo>
                    <a:pt x="886928" y="112166"/>
                  </a:lnTo>
                  <a:lnTo>
                    <a:pt x="902220" y="113828"/>
                  </a:lnTo>
                  <a:lnTo>
                    <a:pt x="917512" y="115419"/>
                  </a:lnTo>
                  <a:lnTo>
                    <a:pt x="932804" y="117299"/>
                  </a:lnTo>
                  <a:lnTo>
                    <a:pt x="948096" y="120066"/>
                  </a:lnTo>
                  <a:lnTo>
                    <a:pt x="963387" y="123269"/>
                  </a:lnTo>
                  <a:lnTo>
                    <a:pt x="978679" y="126687"/>
                  </a:lnTo>
                  <a:lnTo>
                    <a:pt x="993971" y="130306"/>
                  </a:lnTo>
                  <a:lnTo>
                    <a:pt x="1009263" y="133719"/>
                  </a:lnTo>
                  <a:lnTo>
                    <a:pt x="1024555" y="136361"/>
                  </a:lnTo>
                  <a:lnTo>
                    <a:pt x="1039847" y="138672"/>
                  </a:lnTo>
                  <a:lnTo>
                    <a:pt x="1055139" y="142390"/>
                  </a:lnTo>
                  <a:lnTo>
                    <a:pt x="1070431" y="146087"/>
                  </a:lnTo>
                  <a:lnTo>
                    <a:pt x="1085722" y="149415"/>
                  </a:lnTo>
                  <a:lnTo>
                    <a:pt x="1101014" y="152274"/>
                  </a:lnTo>
                  <a:lnTo>
                    <a:pt x="1116306" y="154631"/>
                  </a:lnTo>
                  <a:lnTo>
                    <a:pt x="1131598" y="156652"/>
                  </a:lnTo>
                  <a:lnTo>
                    <a:pt x="1146890" y="158603"/>
                  </a:lnTo>
                  <a:lnTo>
                    <a:pt x="1162182" y="160477"/>
                  </a:lnTo>
                  <a:lnTo>
                    <a:pt x="1177474" y="162270"/>
                  </a:lnTo>
                  <a:lnTo>
                    <a:pt x="1192766" y="164265"/>
                  </a:lnTo>
                  <a:lnTo>
                    <a:pt x="1208057" y="165956"/>
                  </a:lnTo>
                  <a:lnTo>
                    <a:pt x="1223349" y="167098"/>
                  </a:lnTo>
                  <a:lnTo>
                    <a:pt x="1238641" y="167553"/>
                  </a:lnTo>
                  <a:lnTo>
                    <a:pt x="1253933" y="167730"/>
                  </a:lnTo>
                  <a:lnTo>
                    <a:pt x="1269225" y="167856"/>
                  </a:lnTo>
                  <a:lnTo>
                    <a:pt x="1284517" y="167904"/>
                  </a:lnTo>
                  <a:lnTo>
                    <a:pt x="1299809" y="167812"/>
                  </a:lnTo>
                  <a:lnTo>
                    <a:pt x="1315100" y="167492"/>
                  </a:lnTo>
                  <a:lnTo>
                    <a:pt x="1330392" y="167169"/>
                  </a:lnTo>
                  <a:lnTo>
                    <a:pt x="1345684" y="166604"/>
                  </a:lnTo>
                  <a:lnTo>
                    <a:pt x="1360976" y="165794"/>
                  </a:lnTo>
                  <a:lnTo>
                    <a:pt x="1376268" y="164730"/>
                  </a:lnTo>
                  <a:lnTo>
                    <a:pt x="1391560" y="162432"/>
                  </a:lnTo>
                  <a:lnTo>
                    <a:pt x="1406852" y="160877"/>
                  </a:lnTo>
                  <a:lnTo>
                    <a:pt x="1422144" y="157905"/>
                  </a:lnTo>
                  <a:lnTo>
                    <a:pt x="1437435" y="154469"/>
                  </a:lnTo>
                  <a:lnTo>
                    <a:pt x="1452727" y="151707"/>
                  </a:lnTo>
                  <a:lnTo>
                    <a:pt x="1468019" y="147922"/>
                  </a:lnTo>
                  <a:lnTo>
                    <a:pt x="1483311" y="144114"/>
                  </a:lnTo>
                  <a:lnTo>
                    <a:pt x="1498603" y="140445"/>
                  </a:lnTo>
                  <a:lnTo>
                    <a:pt x="1513895" y="136760"/>
                  </a:lnTo>
                  <a:lnTo>
                    <a:pt x="1529187" y="133438"/>
                  </a:lnTo>
                  <a:lnTo>
                    <a:pt x="1544479" y="129415"/>
                  </a:lnTo>
                  <a:lnTo>
                    <a:pt x="1559770" y="125697"/>
                  </a:lnTo>
                  <a:lnTo>
                    <a:pt x="1575062" y="122223"/>
                  </a:lnTo>
                  <a:lnTo>
                    <a:pt x="1590354" y="117539"/>
                  </a:lnTo>
                  <a:lnTo>
                    <a:pt x="1605646" y="112618"/>
                  </a:lnTo>
                  <a:lnTo>
                    <a:pt x="1620938" y="108089"/>
                  </a:lnTo>
                  <a:lnTo>
                    <a:pt x="1636230" y="103152"/>
                  </a:lnTo>
                  <a:lnTo>
                    <a:pt x="1651522" y="98107"/>
                  </a:lnTo>
                  <a:lnTo>
                    <a:pt x="1666814" y="93454"/>
                  </a:lnTo>
                  <a:lnTo>
                    <a:pt x="1682105" y="89000"/>
                  </a:lnTo>
                  <a:lnTo>
                    <a:pt x="1697397" y="84619"/>
                  </a:lnTo>
                  <a:lnTo>
                    <a:pt x="1712689" y="80378"/>
                  </a:lnTo>
                  <a:lnTo>
                    <a:pt x="1727981" y="76005"/>
                  </a:lnTo>
                  <a:lnTo>
                    <a:pt x="1743273" y="71985"/>
                  </a:lnTo>
                  <a:lnTo>
                    <a:pt x="1758565" y="67342"/>
                  </a:lnTo>
                  <a:lnTo>
                    <a:pt x="1773857" y="62928"/>
                  </a:lnTo>
                  <a:lnTo>
                    <a:pt x="1789149" y="59404"/>
                  </a:lnTo>
                  <a:lnTo>
                    <a:pt x="1804440" y="55898"/>
                  </a:lnTo>
                  <a:lnTo>
                    <a:pt x="1819732" y="52190"/>
                  </a:lnTo>
                  <a:lnTo>
                    <a:pt x="1835024" y="49955"/>
                  </a:lnTo>
                  <a:lnTo>
                    <a:pt x="1850316" y="47038"/>
                  </a:lnTo>
                  <a:lnTo>
                    <a:pt x="1865608" y="44916"/>
                  </a:lnTo>
                  <a:lnTo>
                    <a:pt x="1880900" y="43730"/>
                  </a:lnTo>
                  <a:lnTo>
                    <a:pt x="1896192" y="42823"/>
                  </a:lnTo>
                  <a:lnTo>
                    <a:pt x="1911484" y="42162"/>
                  </a:lnTo>
                  <a:lnTo>
                    <a:pt x="1926775" y="41713"/>
                  </a:lnTo>
                  <a:lnTo>
                    <a:pt x="1942067" y="40242"/>
                  </a:lnTo>
                  <a:lnTo>
                    <a:pt x="1957359" y="36822"/>
                  </a:lnTo>
                  <a:lnTo>
                    <a:pt x="1972651" y="35803"/>
                  </a:lnTo>
                  <a:lnTo>
                    <a:pt x="1987943" y="35761"/>
                  </a:lnTo>
                  <a:lnTo>
                    <a:pt x="2003235" y="35751"/>
                  </a:lnTo>
                  <a:lnTo>
                    <a:pt x="2018527" y="34312"/>
                  </a:lnTo>
                  <a:lnTo>
                    <a:pt x="2033818" y="33099"/>
                  </a:lnTo>
                  <a:lnTo>
                    <a:pt x="2049110" y="31917"/>
                  </a:lnTo>
                  <a:lnTo>
                    <a:pt x="2064402" y="31733"/>
                  </a:lnTo>
                  <a:lnTo>
                    <a:pt x="2079694" y="30917"/>
                  </a:lnTo>
                  <a:lnTo>
                    <a:pt x="2094986" y="30700"/>
                  </a:lnTo>
                  <a:lnTo>
                    <a:pt x="2110278" y="30689"/>
                  </a:lnTo>
                  <a:lnTo>
                    <a:pt x="2125570" y="31036"/>
                  </a:lnTo>
                  <a:lnTo>
                    <a:pt x="2140862" y="30166"/>
                  </a:lnTo>
                  <a:lnTo>
                    <a:pt x="2156153" y="29293"/>
                  </a:lnTo>
                  <a:lnTo>
                    <a:pt x="2171445" y="28600"/>
                  </a:lnTo>
                  <a:lnTo>
                    <a:pt x="2186737" y="26508"/>
                  </a:lnTo>
                  <a:lnTo>
                    <a:pt x="2202029" y="23187"/>
                  </a:lnTo>
                  <a:lnTo>
                    <a:pt x="2217321" y="18150"/>
                  </a:lnTo>
                  <a:lnTo>
                    <a:pt x="2232613" y="15766"/>
                  </a:lnTo>
                  <a:lnTo>
                    <a:pt x="2247905" y="12079"/>
                  </a:lnTo>
                  <a:lnTo>
                    <a:pt x="2263197" y="8596"/>
                  </a:lnTo>
                  <a:lnTo>
                    <a:pt x="2278488" y="5378"/>
                  </a:lnTo>
                  <a:lnTo>
                    <a:pt x="2293780" y="2492"/>
                  </a:lnTo>
                  <a:lnTo>
                    <a:pt x="2309072" y="0"/>
                  </a:lnTo>
                  <a:lnTo>
                    <a:pt x="2324364" y="176"/>
                  </a:lnTo>
                  <a:lnTo>
                    <a:pt x="2339656" y="3063"/>
                  </a:lnTo>
                  <a:lnTo>
                    <a:pt x="2346210" y="471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8" name="pl46"/>
            <p:cNvSpPr/>
            <p:nvPr/>
          </p:nvSpPr>
          <p:spPr>
            <a:xfrm>
              <a:off x="5300048" y="2219235"/>
              <a:ext cx="2346210" cy="341890"/>
            </a:xfrm>
            <a:custGeom>
              <a:avLst/>
              <a:pathLst>
                <a:path w="2346210" h="341890">
                  <a:moveTo>
                    <a:pt x="2346210" y="21356"/>
                  </a:moveTo>
                  <a:lnTo>
                    <a:pt x="2339656" y="19515"/>
                  </a:lnTo>
                  <a:lnTo>
                    <a:pt x="2324364" y="15503"/>
                  </a:lnTo>
                  <a:lnTo>
                    <a:pt x="2309072" y="11764"/>
                  </a:lnTo>
                  <a:lnTo>
                    <a:pt x="2293780" y="9419"/>
                  </a:lnTo>
                  <a:lnTo>
                    <a:pt x="2278488" y="8898"/>
                  </a:lnTo>
                  <a:lnTo>
                    <a:pt x="2263197" y="5845"/>
                  </a:lnTo>
                  <a:lnTo>
                    <a:pt x="2247905" y="4954"/>
                  </a:lnTo>
                  <a:lnTo>
                    <a:pt x="2232613" y="5125"/>
                  </a:lnTo>
                  <a:lnTo>
                    <a:pt x="2217321" y="4501"/>
                  </a:lnTo>
                  <a:lnTo>
                    <a:pt x="2202029" y="3042"/>
                  </a:lnTo>
                  <a:lnTo>
                    <a:pt x="2186737" y="1527"/>
                  </a:lnTo>
                  <a:lnTo>
                    <a:pt x="2171445" y="0"/>
                  </a:lnTo>
                  <a:lnTo>
                    <a:pt x="2156153" y="515"/>
                  </a:lnTo>
                  <a:lnTo>
                    <a:pt x="2140862" y="2481"/>
                  </a:lnTo>
                  <a:lnTo>
                    <a:pt x="2125570" y="4427"/>
                  </a:lnTo>
                  <a:lnTo>
                    <a:pt x="2110278" y="5721"/>
                  </a:lnTo>
                  <a:lnTo>
                    <a:pt x="2094986" y="6592"/>
                  </a:lnTo>
                  <a:lnTo>
                    <a:pt x="2079694" y="7086"/>
                  </a:lnTo>
                  <a:lnTo>
                    <a:pt x="2064402" y="7254"/>
                  </a:lnTo>
                  <a:lnTo>
                    <a:pt x="2049110" y="7422"/>
                  </a:lnTo>
                  <a:lnTo>
                    <a:pt x="2033818" y="7697"/>
                  </a:lnTo>
                  <a:lnTo>
                    <a:pt x="2018527" y="7167"/>
                  </a:lnTo>
                  <a:lnTo>
                    <a:pt x="2003235" y="6313"/>
                  </a:lnTo>
                  <a:lnTo>
                    <a:pt x="1987943" y="6129"/>
                  </a:lnTo>
                  <a:lnTo>
                    <a:pt x="1972651" y="6609"/>
                  </a:lnTo>
                  <a:lnTo>
                    <a:pt x="1957359" y="5792"/>
                  </a:lnTo>
                  <a:lnTo>
                    <a:pt x="1942067" y="6259"/>
                  </a:lnTo>
                  <a:lnTo>
                    <a:pt x="1926775" y="5727"/>
                  </a:lnTo>
                  <a:lnTo>
                    <a:pt x="1911484" y="7143"/>
                  </a:lnTo>
                  <a:lnTo>
                    <a:pt x="1896192" y="7989"/>
                  </a:lnTo>
                  <a:lnTo>
                    <a:pt x="1880900" y="9792"/>
                  </a:lnTo>
                  <a:lnTo>
                    <a:pt x="1865608" y="10619"/>
                  </a:lnTo>
                  <a:lnTo>
                    <a:pt x="1850316" y="12008"/>
                  </a:lnTo>
                  <a:lnTo>
                    <a:pt x="1835024" y="15005"/>
                  </a:lnTo>
                  <a:lnTo>
                    <a:pt x="1819732" y="17374"/>
                  </a:lnTo>
                  <a:lnTo>
                    <a:pt x="1804440" y="19747"/>
                  </a:lnTo>
                  <a:lnTo>
                    <a:pt x="1789149" y="23052"/>
                  </a:lnTo>
                  <a:lnTo>
                    <a:pt x="1773857" y="26540"/>
                  </a:lnTo>
                  <a:lnTo>
                    <a:pt x="1758565" y="30335"/>
                  </a:lnTo>
                  <a:lnTo>
                    <a:pt x="1743273" y="33859"/>
                  </a:lnTo>
                  <a:lnTo>
                    <a:pt x="1727981" y="37362"/>
                  </a:lnTo>
                  <a:lnTo>
                    <a:pt x="1712689" y="42374"/>
                  </a:lnTo>
                  <a:lnTo>
                    <a:pt x="1697397" y="46591"/>
                  </a:lnTo>
                  <a:lnTo>
                    <a:pt x="1682105" y="50191"/>
                  </a:lnTo>
                  <a:lnTo>
                    <a:pt x="1666814" y="54634"/>
                  </a:lnTo>
                  <a:lnTo>
                    <a:pt x="1651522" y="58598"/>
                  </a:lnTo>
                  <a:lnTo>
                    <a:pt x="1636230" y="62814"/>
                  </a:lnTo>
                  <a:lnTo>
                    <a:pt x="1620938" y="67323"/>
                  </a:lnTo>
                  <a:lnTo>
                    <a:pt x="1605646" y="71941"/>
                  </a:lnTo>
                  <a:lnTo>
                    <a:pt x="1590354" y="76236"/>
                  </a:lnTo>
                  <a:lnTo>
                    <a:pt x="1575062" y="81102"/>
                  </a:lnTo>
                  <a:lnTo>
                    <a:pt x="1559770" y="85530"/>
                  </a:lnTo>
                  <a:lnTo>
                    <a:pt x="1544479" y="89807"/>
                  </a:lnTo>
                  <a:lnTo>
                    <a:pt x="1529187" y="93968"/>
                  </a:lnTo>
                  <a:lnTo>
                    <a:pt x="1513895" y="97835"/>
                  </a:lnTo>
                  <a:lnTo>
                    <a:pt x="1498603" y="101601"/>
                  </a:lnTo>
                  <a:lnTo>
                    <a:pt x="1483311" y="104964"/>
                  </a:lnTo>
                  <a:lnTo>
                    <a:pt x="1468019" y="107740"/>
                  </a:lnTo>
                  <a:lnTo>
                    <a:pt x="1452727" y="110187"/>
                  </a:lnTo>
                  <a:lnTo>
                    <a:pt x="1437435" y="112840"/>
                  </a:lnTo>
                  <a:lnTo>
                    <a:pt x="1422144" y="115313"/>
                  </a:lnTo>
                  <a:lnTo>
                    <a:pt x="1406852" y="117523"/>
                  </a:lnTo>
                  <a:lnTo>
                    <a:pt x="1391560" y="119473"/>
                  </a:lnTo>
                  <a:lnTo>
                    <a:pt x="1376268" y="121718"/>
                  </a:lnTo>
                  <a:lnTo>
                    <a:pt x="1360976" y="123481"/>
                  </a:lnTo>
                  <a:lnTo>
                    <a:pt x="1345684" y="125396"/>
                  </a:lnTo>
                  <a:lnTo>
                    <a:pt x="1330392" y="126487"/>
                  </a:lnTo>
                  <a:lnTo>
                    <a:pt x="1315100" y="127164"/>
                  </a:lnTo>
                  <a:lnTo>
                    <a:pt x="1299809" y="127550"/>
                  </a:lnTo>
                  <a:lnTo>
                    <a:pt x="1284517" y="127639"/>
                  </a:lnTo>
                  <a:lnTo>
                    <a:pt x="1269225" y="127426"/>
                  </a:lnTo>
                  <a:lnTo>
                    <a:pt x="1253933" y="127101"/>
                  </a:lnTo>
                  <a:lnTo>
                    <a:pt x="1238641" y="126163"/>
                  </a:lnTo>
                  <a:lnTo>
                    <a:pt x="1223349" y="124955"/>
                  </a:lnTo>
                  <a:lnTo>
                    <a:pt x="1208057" y="123979"/>
                  </a:lnTo>
                  <a:lnTo>
                    <a:pt x="1192766" y="122678"/>
                  </a:lnTo>
                  <a:lnTo>
                    <a:pt x="1177474" y="121394"/>
                  </a:lnTo>
                  <a:lnTo>
                    <a:pt x="1162182" y="119687"/>
                  </a:lnTo>
                  <a:lnTo>
                    <a:pt x="1146890" y="117980"/>
                  </a:lnTo>
                  <a:lnTo>
                    <a:pt x="1131598" y="116115"/>
                  </a:lnTo>
                  <a:lnTo>
                    <a:pt x="1116306" y="114104"/>
                  </a:lnTo>
                  <a:lnTo>
                    <a:pt x="1101014" y="111961"/>
                  </a:lnTo>
                  <a:lnTo>
                    <a:pt x="1085722" y="109610"/>
                  </a:lnTo>
                  <a:lnTo>
                    <a:pt x="1070431" y="106962"/>
                  </a:lnTo>
                  <a:lnTo>
                    <a:pt x="1055139" y="104177"/>
                  </a:lnTo>
                  <a:lnTo>
                    <a:pt x="1039847" y="101083"/>
                  </a:lnTo>
                  <a:lnTo>
                    <a:pt x="1024555" y="98281"/>
                  </a:lnTo>
                  <a:lnTo>
                    <a:pt x="1009263" y="95582"/>
                  </a:lnTo>
                  <a:lnTo>
                    <a:pt x="993971" y="92096"/>
                  </a:lnTo>
                  <a:lnTo>
                    <a:pt x="978679" y="89719"/>
                  </a:lnTo>
                  <a:lnTo>
                    <a:pt x="963387" y="87837"/>
                  </a:lnTo>
                  <a:lnTo>
                    <a:pt x="948096" y="85092"/>
                  </a:lnTo>
                  <a:lnTo>
                    <a:pt x="932804" y="83366"/>
                  </a:lnTo>
                  <a:lnTo>
                    <a:pt x="917512" y="81069"/>
                  </a:lnTo>
                  <a:lnTo>
                    <a:pt x="902220" y="79100"/>
                  </a:lnTo>
                  <a:lnTo>
                    <a:pt x="886928" y="77654"/>
                  </a:lnTo>
                  <a:lnTo>
                    <a:pt x="871636" y="76162"/>
                  </a:lnTo>
                  <a:lnTo>
                    <a:pt x="856344" y="74776"/>
                  </a:lnTo>
                  <a:lnTo>
                    <a:pt x="841052" y="73507"/>
                  </a:lnTo>
                  <a:lnTo>
                    <a:pt x="825761" y="72344"/>
                  </a:lnTo>
                  <a:lnTo>
                    <a:pt x="810469" y="71043"/>
                  </a:lnTo>
                  <a:lnTo>
                    <a:pt x="795177" y="69899"/>
                  </a:lnTo>
                  <a:lnTo>
                    <a:pt x="779885" y="68926"/>
                  </a:lnTo>
                  <a:lnTo>
                    <a:pt x="764593" y="69334"/>
                  </a:lnTo>
                  <a:lnTo>
                    <a:pt x="749301" y="69868"/>
                  </a:lnTo>
                  <a:lnTo>
                    <a:pt x="734009" y="71544"/>
                  </a:lnTo>
                  <a:lnTo>
                    <a:pt x="718717" y="72139"/>
                  </a:lnTo>
                  <a:lnTo>
                    <a:pt x="703426" y="73162"/>
                  </a:lnTo>
                  <a:lnTo>
                    <a:pt x="688134" y="74722"/>
                  </a:lnTo>
                  <a:lnTo>
                    <a:pt x="672842" y="77299"/>
                  </a:lnTo>
                  <a:lnTo>
                    <a:pt x="657550" y="79055"/>
                  </a:lnTo>
                  <a:lnTo>
                    <a:pt x="642258" y="81054"/>
                  </a:lnTo>
                  <a:lnTo>
                    <a:pt x="626966" y="83293"/>
                  </a:lnTo>
                  <a:lnTo>
                    <a:pt x="611674" y="85769"/>
                  </a:lnTo>
                  <a:lnTo>
                    <a:pt x="596383" y="88306"/>
                  </a:lnTo>
                  <a:lnTo>
                    <a:pt x="581091" y="90098"/>
                  </a:lnTo>
                  <a:lnTo>
                    <a:pt x="565799" y="92639"/>
                  </a:lnTo>
                  <a:lnTo>
                    <a:pt x="550507" y="96197"/>
                  </a:lnTo>
                  <a:lnTo>
                    <a:pt x="535215" y="100677"/>
                  </a:lnTo>
                  <a:lnTo>
                    <a:pt x="519923" y="103997"/>
                  </a:lnTo>
                  <a:lnTo>
                    <a:pt x="504631" y="108204"/>
                  </a:lnTo>
                  <a:lnTo>
                    <a:pt x="489339" y="112079"/>
                  </a:lnTo>
                  <a:lnTo>
                    <a:pt x="474048" y="117037"/>
                  </a:lnTo>
                  <a:lnTo>
                    <a:pt x="458756" y="121846"/>
                  </a:lnTo>
                  <a:lnTo>
                    <a:pt x="443464" y="128807"/>
                  </a:lnTo>
                  <a:lnTo>
                    <a:pt x="428172" y="135078"/>
                  </a:lnTo>
                  <a:lnTo>
                    <a:pt x="412880" y="142279"/>
                  </a:lnTo>
                  <a:lnTo>
                    <a:pt x="397588" y="149218"/>
                  </a:lnTo>
                  <a:lnTo>
                    <a:pt x="382296" y="156184"/>
                  </a:lnTo>
                  <a:lnTo>
                    <a:pt x="367004" y="163524"/>
                  </a:lnTo>
                  <a:lnTo>
                    <a:pt x="351713" y="170913"/>
                  </a:lnTo>
                  <a:lnTo>
                    <a:pt x="336421" y="178838"/>
                  </a:lnTo>
                  <a:lnTo>
                    <a:pt x="321129" y="187551"/>
                  </a:lnTo>
                  <a:lnTo>
                    <a:pt x="305837" y="196407"/>
                  </a:lnTo>
                  <a:lnTo>
                    <a:pt x="290545" y="205381"/>
                  </a:lnTo>
                  <a:lnTo>
                    <a:pt x="275253" y="213982"/>
                  </a:lnTo>
                  <a:lnTo>
                    <a:pt x="259961" y="220664"/>
                  </a:lnTo>
                  <a:lnTo>
                    <a:pt x="244669" y="229579"/>
                  </a:lnTo>
                  <a:lnTo>
                    <a:pt x="229378" y="239674"/>
                  </a:lnTo>
                  <a:lnTo>
                    <a:pt x="214086" y="249964"/>
                  </a:lnTo>
                  <a:lnTo>
                    <a:pt x="198794" y="258909"/>
                  </a:lnTo>
                  <a:lnTo>
                    <a:pt x="183502" y="269587"/>
                  </a:lnTo>
                  <a:lnTo>
                    <a:pt x="168210" y="279589"/>
                  </a:lnTo>
                  <a:lnTo>
                    <a:pt x="152918" y="288724"/>
                  </a:lnTo>
                  <a:lnTo>
                    <a:pt x="137626" y="296147"/>
                  </a:lnTo>
                  <a:lnTo>
                    <a:pt x="122334" y="301917"/>
                  </a:lnTo>
                  <a:lnTo>
                    <a:pt x="107043" y="309708"/>
                  </a:lnTo>
                  <a:lnTo>
                    <a:pt x="91751" y="316607"/>
                  </a:lnTo>
                  <a:lnTo>
                    <a:pt x="76459" y="318437"/>
                  </a:lnTo>
                  <a:lnTo>
                    <a:pt x="61167" y="323816"/>
                  </a:lnTo>
                  <a:lnTo>
                    <a:pt x="45875" y="326744"/>
                  </a:lnTo>
                  <a:lnTo>
                    <a:pt x="30583" y="328237"/>
                  </a:lnTo>
                  <a:lnTo>
                    <a:pt x="15291" y="333243"/>
                  </a:lnTo>
                  <a:lnTo>
                    <a:pt x="0" y="34189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39" name="pl47"/>
            <p:cNvSpPr/>
            <p:nvPr/>
          </p:nvSpPr>
          <p:spPr>
            <a:xfrm>
              <a:off x="5300048" y="2186272"/>
              <a:ext cx="2346210" cy="336448"/>
            </a:xfrm>
            <a:custGeom>
              <a:avLst/>
              <a:pathLst>
                <a:path w="2346210" h="336448">
                  <a:moveTo>
                    <a:pt x="0" y="336448"/>
                  </a:moveTo>
                  <a:lnTo>
                    <a:pt x="15291" y="334181"/>
                  </a:lnTo>
                  <a:lnTo>
                    <a:pt x="30583" y="331020"/>
                  </a:lnTo>
                  <a:lnTo>
                    <a:pt x="45875" y="327028"/>
                  </a:lnTo>
                  <a:lnTo>
                    <a:pt x="61167" y="322271"/>
                  </a:lnTo>
                  <a:lnTo>
                    <a:pt x="76459" y="316812"/>
                  </a:lnTo>
                  <a:lnTo>
                    <a:pt x="91751" y="310717"/>
                  </a:lnTo>
                  <a:lnTo>
                    <a:pt x="107043" y="304049"/>
                  </a:lnTo>
                  <a:lnTo>
                    <a:pt x="122334" y="296874"/>
                  </a:lnTo>
                  <a:lnTo>
                    <a:pt x="137626" y="289256"/>
                  </a:lnTo>
                  <a:lnTo>
                    <a:pt x="152918" y="281260"/>
                  </a:lnTo>
                  <a:lnTo>
                    <a:pt x="168210" y="272951"/>
                  </a:lnTo>
                  <a:lnTo>
                    <a:pt x="183502" y="264392"/>
                  </a:lnTo>
                  <a:lnTo>
                    <a:pt x="198794" y="255648"/>
                  </a:lnTo>
                  <a:lnTo>
                    <a:pt x="214086" y="246785"/>
                  </a:lnTo>
                  <a:lnTo>
                    <a:pt x="229378" y="237866"/>
                  </a:lnTo>
                  <a:lnTo>
                    <a:pt x="244669" y="228957"/>
                  </a:lnTo>
                  <a:lnTo>
                    <a:pt x="259961" y="220122"/>
                  </a:lnTo>
                  <a:lnTo>
                    <a:pt x="275253" y="211425"/>
                  </a:lnTo>
                  <a:lnTo>
                    <a:pt x="290545" y="202931"/>
                  </a:lnTo>
                  <a:lnTo>
                    <a:pt x="305837" y="194704"/>
                  </a:lnTo>
                  <a:lnTo>
                    <a:pt x="321129" y="186795"/>
                  </a:lnTo>
                  <a:lnTo>
                    <a:pt x="336421" y="179205"/>
                  </a:lnTo>
                  <a:lnTo>
                    <a:pt x="351713" y="171930"/>
                  </a:lnTo>
                  <a:lnTo>
                    <a:pt x="367004" y="164967"/>
                  </a:lnTo>
                  <a:lnTo>
                    <a:pt x="382296" y="158309"/>
                  </a:lnTo>
                  <a:lnTo>
                    <a:pt x="397588" y="151954"/>
                  </a:lnTo>
                  <a:lnTo>
                    <a:pt x="412880" y="145895"/>
                  </a:lnTo>
                  <a:lnTo>
                    <a:pt x="428172" y="140129"/>
                  </a:lnTo>
                  <a:lnTo>
                    <a:pt x="443464" y="134651"/>
                  </a:lnTo>
                  <a:lnTo>
                    <a:pt x="458756" y="129456"/>
                  </a:lnTo>
                  <a:lnTo>
                    <a:pt x="474048" y="124540"/>
                  </a:lnTo>
                  <a:lnTo>
                    <a:pt x="489339" y="119898"/>
                  </a:lnTo>
                  <a:lnTo>
                    <a:pt x="504631" y="115526"/>
                  </a:lnTo>
                  <a:lnTo>
                    <a:pt x="519923" y="111419"/>
                  </a:lnTo>
                  <a:lnTo>
                    <a:pt x="535215" y="107572"/>
                  </a:lnTo>
                  <a:lnTo>
                    <a:pt x="550507" y="103981"/>
                  </a:lnTo>
                  <a:lnTo>
                    <a:pt x="565799" y="100642"/>
                  </a:lnTo>
                  <a:lnTo>
                    <a:pt x="581091" y="97549"/>
                  </a:lnTo>
                  <a:lnTo>
                    <a:pt x="596383" y="94698"/>
                  </a:lnTo>
                  <a:lnTo>
                    <a:pt x="611674" y="92085"/>
                  </a:lnTo>
                  <a:lnTo>
                    <a:pt x="626966" y="89706"/>
                  </a:lnTo>
                  <a:lnTo>
                    <a:pt x="642258" y="87561"/>
                  </a:lnTo>
                  <a:lnTo>
                    <a:pt x="657550" y="85650"/>
                  </a:lnTo>
                  <a:lnTo>
                    <a:pt x="672842" y="83971"/>
                  </a:lnTo>
                  <a:lnTo>
                    <a:pt x="688134" y="82525"/>
                  </a:lnTo>
                  <a:lnTo>
                    <a:pt x="703426" y="81312"/>
                  </a:lnTo>
                  <a:lnTo>
                    <a:pt x="718717" y="80331"/>
                  </a:lnTo>
                  <a:lnTo>
                    <a:pt x="734009" y="79582"/>
                  </a:lnTo>
                  <a:lnTo>
                    <a:pt x="749301" y="79064"/>
                  </a:lnTo>
                  <a:lnTo>
                    <a:pt x="764593" y="78778"/>
                  </a:lnTo>
                  <a:lnTo>
                    <a:pt x="779885" y="78723"/>
                  </a:lnTo>
                  <a:lnTo>
                    <a:pt x="795177" y="78899"/>
                  </a:lnTo>
                  <a:lnTo>
                    <a:pt x="810469" y="79305"/>
                  </a:lnTo>
                  <a:lnTo>
                    <a:pt x="825761" y="79942"/>
                  </a:lnTo>
                  <a:lnTo>
                    <a:pt x="841052" y="80808"/>
                  </a:lnTo>
                  <a:lnTo>
                    <a:pt x="856344" y="81905"/>
                  </a:lnTo>
                  <a:lnTo>
                    <a:pt x="871636" y="83230"/>
                  </a:lnTo>
                  <a:lnTo>
                    <a:pt x="886928" y="84785"/>
                  </a:lnTo>
                  <a:lnTo>
                    <a:pt x="902220" y="86569"/>
                  </a:lnTo>
                  <a:lnTo>
                    <a:pt x="917512" y="88581"/>
                  </a:lnTo>
                  <a:lnTo>
                    <a:pt x="932804" y="90810"/>
                  </a:lnTo>
                  <a:lnTo>
                    <a:pt x="948096" y="93232"/>
                  </a:lnTo>
                  <a:lnTo>
                    <a:pt x="963387" y="95819"/>
                  </a:lnTo>
                  <a:lnTo>
                    <a:pt x="978679" y="98543"/>
                  </a:lnTo>
                  <a:lnTo>
                    <a:pt x="993971" y="101377"/>
                  </a:lnTo>
                  <a:lnTo>
                    <a:pt x="1009263" y="104294"/>
                  </a:lnTo>
                  <a:lnTo>
                    <a:pt x="1024555" y="107267"/>
                  </a:lnTo>
                  <a:lnTo>
                    <a:pt x="1039847" y="110268"/>
                  </a:lnTo>
                  <a:lnTo>
                    <a:pt x="1055139" y="113270"/>
                  </a:lnTo>
                  <a:lnTo>
                    <a:pt x="1070431" y="116246"/>
                  </a:lnTo>
                  <a:lnTo>
                    <a:pt x="1085722" y="119169"/>
                  </a:lnTo>
                  <a:lnTo>
                    <a:pt x="1101014" y="122010"/>
                  </a:lnTo>
                  <a:lnTo>
                    <a:pt x="1116306" y="124744"/>
                  </a:lnTo>
                  <a:lnTo>
                    <a:pt x="1131598" y="127343"/>
                  </a:lnTo>
                  <a:lnTo>
                    <a:pt x="1146890" y="129779"/>
                  </a:lnTo>
                  <a:lnTo>
                    <a:pt x="1162182" y="132026"/>
                  </a:lnTo>
                  <a:lnTo>
                    <a:pt x="1177474" y="134055"/>
                  </a:lnTo>
                  <a:lnTo>
                    <a:pt x="1192766" y="135840"/>
                  </a:lnTo>
                  <a:lnTo>
                    <a:pt x="1208057" y="137353"/>
                  </a:lnTo>
                  <a:lnTo>
                    <a:pt x="1223349" y="138568"/>
                  </a:lnTo>
                  <a:lnTo>
                    <a:pt x="1238641" y="139473"/>
                  </a:lnTo>
                  <a:lnTo>
                    <a:pt x="1253933" y="140072"/>
                  </a:lnTo>
                  <a:lnTo>
                    <a:pt x="1269225" y="140372"/>
                  </a:lnTo>
                  <a:lnTo>
                    <a:pt x="1284517" y="140378"/>
                  </a:lnTo>
                  <a:lnTo>
                    <a:pt x="1299809" y="140096"/>
                  </a:lnTo>
                  <a:lnTo>
                    <a:pt x="1315100" y="139533"/>
                  </a:lnTo>
                  <a:lnTo>
                    <a:pt x="1330392" y="138694"/>
                  </a:lnTo>
                  <a:lnTo>
                    <a:pt x="1345684" y="137586"/>
                  </a:lnTo>
                  <a:lnTo>
                    <a:pt x="1360976" y="136213"/>
                  </a:lnTo>
                  <a:lnTo>
                    <a:pt x="1376268" y="134582"/>
                  </a:lnTo>
                  <a:lnTo>
                    <a:pt x="1391560" y="132700"/>
                  </a:lnTo>
                  <a:lnTo>
                    <a:pt x="1406852" y="130571"/>
                  </a:lnTo>
                  <a:lnTo>
                    <a:pt x="1422144" y="128202"/>
                  </a:lnTo>
                  <a:lnTo>
                    <a:pt x="1437435" y="125599"/>
                  </a:lnTo>
                  <a:lnTo>
                    <a:pt x="1452727" y="122768"/>
                  </a:lnTo>
                  <a:lnTo>
                    <a:pt x="1468019" y="119714"/>
                  </a:lnTo>
                  <a:lnTo>
                    <a:pt x="1483311" y="116444"/>
                  </a:lnTo>
                  <a:lnTo>
                    <a:pt x="1498603" y="112963"/>
                  </a:lnTo>
                  <a:lnTo>
                    <a:pt x="1513895" y="109278"/>
                  </a:lnTo>
                  <a:lnTo>
                    <a:pt x="1529187" y="105395"/>
                  </a:lnTo>
                  <a:lnTo>
                    <a:pt x="1544479" y="101331"/>
                  </a:lnTo>
                  <a:lnTo>
                    <a:pt x="1559770" y="97112"/>
                  </a:lnTo>
                  <a:lnTo>
                    <a:pt x="1575062" y="92764"/>
                  </a:lnTo>
                  <a:lnTo>
                    <a:pt x="1590354" y="88315"/>
                  </a:lnTo>
                  <a:lnTo>
                    <a:pt x="1605646" y="83789"/>
                  </a:lnTo>
                  <a:lnTo>
                    <a:pt x="1620938" y="79215"/>
                  </a:lnTo>
                  <a:lnTo>
                    <a:pt x="1636230" y="74617"/>
                  </a:lnTo>
                  <a:lnTo>
                    <a:pt x="1651522" y="70023"/>
                  </a:lnTo>
                  <a:lnTo>
                    <a:pt x="1666814" y="65459"/>
                  </a:lnTo>
                  <a:lnTo>
                    <a:pt x="1682105" y="60951"/>
                  </a:lnTo>
                  <a:lnTo>
                    <a:pt x="1697397" y="56526"/>
                  </a:lnTo>
                  <a:lnTo>
                    <a:pt x="1712689" y="52210"/>
                  </a:lnTo>
                  <a:lnTo>
                    <a:pt x="1727981" y="48030"/>
                  </a:lnTo>
                  <a:lnTo>
                    <a:pt x="1743273" y="44011"/>
                  </a:lnTo>
                  <a:lnTo>
                    <a:pt x="1758565" y="40181"/>
                  </a:lnTo>
                  <a:lnTo>
                    <a:pt x="1773857" y="36565"/>
                  </a:lnTo>
                  <a:lnTo>
                    <a:pt x="1789149" y="33191"/>
                  </a:lnTo>
                  <a:lnTo>
                    <a:pt x="1804440" y="30084"/>
                  </a:lnTo>
                  <a:lnTo>
                    <a:pt x="1819732" y="27271"/>
                  </a:lnTo>
                  <a:lnTo>
                    <a:pt x="1835024" y="24776"/>
                  </a:lnTo>
                  <a:lnTo>
                    <a:pt x="1850316" y="22593"/>
                  </a:lnTo>
                  <a:lnTo>
                    <a:pt x="1865608" y="20697"/>
                  </a:lnTo>
                  <a:lnTo>
                    <a:pt x="1880900" y="19063"/>
                  </a:lnTo>
                  <a:lnTo>
                    <a:pt x="1896192" y="17667"/>
                  </a:lnTo>
                  <a:lnTo>
                    <a:pt x="1911484" y="16482"/>
                  </a:lnTo>
                  <a:lnTo>
                    <a:pt x="1926775" y="15485"/>
                  </a:lnTo>
                  <a:lnTo>
                    <a:pt x="1942067" y="14649"/>
                  </a:lnTo>
                  <a:lnTo>
                    <a:pt x="1957359" y="13950"/>
                  </a:lnTo>
                  <a:lnTo>
                    <a:pt x="1972651" y="13362"/>
                  </a:lnTo>
                  <a:lnTo>
                    <a:pt x="1987943" y="12861"/>
                  </a:lnTo>
                  <a:lnTo>
                    <a:pt x="2003235" y="12422"/>
                  </a:lnTo>
                  <a:lnTo>
                    <a:pt x="2018527" y="12019"/>
                  </a:lnTo>
                  <a:lnTo>
                    <a:pt x="2033818" y="11627"/>
                  </a:lnTo>
                  <a:lnTo>
                    <a:pt x="2049110" y="11221"/>
                  </a:lnTo>
                  <a:lnTo>
                    <a:pt x="2064402" y="10777"/>
                  </a:lnTo>
                  <a:lnTo>
                    <a:pt x="2079694" y="10268"/>
                  </a:lnTo>
                  <a:lnTo>
                    <a:pt x="2094986" y="9670"/>
                  </a:lnTo>
                  <a:lnTo>
                    <a:pt x="2110278" y="8958"/>
                  </a:lnTo>
                  <a:lnTo>
                    <a:pt x="2125570" y="8107"/>
                  </a:lnTo>
                  <a:lnTo>
                    <a:pt x="2140862" y="7098"/>
                  </a:lnTo>
                  <a:lnTo>
                    <a:pt x="2156153" y="5968"/>
                  </a:lnTo>
                  <a:lnTo>
                    <a:pt x="2171445" y="4781"/>
                  </a:lnTo>
                  <a:lnTo>
                    <a:pt x="2186737" y="3600"/>
                  </a:lnTo>
                  <a:lnTo>
                    <a:pt x="2202029" y="2488"/>
                  </a:lnTo>
                  <a:lnTo>
                    <a:pt x="2217321" y="1509"/>
                  </a:lnTo>
                  <a:lnTo>
                    <a:pt x="2232613" y="726"/>
                  </a:lnTo>
                  <a:lnTo>
                    <a:pt x="2247905" y="201"/>
                  </a:lnTo>
                  <a:lnTo>
                    <a:pt x="2263197" y="0"/>
                  </a:lnTo>
                  <a:lnTo>
                    <a:pt x="2278488" y="183"/>
                  </a:lnTo>
                  <a:lnTo>
                    <a:pt x="2293780" y="816"/>
                  </a:lnTo>
                  <a:lnTo>
                    <a:pt x="2309072" y="1962"/>
                  </a:lnTo>
                  <a:lnTo>
                    <a:pt x="2324364" y="3683"/>
                  </a:lnTo>
                  <a:lnTo>
                    <a:pt x="2339656" y="6043"/>
                  </a:lnTo>
                  <a:lnTo>
                    <a:pt x="2346210" y="7355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48"/>
            <p:cNvSpPr/>
            <p:nvPr/>
          </p:nvSpPr>
          <p:spPr>
            <a:xfrm>
              <a:off x="4971578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tx49"/>
            <p:cNvSpPr/>
            <p:nvPr/>
          </p:nvSpPr>
          <p:spPr>
            <a:xfrm>
              <a:off x="4734676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2" name="tx50"/>
            <p:cNvSpPr/>
            <p:nvPr/>
          </p:nvSpPr>
          <p:spPr>
            <a:xfrm>
              <a:off x="4734676" y="272129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3" name="tx51"/>
            <p:cNvSpPr/>
            <p:nvPr/>
          </p:nvSpPr>
          <p:spPr>
            <a:xfrm>
              <a:off x="4734676" y="238673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4" name="tx52"/>
            <p:cNvSpPr/>
            <p:nvPr/>
          </p:nvSpPr>
          <p:spPr>
            <a:xfrm>
              <a:off x="4734676" y="205336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5" name="tx53"/>
            <p:cNvSpPr/>
            <p:nvPr/>
          </p:nvSpPr>
          <p:spPr>
            <a:xfrm>
              <a:off x="4734676" y="171936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46" name="tx54"/>
            <p:cNvSpPr/>
            <p:nvPr/>
          </p:nvSpPr>
          <p:spPr>
            <a:xfrm>
              <a:off x="4734676" y="138313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47" name="tx55"/>
            <p:cNvSpPr/>
            <p:nvPr/>
          </p:nvSpPr>
          <p:spPr>
            <a:xfrm>
              <a:off x="4734676" y="10485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48" name="tx56"/>
            <p:cNvSpPr/>
            <p:nvPr/>
          </p:nvSpPr>
          <p:spPr>
            <a:xfrm>
              <a:off x="4734676" y="713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49" name="pl57"/>
            <p:cNvSpPr/>
            <p:nvPr/>
          </p:nvSpPr>
          <p:spPr>
            <a:xfrm>
              <a:off x="4895663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58"/>
            <p:cNvSpPr/>
            <p:nvPr/>
          </p:nvSpPr>
          <p:spPr>
            <a:xfrm>
              <a:off x="4895663" y="276271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59"/>
            <p:cNvSpPr/>
            <p:nvPr/>
          </p:nvSpPr>
          <p:spPr>
            <a:xfrm>
              <a:off x="4895663" y="242816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60"/>
            <p:cNvSpPr/>
            <p:nvPr/>
          </p:nvSpPr>
          <p:spPr>
            <a:xfrm>
              <a:off x="4895663" y="209360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61"/>
            <p:cNvSpPr/>
            <p:nvPr/>
          </p:nvSpPr>
          <p:spPr>
            <a:xfrm>
              <a:off x="4895663" y="175905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62"/>
            <p:cNvSpPr/>
            <p:nvPr/>
          </p:nvSpPr>
          <p:spPr>
            <a:xfrm>
              <a:off x="4895663" y="1424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3"/>
            <p:cNvSpPr/>
            <p:nvPr/>
          </p:nvSpPr>
          <p:spPr>
            <a:xfrm>
              <a:off x="4895663" y="10899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4"/>
            <p:cNvSpPr/>
            <p:nvPr/>
          </p:nvSpPr>
          <p:spPr>
            <a:xfrm>
              <a:off x="4895663" y="75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5"/>
            <p:cNvSpPr/>
            <p:nvPr/>
          </p:nvSpPr>
          <p:spPr>
            <a:xfrm>
              <a:off x="4971578" y="309727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6"/>
            <p:cNvSpPr/>
            <p:nvPr/>
          </p:nvSpPr>
          <p:spPr>
            <a:xfrm>
              <a:off x="530004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7"/>
            <p:cNvSpPr/>
            <p:nvPr/>
          </p:nvSpPr>
          <p:spPr>
            <a:xfrm>
              <a:off x="569108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8"/>
            <p:cNvSpPr/>
            <p:nvPr/>
          </p:nvSpPr>
          <p:spPr>
            <a:xfrm>
              <a:off x="608211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9"/>
            <p:cNvSpPr/>
            <p:nvPr/>
          </p:nvSpPr>
          <p:spPr>
            <a:xfrm>
              <a:off x="647315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70"/>
            <p:cNvSpPr/>
            <p:nvPr/>
          </p:nvSpPr>
          <p:spPr>
            <a:xfrm>
              <a:off x="686418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71"/>
            <p:cNvSpPr/>
            <p:nvPr/>
          </p:nvSpPr>
          <p:spPr>
            <a:xfrm>
              <a:off x="7255223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72"/>
            <p:cNvSpPr/>
            <p:nvPr/>
          </p:nvSpPr>
          <p:spPr>
            <a:xfrm>
              <a:off x="7646258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73"/>
            <p:cNvSpPr/>
            <p:nvPr/>
          </p:nvSpPr>
          <p:spPr>
            <a:xfrm>
              <a:off x="518014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166" name="tx74"/>
            <p:cNvSpPr/>
            <p:nvPr/>
          </p:nvSpPr>
          <p:spPr>
            <a:xfrm>
              <a:off x="557118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167" name="tx75"/>
            <p:cNvSpPr/>
            <p:nvPr/>
          </p:nvSpPr>
          <p:spPr>
            <a:xfrm>
              <a:off x="596221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168" name="tx76"/>
            <p:cNvSpPr/>
            <p:nvPr/>
          </p:nvSpPr>
          <p:spPr>
            <a:xfrm>
              <a:off x="635325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169" name="tx77"/>
            <p:cNvSpPr/>
            <p:nvPr/>
          </p:nvSpPr>
          <p:spPr>
            <a:xfrm>
              <a:off x="674428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170" name="tx78"/>
            <p:cNvSpPr/>
            <p:nvPr/>
          </p:nvSpPr>
          <p:spPr>
            <a:xfrm>
              <a:off x="713532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171" name="tx79"/>
            <p:cNvSpPr/>
            <p:nvPr/>
          </p:nvSpPr>
          <p:spPr>
            <a:xfrm>
              <a:off x="752635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172" name="tx80"/>
            <p:cNvSpPr/>
            <p:nvPr/>
          </p:nvSpPr>
          <p:spPr>
            <a:xfrm>
              <a:off x="5738676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173" name="tx81"/>
            <p:cNvSpPr/>
            <p:nvPr/>
          </p:nvSpPr>
          <p:spPr>
            <a:xfrm>
              <a:off x="6585285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4" name="tx82"/>
            <p:cNvSpPr/>
            <p:nvPr/>
          </p:nvSpPr>
          <p:spPr>
            <a:xfrm>
              <a:off x="6623385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175" name="tx83"/>
            <p:cNvSpPr/>
            <p:nvPr/>
          </p:nvSpPr>
          <p:spPr>
            <a:xfrm>
              <a:off x="6668033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176" name="tx84"/>
            <p:cNvSpPr/>
            <p:nvPr/>
          </p:nvSpPr>
          <p:spPr>
            <a:xfrm>
              <a:off x="6728993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177" name="tx85"/>
            <p:cNvSpPr/>
            <p:nvPr/>
          </p:nvSpPr>
          <p:spPr>
            <a:xfrm rot="-5400000">
              <a:off x="4414728" y="219979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78" name="tx86"/>
            <p:cNvSpPr/>
            <p:nvPr/>
          </p:nvSpPr>
          <p:spPr>
            <a:xfrm rot="-5400000">
              <a:off x="4627887" y="207712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79" name="tx87"/>
            <p:cNvSpPr/>
            <p:nvPr/>
          </p:nvSpPr>
          <p:spPr>
            <a:xfrm rot="-5400000">
              <a:off x="4552394" y="196353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0" name="tx88"/>
            <p:cNvSpPr/>
            <p:nvPr/>
          </p:nvSpPr>
          <p:spPr>
            <a:xfrm rot="-5400000">
              <a:off x="4569435" y="189432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1" name="tx89"/>
            <p:cNvSpPr/>
            <p:nvPr/>
          </p:nvSpPr>
          <p:spPr>
            <a:xfrm rot="-5400000">
              <a:off x="4577769" y="182266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2" name="tx90"/>
            <p:cNvSpPr/>
            <p:nvPr/>
          </p:nvSpPr>
          <p:spPr>
            <a:xfrm rot="-5400000">
              <a:off x="4539706" y="173533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3" name="tx91"/>
            <p:cNvSpPr/>
            <p:nvPr/>
          </p:nvSpPr>
          <p:spPr>
            <a:xfrm rot="-5400000">
              <a:off x="4609380" y="166802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4" name="tx92"/>
            <p:cNvSpPr/>
            <p:nvPr/>
          </p:nvSpPr>
          <p:spPr>
            <a:xfrm rot="-5400000">
              <a:off x="4627887" y="165491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3"/>
            <p:cNvSpPr/>
            <p:nvPr/>
          </p:nvSpPr>
          <p:spPr>
            <a:xfrm rot="-5400000">
              <a:off x="4475673" y="146459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86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87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5"/>
            <p:cNvSpPr/>
            <p:nvPr/>
          </p:nvSpPr>
          <p:spPr>
            <a:xfrm>
              <a:off x="8374682" y="755389"/>
              <a:ext cx="2676167" cy="234188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6"/>
            <p:cNvSpPr/>
            <p:nvPr/>
          </p:nvSpPr>
          <p:spPr>
            <a:xfrm>
              <a:off x="8703334" y="3061784"/>
              <a:ext cx="97813" cy="354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1" name="rc7"/>
            <p:cNvSpPr/>
            <p:nvPr/>
          </p:nvSpPr>
          <p:spPr>
            <a:xfrm>
              <a:off x="8801148" y="3061071"/>
              <a:ext cx="97813" cy="362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2" name="rc8"/>
            <p:cNvSpPr/>
            <p:nvPr/>
          </p:nvSpPr>
          <p:spPr>
            <a:xfrm>
              <a:off x="8898961" y="3042166"/>
              <a:ext cx="97813" cy="5510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3" name="rc9"/>
            <p:cNvSpPr/>
            <p:nvPr/>
          </p:nvSpPr>
          <p:spPr>
            <a:xfrm>
              <a:off x="8996774" y="3027141"/>
              <a:ext cx="97813" cy="70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4" name="rc10"/>
            <p:cNvSpPr/>
            <p:nvPr/>
          </p:nvSpPr>
          <p:spPr>
            <a:xfrm>
              <a:off x="9094587" y="3005561"/>
              <a:ext cx="97813" cy="917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5" name="rc11"/>
            <p:cNvSpPr/>
            <p:nvPr/>
          </p:nvSpPr>
          <p:spPr>
            <a:xfrm>
              <a:off x="9192400" y="2996447"/>
              <a:ext cx="97813" cy="1008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6" name="rc12"/>
            <p:cNvSpPr/>
            <p:nvPr/>
          </p:nvSpPr>
          <p:spPr>
            <a:xfrm>
              <a:off x="9290213" y="2961971"/>
              <a:ext cx="97813" cy="1353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13"/>
            <p:cNvSpPr/>
            <p:nvPr/>
          </p:nvSpPr>
          <p:spPr>
            <a:xfrm>
              <a:off x="9388026" y="2937673"/>
              <a:ext cx="97813" cy="15959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14"/>
            <p:cNvSpPr/>
            <p:nvPr/>
          </p:nvSpPr>
          <p:spPr>
            <a:xfrm>
              <a:off x="9485840" y="2885726"/>
              <a:ext cx="97813" cy="2115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15"/>
            <p:cNvSpPr/>
            <p:nvPr/>
          </p:nvSpPr>
          <p:spPr>
            <a:xfrm>
              <a:off x="9583653" y="2890925"/>
              <a:ext cx="97813" cy="20634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6"/>
            <p:cNvSpPr/>
            <p:nvPr/>
          </p:nvSpPr>
          <p:spPr>
            <a:xfrm>
              <a:off x="9681466" y="2845708"/>
              <a:ext cx="97813" cy="2515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7"/>
            <p:cNvSpPr/>
            <p:nvPr/>
          </p:nvSpPr>
          <p:spPr>
            <a:xfrm>
              <a:off x="9779279" y="2837447"/>
              <a:ext cx="97813" cy="2598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8"/>
            <p:cNvSpPr/>
            <p:nvPr/>
          </p:nvSpPr>
          <p:spPr>
            <a:xfrm>
              <a:off x="9877092" y="2816246"/>
              <a:ext cx="97813" cy="2810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9"/>
            <p:cNvSpPr/>
            <p:nvPr/>
          </p:nvSpPr>
          <p:spPr>
            <a:xfrm>
              <a:off x="9974905" y="2829688"/>
              <a:ext cx="97813" cy="26758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20"/>
            <p:cNvSpPr/>
            <p:nvPr/>
          </p:nvSpPr>
          <p:spPr>
            <a:xfrm>
              <a:off x="10072718" y="2827928"/>
              <a:ext cx="97813" cy="2693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21"/>
            <p:cNvSpPr/>
            <p:nvPr/>
          </p:nvSpPr>
          <p:spPr>
            <a:xfrm>
              <a:off x="10170532" y="2869108"/>
              <a:ext cx="97813" cy="2281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22"/>
            <p:cNvSpPr/>
            <p:nvPr/>
          </p:nvSpPr>
          <p:spPr>
            <a:xfrm>
              <a:off x="10268345" y="2891400"/>
              <a:ext cx="97813" cy="20587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23"/>
            <p:cNvSpPr/>
            <p:nvPr/>
          </p:nvSpPr>
          <p:spPr>
            <a:xfrm>
              <a:off x="10366158" y="2933213"/>
              <a:ext cx="97813" cy="1640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24"/>
            <p:cNvSpPr/>
            <p:nvPr/>
          </p:nvSpPr>
          <p:spPr>
            <a:xfrm>
              <a:off x="10463971" y="2947253"/>
              <a:ext cx="97813" cy="15001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25"/>
            <p:cNvSpPr/>
            <p:nvPr/>
          </p:nvSpPr>
          <p:spPr>
            <a:xfrm>
              <a:off x="10561784" y="2978589"/>
              <a:ext cx="97813" cy="11868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6"/>
            <p:cNvSpPr/>
            <p:nvPr/>
          </p:nvSpPr>
          <p:spPr>
            <a:xfrm>
              <a:off x="10659597" y="3007936"/>
              <a:ext cx="97813" cy="893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7"/>
            <p:cNvSpPr/>
            <p:nvPr/>
          </p:nvSpPr>
          <p:spPr>
            <a:xfrm>
              <a:off x="10757411" y="3044260"/>
              <a:ext cx="97813" cy="5301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8"/>
            <p:cNvSpPr/>
            <p:nvPr/>
          </p:nvSpPr>
          <p:spPr>
            <a:xfrm>
              <a:off x="10855224" y="3061027"/>
              <a:ext cx="97813" cy="3624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9"/>
            <p:cNvSpPr/>
            <p:nvPr/>
          </p:nvSpPr>
          <p:spPr>
            <a:xfrm>
              <a:off x="10953037" y="3076642"/>
              <a:ext cx="97813" cy="2062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30"/>
            <p:cNvSpPr/>
            <p:nvPr/>
          </p:nvSpPr>
          <p:spPr>
            <a:xfrm>
              <a:off x="8374682" y="2929994"/>
              <a:ext cx="4085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31"/>
            <p:cNvSpPr/>
            <p:nvPr/>
          </p:nvSpPr>
          <p:spPr>
            <a:xfrm>
              <a:off x="8374682" y="2762717"/>
              <a:ext cx="50897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32"/>
            <p:cNvSpPr/>
            <p:nvPr/>
          </p:nvSpPr>
          <p:spPr>
            <a:xfrm>
              <a:off x="8374682" y="2595440"/>
              <a:ext cx="65048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33"/>
            <p:cNvSpPr/>
            <p:nvPr/>
          </p:nvSpPr>
          <p:spPr>
            <a:xfrm>
              <a:off x="8374682" y="2428162"/>
              <a:ext cx="85140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34"/>
            <p:cNvSpPr/>
            <p:nvPr/>
          </p:nvSpPr>
          <p:spPr>
            <a:xfrm>
              <a:off x="8374682" y="2260885"/>
              <a:ext cx="110853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35"/>
            <p:cNvSpPr/>
            <p:nvPr/>
          </p:nvSpPr>
          <p:spPr>
            <a:xfrm>
              <a:off x="8374682" y="2093608"/>
              <a:ext cx="132194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6"/>
            <p:cNvSpPr/>
            <p:nvPr/>
          </p:nvSpPr>
          <p:spPr>
            <a:xfrm>
              <a:off x="8374682" y="1926330"/>
              <a:ext cx="15656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7"/>
            <p:cNvSpPr/>
            <p:nvPr/>
          </p:nvSpPr>
          <p:spPr>
            <a:xfrm>
              <a:off x="8374682" y="1759053"/>
              <a:ext cx="180524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8"/>
            <p:cNvSpPr/>
            <p:nvPr/>
          </p:nvSpPr>
          <p:spPr>
            <a:xfrm>
              <a:off x="8374682" y="1591775"/>
              <a:ext cx="20300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9"/>
            <p:cNvSpPr/>
            <p:nvPr/>
          </p:nvSpPr>
          <p:spPr>
            <a:xfrm>
              <a:off x="8374682" y="1424498"/>
              <a:ext cx="21121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40"/>
            <p:cNvSpPr/>
            <p:nvPr/>
          </p:nvSpPr>
          <p:spPr>
            <a:xfrm>
              <a:off x="8374682" y="1257221"/>
              <a:ext cx="215073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41"/>
            <p:cNvSpPr/>
            <p:nvPr/>
          </p:nvSpPr>
          <p:spPr>
            <a:xfrm>
              <a:off x="8374682" y="1089943"/>
              <a:ext cx="205566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42"/>
            <p:cNvSpPr/>
            <p:nvPr/>
          </p:nvSpPr>
          <p:spPr>
            <a:xfrm>
              <a:off x="8374682" y="922666"/>
              <a:ext cx="194325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43"/>
            <p:cNvSpPr/>
            <p:nvPr/>
          </p:nvSpPr>
          <p:spPr>
            <a:xfrm>
              <a:off x="8374682" y="755389"/>
              <a:ext cx="328652" cy="167277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pg44"/>
            <p:cNvSpPr/>
            <p:nvPr/>
          </p:nvSpPr>
          <p:spPr>
            <a:xfrm>
              <a:off x="8703334" y="1169886"/>
              <a:ext cx="2347515" cy="396733"/>
            </a:xfrm>
            <a:custGeom>
              <a:avLst/>
              <a:pathLst>
                <a:path w="2347515" h="396733">
                  <a:moveTo>
                    <a:pt x="0" y="304599"/>
                  </a:moveTo>
                  <a:lnTo>
                    <a:pt x="15300" y="314825"/>
                  </a:lnTo>
                  <a:lnTo>
                    <a:pt x="30600" y="320258"/>
                  </a:lnTo>
                  <a:lnTo>
                    <a:pt x="45901" y="319607"/>
                  </a:lnTo>
                  <a:lnTo>
                    <a:pt x="61201" y="317513"/>
                  </a:lnTo>
                  <a:lnTo>
                    <a:pt x="76501" y="319514"/>
                  </a:lnTo>
                  <a:lnTo>
                    <a:pt x="91802" y="319065"/>
                  </a:lnTo>
                  <a:lnTo>
                    <a:pt x="107102" y="319705"/>
                  </a:lnTo>
                  <a:lnTo>
                    <a:pt x="122403" y="319170"/>
                  </a:lnTo>
                  <a:lnTo>
                    <a:pt x="137703" y="319833"/>
                  </a:lnTo>
                  <a:lnTo>
                    <a:pt x="153003" y="321171"/>
                  </a:lnTo>
                  <a:lnTo>
                    <a:pt x="168304" y="321434"/>
                  </a:lnTo>
                  <a:lnTo>
                    <a:pt x="183604" y="320555"/>
                  </a:lnTo>
                  <a:lnTo>
                    <a:pt x="198904" y="319890"/>
                  </a:lnTo>
                  <a:lnTo>
                    <a:pt x="214205" y="317574"/>
                  </a:lnTo>
                  <a:lnTo>
                    <a:pt x="229505" y="317327"/>
                  </a:lnTo>
                  <a:lnTo>
                    <a:pt x="244806" y="317156"/>
                  </a:lnTo>
                  <a:lnTo>
                    <a:pt x="260106" y="311516"/>
                  </a:lnTo>
                  <a:lnTo>
                    <a:pt x="275406" y="310393"/>
                  </a:lnTo>
                  <a:lnTo>
                    <a:pt x="290707" y="307063"/>
                  </a:lnTo>
                  <a:lnTo>
                    <a:pt x="306007" y="304163"/>
                  </a:lnTo>
                  <a:lnTo>
                    <a:pt x="321307" y="301751"/>
                  </a:lnTo>
                  <a:lnTo>
                    <a:pt x="336608" y="299445"/>
                  </a:lnTo>
                  <a:lnTo>
                    <a:pt x="351908" y="296809"/>
                  </a:lnTo>
                  <a:lnTo>
                    <a:pt x="367209" y="296251"/>
                  </a:lnTo>
                  <a:lnTo>
                    <a:pt x="382509" y="296059"/>
                  </a:lnTo>
                  <a:lnTo>
                    <a:pt x="397809" y="295351"/>
                  </a:lnTo>
                  <a:lnTo>
                    <a:pt x="413110" y="294821"/>
                  </a:lnTo>
                  <a:lnTo>
                    <a:pt x="428410" y="294414"/>
                  </a:lnTo>
                  <a:lnTo>
                    <a:pt x="443711" y="294074"/>
                  </a:lnTo>
                  <a:lnTo>
                    <a:pt x="459011" y="292608"/>
                  </a:lnTo>
                  <a:lnTo>
                    <a:pt x="474311" y="291033"/>
                  </a:lnTo>
                  <a:lnTo>
                    <a:pt x="489612" y="288701"/>
                  </a:lnTo>
                  <a:lnTo>
                    <a:pt x="504912" y="286385"/>
                  </a:lnTo>
                  <a:lnTo>
                    <a:pt x="520212" y="282975"/>
                  </a:lnTo>
                  <a:lnTo>
                    <a:pt x="535513" y="279596"/>
                  </a:lnTo>
                  <a:lnTo>
                    <a:pt x="550813" y="277267"/>
                  </a:lnTo>
                  <a:lnTo>
                    <a:pt x="566114" y="272266"/>
                  </a:lnTo>
                  <a:lnTo>
                    <a:pt x="581414" y="266717"/>
                  </a:lnTo>
                  <a:lnTo>
                    <a:pt x="596714" y="261437"/>
                  </a:lnTo>
                  <a:lnTo>
                    <a:pt x="612015" y="255759"/>
                  </a:lnTo>
                  <a:lnTo>
                    <a:pt x="627315" y="249925"/>
                  </a:lnTo>
                  <a:lnTo>
                    <a:pt x="642615" y="243638"/>
                  </a:lnTo>
                  <a:lnTo>
                    <a:pt x="657916" y="236934"/>
                  </a:lnTo>
                  <a:lnTo>
                    <a:pt x="673216" y="230849"/>
                  </a:lnTo>
                  <a:lnTo>
                    <a:pt x="688517" y="225343"/>
                  </a:lnTo>
                  <a:lnTo>
                    <a:pt x="703817" y="220114"/>
                  </a:lnTo>
                  <a:lnTo>
                    <a:pt x="719117" y="215178"/>
                  </a:lnTo>
                  <a:lnTo>
                    <a:pt x="734418" y="210549"/>
                  </a:lnTo>
                  <a:lnTo>
                    <a:pt x="749718" y="205319"/>
                  </a:lnTo>
                  <a:lnTo>
                    <a:pt x="765019" y="200163"/>
                  </a:lnTo>
                  <a:lnTo>
                    <a:pt x="780319" y="195269"/>
                  </a:lnTo>
                  <a:lnTo>
                    <a:pt x="795619" y="189575"/>
                  </a:lnTo>
                  <a:lnTo>
                    <a:pt x="810920" y="185340"/>
                  </a:lnTo>
                  <a:lnTo>
                    <a:pt x="826220" y="179620"/>
                  </a:lnTo>
                  <a:lnTo>
                    <a:pt x="841520" y="174696"/>
                  </a:lnTo>
                  <a:lnTo>
                    <a:pt x="856821" y="172337"/>
                  </a:lnTo>
                  <a:lnTo>
                    <a:pt x="872121" y="168929"/>
                  </a:lnTo>
                  <a:lnTo>
                    <a:pt x="887422" y="165828"/>
                  </a:lnTo>
                  <a:lnTo>
                    <a:pt x="902722" y="164213"/>
                  </a:lnTo>
                  <a:lnTo>
                    <a:pt x="918022" y="163184"/>
                  </a:lnTo>
                  <a:lnTo>
                    <a:pt x="933323" y="162698"/>
                  </a:lnTo>
                  <a:lnTo>
                    <a:pt x="948623" y="162867"/>
                  </a:lnTo>
                  <a:lnTo>
                    <a:pt x="963923" y="163516"/>
                  </a:lnTo>
                  <a:lnTo>
                    <a:pt x="979224" y="164670"/>
                  </a:lnTo>
                  <a:lnTo>
                    <a:pt x="994524" y="166432"/>
                  </a:lnTo>
                  <a:lnTo>
                    <a:pt x="1009825" y="168608"/>
                  </a:lnTo>
                  <a:lnTo>
                    <a:pt x="1025125" y="171492"/>
                  </a:lnTo>
                  <a:lnTo>
                    <a:pt x="1040425" y="174645"/>
                  </a:lnTo>
                  <a:lnTo>
                    <a:pt x="1055726" y="178118"/>
                  </a:lnTo>
                  <a:lnTo>
                    <a:pt x="1071026" y="181837"/>
                  </a:lnTo>
                  <a:lnTo>
                    <a:pt x="1086327" y="184011"/>
                  </a:lnTo>
                  <a:lnTo>
                    <a:pt x="1101627" y="186274"/>
                  </a:lnTo>
                  <a:lnTo>
                    <a:pt x="1116927" y="189579"/>
                  </a:lnTo>
                  <a:lnTo>
                    <a:pt x="1132228" y="193607"/>
                  </a:lnTo>
                  <a:lnTo>
                    <a:pt x="1147528" y="196935"/>
                  </a:lnTo>
                  <a:lnTo>
                    <a:pt x="1162828" y="199920"/>
                  </a:lnTo>
                  <a:lnTo>
                    <a:pt x="1178129" y="202819"/>
                  </a:lnTo>
                  <a:lnTo>
                    <a:pt x="1193429" y="205587"/>
                  </a:lnTo>
                  <a:lnTo>
                    <a:pt x="1208730" y="208176"/>
                  </a:lnTo>
                  <a:lnTo>
                    <a:pt x="1224030" y="210539"/>
                  </a:lnTo>
                  <a:lnTo>
                    <a:pt x="1239330" y="212278"/>
                  </a:lnTo>
                  <a:lnTo>
                    <a:pt x="1254631" y="213146"/>
                  </a:lnTo>
                  <a:lnTo>
                    <a:pt x="1269931" y="213638"/>
                  </a:lnTo>
                  <a:lnTo>
                    <a:pt x="1285231" y="213633"/>
                  </a:lnTo>
                  <a:lnTo>
                    <a:pt x="1300532" y="213444"/>
                  </a:lnTo>
                  <a:lnTo>
                    <a:pt x="1315832" y="213327"/>
                  </a:lnTo>
                  <a:lnTo>
                    <a:pt x="1331133" y="213486"/>
                  </a:lnTo>
                  <a:lnTo>
                    <a:pt x="1346433" y="211286"/>
                  </a:lnTo>
                  <a:lnTo>
                    <a:pt x="1361733" y="210076"/>
                  </a:lnTo>
                  <a:lnTo>
                    <a:pt x="1377034" y="208663"/>
                  </a:lnTo>
                  <a:lnTo>
                    <a:pt x="1392334" y="207112"/>
                  </a:lnTo>
                  <a:lnTo>
                    <a:pt x="1407635" y="205193"/>
                  </a:lnTo>
                  <a:lnTo>
                    <a:pt x="1422935" y="203101"/>
                  </a:lnTo>
                  <a:lnTo>
                    <a:pt x="1438235" y="200849"/>
                  </a:lnTo>
                  <a:lnTo>
                    <a:pt x="1453536" y="197919"/>
                  </a:lnTo>
                  <a:lnTo>
                    <a:pt x="1468836" y="195021"/>
                  </a:lnTo>
                  <a:lnTo>
                    <a:pt x="1484136" y="192193"/>
                  </a:lnTo>
                  <a:lnTo>
                    <a:pt x="1499437" y="188923"/>
                  </a:lnTo>
                  <a:lnTo>
                    <a:pt x="1514737" y="186420"/>
                  </a:lnTo>
                  <a:lnTo>
                    <a:pt x="1530038" y="183117"/>
                  </a:lnTo>
                  <a:lnTo>
                    <a:pt x="1545338" y="179823"/>
                  </a:lnTo>
                  <a:lnTo>
                    <a:pt x="1560638" y="177534"/>
                  </a:lnTo>
                  <a:lnTo>
                    <a:pt x="1575939" y="174217"/>
                  </a:lnTo>
                  <a:lnTo>
                    <a:pt x="1591239" y="170652"/>
                  </a:lnTo>
                  <a:lnTo>
                    <a:pt x="1606539" y="168437"/>
                  </a:lnTo>
                  <a:lnTo>
                    <a:pt x="1621840" y="164729"/>
                  </a:lnTo>
                  <a:lnTo>
                    <a:pt x="1637140" y="161266"/>
                  </a:lnTo>
                  <a:lnTo>
                    <a:pt x="1652441" y="158294"/>
                  </a:lnTo>
                  <a:lnTo>
                    <a:pt x="1667741" y="154447"/>
                  </a:lnTo>
                  <a:lnTo>
                    <a:pt x="1683041" y="150418"/>
                  </a:lnTo>
                  <a:lnTo>
                    <a:pt x="1698342" y="147022"/>
                  </a:lnTo>
                  <a:lnTo>
                    <a:pt x="1713642" y="143775"/>
                  </a:lnTo>
                  <a:lnTo>
                    <a:pt x="1728943" y="140670"/>
                  </a:lnTo>
                  <a:lnTo>
                    <a:pt x="1744243" y="137663"/>
                  </a:lnTo>
                  <a:lnTo>
                    <a:pt x="1759543" y="134641"/>
                  </a:lnTo>
                  <a:lnTo>
                    <a:pt x="1774844" y="132066"/>
                  </a:lnTo>
                  <a:lnTo>
                    <a:pt x="1790144" y="129983"/>
                  </a:lnTo>
                  <a:lnTo>
                    <a:pt x="1805444" y="127911"/>
                  </a:lnTo>
                  <a:lnTo>
                    <a:pt x="1820745" y="126041"/>
                  </a:lnTo>
                  <a:lnTo>
                    <a:pt x="1836045" y="124439"/>
                  </a:lnTo>
                  <a:lnTo>
                    <a:pt x="1851346" y="123080"/>
                  </a:lnTo>
                  <a:lnTo>
                    <a:pt x="1866646" y="122445"/>
                  </a:lnTo>
                  <a:lnTo>
                    <a:pt x="1881946" y="122377"/>
                  </a:lnTo>
                  <a:lnTo>
                    <a:pt x="1897247" y="123606"/>
                  </a:lnTo>
                  <a:lnTo>
                    <a:pt x="1912547" y="125221"/>
                  </a:lnTo>
                  <a:lnTo>
                    <a:pt x="1927847" y="126901"/>
                  </a:lnTo>
                  <a:lnTo>
                    <a:pt x="1943148" y="124379"/>
                  </a:lnTo>
                  <a:lnTo>
                    <a:pt x="1958448" y="121821"/>
                  </a:lnTo>
                  <a:lnTo>
                    <a:pt x="1973749" y="119355"/>
                  </a:lnTo>
                  <a:lnTo>
                    <a:pt x="1989049" y="118183"/>
                  </a:lnTo>
                  <a:lnTo>
                    <a:pt x="2004349" y="114707"/>
                  </a:lnTo>
                  <a:lnTo>
                    <a:pt x="2019650" y="112482"/>
                  </a:lnTo>
                  <a:lnTo>
                    <a:pt x="2034950" y="109254"/>
                  </a:lnTo>
                  <a:lnTo>
                    <a:pt x="2050251" y="106058"/>
                  </a:lnTo>
                  <a:lnTo>
                    <a:pt x="2065551" y="102284"/>
                  </a:lnTo>
                  <a:lnTo>
                    <a:pt x="2080851" y="98717"/>
                  </a:lnTo>
                  <a:lnTo>
                    <a:pt x="2096152" y="94612"/>
                  </a:lnTo>
                  <a:lnTo>
                    <a:pt x="2111452" y="89919"/>
                  </a:lnTo>
                  <a:lnTo>
                    <a:pt x="2126752" y="84591"/>
                  </a:lnTo>
                  <a:lnTo>
                    <a:pt x="2142053" y="78293"/>
                  </a:lnTo>
                  <a:lnTo>
                    <a:pt x="2157353" y="71789"/>
                  </a:lnTo>
                  <a:lnTo>
                    <a:pt x="2172654" y="62104"/>
                  </a:lnTo>
                  <a:lnTo>
                    <a:pt x="2187954" y="53697"/>
                  </a:lnTo>
                  <a:lnTo>
                    <a:pt x="2203254" y="45314"/>
                  </a:lnTo>
                  <a:lnTo>
                    <a:pt x="2218555" y="37133"/>
                  </a:lnTo>
                  <a:lnTo>
                    <a:pt x="2233855" y="29566"/>
                  </a:lnTo>
                  <a:lnTo>
                    <a:pt x="2249155" y="22076"/>
                  </a:lnTo>
                  <a:lnTo>
                    <a:pt x="2264456" y="15552"/>
                  </a:lnTo>
                  <a:lnTo>
                    <a:pt x="2279756" y="9932"/>
                  </a:lnTo>
                  <a:lnTo>
                    <a:pt x="2295057" y="5390"/>
                  </a:lnTo>
                  <a:lnTo>
                    <a:pt x="2310357" y="2104"/>
                  </a:lnTo>
                  <a:lnTo>
                    <a:pt x="2325657" y="249"/>
                  </a:lnTo>
                  <a:lnTo>
                    <a:pt x="2340958" y="0"/>
                  </a:lnTo>
                  <a:lnTo>
                    <a:pt x="2347515" y="675"/>
                  </a:lnTo>
                  <a:lnTo>
                    <a:pt x="2347515" y="125701"/>
                  </a:lnTo>
                  <a:lnTo>
                    <a:pt x="2340958" y="123717"/>
                  </a:lnTo>
                  <a:lnTo>
                    <a:pt x="2325657" y="121095"/>
                  </a:lnTo>
                  <a:lnTo>
                    <a:pt x="2310357" y="119013"/>
                  </a:lnTo>
                  <a:lnTo>
                    <a:pt x="2295057" y="117432"/>
                  </a:lnTo>
                  <a:lnTo>
                    <a:pt x="2279756" y="116313"/>
                  </a:lnTo>
                  <a:lnTo>
                    <a:pt x="2264456" y="115619"/>
                  </a:lnTo>
                  <a:lnTo>
                    <a:pt x="2249155" y="119464"/>
                  </a:lnTo>
                  <a:lnTo>
                    <a:pt x="2233855" y="120389"/>
                  </a:lnTo>
                  <a:lnTo>
                    <a:pt x="2218555" y="122840"/>
                  </a:lnTo>
                  <a:lnTo>
                    <a:pt x="2203254" y="127401"/>
                  </a:lnTo>
                  <a:lnTo>
                    <a:pt x="2187954" y="130853"/>
                  </a:lnTo>
                  <a:lnTo>
                    <a:pt x="2172654" y="136763"/>
                  </a:lnTo>
                  <a:lnTo>
                    <a:pt x="2157353" y="142275"/>
                  </a:lnTo>
                  <a:lnTo>
                    <a:pt x="2142053" y="146629"/>
                  </a:lnTo>
                  <a:lnTo>
                    <a:pt x="2126752" y="152522"/>
                  </a:lnTo>
                  <a:lnTo>
                    <a:pt x="2111452" y="158182"/>
                  </a:lnTo>
                  <a:lnTo>
                    <a:pt x="2096152" y="162778"/>
                  </a:lnTo>
                  <a:lnTo>
                    <a:pt x="2080851" y="166401"/>
                  </a:lnTo>
                  <a:lnTo>
                    <a:pt x="2065551" y="169140"/>
                  </a:lnTo>
                  <a:lnTo>
                    <a:pt x="2050251" y="171748"/>
                  </a:lnTo>
                  <a:lnTo>
                    <a:pt x="2034950" y="174815"/>
                  </a:lnTo>
                  <a:lnTo>
                    <a:pt x="2019650" y="177036"/>
                  </a:lnTo>
                  <a:lnTo>
                    <a:pt x="2004349" y="176797"/>
                  </a:lnTo>
                  <a:lnTo>
                    <a:pt x="1989049" y="175593"/>
                  </a:lnTo>
                  <a:lnTo>
                    <a:pt x="1973749" y="176454"/>
                  </a:lnTo>
                  <a:lnTo>
                    <a:pt x="1958448" y="178037"/>
                  </a:lnTo>
                  <a:lnTo>
                    <a:pt x="1943148" y="177362"/>
                  </a:lnTo>
                  <a:lnTo>
                    <a:pt x="1927847" y="176677"/>
                  </a:lnTo>
                  <a:lnTo>
                    <a:pt x="1912547" y="176939"/>
                  </a:lnTo>
                  <a:lnTo>
                    <a:pt x="1897247" y="177961"/>
                  </a:lnTo>
                  <a:lnTo>
                    <a:pt x="1881946" y="179762"/>
                  </a:lnTo>
                  <a:lnTo>
                    <a:pt x="1866646" y="181736"/>
                  </a:lnTo>
                  <a:lnTo>
                    <a:pt x="1851346" y="183459"/>
                  </a:lnTo>
                  <a:lnTo>
                    <a:pt x="1836045" y="185097"/>
                  </a:lnTo>
                  <a:lnTo>
                    <a:pt x="1820745" y="186672"/>
                  </a:lnTo>
                  <a:lnTo>
                    <a:pt x="1805444" y="188197"/>
                  </a:lnTo>
                  <a:lnTo>
                    <a:pt x="1790144" y="188628"/>
                  </a:lnTo>
                  <a:lnTo>
                    <a:pt x="1774844" y="188799"/>
                  </a:lnTo>
                  <a:lnTo>
                    <a:pt x="1759543" y="190293"/>
                  </a:lnTo>
                  <a:lnTo>
                    <a:pt x="1744243" y="192027"/>
                  </a:lnTo>
                  <a:lnTo>
                    <a:pt x="1728943" y="194871"/>
                  </a:lnTo>
                  <a:lnTo>
                    <a:pt x="1713642" y="196713"/>
                  </a:lnTo>
                  <a:lnTo>
                    <a:pt x="1698342" y="199767"/>
                  </a:lnTo>
                  <a:lnTo>
                    <a:pt x="1683041" y="202902"/>
                  </a:lnTo>
                  <a:lnTo>
                    <a:pt x="1667741" y="206153"/>
                  </a:lnTo>
                  <a:lnTo>
                    <a:pt x="1652441" y="209253"/>
                  </a:lnTo>
                  <a:lnTo>
                    <a:pt x="1637140" y="212619"/>
                  </a:lnTo>
                  <a:lnTo>
                    <a:pt x="1621840" y="215796"/>
                  </a:lnTo>
                  <a:lnTo>
                    <a:pt x="1606539" y="218914"/>
                  </a:lnTo>
                  <a:lnTo>
                    <a:pt x="1591239" y="221952"/>
                  </a:lnTo>
                  <a:lnTo>
                    <a:pt x="1575939" y="224895"/>
                  </a:lnTo>
                  <a:lnTo>
                    <a:pt x="1560638" y="227721"/>
                  </a:lnTo>
                  <a:lnTo>
                    <a:pt x="1545338" y="230166"/>
                  </a:lnTo>
                  <a:lnTo>
                    <a:pt x="1530038" y="232963"/>
                  </a:lnTo>
                  <a:lnTo>
                    <a:pt x="1514737" y="235606"/>
                  </a:lnTo>
                  <a:lnTo>
                    <a:pt x="1499437" y="238728"/>
                  </a:lnTo>
                  <a:lnTo>
                    <a:pt x="1484136" y="241528"/>
                  </a:lnTo>
                  <a:lnTo>
                    <a:pt x="1468836" y="243905"/>
                  </a:lnTo>
                  <a:lnTo>
                    <a:pt x="1453536" y="245829"/>
                  </a:lnTo>
                  <a:lnTo>
                    <a:pt x="1438235" y="248813"/>
                  </a:lnTo>
                  <a:lnTo>
                    <a:pt x="1422935" y="251929"/>
                  </a:lnTo>
                  <a:lnTo>
                    <a:pt x="1407635" y="253868"/>
                  </a:lnTo>
                  <a:lnTo>
                    <a:pt x="1392334" y="255533"/>
                  </a:lnTo>
                  <a:lnTo>
                    <a:pt x="1377034" y="256944"/>
                  </a:lnTo>
                  <a:lnTo>
                    <a:pt x="1361733" y="258522"/>
                  </a:lnTo>
                  <a:lnTo>
                    <a:pt x="1346433" y="260066"/>
                  </a:lnTo>
                  <a:lnTo>
                    <a:pt x="1331133" y="261318"/>
                  </a:lnTo>
                  <a:lnTo>
                    <a:pt x="1315832" y="262332"/>
                  </a:lnTo>
                  <a:lnTo>
                    <a:pt x="1300532" y="263062"/>
                  </a:lnTo>
                  <a:lnTo>
                    <a:pt x="1285231" y="263489"/>
                  </a:lnTo>
                  <a:lnTo>
                    <a:pt x="1269931" y="263590"/>
                  </a:lnTo>
                  <a:lnTo>
                    <a:pt x="1254631" y="263346"/>
                  </a:lnTo>
                  <a:lnTo>
                    <a:pt x="1239330" y="262324"/>
                  </a:lnTo>
                  <a:lnTo>
                    <a:pt x="1224030" y="261245"/>
                  </a:lnTo>
                  <a:lnTo>
                    <a:pt x="1208730" y="260041"/>
                  </a:lnTo>
                  <a:lnTo>
                    <a:pt x="1193429" y="258439"/>
                  </a:lnTo>
                  <a:lnTo>
                    <a:pt x="1178129" y="255802"/>
                  </a:lnTo>
                  <a:lnTo>
                    <a:pt x="1162828" y="252418"/>
                  </a:lnTo>
                  <a:lnTo>
                    <a:pt x="1147528" y="248745"/>
                  </a:lnTo>
                  <a:lnTo>
                    <a:pt x="1132228" y="244843"/>
                  </a:lnTo>
                  <a:lnTo>
                    <a:pt x="1116927" y="241230"/>
                  </a:lnTo>
                  <a:lnTo>
                    <a:pt x="1101627" y="237609"/>
                  </a:lnTo>
                  <a:lnTo>
                    <a:pt x="1086327" y="233920"/>
                  </a:lnTo>
                  <a:lnTo>
                    <a:pt x="1071026" y="230398"/>
                  </a:lnTo>
                  <a:lnTo>
                    <a:pt x="1055726" y="228254"/>
                  </a:lnTo>
                  <a:lnTo>
                    <a:pt x="1040425" y="226140"/>
                  </a:lnTo>
                  <a:lnTo>
                    <a:pt x="1025125" y="222687"/>
                  </a:lnTo>
                  <a:lnTo>
                    <a:pt x="1009825" y="220265"/>
                  </a:lnTo>
                  <a:lnTo>
                    <a:pt x="994524" y="217601"/>
                  </a:lnTo>
                  <a:lnTo>
                    <a:pt x="979224" y="215773"/>
                  </a:lnTo>
                  <a:lnTo>
                    <a:pt x="963923" y="215919"/>
                  </a:lnTo>
                  <a:lnTo>
                    <a:pt x="948623" y="216522"/>
                  </a:lnTo>
                  <a:lnTo>
                    <a:pt x="933323" y="216809"/>
                  </a:lnTo>
                  <a:lnTo>
                    <a:pt x="918022" y="217843"/>
                  </a:lnTo>
                  <a:lnTo>
                    <a:pt x="902722" y="219662"/>
                  </a:lnTo>
                  <a:lnTo>
                    <a:pt x="887422" y="221939"/>
                  </a:lnTo>
                  <a:lnTo>
                    <a:pt x="872121" y="224642"/>
                  </a:lnTo>
                  <a:lnTo>
                    <a:pt x="856821" y="227725"/>
                  </a:lnTo>
                  <a:lnTo>
                    <a:pt x="841520" y="231189"/>
                  </a:lnTo>
                  <a:lnTo>
                    <a:pt x="826220" y="234965"/>
                  </a:lnTo>
                  <a:lnTo>
                    <a:pt x="810920" y="239095"/>
                  </a:lnTo>
                  <a:lnTo>
                    <a:pt x="795619" y="245742"/>
                  </a:lnTo>
                  <a:lnTo>
                    <a:pt x="780319" y="252279"/>
                  </a:lnTo>
                  <a:lnTo>
                    <a:pt x="765019" y="257178"/>
                  </a:lnTo>
                  <a:lnTo>
                    <a:pt x="749718" y="262306"/>
                  </a:lnTo>
                  <a:lnTo>
                    <a:pt x="734418" y="269456"/>
                  </a:lnTo>
                  <a:lnTo>
                    <a:pt x="719117" y="275247"/>
                  </a:lnTo>
                  <a:lnTo>
                    <a:pt x="703817" y="281136"/>
                  </a:lnTo>
                  <a:lnTo>
                    <a:pt x="688517" y="287107"/>
                  </a:lnTo>
                  <a:lnTo>
                    <a:pt x="673216" y="292821"/>
                  </a:lnTo>
                  <a:lnTo>
                    <a:pt x="657916" y="298308"/>
                  </a:lnTo>
                  <a:lnTo>
                    <a:pt x="642615" y="303611"/>
                  </a:lnTo>
                  <a:lnTo>
                    <a:pt x="627315" y="308980"/>
                  </a:lnTo>
                  <a:lnTo>
                    <a:pt x="612015" y="315589"/>
                  </a:lnTo>
                  <a:lnTo>
                    <a:pt x="596714" y="321152"/>
                  </a:lnTo>
                  <a:lnTo>
                    <a:pt x="581414" y="326019"/>
                  </a:lnTo>
                  <a:lnTo>
                    <a:pt x="566114" y="330669"/>
                  </a:lnTo>
                  <a:lnTo>
                    <a:pt x="550813" y="335095"/>
                  </a:lnTo>
                  <a:lnTo>
                    <a:pt x="535513" y="338920"/>
                  </a:lnTo>
                  <a:lnTo>
                    <a:pt x="520212" y="342665"/>
                  </a:lnTo>
                  <a:lnTo>
                    <a:pt x="504912" y="344076"/>
                  </a:lnTo>
                  <a:lnTo>
                    <a:pt x="489612" y="347675"/>
                  </a:lnTo>
                  <a:lnTo>
                    <a:pt x="474311" y="351310"/>
                  </a:lnTo>
                  <a:lnTo>
                    <a:pt x="459011" y="355132"/>
                  </a:lnTo>
                  <a:lnTo>
                    <a:pt x="443711" y="359132"/>
                  </a:lnTo>
                  <a:lnTo>
                    <a:pt x="428410" y="361734"/>
                  </a:lnTo>
                  <a:lnTo>
                    <a:pt x="413110" y="364594"/>
                  </a:lnTo>
                  <a:lnTo>
                    <a:pt x="397809" y="367654"/>
                  </a:lnTo>
                  <a:lnTo>
                    <a:pt x="382509" y="370631"/>
                  </a:lnTo>
                  <a:lnTo>
                    <a:pt x="367209" y="373231"/>
                  </a:lnTo>
                  <a:lnTo>
                    <a:pt x="351908" y="376082"/>
                  </a:lnTo>
                  <a:lnTo>
                    <a:pt x="336608" y="378613"/>
                  </a:lnTo>
                  <a:lnTo>
                    <a:pt x="321307" y="380452"/>
                  </a:lnTo>
                  <a:lnTo>
                    <a:pt x="306007" y="381549"/>
                  </a:lnTo>
                  <a:lnTo>
                    <a:pt x="290707" y="381871"/>
                  </a:lnTo>
                  <a:lnTo>
                    <a:pt x="275406" y="381476"/>
                  </a:lnTo>
                  <a:lnTo>
                    <a:pt x="260106" y="382960"/>
                  </a:lnTo>
                  <a:lnTo>
                    <a:pt x="244806" y="385127"/>
                  </a:lnTo>
                  <a:lnTo>
                    <a:pt x="229505" y="387048"/>
                  </a:lnTo>
                  <a:lnTo>
                    <a:pt x="214205" y="387684"/>
                  </a:lnTo>
                  <a:lnTo>
                    <a:pt x="198904" y="390855"/>
                  </a:lnTo>
                  <a:lnTo>
                    <a:pt x="183604" y="394762"/>
                  </a:lnTo>
                  <a:lnTo>
                    <a:pt x="168304" y="395902"/>
                  </a:lnTo>
                  <a:lnTo>
                    <a:pt x="153003" y="396475"/>
                  </a:lnTo>
                  <a:lnTo>
                    <a:pt x="137703" y="396410"/>
                  </a:lnTo>
                  <a:lnTo>
                    <a:pt x="122403" y="396619"/>
                  </a:lnTo>
                  <a:lnTo>
                    <a:pt x="107102" y="396733"/>
                  </a:lnTo>
                  <a:lnTo>
                    <a:pt x="91802" y="396143"/>
                  </a:lnTo>
                  <a:lnTo>
                    <a:pt x="76501" y="395041"/>
                  </a:lnTo>
                  <a:lnTo>
                    <a:pt x="61201" y="392398"/>
                  </a:lnTo>
                  <a:lnTo>
                    <a:pt x="45901" y="391926"/>
                  </a:lnTo>
                  <a:lnTo>
                    <a:pt x="30600" y="386442"/>
                  </a:lnTo>
                  <a:lnTo>
                    <a:pt x="15300" y="385268"/>
                  </a:lnTo>
                  <a:lnTo>
                    <a:pt x="0" y="385470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29" name="pl45"/>
            <p:cNvSpPr/>
            <p:nvPr/>
          </p:nvSpPr>
          <p:spPr>
            <a:xfrm>
              <a:off x="8703334" y="1169886"/>
              <a:ext cx="2347515" cy="321434"/>
            </a:xfrm>
            <a:custGeom>
              <a:avLst/>
              <a:pathLst>
                <a:path w="2347515" h="321434">
                  <a:moveTo>
                    <a:pt x="0" y="304599"/>
                  </a:moveTo>
                  <a:lnTo>
                    <a:pt x="15300" y="314825"/>
                  </a:lnTo>
                  <a:lnTo>
                    <a:pt x="30600" y="320258"/>
                  </a:lnTo>
                  <a:lnTo>
                    <a:pt x="45901" y="319607"/>
                  </a:lnTo>
                  <a:lnTo>
                    <a:pt x="61201" y="317513"/>
                  </a:lnTo>
                  <a:lnTo>
                    <a:pt x="76501" y="319514"/>
                  </a:lnTo>
                  <a:lnTo>
                    <a:pt x="91802" y="319065"/>
                  </a:lnTo>
                  <a:lnTo>
                    <a:pt x="107102" y="319705"/>
                  </a:lnTo>
                  <a:lnTo>
                    <a:pt x="122403" y="319170"/>
                  </a:lnTo>
                  <a:lnTo>
                    <a:pt x="137703" y="319833"/>
                  </a:lnTo>
                  <a:lnTo>
                    <a:pt x="153003" y="321171"/>
                  </a:lnTo>
                  <a:lnTo>
                    <a:pt x="168304" y="321434"/>
                  </a:lnTo>
                  <a:lnTo>
                    <a:pt x="183604" y="320555"/>
                  </a:lnTo>
                  <a:lnTo>
                    <a:pt x="198904" y="319890"/>
                  </a:lnTo>
                  <a:lnTo>
                    <a:pt x="214205" y="317574"/>
                  </a:lnTo>
                  <a:lnTo>
                    <a:pt x="229505" y="317327"/>
                  </a:lnTo>
                  <a:lnTo>
                    <a:pt x="244806" y="317156"/>
                  </a:lnTo>
                  <a:lnTo>
                    <a:pt x="260106" y="311516"/>
                  </a:lnTo>
                  <a:lnTo>
                    <a:pt x="275406" y="310393"/>
                  </a:lnTo>
                  <a:lnTo>
                    <a:pt x="290707" y="307063"/>
                  </a:lnTo>
                  <a:lnTo>
                    <a:pt x="306007" y="304163"/>
                  </a:lnTo>
                  <a:lnTo>
                    <a:pt x="321307" y="301751"/>
                  </a:lnTo>
                  <a:lnTo>
                    <a:pt x="336608" y="299445"/>
                  </a:lnTo>
                  <a:lnTo>
                    <a:pt x="351908" y="296809"/>
                  </a:lnTo>
                  <a:lnTo>
                    <a:pt x="367209" y="296251"/>
                  </a:lnTo>
                  <a:lnTo>
                    <a:pt x="382509" y="296059"/>
                  </a:lnTo>
                  <a:lnTo>
                    <a:pt x="397809" y="295351"/>
                  </a:lnTo>
                  <a:lnTo>
                    <a:pt x="413110" y="294821"/>
                  </a:lnTo>
                  <a:lnTo>
                    <a:pt x="428410" y="294414"/>
                  </a:lnTo>
                  <a:lnTo>
                    <a:pt x="443711" y="294074"/>
                  </a:lnTo>
                  <a:lnTo>
                    <a:pt x="459011" y="292608"/>
                  </a:lnTo>
                  <a:lnTo>
                    <a:pt x="474311" y="291033"/>
                  </a:lnTo>
                  <a:lnTo>
                    <a:pt x="489612" y="288701"/>
                  </a:lnTo>
                  <a:lnTo>
                    <a:pt x="504912" y="286385"/>
                  </a:lnTo>
                  <a:lnTo>
                    <a:pt x="520212" y="282975"/>
                  </a:lnTo>
                  <a:lnTo>
                    <a:pt x="535513" y="279596"/>
                  </a:lnTo>
                  <a:lnTo>
                    <a:pt x="550813" y="277267"/>
                  </a:lnTo>
                  <a:lnTo>
                    <a:pt x="566114" y="272266"/>
                  </a:lnTo>
                  <a:lnTo>
                    <a:pt x="581414" y="266717"/>
                  </a:lnTo>
                  <a:lnTo>
                    <a:pt x="596714" y="261437"/>
                  </a:lnTo>
                  <a:lnTo>
                    <a:pt x="612015" y="255759"/>
                  </a:lnTo>
                  <a:lnTo>
                    <a:pt x="627315" y="249925"/>
                  </a:lnTo>
                  <a:lnTo>
                    <a:pt x="642615" y="243638"/>
                  </a:lnTo>
                  <a:lnTo>
                    <a:pt x="657916" y="236934"/>
                  </a:lnTo>
                  <a:lnTo>
                    <a:pt x="673216" y="230849"/>
                  </a:lnTo>
                  <a:lnTo>
                    <a:pt x="688517" y="225343"/>
                  </a:lnTo>
                  <a:lnTo>
                    <a:pt x="703817" y="220114"/>
                  </a:lnTo>
                  <a:lnTo>
                    <a:pt x="719117" y="215178"/>
                  </a:lnTo>
                  <a:lnTo>
                    <a:pt x="734418" y="210549"/>
                  </a:lnTo>
                  <a:lnTo>
                    <a:pt x="749718" y="205319"/>
                  </a:lnTo>
                  <a:lnTo>
                    <a:pt x="765019" y="200163"/>
                  </a:lnTo>
                  <a:lnTo>
                    <a:pt x="780319" y="195269"/>
                  </a:lnTo>
                  <a:lnTo>
                    <a:pt x="795619" y="189575"/>
                  </a:lnTo>
                  <a:lnTo>
                    <a:pt x="810920" y="185340"/>
                  </a:lnTo>
                  <a:lnTo>
                    <a:pt x="826220" y="179620"/>
                  </a:lnTo>
                  <a:lnTo>
                    <a:pt x="841520" y="174696"/>
                  </a:lnTo>
                  <a:lnTo>
                    <a:pt x="856821" y="172337"/>
                  </a:lnTo>
                  <a:lnTo>
                    <a:pt x="872121" y="168929"/>
                  </a:lnTo>
                  <a:lnTo>
                    <a:pt x="887422" y="165828"/>
                  </a:lnTo>
                  <a:lnTo>
                    <a:pt x="902722" y="164213"/>
                  </a:lnTo>
                  <a:lnTo>
                    <a:pt x="918022" y="163184"/>
                  </a:lnTo>
                  <a:lnTo>
                    <a:pt x="933323" y="162698"/>
                  </a:lnTo>
                  <a:lnTo>
                    <a:pt x="948623" y="162867"/>
                  </a:lnTo>
                  <a:lnTo>
                    <a:pt x="963923" y="163516"/>
                  </a:lnTo>
                  <a:lnTo>
                    <a:pt x="979224" y="164670"/>
                  </a:lnTo>
                  <a:lnTo>
                    <a:pt x="994524" y="166432"/>
                  </a:lnTo>
                  <a:lnTo>
                    <a:pt x="1009825" y="168608"/>
                  </a:lnTo>
                  <a:lnTo>
                    <a:pt x="1025125" y="171492"/>
                  </a:lnTo>
                  <a:lnTo>
                    <a:pt x="1040425" y="174645"/>
                  </a:lnTo>
                  <a:lnTo>
                    <a:pt x="1055726" y="178118"/>
                  </a:lnTo>
                  <a:lnTo>
                    <a:pt x="1071026" y="181837"/>
                  </a:lnTo>
                  <a:lnTo>
                    <a:pt x="1086327" y="184011"/>
                  </a:lnTo>
                  <a:lnTo>
                    <a:pt x="1101627" y="186274"/>
                  </a:lnTo>
                  <a:lnTo>
                    <a:pt x="1116927" y="189579"/>
                  </a:lnTo>
                  <a:lnTo>
                    <a:pt x="1132228" y="193607"/>
                  </a:lnTo>
                  <a:lnTo>
                    <a:pt x="1147528" y="196935"/>
                  </a:lnTo>
                  <a:lnTo>
                    <a:pt x="1162828" y="199920"/>
                  </a:lnTo>
                  <a:lnTo>
                    <a:pt x="1178129" y="202819"/>
                  </a:lnTo>
                  <a:lnTo>
                    <a:pt x="1193429" y="205587"/>
                  </a:lnTo>
                  <a:lnTo>
                    <a:pt x="1208730" y="208176"/>
                  </a:lnTo>
                  <a:lnTo>
                    <a:pt x="1224030" y="210539"/>
                  </a:lnTo>
                  <a:lnTo>
                    <a:pt x="1239330" y="212278"/>
                  </a:lnTo>
                  <a:lnTo>
                    <a:pt x="1254631" y="213146"/>
                  </a:lnTo>
                  <a:lnTo>
                    <a:pt x="1269931" y="213638"/>
                  </a:lnTo>
                  <a:lnTo>
                    <a:pt x="1285231" y="213633"/>
                  </a:lnTo>
                  <a:lnTo>
                    <a:pt x="1300532" y="213444"/>
                  </a:lnTo>
                  <a:lnTo>
                    <a:pt x="1315832" y="213327"/>
                  </a:lnTo>
                  <a:lnTo>
                    <a:pt x="1331133" y="213486"/>
                  </a:lnTo>
                  <a:lnTo>
                    <a:pt x="1346433" y="211286"/>
                  </a:lnTo>
                  <a:lnTo>
                    <a:pt x="1361733" y="210076"/>
                  </a:lnTo>
                  <a:lnTo>
                    <a:pt x="1377034" y="208663"/>
                  </a:lnTo>
                  <a:lnTo>
                    <a:pt x="1392334" y="207112"/>
                  </a:lnTo>
                  <a:lnTo>
                    <a:pt x="1407635" y="205193"/>
                  </a:lnTo>
                  <a:lnTo>
                    <a:pt x="1422935" y="203101"/>
                  </a:lnTo>
                  <a:lnTo>
                    <a:pt x="1438235" y="200849"/>
                  </a:lnTo>
                  <a:lnTo>
                    <a:pt x="1453536" y="197919"/>
                  </a:lnTo>
                  <a:lnTo>
                    <a:pt x="1468836" y="195021"/>
                  </a:lnTo>
                  <a:lnTo>
                    <a:pt x="1484136" y="192193"/>
                  </a:lnTo>
                  <a:lnTo>
                    <a:pt x="1499437" y="188923"/>
                  </a:lnTo>
                  <a:lnTo>
                    <a:pt x="1514737" y="186420"/>
                  </a:lnTo>
                  <a:lnTo>
                    <a:pt x="1530038" y="183117"/>
                  </a:lnTo>
                  <a:lnTo>
                    <a:pt x="1545338" y="179823"/>
                  </a:lnTo>
                  <a:lnTo>
                    <a:pt x="1560638" y="177534"/>
                  </a:lnTo>
                  <a:lnTo>
                    <a:pt x="1575939" y="174217"/>
                  </a:lnTo>
                  <a:lnTo>
                    <a:pt x="1591239" y="170652"/>
                  </a:lnTo>
                  <a:lnTo>
                    <a:pt x="1606539" y="168437"/>
                  </a:lnTo>
                  <a:lnTo>
                    <a:pt x="1621840" y="164729"/>
                  </a:lnTo>
                  <a:lnTo>
                    <a:pt x="1637140" y="161266"/>
                  </a:lnTo>
                  <a:lnTo>
                    <a:pt x="1652441" y="158294"/>
                  </a:lnTo>
                  <a:lnTo>
                    <a:pt x="1667741" y="154447"/>
                  </a:lnTo>
                  <a:lnTo>
                    <a:pt x="1683041" y="150418"/>
                  </a:lnTo>
                  <a:lnTo>
                    <a:pt x="1698342" y="147022"/>
                  </a:lnTo>
                  <a:lnTo>
                    <a:pt x="1713642" y="143775"/>
                  </a:lnTo>
                  <a:lnTo>
                    <a:pt x="1728943" y="140670"/>
                  </a:lnTo>
                  <a:lnTo>
                    <a:pt x="1744243" y="137663"/>
                  </a:lnTo>
                  <a:lnTo>
                    <a:pt x="1759543" y="134641"/>
                  </a:lnTo>
                  <a:lnTo>
                    <a:pt x="1774844" y="132066"/>
                  </a:lnTo>
                  <a:lnTo>
                    <a:pt x="1790144" y="129983"/>
                  </a:lnTo>
                  <a:lnTo>
                    <a:pt x="1805444" y="127911"/>
                  </a:lnTo>
                  <a:lnTo>
                    <a:pt x="1820745" y="126041"/>
                  </a:lnTo>
                  <a:lnTo>
                    <a:pt x="1836045" y="124439"/>
                  </a:lnTo>
                  <a:lnTo>
                    <a:pt x="1851346" y="123080"/>
                  </a:lnTo>
                  <a:lnTo>
                    <a:pt x="1866646" y="122445"/>
                  </a:lnTo>
                  <a:lnTo>
                    <a:pt x="1881946" y="122377"/>
                  </a:lnTo>
                  <a:lnTo>
                    <a:pt x="1897247" y="123606"/>
                  </a:lnTo>
                  <a:lnTo>
                    <a:pt x="1912547" y="125221"/>
                  </a:lnTo>
                  <a:lnTo>
                    <a:pt x="1927847" y="126901"/>
                  </a:lnTo>
                  <a:lnTo>
                    <a:pt x="1943148" y="124379"/>
                  </a:lnTo>
                  <a:lnTo>
                    <a:pt x="1958448" y="121821"/>
                  </a:lnTo>
                  <a:lnTo>
                    <a:pt x="1973749" y="119355"/>
                  </a:lnTo>
                  <a:lnTo>
                    <a:pt x="1989049" y="118183"/>
                  </a:lnTo>
                  <a:lnTo>
                    <a:pt x="2004349" y="114707"/>
                  </a:lnTo>
                  <a:lnTo>
                    <a:pt x="2019650" y="112482"/>
                  </a:lnTo>
                  <a:lnTo>
                    <a:pt x="2034950" y="109254"/>
                  </a:lnTo>
                  <a:lnTo>
                    <a:pt x="2050251" y="106058"/>
                  </a:lnTo>
                  <a:lnTo>
                    <a:pt x="2065551" y="102284"/>
                  </a:lnTo>
                  <a:lnTo>
                    <a:pt x="2080851" y="98717"/>
                  </a:lnTo>
                  <a:lnTo>
                    <a:pt x="2096152" y="94612"/>
                  </a:lnTo>
                  <a:lnTo>
                    <a:pt x="2111452" y="89919"/>
                  </a:lnTo>
                  <a:lnTo>
                    <a:pt x="2126752" y="84591"/>
                  </a:lnTo>
                  <a:lnTo>
                    <a:pt x="2142053" y="78293"/>
                  </a:lnTo>
                  <a:lnTo>
                    <a:pt x="2157353" y="71789"/>
                  </a:lnTo>
                  <a:lnTo>
                    <a:pt x="2172654" y="62104"/>
                  </a:lnTo>
                  <a:lnTo>
                    <a:pt x="2187954" y="53697"/>
                  </a:lnTo>
                  <a:lnTo>
                    <a:pt x="2203254" y="45314"/>
                  </a:lnTo>
                  <a:lnTo>
                    <a:pt x="2218555" y="37133"/>
                  </a:lnTo>
                  <a:lnTo>
                    <a:pt x="2233855" y="29566"/>
                  </a:lnTo>
                  <a:lnTo>
                    <a:pt x="2249155" y="22076"/>
                  </a:lnTo>
                  <a:lnTo>
                    <a:pt x="2264456" y="15552"/>
                  </a:lnTo>
                  <a:lnTo>
                    <a:pt x="2279756" y="9932"/>
                  </a:lnTo>
                  <a:lnTo>
                    <a:pt x="2295057" y="5390"/>
                  </a:lnTo>
                  <a:lnTo>
                    <a:pt x="2310357" y="2104"/>
                  </a:lnTo>
                  <a:lnTo>
                    <a:pt x="2325657" y="249"/>
                  </a:lnTo>
                  <a:lnTo>
                    <a:pt x="2340958" y="0"/>
                  </a:lnTo>
                  <a:lnTo>
                    <a:pt x="2347515" y="67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0" name="pl46"/>
            <p:cNvSpPr/>
            <p:nvPr/>
          </p:nvSpPr>
          <p:spPr>
            <a:xfrm>
              <a:off x="8703334" y="1285506"/>
              <a:ext cx="2347515" cy="281113"/>
            </a:xfrm>
            <a:custGeom>
              <a:avLst/>
              <a:pathLst>
                <a:path w="2347515" h="281113">
                  <a:moveTo>
                    <a:pt x="2347515" y="10082"/>
                  </a:moveTo>
                  <a:lnTo>
                    <a:pt x="2340958" y="8097"/>
                  </a:lnTo>
                  <a:lnTo>
                    <a:pt x="2325657" y="5475"/>
                  </a:lnTo>
                  <a:lnTo>
                    <a:pt x="2310357" y="3393"/>
                  </a:lnTo>
                  <a:lnTo>
                    <a:pt x="2295057" y="1812"/>
                  </a:lnTo>
                  <a:lnTo>
                    <a:pt x="2279756" y="694"/>
                  </a:lnTo>
                  <a:lnTo>
                    <a:pt x="2264456" y="0"/>
                  </a:lnTo>
                  <a:lnTo>
                    <a:pt x="2249155" y="3845"/>
                  </a:lnTo>
                  <a:lnTo>
                    <a:pt x="2233855" y="4769"/>
                  </a:lnTo>
                  <a:lnTo>
                    <a:pt x="2218555" y="7220"/>
                  </a:lnTo>
                  <a:lnTo>
                    <a:pt x="2203254" y="11781"/>
                  </a:lnTo>
                  <a:lnTo>
                    <a:pt x="2187954" y="15234"/>
                  </a:lnTo>
                  <a:lnTo>
                    <a:pt x="2172654" y="21143"/>
                  </a:lnTo>
                  <a:lnTo>
                    <a:pt x="2157353" y="26656"/>
                  </a:lnTo>
                  <a:lnTo>
                    <a:pt x="2142053" y="31010"/>
                  </a:lnTo>
                  <a:lnTo>
                    <a:pt x="2126752" y="36902"/>
                  </a:lnTo>
                  <a:lnTo>
                    <a:pt x="2111452" y="42562"/>
                  </a:lnTo>
                  <a:lnTo>
                    <a:pt x="2096152" y="47158"/>
                  </a:lnTo>
                  <a:lnTo>
                    <a:pt x="2080851" y="50781"/>
                  </a:lnTo>
                  <a:lnTo>
                    <a:pt x="2065551" y="53520"/>
                  </a:lnTo>
                  <a:lnTo>
                    <a:pt x="2050251" y="56129"/>
                  </a:lnTo>
                  <a:lnTo>
                    <a:pt x="2034950" y="59195"/>
                  </a:lnTo>
                  <a:lnTo>
                    <a:pt x="2019650" y="61416"/>
                  </a:lnTo>
                  <a:lnTo>
                    <a:pt x="2004349" y="61177"/>
                  </a:lnTo>
                  <a:lnTo>
                    <a:pt x="1989049" y="59973"/>
                  </a:lnTo>
                  <a:lnTo>
                    <a:pt x="1973749" y="60834"/>
                  </a:lnTo>
                  <a:lnTo>
                    <a:pt x="1958448" y="62417"/>
                  </a:lnTo>
                  <a:lnTo>
                    <a:pt x="1943148" y="61742"/>
                  </a:lnTo>
                  <a:lnTo>
                    <a:pt x="1927847" y="61058"/>
                  </a:lnTo>
                  <a:lnTo>
                    <a:pt x="1912547" y="61319"/>
                  </a:lnTo>
                  <a:lnTo>
                    <a:pt x="1897247" y="62342"/>
                  </a:lnTo>
                  <a:lnTo>
                    <a:pt x="1881946" y="64142"/>
                  </a:lnTo>
                  <a:lnTo>
                    <a:pt x="1866646" y="66116"/>
                  </a:lnTo>
                  <a:lnTo>
                    <a:pt x="1851346" y="67839"/>
                  </a:lnTo>
                  <a:lnTo>
                    <a:pt x="1836045" y="69478"/>
                  </a:lnTo>
                  <a:lnTo>
                    <a:pt x="1820745" y="71052"/>
                  </a:lnTo>
                  <a:lnTo>
                    <a:pt x="1805444" y="72578"/>
                  </a:lnTo>
                  <a:lnTo>
                    <a:pt x="1790144" y="73008"/>
                  </a:lnTo>
                  <a:lnTo>
                    <a:pt x="1774844" y="73179"/>
                  </a:lnTo>
                  <a:lnTo>
                    <a:pt x="1759543" y="74674"/>
                  </a:lnTo>
                  <a:lnTo>
                    <a:pt x="1744243" y="76407"/>
                  </a:lnTo>
                  <a:lnTo>
                    <a:pt x="1728943" y="79251"/>
                  </a:lnTo>
                  <a:lnTo>
                    <a:pt x="1713642" y="81094"/>
                  </a:lnTo>
                  <a:lnTo>
                    <a:pt x="1698342" y="84148"/>
                  </a:lnTo>
                  <a:lnTo>
                    <a:pt x="1683041" y="87282"/>
                  </a:lnTo>
                  <a:lnTo>
                    <a:pt x="1667741" y="90534"/>
                  </a:lnTo>
                  <a:lnTo>
                    <a:pt x="1652441" y="93633"/>
                  </a:lnTo>
                  <a:lnTo>
                    <a:pt x="1637140" y="96999"/>
                  </a:lnTo>
                  <a:lnTo>
                    <a:pt x="1621840" y="100177"/>
                  </a:lnTo>
                  <a:lnTo>
                    <a:pt x="1606539" y="103294"/>
                  </a:lnTo>
                  <a:lnTo>
                    <a:pt x="1591239" y="106333"/>
                  </a:lnTo>
                  <a:lnTo>
                    <a:pt x="1575939" y="109275"/>
                  </a:lnTo>
                  <a:lnTo>
                    <a:pt x="1560638" y="112101"/>
                  </a:lnTo>
                  <a:lnTo>
                    <a:pt x="1545338" y="114546"/>
                  </a:lnTo>
                  <a:lnTo>
                    <a:pt x="1530038" y="117343"/>
                  </a:lnTo>
                  <a:lnTo>
                    <a:pt x="1514737" y="119986"/>
                  </a:lnTo>
                  <a:lnTo>
                    <a:pt x="1499437" y="123108"/>
                  </a:lnTo>
                  <a:lnTo>
                    <a:pt x="1484136" y="125909"/>
                  </a:lnTo>
                  <a:lnTo>
                    <a:pt x="1468836" y="128286"/>
                  </a:lnTo>
                  <a:lnTo>
                    <a:pt x="1453536" y="130209"/>
                  </a:lnTo>
                  <a:lnTo>
                    <a:pt x="1438235" y="133194"/>
                  </a:lnTo>
                  <a:lnTo>
                    <a:pt x="1422935" y="136310"/>
                  </a:lnTo>
                  <a:lnTo>
                    <a:pt x="1407635" y="138248"/>
                  </a:lnTo>
                  <a:lnTo>
                    <a:pt x="1392334" y="139913"/>
                  </a:lnTo>
                  <a:lnTo>
                    <a:pt x="1377034" y="141325"/>
                  </a:lnTo>
                  <a:lnTo>
                    <a:pt x="1361733" y="142902"/>
                  </a:lnTo>
                  <a:lnTo>
                    <a:pt x="1346433" y="144447"/>
                  </a:lnTo>
                  <a:lnTo>
                    <a:pt x="1331133" y="145698"/>
                  </a:lnTo>
                  <a:lnTo>
                    <a:pt x="1315832" y="146712"/>
                  </a:lnTo>
                  <a:lnTo>
                    <a:pt x="1300532" y="147443"/>
                  </a:lnTo>
                  <a:lnTo>
                    <a:pt x="1285231" y="147869"/>
                  </a:lnTo>
                  <a:lnTo>
                    <a:pt x="1269931" y="147971"/>
                  </a:lnTo>
                  <a:lnTo>
                    <a:pt x="1254631" y="147727"/>
                  </a:lnTo>
                  <a:lnTo>
                    <a:pt x="1239330" y="146705"/>
                  </a:lnTo>
                  <a:lnTo>
                    <a:pt x="1224030" y="145626"/>
                  </a:lnTo>
                  <a:lnTo>
                    <a:pt x="1208730" y="144421"/>
                  </a:lnTo>
                  <a:lnTo>
                    <a:pt x="1193429" y="142819"/>
                  </a:lnTo>
                  <a:lnTo>
                    <a:pt x="1178129" y="140182"/>
                  </a:lnTo>
                  <a:lnTo>
                    <a:pt x="1162828" y="136798"/>
                  </a:lnTo>
                  <a:lnTo>
                    <a:pt x="1147528" y="133125"/>
                  </a:lnTo>
                  <a:lnTo>
                    <a:pt x="1132228" y="129224"/>
                  </a:lnTo>
                  <a:lnTo>
                    <a:pt x="1116927" y="125610"/>
                  </a:lnTo>
                  <a:lnTo>
                    <a:pt x="1101627" y="121990"/>
                  </a:lnTo>
                  <a:lnTo>
                    <a:pt x="1086327" y="118301"/>
                  </a:lnTo>
                  <a:lnTo>
                    <a:pt x="1071026" y="114779"/>
                  </a:lnTo>
                  <a:lnTo>
                    <a:pt x="1055726" y="112635"/>
                  </a:lnTo>
                  <a:lnTo>
                    <a:pt x="1040425" y="110521"/>
                  </a:lnTo>
                  <a:lnTo>
                    <a:pt x="1025125" y="107067"/>
                  </a:lnTo>
                  <a:lnTo>
                    <a:pt x="1009825" y="104645"/>
                  </a:lnTo>
                  <a:lnTo>
                    <a:pt x="994524" y="101982"/>
                  </a:lnTo>
                  <a:lnTo>
                    <a:pt x="979224" y="100154"/>
                  </a:lnTo>
                  <a:lnTo>
                    <a:pt x="963923" y="100299"/>
                  </a:lnTo>
                  <a:lnTo>
                    <a:pt x="948623" y="100903"/>
                  </a:lnTo>
                  <a:lnTo>
                    <a:pt x="933323" y="101190"/>
                  </a:lnTo>
                  <a:lnTo>
                    <a:pt x="918022" y="102224"/>
                  </a:lnTo>
                  <a:lnTo>
                    <a:pt x="902722" y="104042"/>
                  </a:lnTo>
                  <a:lnTo>
                    <a:pt x="887422" y="106319"/>
                  </a:lnTo>
                  <a:lnTo>
                    <a:pt x="872121" y="109022"/>
                  </a:lnTo>
                  <a:lnTo>
                    <a:pt x="856821" y="112106"/>
                  </a:lnTo>
                  <a:lnTo>
                    <a:pt x="841520" y="115569"/>
                  </a:lnTo>
                  <a:lnTo>
                    <a:pt x="826220" y="119346"/>
                  </a:lnTo>
                  <a:lnTo>
                    <a:pt x="810920" y="123475"/>
                  </a:lnTo>
                  <a:lnTo>
                    <a:pt x="795619" y="130122"/>
                  </a:lnTo>
                  <a:lnTo>
                    <a:pt x="780319" y="136659"/>
                  </a:lnTo>
                  <a:lnTo>
                    <a:pt x="765019" y="141558"/>
                  </a:lnTo>
                  <a:lnTo>
                    <a:pt x="749718" y="146686"/>
                  </a:lnTo>
                  <a:lnTo>
                    <a:pt x="734418" y="153836"/>
                  </a:lnTo>
                  <a:lnTo>
                    <a:pt x="719117" y="159628"/>
                  </a:lnTo>
                  <a:lnTo>
                    <a:pt x="703817" y="165516"/>
                  </a:lnTo>
                  <a:lnTo>
                    <a:pt x="688517" y="171487"/>
                  </a:lnTo>
                  <a:lnTo>
                    <a:pt x="673216" y="177201"/>
                  </a:lnTo>
                  <a:lnTo>
                    <a:pt x="657916" y="182689"/>
                  </a:lnTo>
                  <a:lnTo>
                    <a:pt x="642615" y="187991"/>
                  </a:lnTo>
                  <a:lnTo>
                    <a:pt x="627315" y="193361"/>
                  </a:lnTo>
                  <a:lnTo>
                    <a:pt x="612015" y="199970"/>
                  </a:lnTo>
                  <a:lnTo>
                    <a:pt x="596714" y="205532"/>
                  </a:lnTo>
                  <a:lnTo>
                    <a:pt x="581414" y="210399"/>
                  </a:lnTo>
                  <a:lnTo>
                    <a:pt x="566114" y="215049"/>
                  </a:lnTo>
                  <a:lnTo>
                    <a:pt x="550813" y="219475"/>
                  </a:lnTo>
                  <a:lnTo>
                    <a:pt x="535513" y="223301"/>
                  </a:lnTo>
                  <a:lnTo>
                    <a:pt x="520212" y="227046"/>
                  </a:lnTo>
                  <a:lnTo>
                    <a:pt x="504912" y="228456"/>
                  </a:lnTo>
                  <a:lnTo>
                    <a:pt x="489612" y="232055"/>
                  </a:lnTo>
                  <a:lnTo>
                    <a:pt x="474311" y="235691"/>
                  </a:lnTo>
                  <a:lnTo>
                    <a:pt x="459011" y="239513"/>
                  </a:lnTo>
                  <a:lnTo>
                    <a:pt x="443711" y="243512"/>
                  </a:lnTo>
                  <a:lnTo>
                    <a:pt x="428410" y="246115"/>
                  </a:lnTo>
                  <a:lnTo>
                    <a:pt x="413110" y="248974"/>
                  </a:lnTo>
                  <a:lnTo>
                    <a:pt x="397809" y="252034"/>
                  </a:lnTo>
                  <a:lnTo>
                    <a:pt x="382509" y="255011"/>
                  </a:lnTo>
                  <a:lnTo>
                    <a:pt x="367209" y="257611"/>
                  </a:lnTo>
                  <a:lnTo>
                    <a:pt x="351908" y="260462"/>
                  </a:lnTo>
                  <a:lnTo>
                    <a:pt x="336608" y="262994"/>
                  </a:lnTo>
                  <a:lnTo>
                    <a:pt x="321307" y="264832"/>
                  </a:lnTo>
                  <a:lnTo>
                    <a:pt x="306007" y="265929"/>
                  </a:lnTo>
                  <a:lnTo>
                    <a:pt x="290707" y="266252"/>
                  </a:lnTo>
                  <a:lnTo>
                    <a:pt x="275406" y="265856"/>
                  </a:lnTo>
                  <a:lnTo>
                    <a:pt x="260106" y="267341"/>
                  </a:lnTo>
                  <a:lnTo>
                    <a:pt x="244806" y="269508"/>
                  </a:lnTo>
                  <a:lnTo>
                    <a:pt x="229505" y="271428"/>
                  </a:lnTo>
                  <a:lnTo>
                    <a:pt x="214205" y="272065"/>
                  </a:lnTo>
                  <a:lnTo>
                    <a:pt x="198904" y="275236"/>
                  </a:lnTo>
                  <a:lnTo>
                    <a:pt x="183604" y="279143"/>
                  </a:lnTo>
                  <a:lnTo>
                    <a:pt x="168304" y="280283"/>
                  </a:lnTo>
                  <a:lnTo>
                    <a:pt x="153003" y="280855"/>
                  </a:lnTo>
                  <a:lnTo>
                    <a:pt x="137703" y="280790"/>
                  </a:lnTo>
                  <a:lnTo>
                    <a:pt x="122403" y="280999"/>
                  </a:lnTo>
                  <a:lnTo>
                    <a:pt x="107102" y="281113"/>
                  </a:lnTo>
                  <a:lnTo>
                    <a:pt x="91802" y="280524"/>
                  </a:lnTo>
                  <a:lnTo>
                    <a:pt x="76501" y="279421"/>
                  </a:lnTo>
                  <a:lnTo>
                    <a:pt x="61201" y="276779"/>
                  </a:lnTo>
                  <a:lnTo>
                    <a:pt x="45901" y="276306"/>
                  </a:lnTo>
                  <a:lnTo>
                    <a:pt x="30600" y="270823"/>
                  </a:lnTo>
                  <a:lnTo>
                    <a:pt x="15300" y="269649"/>
                  </a:lnTo>
                  <a:lnTo>
                    <a:pt x="0" y="269851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1" name="pl47"/>
            <p:cNvSpPr/>
            <p:nvPr/>
          </p:nvSpPr>
          <p:spPr>
            <a:xfrm>
              <a:off x="8703334" y="1232720"/>
              <a:ext cx="2347515" cy="295694"/>
            </a:xfrm>
            <a:custGeom>
              <a:avLst/>
              <a:pathLst>
                <a:path w="2347515" h="295694">
                  <a:moveTo>
                    <a:pt x="0" y="286771"/>
                  </a:moveTo>
                  <a:lnTo>
                    <a:pt x="15300" y="289046"/>
                  </a:lnTo>
                  <a:lnTo>
                    <a:pt x="30600" y="290956"/>
                  </a:lnTo>
                  <a:lnTo>
                    <a:pt x="45901" y="292518"/>
                  </a:lnTo>
                  <a:lnTo>
                    <a:pt x="61201" y="293748"/>
                  </a:lnTo>
                  <a:lnTo>
                    <a:pt x="76501" y="294664"/>
                  </a:lnTo>
                  <a:lnTo>
                    <a:pt x="91802" y="295283"/>
                  </a:lnTo>
                  <a:lnTo>
                    <a:pt x="107102" y="295620"/>
                  </a:lnTo>
                  <a:lnTo>
                    <a:pt x="122403" y="295694"/>
                  </a:lnTo>
                  <a:lnTo>
                    <a:pt x="137703" y="295521"/>
                  </a:lnTo>
                  <a:lnTo>
                    <a:pt x="153003" y="295119"/>
                  </a:lnTo>
                  <a:lnTo>
                    <a:pt x="168304" y="294503"/>
                  </a:lnTo>
                  <a:lnTo>
                    <a:pt x="183604" y="293691"/>
                  </a:lnTo>
                  <a:lnTo>
                    <a:pt x="198904" y="292700"/>
                  </a:lnTo>
                  <a:lnTo>
                    <a:pt x="214205" y="291546"/>
                  </a:lnTo>
                  <a:lnTo>
                    <a:pt x="229505" y="290248"/>
                  </a:lnTo>
                  <a:lnTo>
                    <a:pt x="244806" y="288820"/>
                  </a:lnTo>
                  <a:lnTo>
                    <a:pt x="260106" y="287281"/>
                  </a:lnTo>
                  <a:lnTo>
                    <a:pt x="275406" y="285647"/>
                  </a:lnTo>
                  <a:lnTo>
                    <a:pt x="290707" y="283936"/>
                  </a:lnTo>
                  <a:lnTo>
                    <a:pt x="306007" y="282163"/>
                  </a:lnTo>
                  <a:lnTo>
                    <a:pt x="321307" y="280340"/>
                  </a:lnTo>
                  <a:lnTo>
                    <a:pt x="336608" y="278457"/>
                  </a:lnTo>
                  <a:lnTo>
                    <a:pt x="351908" y="276502"/>
                  </a:lnTo>
                  <a:lnTo>
                    <a:pt x="367209" y="274462"/>
                  </a:lnTo>
                  <a:lnTo>
                    <a:pt x="382509" y="272326"/>
                  </a:lnTo>
                  <a:lnTo>
                    <a:pt x="397809" y="270079"/>
                  </a:lnTo>
                  <a:lnTo>
                    <a:pt x="413110" y="267711"/>
                  </a:lnTo>
                  <a:lnTo>
                    <a:pt x="428410" y="265209"/>
                  </a:lnTo>
                  <a:lnTo>
                    <a:pt x="443711" y="262559"/>
                  </a:lnTo>
                  <a:lnTo>
                    <a:pt x="459011" y="259751"/>
                  </a:lnTo>
                  <a:lnTo>
                    <a:pt x="474311" y="256770"/>
                  </a:lnTo>
                  <a:lnTo>
                    <a:pt x="489612" y="253606"/>
                  </a:lnTo>
                  <a:lnTo>
                    <a:pt x="504912" y="250245"/>
                  </a:lnTo>
                  <a:lnTo>
                    <a:pt x="520212" y="246675"/>
                  </a:lnTo>
                  <a:lnTo>
                    <a:pt x="535513" y="242883"/>
                  </a:lnTo>
                  <a:lnTo>
                    <a:pt x="550813" y="238858"/>
                  </a:lnTo>
                  <a:lnTo>
                    <a:pt x="566114" y="234586"/>
                  </a:lnTo>
                  <a:lnTo>
                    <a:pt x="581414" y="230055"/>
                  </a:lnTo>
                  <a:lnTo>
                    <a:pt x="596714" y="225254"/>
                  </a:lnTo>
                  <a:lnTo>
                    <a:pt x="612015" y="220168"/>
                  </a:lnTo>
                  <a:lnTo>
                    <a:pt x="627315" y="214805"/>
                  </a:lnTo>
                  <a:lnTo>
                    <a:pt x="642615" y="209211"/>
                  </a:lnTo>
                  <a:lnTo>
                    <a:pt x="657916" y="203434"/>
                  </a:lnTo>
                  <a:lnTo>
                    <a:pt x="673216" y="197524"/>
                  </a:lnTo>
                  <a:lnTo>
                    <a:pt x="688517" y="191533"/>
                  </a:lnTo>
                  <a:lnTo>
                    <a:pt x="703817" y="185510"/>
                  </a:lnTo>
                  <a:lnTo>
                    <a:pt x="719117" y="179505"/>
                  </a:lnTo>
                  <a:lnTo>
                    <a:pt x="734418" y="173568"/>
                  </a:lnTo>
                  <a:lnTo>
                    <a:pt x="749718" y="167749"/>
                  </a:lnTo>
                  <a:lnTo>
                    <a:pt x="765019" y="162099"/>
                  </a:lnTo>
                  <a:lnTo>
                    <a:pt x="780319" y="156667"/>
                  </a:lnTo>
                  <a:lnTo>
                    <a:pt x="795619" y="151503"/>
                  </a:lnTo>
                  <a:lnTo>
                    <a:pt x="810920" y="146657"/>
                  </a:lnTo>
                  <a:lnTo>
                    <a:pt x="826220" y="142180"/>
                  </a:lnTo>
                  <a:lnTo>
                    <a:pt x="841520" y="138122"/>
                  </a:lnTo>
                  <a:lnTo>
                    <a:pt x="856821" y="134532"/>
                  </a:lnTo>
                  <a:lnTo>
                    <a:pt x="872121" y="131461"/>
                  </a:lnTo>
                  <a:lnTo>
                    <a:pt x="887422" y="128958"/>
                  </a:lnTo>
                  <a:lnTo>
                    <a:pt x="902722" y="127074"/>
                  </a:lnTo>
                  <a:lnTo>
                    <a:pt x="918022" y="125858"/>
                  </a:lnTo>
                  <a:lnTo>
                    <a:pt x="933323" y="125320"/>
                  </a:lnTo>
                  <a:lnTo>
                    <a:pt x="948623" y="125410"/>
                  </a:lnTo>
                  <a:lnTo>
                    <a:pt x="963923" y="126071"/>
                  </a:lnTo>
                  <a:lnTo>
                    <a:pt x="979224" y="127247"/>
                  </a:lnTo>
                  <a:lnTo>
                    <a:pt x="994524" y="128883"/>
                  </a:lnTo>
                  <a:lnTo>
                    <a:pt x="1009825" y="130921"/>
                  </a:lnTo>
                  <a:lnTo>
                    <a:pt x="1025125" y="133307"/>
                  </a:lnTo>
                  <a:lnTo>
                    <a:pt x="1040425" y="135984"/>
                  </a:lnTo>
                  <a:lnTo>
                    <a:pt x="1055726" y="138895"/>
                  </a:lnTo>
                  <a:lnTo>
                    <a:pt x="1071026" y="141986"/>
                  </a:lnTo>
                  <a:lnTo>
                    <a:pt x="1086327" y="145200"/>
                  </a:lnTo>
                  <a:lnTo>
                    <a:pt x="1101627" y="148480"/>
                  </a:lnTo>
                  <a:lnTo>
                    <a:pt x="1116927" y="151771"/>
                  </a:lnTo>
                  <a:lnTo>
                    <a:pt x="1132228" y="155016"/>
                  </a:lnTo>
                  <a:lnTo>
                    <a:pt x="1147528" y="158161"/>
                  </a:lnTo>
                  <a:lnTo>
                    <a:pt x="1162828" y="161148"/>
                  </a:lnTo>
                  <a:lnTo>
                    <a:pt x="1178129" y="163921"/>
                  </a:lnTo>
                  <a:lnTo>
                    <a:pt x="1193429" y="166425"/>
                  </a:lnTo>
                  <a:lnTo>
                    <a:pt x="1208730" y="168603"/>
                  </a:lnTo>
                  <a:lnTo>
                    <a:pt x="1224030" y="170401"/>
                  </a:lnTo>
                  <a:lnTo>
                    <a:pt x="1239330" y="171795"/>
                  </a:lnTo>
                  <a:lnTo>
                    <a:pt x="1254631" y="172803"/>
                  </a:lnTo>
                  <a:lnTo>
                    <a:pt x="1269931" y="173440"/>
                  </a:lnTo>
                  <a:lnTo>
                    <a:pt x="1285231" y="173725"/>
                  </a:lnTo>
                  <a:lnTo>
                    <a:pt x="1300532" y="173676"/>
                  </a:lnTo>
                  <a:lnTo>
                    <a:pt x="1315832" y="173309"/>
                  </a:lnTo>
                  <a:lnTo>
                    <a:pt x="1331133" y="172643"/>
                  </a:lnTo>
                  <a:lnTo>
                    <a:pt x="1346433" y="171695"/>
                  </a:lnTo>
                  <a:lnTo>
                    <a:pt x="1361733" y="170483"/>
                  </a:lnTo>
                  <a:lnTo>
                    <a:pt x="1377034" y="169024"/>
                  </a:lnTo>
                  <a:lnTo>
                    <a:pt x="1392334" y="167336"/>
                  </a:lnTo>
                  <a:lnTo>
                    <a:pt x="1407635" y="165436"/>
                  </a:lnTo>
                  <a:lnTo>
                    <a:pt x="1422935" y="163343"/>
                  </a:lnTo>
                  <a:lnTo>
                    <a:pt x="1438235" y="161072"/>
                  </a:lnTo>
                  <a:lnTo>
                    <a:pt x="1453536" y="158643"/>
                  </a:lnTo>
                  <a:lnTo>
                    <a:pt x="1468836" y="156073"/>
                  </a:lnTo>
                  <a:lnTo>
                    <a:pt x="1484136" y="153379"/>
                  </a:lnTo>
                  <a:lnTo>
                    <a:pt x="1499437" y="150580"/>
                  </a:lnTo>
                  <a:lnTo>
                    <a:pt x="1514737" y="147691"/>
                  </a:lnTo>
                  <a:lnTo>
                    <a:pt x="1530038" y="144732"/>
                  </a:lnTo>
                  <a:lnTo>
                    <a:pt x="1545338" y="141717"/>
                  </a:lnTo>
                  <a:lnTo>
                    <a:pt x="1560638" y="138662"/>
                  </a:lnTo>
                  <a:lnTo>
                    <a:pt x="1575939" y="135581"/>
                  </a:lnTo>
                  <a:lnTo>
                    <a:pt x="1591239" y="132488"/>
                  </a:lnTo>
                  <a:lnTo>
                    <a:pt x="1606539" y="129399"/>
                  </a:lnTo>
                  <a:lnTo>
                    <a:pt x="1621840" y="126326"/>
                  </a:lnTo>
                  <a:lnTo>
                    <a:pt x="1637140" y="123285"/>
                  </a:lnTo>
                  <a:lnTo>
                    <a:pt x="1652441" y="120290"/>
                  </a:lnTo>
                  <a:lnTo>
                    <a:pt x="1667741" y="117357"/>
                  </a:lnTo>
                  <a:lnTo>
                    <a:pt x="1683041" y="114498"/>
                  </a:lnTo>
                  <a:lnTo>
                    <a:pt x="1698342" y="111729"/>
                  </a:lnTo>
                  <a:lnTo>
                    <a:pt x="1713642" y="109064"/>
                  </a:lnTo>
                  <a:lnTo>
                    <a:pt x="1728943" y="106518"/>
                  </a:lnTo>
                  <a:lnTo>
                    <a:pt x="1744243" y="104104"/>
                  </a:lnTo>
                  <a:lnTo>
                    <a:pt x="1759543" y="101839"/>
                  </a:lnTo>
                  <a:lnTo>
                    <a:pt x="1774844" y="99735"/>
                  </a:lnTo>
                  <a:lnTo>
                    <a:pt x="1790144" y="97808"/>
                  </a:lnTo>
                  <a:lnTo>
                    <a:pt x="1805444" y="96072"/>
                  </a:lnTo>
                  <a:lnTo>
                    <a:pt x="1820745" y="94541"/>
                  </a:lnTo>
                  <a:lnTo>
                    <a:pt x="1836045" y="93227"/>
                  </a:lnTo>
                  <a:lnTo>
                    <a:pt x="1851346" y="92109"/>
                  </a:lnTo>
                  <a:lnTo>
                    <a:pt x="1866646" y="91144"/>
                  </a:lnTo>
                  <a:lnTo>
                    <a:pt x="1881946" y="90290"/>
                  </a:lnTo>
                  <a:lnTo>
                    <a:pt x="1897247" y="89503"/>
                  </a:lnTo>
                  <a:lnTo>
                    <a:pt x="1912547" y="88740"/>
                  </a:lnTo>
                  <a:lnTo>
                    <a:pt x="1927847" y="87959"/>
                  </a:lnTo>
                  <a:lnTo>
                    <a:pt x="1943148" y="87116"/>
                  </a:lnTo>
                  <a:lnTo>
                    <a:pt x="1958448" y="86169"/>
                  </a:lnTo>
                  <a:lnTo>
                    <a:pt x="1973749" y="85075"/>
                  </a:lnTo>
                  <a:lnTo>
                    <a:pt x="1989049" y="83791"/>
                  </a:lnTo>
                  <a:lnTo>
                    <a:pt x="2004349" y="82274"/>
                  </a:lnTo>
                  <a:lnTo>
                    <a:pt x="2019650" y="80481"/>
                  </a:lnTo>
                  <a:lnTo>
                    <a:pt x="2034950" y="78370"/>
                  </a:lnTo>
                  <a:lnTo>
                    <a:pt x="2050251" y="75896"/>
                  </a:lnTo>
                  <a:lnTo>
                    <a:pt x="2065551" y="73018"/>
                  </a:lnTo>
                  <a:lnTo>
                    <a:pt x="2080851" y="69692"/>
                  </a:lnTo>
                  <a:lnTo>
                    <a:pt x="2096152" y="65876"/>
                  </a:lnTo>
                  <a:lnTo>
                    <a:pt x="2111452" y="61527"/>
                  </a:lnTo>
                  <a:lnTo>
                    <a:pt x="2126752" y="56601"/>
                  </a:lnTo>
                  <a:lnTo>
                    <a:pt x="2142053" y="51074"/>
                  </a:lnTo>
                  <a:lnTo>
                    <a:pt x="2157353" y="45066"/>
                  </a:lnTo>
                  <a:lnTo>
                    <a:pt x="2172654" y="38764"/>
                  </a:lnTo>
                  <a:lnTo>
                    <a:pt x="2187954" y="32358"/>
                  </a:lnTo>
                  <a:lnTo>
                    <a:pt x="2203254" y="26037"/>
                  </a:lnTo>
                  <a:lnTo>
                    <a:pt x="2218555" y="19988"/>
                  </a:lnTo>
                  <a:lnTo>
                    <a:pt x="2233855" y="14401"/>
                  </a:lnTo>
                  <a:lnTo>
                    <a:pt x="2249155" y="9465"/>
                  </a:lnTo>
                  <a:lnTo>
                    <a:pt x="2264456" y="5368"/>
                  </a:lnTo>
                  <a:lnTo>
                    <a:pt x="2279756" y="2299"/>
                  </a:lnTo>
                  <a:lnTo>
                    <a:pt x="2295057" y="446"/>
                  </a:lnTo>
                  <a:lnTo>
                    <a:pt x="2310357" y="0"/>
                  </a:lnTo>
                  <a:lnTo>
                    <a:pt x="2325657" y="1147"/>
                  </a:lnTo>
                  <a:lnTo>
                    <a:pt x="2340958" y="4077"/>
                  </a:lnTo>
                  <a:lnTo>
                    <a:pt x="2347515" y="6178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48"/>
            <p:cNvSpPr/>
            <p:nvPr/>
          </p:nvSpPr>
          <p:spPr>
            <a:xfrm>
              <a:off x="8374682" y="755389"/>
              <a:ext cx="0" cy="2341883"/>
            </a:xfrm>
            <a:custGeom>
              <a:avLst/>
              <a:pathLst>
                <a:path w="0" h="2341883">
                  <a:moveTo>
                    <a:pt x="0" y="234188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tx49"/>
            <p:cNvSpPr/>
            <p:nvPr/>
          </p:nvSpPr>
          <p:spPr>
            <a:xfrm>
              <a:off x="8137780" y="305591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34" name="tx50"/>
            <p:cNvSpPr/>
            <p:nvPr/>
          </p:nvSpPr>
          <p:spPr>
            <a:xfrm>
              <a:off x="8137780" y="2721293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35" name="tx51"/>
            <p:cNvSpPr/>
            <p:nvPr/>
          </p:nvSpPr>
          <p:spPr>
            <a:xfrm>
              <a:off x="8137780" y="2386738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36" name="tx52"/>
            <p:cNvSpPr/>
            <p:nvPr/>
          </p:nvSpPr>
          <p:spPr>
            <a:xfrm>
              <a:off x="8137780" y="2053362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37" name="tx53"/>
            <p:cNvSpPr/>
            <p:nvPr/>
          </p:nvSpPr>
          <p:spPr>
            <a:xfrm>
              <a:off x="8137780" y="1719365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38" name="tx54"/>
            <p:cNvSpPr/>
            <p:nvPr/>
          </p:nvSpPr>
          <p:spPr>
            <a:xfrm>
              <a:off x="8137780" y="1383136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39" name="tx55"/>
            <p:cNvSpPr/>
            <p:nvPr/>
          </p:nvSpPr>
          <p:spPr>
            <a:xfrm>
              <a:off x="8137780" y="1048519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0" name="tx56"/>
            <p:cNvSpPr/>
            <p:nvPr/>
          </p:nvSpPr>
          <p:spPr>
            <a:xfrm>
              <a:off x="8137780" y="713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1" name="pl57"/>
            <p:cNvSpPr/>
            <p:nvPr/>
          </p:nvSpPr>
          <p:spPr>
            <a:xfrm>
              <a:off x="8298767" y="309727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l58"/>
            <p:cNvSpPr/>
            <p:nvPr/>
          </p:nvSpPr>
          <p:spPr>
            <a:xfrm>
              <a:off x="8298767" y="2762717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l59"/>
            <p:cNvSpPr/>
            <p:nvPr/>
          </p:nvSpPr>
          <p:spPr>
            <a:xfrm>
              <a:off x="8298767" y="242816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l60"/>
            <p:cNvSpPr/>
            <p:nvPr/>
          </p:nvSpPr>
          <p:spPr>
            <a:xfrm>
              <a:off x="8298767" y="209360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l61"/>
            <p:cNvSpPr/>
            <p:nvPr/>
          </p:nvSpPr>
          <p:spPr>
            <a:xfrm>
              <a:off x="8298767" y="175905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l62"/>
            <p:cNvSpPr/>
            <p:nvPr/>
          </p:nvSpPr>
          <p:spPr>
            <a:xfrm>
              <a:off x="8298767" y="1424498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l63"/>
            <p:cNvSpPr/>
            <p:nvPr/>
          </p:nvSpPr>
          <p:spPr>
            <a:xfrm>
              <a:off x="8298767" y="1089943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64"/>
            <p:cNvSpPr/>
            <p:nvPr/>
          </p:nvSpPr>
          <p:spPr>
            <a:xfrm>
              <a:off x="8298767" y="75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65"/>
            <p:cNvSpPr/>
            <p:nvPr/>
          </p:nvSpPr>
          <p:spPr>
            <a:xfrm>
              <a:off x="8374682" y="309727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6"/>
            <p:cNvSpPr/>
            <p:nvPr/>
          </p:nvSpPr>
          <p:spPr>
            <a:xfrm>
              <a:off x="8703334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7"/>
            <p:cNvSpPr/>
            <p:nvPr/>
          </p:nvSpPr>
          <p:spPr>
            <a:xfrm>
              <a:off x="909458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8"/>
            <p:cNvSpPr/>
            <p:nvPr/>
          </p:nvSpPr>
          <p:spPr>
            <a:xfrm>
              <a:off x="948584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9"/>
            <p:cNvSpPr/>
            <p:nvPr/>
          </p:nvSpPr>
          <p:spPr>
            <a:xfrm>
              <a:off x="9877092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70"/>
            <p:cNvSpPr/>
            <p:nvPr/>
          </p:nvSpPr>
          <p:spPr>
            <a:xfrm>
              <a:off x="10268345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71"/>
            <p:cNvSpPr/>
            <p:nvPr/>
          </p:nvSpPr>
          <p:spPr>
            <a:xfrm>
              <a:off x="10659597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72"/>
            <p:cNvSpPr/>
            <p:nvPr/>
          </p:nvSpPr>
          <p:spPr>
            <a:xfrm>
              <a:off x="11050850" y="309727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tx73"/>
            <p:cNvSpPr/>
            <p:nvPr/>
          </p:nvSpPr>
          <p:spPr>
            <a:xfrm>
              <a:off x="858343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34.0</a:t>
              </a:r>
            </a:p>
          </p:txBody>
        </p:sp>
        <p:sp>
          <p:nvSpPr>
            <p:cNvPr id="258" name="tx74"/>
            <p:cNvSpPr/>
            <p:nvPr/>
          </p:nvSpPr>
          <p:spPr>
            <a:xfrm>
              <a:off x="8974687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34.5</a:t>
              </a:r>
            </a:p>
          </p:txBody>
        </p:sp>
        <p:sp>
          <p:nvSpPr>
            <p:cNvPr id="259" name="tx75"/>
            <p:cNvSpPr/>
            <p:nvPr/>
          </p:nvSpPr>
          <p:spPr>
            <a:xfrm>
              <a:off x="936594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35.0</a:t>
              </a:r>
            </a:p>
          </p:txBody>
        </p:sp>
        <p:sp>
          <p:nvSpPr>
            <p:cNvPr id="260" name="tx76"/>
            <p:cNvSpPr/>
            <p:nvPr/>
          </p:nvSpPr>
          <p:spPr>
            <a:xfrm>
              <a:off x="9757193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35.5</a:t>
              </a:r>
            </a:p>
          </p:txBody>
        </p:sp>
        <p:sp>
          <p:nvSpPr>
            <p:cNvPr id="261" name="tx77"/>
            <p:cNvSpPr/>
            <p:nvPr/>
          </p:nvSpPr>
          <p:spPr>
            <a:xfrm>
              <a:off x="10148445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36.0</a:t>
              </a:r>
            </a:p>
          </p:txBody>
        </p:sp>
        <p:sp>
          <p:nvSpPr>
            <p:cNvPr id="262" name="tx78"/>
            <p:cNvSpPr/>
            <p:nvPr/>
          </p:nvSpPr>
          <p:spPr>
            <a:xfrm>
              <a:off x="10539698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36.5</a:t>
              </a:r>
            </a:p>
          </p:txBody>
        </p:sp>
        <p:sp>
          <p:nvSpPr>
            <p:cNvPr id="263" name="tx79"/>
            <p:cNvSpPr/>
            <p:nvPr/>
          </p:nvSpPr>
          <p:spPr>
            <a:xfrm>
              <a:off x="10930950" y="3198802"/>
              <a:ext cx="239799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37.0</a:t>
              </a:r>
            </a:p>
          </p:txBody>
        </p:sp>
        <p:sp>
          <p:nvSpPr>
            <p:cNvPr id="264" name="tx80"/>
            <p:cNvSpPr/>
            <p:nvPr/>
          </p:nvSpPr>
          <p:spPr>
            <a:xfrm>
              <a:off x="9142524" y="3314715"/>
              <a:ext cx="846608" cy="126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Temperature</a:t>
              </a:r>
            </a:p>
          </p:txBody>
        </p:sp>
        <p:sp>
          <p:nvSpPr>
            <p:cNvPr id="265" name="tx81"/>
            <p:cNvSpPr/>
            <p:nvPr/>
          </p:nvSpPr>
          <p:spPr>
            <a:xfrm>
              <a:off x="9989132" y="3441516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66" name="tx82"/>
            <p:cNvSpPr/>
            <p:nvPr/>
          </p:nvSpPr>
          <p:spPr>
            <a:xfrm>
              <a:off x="10027232" y="3314194"/>
              <a:ext cx="44648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</a:t>
              </a:r>
            </a:p>
          </p:txBody>
        </p:sp>
        <p:sp>
          <p:nvSpPr>
            <p:cNvPr id="267" name="tx83"/>
            <p:cNvSpPr/>
            <p:nvPr/>
          </p:nvSpPr>
          <p:spPr>
            <a:xfrm>
              <a:off x="10071881" y="3394882"/>
              <a:ext cx="60960" cy="4663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°</a:t>
              </a:r>
            </a:p>
          </p:txBody>
        </p:sp>
        <p:sp>
          <p:nvSpPr>
            <p:cNvPr id="268" name="tx84"/>
            <p:cNvSpPr/>
            <p:nvPr/>
          </p:nvSpPr>
          <p:spPr>
            <a:xfrm>
              <a:off x="10132841" y="3313450"/>
              <a:ext cx="150167" cy="12806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C)</a:t>
              </a:r>
            </a:p>
          </p:txBody>
        </p:sp>
        <p:sp>
          <p:nvSpPr>
            <p:cNvPr id="269" name="tx85"/>
            <p:cNvSpPr/>
            <p:nvPr/>
          </p:nvSpPr>
          <p:spPr>
            <a:xfrm rot="-5400000">
              <a:off x="7956986" y="213345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0" name="tx86"/>
            <p:cNvSpPr/>
            <p:nvPr/>
          </p:nvSpPr>
          <p:spPr>
            <a:xfrm rot="-5400000">
              <a:off x="7978491" y="206871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1" name="tx87"/>
            <p:cNvSpPr/>
            <p:nvPr/>
          </p:nvSpPr>
          <p:spPr>
            <a:xfrm rot="-5400000">
              <a:off x="7982361" y="202667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72" name="tx88"/>
            <p:cNvSpPr/>
            <p:nvPr/>
          </p:nvSpPr>
          <p:spPr>
            <a:xfrm rot="-5400000">
              <a:off x="7944298" y="193934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3" name="tx89"/>
            <p:cNvSpPr/>
            <p:nvPr/>
          </p:nvSpPr>
          <p:spPr>
            <a:xfrm rot="-5400000">
              <a:off x="8013972" y="187203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4" name="tx90"/>
            <p:cNvSpPr/>
            <p:nvPr/>
          </p:nvSpPr>
          <p:spPr>
            <a:xfrm rot="-5400000">
              <a:off x="8032479" y="185891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5" name="tx91"/>
            <p:cNvSpPr/>
            <p:nvPr/>
          </p:nvSpPr>
          <p:spPr>
            <a:xfrm rot="-5400000">
              <a:off x="7880265" y="166860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071256" y="685800"/>
            <a:ext cx="3240000" cy="2880000"/>
            <a:chOff x="1071256" y="685800"/>
            <a:chExt cx="3240000" cy="2880000"/>
          </a:xfrm>
        </p:grpSpPr>
        <p:sp>
          <p:nvSpPr>
            <p:cNvPr id="3" name="rc3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071255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1565498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894150" y="3098628"/>
              <a:ext cx="97813" cy="17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91964" y="3097404"/>
              <a:ext cx="97813" cy="298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2089777" y="3094565"/>
              <a:ext cx="97813" cy="58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2187590" y="3081823"/>
              <a:ext cx="97813" cy="1856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2285403" y="3056633"/>
              <a:ext cx="97813" cy="4375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2383216" y="3047260"/>
              <a:ext cx="97813" cy="5313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481029" y="3041136"/>
              <a:ext cx="97813" cy="592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578842" y="3016932"/>
              <a:ext cx="97813" cy="834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2676656" y="2928684"/>
              <a:ext cx="97813" cy="1717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2774469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6" name="rc16"/>
            <p:cNvSpPr/>
            <p:nvPr/>
          </p:nvSpPr>
          <p:spPr>
            <a:xfrm>
              <a:off x="2872282" y="2839133"/>
              <a:ext cx="97813" cy="26125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7" name="rc17"/>
            <p:cNvSpPr/>
            <p:nvPr/>
          </p:nvSpPr>
          <p:spPr>
            <a:xfrm>
              <a:off x="2970095" y="2974327"/>
              <a:ext cx="97813" cy="12606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8" name="rc18"/>
            <p:cNvSpPr/>
            <p:nvPr/>
          </p:nvSpPr>
          <p:spPr>
            <a:xfrm>
              <a:off x="3067908" y="2956085"/>
              <a:ext cx="97813" cy="14430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" name="rc19"/>
            <p:cNvSpPr/>
            <p:nvPr/>
          </p:nvSpPr>
          <p:spPr>
            <a:xfrm>
              <a:off x="3165721" y="2981583"/>
              <a:ext cx="97813" cy="11880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" name="rc20"/>
            <p:cNvSpPr/>
            <p:nvPr/>
          </p:nvSpPr>
          <p:spPr>
            <a:xfrm>
              <a:off x="3263534" y="3027356"/>
              <a:ext cx="97813" cy="7303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" name="rc21"/>
            <p:cNvSpPr/>
            <p:nvPr/>
          </p:nvSpPr>
          <p:spPr>
            <a:xfrm>
              <a:off x="3361348" y="3045459"/>
              <a:ext cx="97813" cy="5493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" name="rc22"/>
            <p:cNvSpPr/>
            <p:nvPr/>
          </p:nvSpPr>
          <p:spPr>
            <a:xfrm>
              <a:off x="3459161" y="3065414"/>
              <a:ext cx="97813" cy="3497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556974" y="3075211"/>
              <a:ext cx="97813" cy="2518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3654787" y="3079352"/>
              <a:ext cx="97813" cy="2103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3752600" y="3081153"/>
              <a:ext cx="97813" cy="1923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6" name="rc26"/>
            <p:cNvSpPr/>
            <p:nvPr/>
          </p:nvSpPr>
          <p:spPr>
            <a:xfrm>
              <a:off x="3850413" y="3069863"/>
              <a:ext cx="97813" cy="305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7" name="rc27"/>
            <p:cNvSpPr/>
            <p:nvPr/>
          </p:nvSpPr>
          <p:spPr>
            <a:xfrm>
              <a:off x="3948227" y="3020734"/>
              <a:ext cx="97813" cy="796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8" name="rc28"/>
            <p:cNvSpPr/>
            <p:nvPr/>
          </p:nvSpPr>
          <p:spPr>
            <a:xfrm>
              <a:off x="4046040" y="3005065"/>
              <a:ext cx="97813" cy="9532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9" name="rc29"/>
            <p:cNvSpPr/>
            <p:nvPr/>
          </p:nvSpPr>
          <p:spPr>
            <a:xfrm>
              <a:off x="4143853" y="3045124"/>
              <a:ext cx="97813" cy="5526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0" name="rc30"/>
            <p:cNvSpPr/>
            <p:nvPr/>
          </p:nvSpPr>
          <p:spPr>
            <a:xfrm>
              <a:off x="1565498" y="2932892"/>
              <a:ext cx="191846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1" name="rc31"/>
            <p:cNvSpPr/>
            <p:nvPr/>
          </p:nvSpPr>
          <p:spPr>
            <a:xfrm>
              <a:off x="1565498" y="2765391"/>
              <a:ext cx="223718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2" name="rc32"/>
            <p:cNvSpPr/>
            <p:nvPr/>
          </p:nvSpPr>
          <p:spPr>
            <a:xfrm>
              <a:off x="1565498" y="2597891"/>
              <a:ext cx="247627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3" name="rc33"/>
            <p:cNvSpPr/>
            <p:nvPr/>
          </p:nvSpPr>
          <p:spPr>
            <a:xfrm>
              <a:off x="1565498" y="2430391"/>
              <a:ext cx="27115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4" name="rc34"/>
            <p:cNvSpPr/>
            <p:nvPr/>
          </p:nvSpPr>
          <p:spPr>
            <a:xfrm>
              <a:off x="1565498" y="2262891"/>
              <a:ext cx="306133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5" name="rc35"/>
            <p:cNvSpPr/>
            <p:nvPr/>
          </p:nvSpPr>
          <p:spPr>
            <a:xfrm>
              <a:off x="1565498" y="2095390"/>
              <a:ext cx="32342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6" name="rc36"/>
            <p:cNvSpPr/>
            <p:nvPr/>
          </p:nvSpPr>
          <p:spPr>
            <a:xfrm>
              <a:off x="1565498" y="1927890"/>
              <a:ext cx="32865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565498" y="1760390"/>
              <a:ext cx="325163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565498" y="1592890"/>
              <a:ext cx="312043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565498" y="1425389"/>
              <a:ext cx="284587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565498" y="1257889"/>
              <a:ext cx="246434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1565498" y="1090389"/>
              <a:ext cx="201720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1565498" y="922889"/>
              <a:ext cx="170636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3" name="rc43"/>
            <p:cNvSpPr/>
            <p:nvPr/>
          </p:nvSpPr>
          <p:spPr>
            <a:xfrm>
              <a:off x="1565498" y="755389"/>
              <a:ext cx="242250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44" name="pg44"/>
            <p:cNvSpPr/>
            <p:nvPr/>
          </p:nvSpPr>
          <p:spPr>
            <a:xfrm>
              <a:off x="1894150" y="2014801"/>
              <a:ext cx="2347515" cy="401979"/>
            </a:xfrm>
            <a:custGeom>
              <a:avLst/>
              <a:pathLst>
                <a:path w="2347515" h="401979">
                  <a:moveTo>
                    <a:pt x="0" y="290890"/>
                  </a:moveTo>
                  <a:lnTo>
                    <a:pt x="13114" y="289930"/>
                  </a:lnTo>
                  <a:lnTo>
                    <a:pt x="26229" y="288970"/>
                  </a:lnTo>
                  <a:lnTo>
                    <a:pt x="39343" y="288009"/>
                  </a:lnTo>
                  <a:lnTo>
                    <a:pt x="52458" y="287049"/>
                  </a:lnTo>
                  <a:lnTo>
                    <a:pt x="65573" y="286089"/>
                  </a:lnTo>
                  <a:lnTo>
                    <a:pt x="78687" y="285128"/>
                  </a:lnTo>
                  <a:lnTo>
                    <a:pt x="91802" y="284166"/>
                  </a:lnTo>
                  <a:lnTo>
                    <a:pt x="104916" y="283205"/>
                  </a:lnTo>
                  <a:lnTo>
                    <a:pt x="118031" y="282242"/>
                  </a:lnTo>
                  <a:lnTo>
                    <a:pt x="131146" y="281279"/>
                  </a:lnTo>
                  <a:lnTo>
                    <a:pt x="144260" y="280315"/>
                  </a:lnTo>
                  <a:lnTo>
                    <a:pt x="157375" y="279350"/>
                  </a:lnTo>
                  <a:lnTo>
                    <a:pt x="170489" y="278383"/>
                  </a:lnTo>
                  <a:lnTo>
                    <a:pt x="183604" y="277415"/>
                  </a:lnTo>
                  <a:lnTo>
                    <a:pt x="196719" y="276445"/>
                  </a:lnTo>
                  <a:lnTo>
                    <a:pt x="209833" y="275473"/>
                  </a:lnTo>
                  <a:lnTo>
                    <a:pt x="222948" y="274499"/>
                  </a:lnTo>
                  <a:lnTo>
                    <a:pt x="236063" y="273523"/>
                  </a:lnTo>
                  <a:lnTo>
                    <a:pt x="249177" y="272544"/>
                  </a:lnTo>
                  <a:lnTo>
                    <a:pt x="262292" y="271563"/>
                  </a:lnTo>
                  <a:lnTo>
                    <a:pt x="275406" y="270578"/>
                  </a:lnTo>
                  <a:lnTo>
                    <a:pt x="288521" y="269590"/>
                  </a:lnTo>
                  <a:lnTo>
                    <a:pt x="301636" y="268599"/>
                  </a:lnTo>
                  <a:lnTo>
                    <a:pt x="314750" y="267604"/>
                  </a:lnTo>
                  <a:lnTo>
                    <a:pt x="327865" y="266605"/>
                  </a:lnTo>
                  <a:lnTo>
                    <a:pt x="340979" y="265601"/>
                  </a:lnTo>
                  <a:lnTo>
                    <a:pt x="354094" y="264594"/>
                  </a:lnTo>
                  <a:lnTo>
                    <a:pt x="367209" y="263581"/>
                  </a:lnTo>
                  <a:lnTo>
                    <a:pt x="380323" y="262564"/>
                  </a:lnTo>
                  <a:lnTo>
                    <a:pt x="393438" y="261541"/>
                  </a:lnTo>
                  <a:lnTo>
                    <a:pt x="406552" y="260513"/>
                  </a:lnTo>
                  <a:lnTo>
                    <a:pt x="419667" y="259480"/>
                  </a:lnTo>
                  <a:lnTo>
                    <a:pt x="432782" y="258440"/>
                  </a:lnTo>
                  <a:lnTo>
                    <a:pt x="445896" y="257394"/>
                  </a:lnTo>
                  <a:lnTo>
                    <a:pt x="459011" y="256342"/>
                  </a:lnTo>
                  <a:lnTo>
                    <a:pt x="472126" y="255284"/>
                  </a:lnTo>
                  <a:lnTo>
                    <a:pt x="485240" y="254219"/>
                  </a:lnTo>
                  <a:lnTo>
                    <a:pt x="498355" y="253146"/>
                  </a:lnTo>
                  <a:lnTo>
                    <a:pt x="511469" y="252066"/>
                  </a:lnTo>
                  <a:lnTo>
                    <a:pt x="524584" y="250979"/>
                  </a:lnTo>
                  <a:lnTo>
                    <a:pt x="537699" y="249884"/>
                  </a:lnTo>
                  <a:lnTo>
                    <a:pt x="550813" y="248781"/>
                  </a:lnTo>
                  <a:lnTo>
                    <a:pt x="563928" y="247670"/>
                  </a:lnTo>
                  <a:lnTo>
                    <a:pt x="577042" y="246550"/>
                  </a:lnTo>
                  <a:lnTo>
                    <a:pt x="590157" y="245422"/>
                  </a:lnTo>
                  <a:lnTo>
                    <a:pt x="603272" y="244285"/>
                  </a:lnTo>
                  <a:lnTo>
                    <a:pt x="616386" y="243139"/>
                  </a:lnTo>
                  <a:lnTo>
                    <a:pt x="629501" y="241983"/>
                  </a:lnTo>
                  <a:lnTo>
                    <a:pt x="642615" y="240818"/>
                  </a:lnTo>
                  <a:lnTo>
                    <a:pt x="655730" y="239644"/>
                  </a:lnTo>
                  <a:lnTo>
                    <a:pt x="668845" y="238459"/>
                  </a:lnTo>
                  <a:lnTo>
                    <a:pt x="681959" y="237264"/>
                  </a:lnTo>
                  <a:lnTo>
                    <a:pt x="695074" y="236059"/>
                  </a:lnTo>
                  <a:lnTo>
                    <a:pt x="708189" y="234843"/>
                  </a:lnTo>
                  <a:lnTo>
                    <a:pt x="721303" y="233617"/>
                  </a:lnTo>
                  <a:lnTo>
                    <a:pt x="734418" y="232380"/>
                  </a:lnTo>
                  <a:lnTo>
                    <a:pt x="747532" y="231132"/>
                  </a:lnTo>
                  <a:lnTo>
                    <a:pt x="760647" y="229872"/>
                  </a:lnTo>
                  <a:lnTo>
                    <a:pt x="773762" y="228602"/>
                  </a:lnTo>
                  <a:lnTo>
                    <a:pt x="786876" y="227319"/>
                  </a:lnTo>
                  <a:lnTo>
                    <a:pt x="799991" y="226026"/>
                  </a:lnTo>
                  <a:lnTo>
                    <a:pt x="813105" y="224720"/>
                  </a:lnTo>
                  <a:lnTo>
                    <a:pt x="826220" y="223403"/>
                  </a:lnTo>
                  <a:lnTo>
                    <a:pt x="839335" y="222073"/>
                  </a:lnTo>
                  <a:lnTo>
                    <a:pt x="852449" y="220732"/>
                  </a:lnTo>
                  <a:lnTo>
                    <a:pt x="865564" y="219378"/>
                  </a:lnTo>
                  <a:lnTo>
                    <a:pt x="878679" y="218012"/>
                  </a:lnTo>
                  <a:lnTo>
                    <a:pt x="891793" y="216634"/>
                  </a:lnTo>
                  <a:lnTo>
                    <a:pt x="904908" y="215243"/>
                  </a:lnTo>
                  <a:lnTo>
                    <a:pt x="918022" y="213840"/>
                  </a:lnTo>
                  <a:lnTo>
                    <a:pt x="931137" y="212425"/>
                  </a:lnTo>
                  <a:lnTo>
                    <a:pt x="944252" y="210997"/>
                  </a:lnTo>
                  <a:lnTo>
                    <a:pt x="957366" y="209556"/>
                  </a:lnTo>
                  <a:lnTo>
                    <a:pt x="970481" y="208103"/>
                  </a:lnTo>
                  <a:lnTo>
                    <a:pt x="983595" y="206637"/>
                  </a:lnTo>
                  <a:lnTo>
                    <a:pt x="996710" y="205159"/>
                  </a:lnTo>
                  <a:lnTo>
                    <a:pt x="1009825" y="203668"/>
                  </a:lnTo>
                  <a:lnTo>
                    <a:pt x="1022939" y="202165"/>
                  </a:lnTo>
                  <a:lnTo>
                    <a:pt x="1036054" y="200648"/>
                  </a:lnTo>
                  <a:lnTo>
                    <a:pt x="1049168" y="199120"/>
                  </a:lnTo>
                  <a:lnTo>
                    <a:pt x="1062283" y="197578"/>
                  </a:lnTo>
                  <a:lnTo>
                    <a:pt x="1075398" y="196024"/>
                  </a:lnTo>
                  <a:lnTo>
                    <a:pt x="1088512" y="194458"/>
                  </a:lnTo>
                  <a:lnTo>
                    <a:pt x="1101627" y="192879"/>
                  </a:lnTo>
                  <a:lnTo>
                    <a:pt x="1114742" y="191287"/>
                  </a:lnTo>
                  <a:lnTo>
                    <a:pt x="1127856" y="189684"/>
                  </a:lnTo>
                  <a:lnTo>
                    <a:pt x="1140971" y="188067"/>
                  </a:lnTo>
                  <a:lnTo>
                    <a:pt x="1154085" y="186438"/>
                  </a:lnTo>
                  <a:lnTo>
                    <a:pt x="1167200" y="184797"/>
                  </a:lnTo>
                  <a:lnTo>
                    <a:pt x="1180315" y="183144"/>
                  </a:lnTo>
                  <a:lnTo>
                    <a:pt x="1193429" y="181478"/>
                  </a:lnTo>
                  <a:lnTo>
                    <a:pt x="1206544" y="179800"/>
                  </a:lnTo>
                  <a:lnTo>
                    <a:pt x="1219658" y="178110"/>
                  </a:lnTo>
                  <a:lnTo>
                    <a:pt x="1232773" y="176408"/>
                  </a:lnTo>
                  <a:lnTo>
                    <a:pt x="1245888" y="174693"/>
                  </a:lnTo>
                  <a:lnTo>
                    <a:pt x="1259002" y="172967"/>
                  </a:lnTo>
                  <a:lnTo>
                    <a:pt x="1272117" y="171228"/>
                  </a:lnTo>
                  <a:lnTo>
                    <a:pt x="1285231" y="169477"/>
                  </a:lnTo>
                  <a:lnTo>
                    <a:pt x="1298346" y="167715"/>
                  </a:lnTo>
                  <a:lnTo>
                    <a:pt x="1311461" y="165940"/>
                  </a:lnTo>
                  <a:lnTo>
                    <a:pt x="1324575" y="164154"/>
                  </a:lnTo>
                  <a:lnTo>
                    <a:pt x="1337690" y="162355"/>
                  </a:lnTo>
                  <a:lnTo>
                    <a:pt x="1350805" y="160545"/>
                  </a:lnTo>
                  <a:lnTo>
                    <a:pt x="1363919" y="158723"/>
                  </a:lnTo>
                  <a:lnTo>
                    <a:pt x="1377034" y="156889"/>
                  </a:lnTo>
                  <a:lnTo>
                    <a:pt x="1390148" y="155043"/>
                  </a:lnTo>
                  <a:lnTo>
                    <a:pt x="1403263" y="153186"/>
                  </a:lnTo>
                  <a:lnTo>
                    <a:pt x="1416378" y="151316"/>
                  </a:lnTo>
                  <a:lnTo>
                    <a:pt x="1429492" y="149436"/>
                  </a:lnTo>
                  <a:lnTo>
                    <a:pt x="1442607" y="147544"/>
                  </a:lnTo>
                  <a:lnTo>
                    <a:pt x="1455721" y="145640"/>
                  </a:lnTo>
                  <a:lnTo>
                    <a:pt x="1468836" y="143725"/>
                  </a:lnTo>
                  <a:lnTo>
                    <a:pt x="1481951" y="141799"/>
                  </a:lnTo>
                  <a:lnTo>
                    <a:pt x="1495065" y="139861"/>
                  </a:lnTo>
                  <a:lnTo>
                    <a:pt x="1508180" y="137912"/>
                  </a:lnTo>
                  <a:lnTo>
                    <a:pt x="1521295" y="135953"/>
                  </a:lnTo>
                  <a:lnTo>
                    <a:pt x="1534409" y="133982"/>
                  </a:lnTo>
                  <a:lnTo>
                    <a:pt x="1547524" y="132001"/>
                  </a:lnTo>
                  <a:lnTo>
                    <a:pt x="1560638" y="130009"/>
                  </a:lnTo>
                  <a:lnTo>
                    <a:pt x="1573753" y="128007"/>
                  </a:lnTo>
                  <a:lnTo>
                    <a:pt x="1586868" y="125994"/>
                  </a:lnTo>
                  <a:lnTo>
                    <a:pt x="1599982" y="123971"/>
                  </a:lnTo>
                  <a:lnTo>
                    <a:pt x="1613097" y="121939"/>
                  </a:lnTo>
                  <a:lnTo>
                    <a:pt x="1626211" y="119896"/>
                  </a:lnTo>
                  <a:lnTo>
                    <a:pt x="1639326" y="117844"/>
                  </a:lnTo>
                  <a:lnTo>
                    <a:pt x="1652441" y="115783"/>
                  </a:lnTo>
                  <a:lnTo>
                    <a:pt x="1665555" y="113713"/>
                  </a:lnTo>
                  <a:lnTo>
                    <a:pt x="1678670" y="111634"/>
                  </a:lnTo>
                  <a:lnTo>
                    <a:pt x="1691784" y="109547"/>
                  </a:lnTo>
                  <a:lnTo>
                    <a:pt x="1704899" y="107451"/>
                  </a:lnTo>
                  <a:lnTo>
                    <a:pt x="1718014" y="105347"/>
                  </a:lnTo>
                  <a:lnTo>
                    <a:pt x="1731128" y="103235"/>
                  </a:lnTo>
                  <a:lnTo>
                    <a:pt x="1744243" y="101117"/>
                  </a:lnTo>
                  <a:lnTo>
                    <a:pt x="1757358" y="98991"/>
                  </a:lnTo>
                  <a:lnTo>
                    <a:pt x="1770472" y="96858"/>
                  </a:lnTo>
                  <a:lnTo>
                    <a:pt x="1783587" y="94718"/>
                  </a:lnTo>
                  <a:lnTo>
                    <a:pt x="1796701" y="92573"/>
                  </a:lnTo>
                  <a:lnTo>
                    <a:pt x="1809816" y="90421"/>
                  </a:lnTo>
                  <a:lnTo>
                    <a:pt x="1822931" y="88264"/>
                  </a:lnTo>
                  <a:lnTo>
                    <a:pt x="1836045" y="86102"/>
                  </a:lnTo>
                  <a:lnTo>
                    <a:pt x="1849160" y="83934"/>
                  </a:lnTo>
                  <a:lnTo>
                    <a:pt x="1862274" y="81762"/>
                  </a:lnTo>
                  <a:lnTo>
                    <a:pt x="1875389" y="79586"/>
                  </a:lnTo>
                  <a:lnTo>
                    <a:pt x="1888504" y="77405"/>
                  </a:lnTo>
                  <a:lnTo>
                    <a:pt x="1901618" y="75220"/>
                  </a:lnTo>
                  <a:lnTo>
                    <a:pt x="1914733" y="73032"/>
                  </a:lnTo>
                  <a:lnTo>
                    <a:pt x="1927847" y="70841"/>
                  </a:lnTo>
                  <a:lnTo>
                    <a:pt x="1940962" y="68646"/>
                  </a:lnTo>
                  <a:lnTo>
                    <a:pt x="1954077" y="66449"/>
                  </a:lnTo>
                  <a:lnTo>
                    <a:pt x="1967191" y="64249"/>
                  </a:lnTo>
                  <a:lnTo>
                    <a:pt x="1980306" y="62047"/>
                  </a:lnTo>
                  <a:lnTo>
                    <a:pt x="1993421" y="59843"/>
                  </a:lnTo>
                  <a:lnTo>
                    <a:pt x="2006535" y="57637"/>
                  </a:lnTo>
                  <a:lnTo>
                    <a:pt x="2019650" y="55429"/>
                  </a:lnTo>
                  <a:lnTo>
                    <a:pt x="2032764" y="53220"/>
                  </a:lnTo>
                  <a:lnTo>
                    <a:pt x="2045879" y="51009"/>
                  </a:lnTo>
                  <a:lnTo>
                    <a:pt x="2058994" y="48797"/>
                  </a:lnTo>
                  <a:lnTo>
                    <a:pt x="2072108" y="46584"/>
                  </a:lnTo>
                  <a:lnTo>
                    <a:pt x="2085223" y="44370"/>
                  </a:lnTo>
                  <a:lnTo>
                    <a:pt x="2098337" y="42155"/>
                  </a:lnTo>
                  <a:lnTo>
                    <a:pt x="2111452" y="39940"/>
                  </a:lnTo>
                  <a:lnTo>
                    <a:pt x="2124567" y="37724"/>
                  </a:lnTo>
                  <a:lnTo>
                    <a:pt x="2137681" y="35507"/>
                  </a:lnTo>
                  <a:lnTo>
                    <a:pt x="2150796" y="33290"/>
                  </a:lnTo>
                  <a:lnTo>
                    <a:pt x="2163911" y="31072"/>
                  </a:lnTo>
                  <a:lnTo>
                    <a:pt x="2177025" y="28854"/>
                  </a:lnTo>
                  <a:lnTo>
                    <a:pt x="2190140" y="26635"/>
                  </a:lnTo>
                  <a:lnTo>
                    <a:pt x="2203254" y="24417"/>
                  </a:lnTo>
                  <a:lnTo>
                    <a:pt x="2216369" y="22198"/>
                  </a:lnTo>
                  <a:lnTo>
                    <a:pt x="2229484" y="19978"/>
                  </a:lnTo>
                  <a:lnTo>
                    <a:pt x="2242598" y="17759"/>
                  </a:lnTo>
                  <a:lnTo>
                    <a:pt x="2255713" y="15539"/>
                  </a:lnTo>
                  <a:lnTo>
                    <a:pt x="2268827" y="13320"/>
                  </a:lnTo>
                  <a:lnTo>
                    <a:pt x="2281942" y="11100"/>
                  </a:lnTo>
                  <a:lnTo>
                    <a:pt x="2295057" y="8880"/>
                  </a:lnTo>
                  <a:lnTo>
                    <a:pt x="2308171" y="6660"/>
                  </a:lnTo>
                  <a:lnTo>
                    <a:pt x="2321286" y="4440"/>
                  </a:lnTo>
                  <a:lnTo>
                    <a:pt x="2334400" y="2220"/>
                  </a:lnTo>
                  <a:lnTo>
                    <a:pt x="2347515" y="0"/>
                  </a:lnTo>
                  <a:lnTo>
                    <a:pt x="2347515" y="53173"/>
                  </a:lnTo>
                  <a:lnTo>
                    <a:pt x="2334400" y="55510"/>
                  </a:lnTo>
                  <a:lnTo>
                    <a:pt x="2321286" y="57847"/>
                  </a:lnTo>
                  <a:lnTo>
                    <a:pt x="2308171" y="60184"/>
                  </a:lnTo>
                  <a:lnTo>
                    <a:pt x="2295057" y="62521"/>
                  </a:lnTo>
                  <a:lnTo>
                    <a:pt x="2281942" y="64858"/>
                  </a:lnTo>
                  <a:lnTo>
                    <a:pt x="2268827" y="67195"/>
                  </a:lnTo>
                  <a:lnTo>
                    <a:pt x="2255713" y="69532"/>
                  </a:lnTo>
                  <a:lnTo>
                    <a:pt x="2242598" y="71868"/>
                  </a:lnTo>
                  <a:lnTo>
                    <a:pt x="2229484" y="74205"/>
                  </a:lnTo>
                  <a:lnTo>
                    <a:pt x="2216369" y="76542"/>
                  </a:lnTo>
                  <a:lnTo>
                    <a:pt x="2203254" y="78878"/>
                  </a:lnTo>
                  <a:lnTo>
                    <a:pt x="2190140" y="81215"/>
                  </a:lnTo>
                  <a:lnTo>
                    <a:pt x="2177025" y="83551"/>
                  </a:lnTo>
                  <a:lnTo>
                    <a:pt x="2163911" y="85887"/>
                  </a:lnTo>
                  <a:lnTo>
                    <a:pt x="2150796" y="88223"/>
                  </a:lnTo>
                  <a:lnTo>
                    <a:pt x="2137681" y="90558"/>
                  </a:lnTo>
                  <a:lnTo>
                    <a:pt x="2124567" y="92893"/>
                  </a:lnTo>
                  <a:lnTo>
                    <a:pt x="2111452" y="95228"/>
                  </a:lnTo>
                  <a:lnTo>
                    <a:pt x="2098337" y="97563"/>
                  </a:lnTo>
                  <a:lnTo>
                    <a:pt x="2085223" y="99897"/>
                  </a:lnTo>
                  <a:lnTo>
                    <a:pt x="2072108" y="102231"/>
                  </a:lnTo>
                  <a:lnTo>
                    <a:pt x="2058994" y="104564"/>
                  </a:lnTo>
                  <a:lnTo>
                    <a:pt x="2045879" y="106897"/>
                  </a:lnTo>
                  <a:lnTo>
                    <a:pt x="2032764" y="109229"/>
                  </a:lnTo>
                  <a:lnTo>
                    <a:pt x="2019650" y="111559"/>
                  </a:lnTo>
                  <a:lnTo>
                    <a:pt x="2006535" y="113889"/>
                  </a:lnTo>
                  <a:lnTo>
                    <a:pt x="1993421" y="116218"/>
                  </a:lnTo>
                  <a:lnTo>
                    <a:pt x="1980306" y="118545"/>
                  </a:lnTo>
                  <a:lnTo>
                    <a:pt x="1967191" y="120871"/>
                  </a:lnTo>
                  <a:lnTo>
                    <a:pt x="1954077" y="123195"/>
                  </a:lnTo>
                  <a:lnTo>
                    <a:pt x="1940962" y="125517"/>
                  </a:lnTo>
                  <a:lnTo>
                    <a:pt x="1927847" y="127838"/>
                  </a:lnTo>
                  <a:lnTo>
                    <a:pt x="1914733" y="130155"/>
                  </a:lnTo>
                  <a:lnTo>
                    <a:pt x="1901618" y="132471"/>
                  </a:lnTo>
                  <a:lnTo>
                    <a:pt x="1888504" y="134784"/>
                  </a:lnTo>
                  <a:lnTo>
                    <a:pt x="1875389" y="137094"/>
                  </a:lnTo>
                  <a:lnTo>
                    <a:pt x="1862274" y="139400"/>
                  </a:lnTo>
                  <a:lnTo>
                    <a:pt x="1849160" y="141704"/>
                  </a:lnTo>
                  <a:lnTo>
                    <a:pt x="1836045" y="144003"/>
                  </a:lnTo>
                  <a:lnTo>
                    <a:pt x="1822931" y="146299"/>
                  </a:lnTo>
                  <a:lnTo>
                    <a:pt x="1809816" y="148591"/>
                  </a:lnTo>
                  <a:lnTo>
                    <a:pt x="1796701" y="150878"/>
                  </a:lnTo>
                  <a:lnTo>
                    <a:pt x="1783587" y="153161"/>
                  </a:lnTo>
                  <a:lnTo>
                    <a:pt x="1770472" y="155439"/>
                  </a:lnTo>
                  <a:lnTo>
                    <a:pt x="1757358" y="157712"/>
                  </a:lnTo>
                  <a:lnTo>
                    <a:pt x="1744243" y="159979"/>
                  </a:lnTo>
                  <a:lnTo>
                    <a:pt x="1731128" y="162241"/>
                  </a:lnTo>
                  <a:lnTo>
                    <a:pt x="1718014" y="164498"/>
                  </a:lnTo>
                  <a:lnTo>
                    <a:pt x="1704899" y="166748"/>
                  </a:lnTo>
                  <a:lnTo>
                    <a:pt x="1691784" y="168992"/>
                  </a:lnTo>
                  <a:lnTo>
                    <a:pt x="1678670" y="171230"/>
                  </a:lnTo>
                  <a:lnTo>
                    <a:pt x="1665555" y="173462"/>
                  </a:lnTo>
                  <a:lnTo>
                    <a:pt x="1652441" y="175686"/>
                  </a:lnTo>
                  <a:lnTo>
                    <a:pt x="1639326" y="177904"/>
                  </a:lnTo>
                  <a:lnTo>
                    <a:pt x="1626211" y="180115"/>
                  </a:lnTo>
                  <a:lnTo>
                    <a:pt x="1613097" y="182319"/>
                  </a:lnTo>
                  <a:lnTo>
                    <a:pt x="1599982" y="184515"/>
                  </a:lnTo>
                  <a:lnTo>
                    <a:pt x="1586868" y="186704"/>
                  </a:lnTo>
                  <a:lnTo>
                    <a:pt x="1573753" y="188886"/>
                  </a:lnTo>
                  <a:lnTo>
                    <a:pt x="1560638" y="191059"/>
                  </a:lnTo>
                  <a:lnTo>
                    <a:pt x="1547524" y="193225"/>
                  </a:lnTo>
                  <a:lnTo>
                    <a:pt x="1534409" y="195384"/>
                  </a:lnTo>
                  <a:lnTo>
                    <a:pt x="1521295" y="197534"/>
                  </a:lnTo>
                  <a:lnTo>
                    <a:pt x="1508180" y="199676"/>
                  </a:lnTo>
                  <a:lnTo>
                    <a:pt x="1495065" y="201811"/>
                  </a:lnTo>
                  <a:lnTo>
                    <a:pt x="1481951" y="203938"/>
                  </a:lnTo>
                  <a:lnTo>
                    <a:pt x="1468836" y="206056"/>
                  </a:lnTo>
                  <a:lnTo>
                    <a:pt x="1455721" y="208167"/>
                  </a:lnTo>
                  <a:lnTo>
                    <a:pt x="1442607" y="210269"/>
                  </a:lnTo>
                  <a:lnTo>
                    <a:pt x="1429492" y="212364"/>
                  </a:lnTo>
                  <a:lnTo>
                    <a:pt x="1416378" y="214450"/>
                  </a:lnTo>
                  <a:lnTo>
                    <a:pt x="1403263" y="216529"/>
                  </a:lnTo>
                  <a:lnTo>
                    <a:pt x="1390148" y="218599"/>
                  </a:lnTo>
                  <a:lnTo>
                    <a:pt x="1377034" y="220662"/>
                  </a:lnTo>
                  <a:lnTo>
                    <a:pt x="1363919" y="222717"/>
                  </a:lnTo>
                  <a:lnTo>
                    <a:pt x="1350805" y="224764"/>
                  </a:lnTo>
                  <a:lnTo>
                    <a:pt x="1337690" y="226803"/>
                  </a:lnTo>
                  <a:lnTo>
                    <a:pt x="1324575" y="228834"/>
                  </a:lnTo>
                  <a:lnTo>
                    <a:pt x="1311461" y="230858"/>
                  </a:lnTo>
                  <a:lnTo>
                    <a:pt x="1298346" y="232873"/>
                  </a:lnTo>
                  <a:lnTo>
                    <a:pt x="1285231" y="234882"/>
                  </a:lnTo>
                  <a:lnTo>
                    <a:pt x="1272117" y="236882"/>
                  </a:lnTo>
                  <a:lnTo>
                    <a:pt x="1259002" y="238875"/>
                  </a:lnTo>
                  <a:lnTo>
                    <a:pt x="1245888" y="240860"/>
                  </a:lnTo>
                  <a:lnTo>
                    <a:pt x="1232773" y="242837"/>
                  </a:lnTo>
                  <a:lnTo>
                    <a:pt x="1219658" y="244807"/>
                  </a:lnTo>
                  <a:lnTo>
                    <a:pt x="1206544" y="246769"/>
                  </a:lnTo>
                  <a:lnTo>
                    <a:pt x="1193429" y="248724"/>
                  </a:lnTo>
                  <a:lnTo>
                    <a:pt x="1180315" y="250671"/>
                  </a:lnTo>
                  <a:lnTo>
                    <a:pt x="1167200" y="252611"/>
                  </a:lnTo>
                  <a:lnTo>
                    <a:pt x="1154085" y="254543"/>
                  </a:lnTo>
                  <a:lnTo>
                    <a:pt x="1140971" y="256468"/>
                  </a:lnTo>
                  <a:lnTo>
                    <a:pt x="1127856" y="258385"/>
                  </a:lnTo>
                  <a:lnTo>
                    <a:pt x="1114742" y="260295"/>
                  </a:lnTo>
                  <a:lnTo>
                    <a:pt x="1101627" y="262197"/>
                  </a:lnTo>
                  <a:lnTo>
                    <a:pt x="1088512" y="264091"/>
                  </a:lnTo>
                  <a:lnTo>
                    <a:pt x="1075398" y="265979"/>
                  </a:lnTo>
                  <a:lnTo>
                    <a:pt x="1062283" y="267858"/>
                  </a:lnTo>
                  <a:lnTo>
                    <a:pt x="1049168" y="269730"/>
                  </a:lnTo>
                  <a:lnTo>
                    <a:pt x="1036054" y="271595"/>
                  </a:lnTo>
                  <a:lnTo>
                    <a:pt x="1022939" y="273452"/>
                  </a:lnTo>
                  <a:lnTo>
                    <a:pt x="1009825" y="275302"/>
                  </a:lnTo>
                  <a:lnTo>
                    <a:pt x="996710" y="277144"/>
                  </a:lnTo>
                  <a:lnTo>
                    <a:pt x="983595" y="278979"/>
                  </a:lnTo>
                  <a:lnTo>
                    <a:pt x="970481" y="280806"/>
                  </a:lnTo>
                  <a:lnTo>
                    <a:pt x="957366" y="282626"/>
                  </a:lnTo>
                  <a:lnTo>
                    <a:pt x="944252" y="284439"/>
                  </a:lnTo>
                  <a:lnTo>
                    <a:pt x="931137" y="286244"/>
                  </a:lnTo>
                  <a:lnTo>
                    <a:pt x="918022" y="288042"/>
                  </a:lnTo>
                  <a:lnTo>
                    <a:pt x="904908" y="289833"/>
                  </a:lnTo>
                  <a:lnTo>
                    <a:pt x="891793" y="291616"/>
                  </a:lnTo>
                  <a:lnTo>
                    <a:pt x="878679" y="293392"/>
                  </a:lnTo>
                  <a:lnTo>
                    <a:pt x="865564" y="295161"/>
                  </a:lnTo>
                  <a:lnTo>
                    <a:pt x="852449" y="296923"/>
                  </a:lnTo>
                  <a:lnTo>
                    <a:pt x="839335" y="298678"/>
                  </a:lnTo>
                  <a:lnTo>
                    <a:pt x="826220" y="300427"/>
                  </a:lnTo>
                  <a:lnTo>
                    <a:pt x="813105" y="302168"/>
                  </a:lnTo>
                  <a:lnTo>
                    <a:pt x="799991" y="303902"/>
                  </a:lnTo>
                  <a:lnTo>
                    <a:pt x="786876" y="305630"/>
                  </a:lnTo>
                  <a:lnTo>
                    <a:pt x="773762" y="307351"/>
                  </a:lnTo>
                  <a:lnTo>
                    <a:pt x="760647" y="309066"/>
                  </a:lnTo>
                  <a:lnTo>
                    <a:pt x="747532" y="310775"/>
                  </a:lnTo>
                  <a:lnTo>
                    <a:pt x="734418" y="312477"/>
                  </a:lnTo>
                  <a:lnTo>
                    <a:pt x="721303" y="314173"/>
                  </a:lnTo>
                  <a:lnTo>
                    <a:pt x="708189" y="315863"/>
                  </a:lnTo>
                  <a:lnTo>
                    <a:pt x="695074" y="317547"/>
                  </a:lnTo>
                  <a:lnTo>
                    <a:pt x="681959" y="319225"/>
                  </a:lnTo>
                  <a:lnTo>
                    <a:pt x="668845" y="320898"/>
                  </a:lnTo>
                  <a:lnTo>
                    <a:pt x="655730" y="322565"/>
                  </a:lnTo>
                  <a:lnTo>
                    <a:pt x="642615" y="324227"/>
                  </a:lnTo>
                  <a:lnTo>
                    <a:pt x="629501" y="325884"/>
                  </a:lnTo>
                  <a:lnTo>
                    <a:pt x="616386" y="327536"/>
                  </a:lnTo>
                  <a:lnTo>
                    <a:pt x="603272" y="329183"/>
                  </a:lnTo>
                  <a:lnTo>
                    <a:pt x="590157" y="330825"/>
                  </a:lnTo>
                  <a:lnTo>
                    <a:pt x="577042" y="332462"/>
                  </a:lnTo>
                  <a:lnTo>
                    <a:pt x="563928" y="334095"/>
                  </a:lnTo>
                  <a:lnTo>
                    <a:pt x="550813" y="335724"/>
                  </a:lnTo>
                  <a:lnTo>
                    <a:pt x="537699" y="337348"/>
                  </a:lnTo>
                  <a:lnTo>
                    <a:pt x="524584" y="338969"/>
                  </a:lnTo>
                  <a:lnTo>
                    <a:pt x="511469" y="340586"/>
                  </a:lnTo>
                  <a:lnTo>
                    <a:pt x="498355" y="342198"/>
                  </a:lnTo>
                  <a:lnTo>
                    <a:pt x="485240" y="343808"/>
                  </a:lnTo>
                  <a:lnTo>
                    <a:pt x="472126" y="345414"/>
                  </a:lnTo>
                  <a:lnTo>
                    <a:pt x="459011" y="347017"/>
                  </a:lnTo>
                  <a:lnTo>
                    <a:pt x="445896" y="348616"/>
                  </a:lnTo>
                  <a:lnTo>
                    <a:pt x="432782" y="350213"/>
                  </a:lnTo>
                  <a:lnTo>
                    <a:pt x="419667" y="351806"/>
                  </a:lnTo>
                  <a:lnTo>
                    <a:pt x="406552" y="353397"/>
                  </a:lnTo>
                  <a:lnTo>
                    <a:pt x="393438" y="354986"/>
                  </a:lnTo>
                  <a:lnTo>
                    <a:pt x="380323" y="356571"/>
                  </a:lnTo>
                  <a:lnTo>
                    <a:pt x="367209" y="358155"/>
                  </a:lnTo>
                  <a:lnTo>
                    <a:pt x="354094" y="359736"/>
                  </a:lnTo>
                  <a:lnTo>
                    <a:pt x="340979" y="361315"/>
                  </a:lnTo>
                  <a:lnTo>
                    <a:pt x="327865" y="362892"/>
                  </a:lnTo>
                  <a:lnTo>
                    <a:pt x="314750" y="364468"/>
                  </a:lnTo>
                  <a:lnTo>
                    <a:pt x="301636" y="366041"/>
                  </a:lnTo>
                  <a:lnTo>
                    <a:pt x="288521" y="367613"/>
                  </a:lnTo>
                  <a:lnTo>
                    <a:pt x="275406" y="369183"/>
                  </a:lnTo>
                  <a:lnTo>
                    <a:pt x="262292" y="370752"/>
                  </a:lnTo>
                  <a:lnTo>
                    <a:pt x="249177" y="372320"/>
                  </a:lnTo>
                  <a:lnTo>
                    <a:pt x="236063" y="373886"/>
                  </a:lnTo>
                  <a:lnTo>
                    <a:pt x="222948" y="375452"/>
                  </a:lnTo>
                  <a:lnTo>
                    <a:pt x="209833" y="377016"/>
                  </a:lnTo>
                  <a:lnTo>
                    <a:pt x="196719" y="378579"/>
                  </a:lnTo>
                  <a:lnTo>
                    <a:pt x="183604" y="380142"/>
                  </a:lnTo>
                  <a:lnTo>
                    <a:pt x="170489" y="381704"/>
                  </a:lnTo>
                  <a:lnTo>
                    <a:pt x="157375" y="383265"/>
                  </a:lnTo>
                  <a:lnTo>
                    <a:pt x="144260" y="384826"/>
                  </a:lnTo>
                  <a:lnTo>
                    <a:pt x="131146" y="386387"/>
                  </a:lnTo>
                  <a:lnTo>
                    <a:pt x="118031" y="387947"/>
                  </a:lnTo>
                  <a:lnTo>
                    <a:pt x="104916" y="389506"/>
                  </a:lnTo>
                  <a:lnTo>
                    <a:pt x="91802" y="391066"/>
                  </a:lnTo>
                  <a:lnTo>
                    <a:pt x="78687" y="392625"/>
                  </a:lnTo>
                  <a:lnTo>
                    <a:pt x="65573" y="394184"/>
                  </a:lnTo>
                  <a:lnTo>
                    <a:pt x="52458" y="395743"/>
                  </a:lnTo>
                  <a:lnTo>
                    <a:pt x="39343" y="397302"/>
                  </a:lnTo>
                  <a:lnTo>
                    <a:pt x="26229" y="398861"/>
                  </a:lnTo>
                  <a:lnTo>
                    <a:pt x="13114" y="400420"/>
                  </a:lnTo>
                  <a:lnTo>
                    <a:pt x="0" y="401979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1894150" y="2014801"/>
              <a:ext cx="2347515" cy="290890"/>
            </a:xfrm>
            <a:custGeom>
              <a:avLst/>
              <a:pathLst>
                <a:path w="2347515" h="290890">
                  <a:moveTo>
                    <a:pt x="0" y="290890"/>
                  </a:moveTo>
                  <a:lnTo>
                    <a:pt x="13114" y="289930"/>
                  </a:lnTo>
                  <a:lnTo>
                    <a:pt x="26229" y="288970"/>
                  </a:lnTo>
                  <a:lnTo>
                    <a:pt x="39343" y="288009"/>
                  </a:lnTo>
                  <a:lnTo>
                    <a:pt x="52458" y="287049"/>
                  </a:lnTo>
                  <a:lnTo>
                    <a:pt x="65573" y="286089"/>
                  </a:lnTo>
                  <a:lnTo>
                    <a:pt x="78687" y="285128"/>
                  </a:lnTo>
                  <a:lnTo>
                    <a:pt x="91802" y="284166"/>
                  </a:lnTo>
                  <a:lnTo>
                    <a:pt x="104916" y="283205"/>
                  </a:lnTo>
                  <a:lnTo>
                    <a:pt x="118031" y="282242"/>
                  </a:lnTo>
                  <a:lnTo>
                    <a:pt x="131146" y="281279"/>
                  </a:lnTo>
                  <a:lnTo>
                    <a:pt x="144260" y="280315"/>
                  </a:lnTo>
                  <a:lnTo>
                    <a:pt x="157375" y="279350"/>
                  </a:lnTo>
                  <a:lnTo>
                    <a:pt x="170489" y="278383"/>
                  </a:lnTo>
                  <a:lnTo>
                    <a:pt x="183604" y="277415"/>
                  </a:lnTo>
                  <a:lnTo>
                    <a:pt x="196719" y="276445"/>
                  </a:lnTo>
                  <a:lnTo>
                    <a:pt x="209833" y="275473"/>
                  </a:lnTo>
                  <a:lnTo>
                    <a:pt x="222948" y="274499"/>
                  </a:lnTo>
                  <a:lnTo>
                    <a:pt x="236063" y="273523"/>
                  </a:lnTo>
                  <a:lnTo>
                    <a:pt x="249177" y="272544"/>
                  </a:lnTo>
                  <a:lnTo>
                    <a:pt x="262292" y="271563"/>
                  </a:lnTo>
                  <a:lnTo>
                    <a:pt x="275406" y="270578"/>
                  </a:lnTo>
                  <a:lnTo>
                    <a:pt x="288521" y="269590"/>
                  </a:lnTo>
                  <a:lnTo>
                    <a:pt x="301636" y="268599"/>
                  </a:lnTo>
                  <a:lnTo>
                    <a:pt x="314750" y="267604"/>
                  </a:lnTo>
                  <a:lnTo>
                    <a:pt x="327865" y="266605"/>
                  </a:lnTo>
                  <a:lnTo>
                    <a:pt x="340979" y="265601"/>
                  </a:lnTo>
                  <a:lnTo>
                    <a:pt x="354094" y="264594"/>
                  </a:lnTo>
                  <a:lnTo>
                    <a:pt x="367209" y="263581"/>
                  </a:lnTo>
                  <a:lnTo>
                    <a:pt x="380323" y="262564"/>
                  </a:lnTo>
                  <a:lnTo>
                    <a:pt x="393438" y="261541"/>
                  </a:lnTo>
                  <a:lnTo>
                    <a:pt x="406552" y="260513"/>
                  </a:lnTo>
                  <a:lnTo>
                    <a:pt x="419667" y="259480"/>
                  </a:lnTo>
                  <a:lnTo>
                    <a:pt x="432782" y="258440"/>
                  </a:lnTo>
                  <a:lnTo>
                    <a:pt x="445896" y="257394"/>
                  </a:lnTo>
                  <a:lnTo>
                    <a:pt x="459011" y="256342"/>
                  </a:lnTo>
                  <a:lnTo>
                    <a:pt x="472126" y="255284"/>
                  </a:lnTo>
                  <a:lnTo>
                    <a:pt x="485240" y="254219"/>
                  </a:lnTo>
                  <a:lnTo>
                    <a:pt x="498355" y="253146"/>
                  </a:lnTo>
                  <a:lnTo>
                    <a:pt x="511469" y="252066"/>
                  </a:lnTo>
                  <a:lnTo>
                    <a:pt x="524584" y="250979"/>
                  </a:lnTo>
                  <a:lnTo>
                    <a:pt x="537699" y="249884"/>
                  </a:lnTo>
                  <a:lnTo>
                    <a:pt x="550813" y="248781"/>
                  </a:lnTo>
                  <a:lnTo>
                    <a:pt x="563928" y="247670"/>
                  </a:lnTo>
                  <a:lnTo>
                    <a:pt x="577042" y="246550"/>
                  </a:lnTo>
                  <a:lnTo>
                    <a:pt x="590157" y="245422"/>
                  </a:lnTo>
                  <a:lnTo>
                    <a:pt x="603272" y="244285"/>
                  </a:lnTo>
                  <a:lnTo>
                    <a:pt x="616386" y="243139"/>
                  </a:lnTo>
                  <a:lnTo>
                    <a:pt x="629501" y="241983"/>
                  </a:lnTo>
                  <a:lnTo>
                    <a:pt x="642615" y="240818"/>
                  </a:lnTo>
                  <a:lnTo>
                    <a:pt x="655730" y="239644"/>
                  </a:lnTo>
                  <a:lnTo>
                    <a:pt x="668845" y="238459"/>
                  </a:lnTo>
                  <a:lnTo>
                    <a:pt x="681959" y="237264"/>
                  </a:lnTo>
                  <a:lnTo>
                    <a:pt x="695074" y="236059"/>
                  </a:lnTo>
                  <a:lnTo>
                    <a:pt x="708189" y="234843"/>
                  </a:lnTo>
                  <a:lnTo>
                    <a:pt x="721303" y="233617"/>
                  </a:lnTo>
                  <a:lnTo>
                    <a:pt x="734418" y="232380"/>
                  </a:lnTo>
                  <a:lnTo>
                    <a:pt x="747532" y="231132"/>
                  </a:lnTo>
                  <a:lnTo>
                    <a:pt x="760647" y="229872"/>
                  </a:lnTo>
                  <a:lnTo>
                    <a:pt x="773762" y="228602"/>
                  </a:lnTo>
                  <a:lnTo>
                    <a:pt x="786876" y="227319"/>
                  </a:lnTo>
                  <a:lnTo>
                    <a:pt x="799991" y="226026"/>
                  </a:lnTo>
                  <a:lnTo>
                    <a:pt x="813105" y="224720"/>
                  </a:lnTo>
                  <a:lnTo>
                    <a:pt x="826220" y="223403"/>
                  </a:lnTo>
                  <a:lnTo>
                    <a:pt x="839335" y="222073"/>
                  </a:lnTo>
                  <a:lnTo>
                    <a:pt x="852449" y="220732"/>
                  </a:lnTo>
                  <a:lnTo>
                    <a:pt x="865564" y="219378"/>
                  </a:lnTo>
                  <a:lnTo>
                    <a:pt x="878679" y="218012"/>
                  </a:lnTo>
                  <a:lnTo>
                    <a:pt x="891793" y="216634"/>
                  </a:lnTo>
                  <a:lnTo>
                    <a:pt x="904908" y="215243"/>
                  </a:lnTo>
                  <a:lnTo>
                    <a:pt x="918022" y="213840"/>
                  </a:lnTo>
                  <a:lnTo>
                    <a:pt x="931137" y="212425"/>
                  </a:lnTo>
                  <a:lnTo>
                    <a:pt x="944252" y="210997"/>
                  </a:lnTo>
                  <a:lnTo>
                    <a:pt x="957366" y="209556"/>
                  </a:lnTo>
                  <a:lnTo>
                    <a:pt x="970481" y="208103"/>
                  </a:lnTo>
                  <a:lnTo>
                    <a:pt x="983595" y="206637"/>
                  </a:lnTo>
                  <a:lnTo>
                    <a:pt x="996710" y="205159"/>
                  </a:lnTo>
                  <a:lnTo>
                    <a:pt x="1009825" y="203668"/>
                  </a:lnTo>
                  <a:lnTo>
                    <a:pt x="1022939" y="202165"/>
                  </a:lnTo>
                  <a:lnTo>
                    <a:pt x="1036054" y="200648"/>
                  </a:lnTo>
                  <a:lnTo>
                    <a:pt x="1049168" y="199120"/>
                  </a:lnTo>
                  <a:lnTo>
                    <a:pt x="1062283" y="197578"/>
                  </a:lnTo>
                  <a:lnTo>
                    <a:pt x="1075398" y="196024"/>
                  </a:lnTo>
                  <a:lnTo>
                    <a:pt x="1088512" y="194458"/>
                  </a:lnTo>
                  <a:lnTo>
                    <a:pt x="1101627" y="192879"/>
                  </a:lnTo>
                  <a:lnTo>
                    <a:pt x="1114742" y="191287"/>
                  </a:lnTo>
                  <a:lnTo>
                    <a:pt x="1127856" y="189684"/>
                  </a:lnTo>
                  <a:lnTo>
                    <a:pt x="1140971" y="188067"/>
                  </a:lnTo>
                  <a:lnTo>
                    <a:pt x="1154085" y="186438"/>
                  </a:lnTo>
                  <a:lnTo>
                    <a:pt x="1167200" y="184797"/>
                  </a:lnTo>
                  <a:lnTo>
                    <a:pt x="1180315" y="183144"/>
                  </a:lnTo>
                  <a:lnTo>
                    <a:pt x="1193429" y="181478"/>
                  </a:lnTo>
                  <a:lnTo>
                    <a:pt x="1206544" y="179800"/>
                  </a:lnTo>
                  <a:lnTo>
                    <a:pt x="1219658" y="178110"/>
                  </a:lnTo>
                  <a:lnTo>
                    <a:pt x="1232773" y="176408"/>
                  </a:lnTo>
                  <a:lnTo>
                    <a:pt x="1245888" y="174693"/>
                  </a:lnTo>
                  <a:lnTo>
                    <a:pt x="1259002" y="172967"/>
                  </a:lnTo>
                  <a:lnTo>
                    <a:pt x="1272117" y="171228"/>
                  </a:lnTo>
                  <a:lnTo>
                    <a:pt x="1285231" y="169477"/>
                  </a:lnTo>
                  <a:lnTo>
                    <a:pt x="1298346" y="167715"/>
                  </a:lnTo>
                  <a:lnTo>
                    <a:pt x="1311461" y="165940"/>
                  </a:lnTo>
                  <a:lnTo>
                    <a:pt x="1324575" y="164154"/>
                  </a:lnTo>
                  <a:lnTo>
                    <a:pt x="1337690" y="162355"/>
                  </a:lnTo>
                  <a:lnTo>
                    <a:pt x="1350805" y="160545"/>
                  </a:lnTo>
                  <a:lnTo>
                    <a:pt x="1363919" y="158723"/>
                  </a:lnTo>
                  <a:lnTo>
                    <a:pt x="1377034" y="156889"/>
                  </a:lnTo>
                  <a:lnTo>
                    <a:pt x="1390148" y="155043"/>
                  </a:lnTo>
                  <a:lnTo>
                    <a:pt x="1403263" y="153186"/>
                  </a:lnTo>
                  <a:lnTo>
                    <a:pt x="1416378" y="151316"/>
                  </a:lnTo>
                  <a:lnTo>
                    <a:pt x="1429492" y="149436"/>
                  </a:lnTo>
                  <a:lnTo>
                    <a:pt x="1442607" y="147544"/>
                  </a:lnTo>
                  <a:lnTo>
                    <a:pt x="1455721" y="145640"/>
                  </a:lnTo>
                  <a:lnTo>
                    <a:pt x="1468836" y="143725"/>
                  </a:lnTo>
                  <a:lnTo>
                    <a:pt x="1481951" y="141799"/>
                  </a:lnTo>
                  <a:lnTo>
                    <a:pt x="1495065" y="139861"/>
                  </a:lnTo>
                  <a:lnTo>
                    <a:pt x="1508180" y="137912"/>
                  </a:lnTo>
                  <a:lnTo>
                    <a:pt x="1521295" y="135953"/>
                  </a:lnTo>
                  <a:lnTo>
                    <a:pt x="1534409" y="133982"/>
                  </a:lnTo>
                  <a:lnTo>
                    <a:pt x="1547524" y="132001"/>
                  </a:lnTo>
                  <a:lnTo>
                    <a:pt x="1560638" y="130009"/>
                  </a:lnTo>
                  <a:lnTo>
                    <a:pt x="1573753" y="128007"/>
                  </a:lnTo>
                  <a:lnTo>
                    <a:pt x="1586868" y="125994"/>
                  </a:lnTo>
                  <a:lnTo>
                    <a:pt x="1599982" y="123971"/>
                  </a:lnTo>
                  <a:lnTo>
                    <a:pt x="1613097" y="121939"/>
                  </a:lnTo>
                  <a:lnTo>
                    <a:pt x="1626211" y="119896"/>
                  </a:lnTo>
                  <a:lnTo>
                    <a:pt x="1639326" y="117844"/>
                  </a:lnTo>
                  <a:lnTo>
                    <a:pt x="1652441" y="115783"/>
                  </a:lnTo>
                  <a:lnTo>
                    <a:pt x="1665555" y="113713"/>
                  </a:lnTo>
                  <a:lnTo>
                    <a:pt x="1678670" y="111634"/>
                  </a:lnTo>
                  <a:lnTo>
                    <a:pt x="1691784" y="109547"/>
                  </a:lnTo>
                  <a:lnTo>
                    <a:pt x="1704899" y="107451"/>
                  </a:lnTo>
                  <a:lnTo>
                    <a:pt x="1718014" y="105347"/>
                  </a:lnTo>
                  <a:lnTo>
                    <a:pt x="1731128" y="103235"/>
                  </a:lnTo>
                  <a:lnTo>
                    <a:pt x="1744243" y="101117"/>
                  </a:lnTo>
                  <a:lnTo>
                    <a:pt x="1757358" y="98991"/>
                  </a:lnTo>
                  <a:lnTo>
                    <a:pt x="1770472" y="96858"/>
                  </a:lnTo>
                  <a:lnTo>
                    <a:pt x="1783587" y="94718"/>
                  </a:lnTo>
                  <a:lnTo>
                    <a:pt x="1796701" y="92573"/>
                  </a:lnTo>
                  <a:lnTo>
                    <a:pt x="1809816" y="90421"/>
                  </a:lnTo>
                  <a:lnTo>
                    <a:pt x="1822931" y="88264"/>
                  </a:lnTo>
                  <a:lnTo>
                    <a:pt x="1836045" y="86102"/>
                  </a:lnTo>
                  <a:lnTo>
                    <a:pt x="1849160" y="83934"/>
                  </a:lnTo>
                  <a:lnTo>
                    <a:pt x="1862274" y="81762"/>
                  </a:lnTo>
                  <a:lnTo>
                    <a:pt x="1875389" y="79586"/>
                  </a:lnTo>
                  <a:lnTo>
                    <a:pt x="1888504" y="77405"/>
                  </a:lnTo>
                  <a:lnTo>
                    <a:pt x="1901618" y="75220"/>
                  </a:lnTo>
                  <a:lnTo>
                    <a:pt x="1914733" y="73032"/>
                  </a:lnTo>
                  <a:lnTo>
                    <a:pt x="1927847" y="70841"/>
                  </a:lnTo>
                  <a:lnTo>
                    <a:pt x="1940962" y="68646"/>
                  </a:lnTo>
                  <a:lnTo>
                    <a:pt x="1954077" y="66449"/>
                  </a:lnTo>
                  <a:lnTo>
                    <a:pt x="1967191" y="64249"/>
                  </a:lnTo>
                  <a:lnTo>
                    <a:pt x="1980306" y="62047"/>
                  </a:lnTo>
                  <a:lnTo>
                    <a:pt x="1993421" y="59843"/>
                  </a:lnTo>
                  <a:lnTo>
                    <a:pt x="2006535" y="57637"/>
                  </a:lnTo>
                  <a:lnTo>
                    <a:pt x="2019650" y="55429"/>
                  </a:lnTo>
                  <a:lnTo>
                    <a:pt x="2032764" y="53220"/>
                  </a:lnTo>
                  <a:lnTo>
                    <a:pt x="2045879" y="51009"/>
                  </a:lnTo>
                  <a:lnTo>
                    <a:pt x="2058994" y="48797"/>
                  </a:lnTo>
                  <a:lnTo>
                    <a:pt x="2072108" y="46584"/>
                  </a:lnTo>
                  <a:lnTo>
                    <a:pt x="2085223" y="44370"/>
                  </a:lnTo>
                  <a:lnTo>
                    <a:pt x="2098337" y="42155"/>
                  </a:lnTo>
                  <a:lnTo>
                    <a:pt x="2111452" y="39940"/>
                  </a:lnTo>
                  <a:lnTo>
                    <a:pt x="2124567" y="37724"/>
                  </a:lnTo>
                  <a:lnTo>
                    <a:pt x="2137681" y="35507"/>
                  </a:lnTo>
                  <a:lnTo>
                    <a:pt x="2150796" y="33290"/>
                  </a:lnTo>
                  <a:lnTo>
                    <a:pt x="2163911" y="31072"/>
                  </a:lnTo>
                  <a:lnTo>
                    <a:pt x="2177025" y="28854"/>
                  </a:lnTo>
                  <a:lnTo>
                    <a:pt x="2190140" y="26635"/>
                  </a:lnTo>
                  <a:lnTo>
                    <a:pt x="2203254" y="24417"/>
                  </a:lnTo>
                  <a:lnTo>
                    <a:pt x="2216369" y="22198"/>
                  </a:lnTo>
                  <a:lnTo>
                    <a:pt x="2229484" y="19978"/>
                  </a:lnTo>
                  <a:lnTo>
                    <a:pt x="2242598" y="17759"/>
                  </a:lnTo>
                  <a:lnTo>
                    <a:pt x="2255713" y="15539"/>
                  </a:lnTo>
                  <a:lnTo>
                    <a:pt x="2268827" y="13320"/>
                  </a:lnTo>
                  <a:lnTo>
                    <a:pt x="2281942" y="11100"/>
                  </a:lnTo>
                  <a:lnTo>
                    <a:pt x="2295057" y="8880"/>
                  </a:lnTo>
                  <a:lnTo>
                    <a:pt x="2308171" y="6660"/>
                  </a:lnTo>
                  <a:lnTo>
                    <a:pt x="2321286" y="4440"/>
                  </a:lnTo>
                  <a:lnTo>
                    <a:pt x="2334400" y="2220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1894150" y="2067974"/>
              <a:ext cx="2347515" cy="348806"/>
            </a:xfrm>
            <a:custGeom>
              <a:avLst/>
              <a:pathLst>
                <a:path w="2347515" h="348806">
                  <a:moveTo>
                    <a:pt x="2347515" y="0"/>
                  </a:moveTo>
                  <a:lnTo>
                    <a:pt x="2334400" y="2337"/>
                  </a:lnTo>
                  <a:lnTo>
                    <a:pt x="2321286" y="4674"/>
                  </a:lnTo>
                  <a:lnTo>
                    <a:pt x="2308171" y="7011"/>
                  </a:lnTo>
                  <a:lnTo>
                    <a:pt x="2295057" y="9348"/>
                  </a:lnTo>
                  <a:lnTo>
                    <a:pt x="2281942" y="11685"/>
                  </a:lnTo>
                  <a:lnTo>
                    <a:pt x="2268827" y="14021"/>
                  </a:lnTo>
                  <a:lnTo>
                    <a:pt x="2255713" y="16358"/>
                  </a:lnTo>
                  <a:lnTo>
                    <a:pt x="2242598" y="18695"/>
                  </a:lnTo>
                  <a:lnTo>
                    <a:pt x="2229484" y="21032"/>
                  </a:lnTo>
                  <a:lnTo>
                    <a:pt x="2216369" y="23368"/>
                  </a:lnTo>
                  <a:lnTo>
                    <a:pt x="2203254" y="25705"/>
                  </a:lnTo>
                  <a:lnTo>
                    <a:pt x="2190140" y="28041"/>
                  </a:lnTo>
                  <a:lnTo>
                    <a:pt x="2177025" y="30377"/>
                  </a:lnTo>
                  <a:lnTo>
                    <a:pt x="2163911" y="32713"/>
                  </a:lnTo>
                  <a:lnTo>
                    <a:pt x="2150796" y="35049"/>
                  </a:lnTo>
                  <a:lnTo>
                    <a:pt x="2137681" y="37385"/>
                  </a:lnTo>
                  <a:lnTo>
                    <a:pt x="2124567" y="39720"/>
                  </a:lnTo>
                  <a:lnTo>
                    <a:pt x="2111452" y="42055"/>
                  </a:lnTo>
                  <a:lnTo>
                    <a:pt x="2098337" y="44390"/>
                  </a:lnTo>
                  <a:lnTo>
                    <a:pt x="2085223" y="46724"/>
                  </a:lnTo>
                  <a:lnTo>
                    <a:pt x="2072108" y="49058"/>
                  </a:lnTo>
                  <a:lnTo>
                    <a:pt x="2058994" y="51391"/>
                  </a:lnTo>
                  <a:lnTo>
                    <a:pt x="2045879" y="53723"/>
                  </a:lnTo>
                  <a:lnTo>
                    <a:pt x="2032764" y="56055"/>
                  </a:lnTo>
                  <a:lnTo>
                    <a:pt x="2019650" y="58386"/>
                  </a:lnTo>
                  <a:lnTo>
                    <a:pt x="2006535" y="60716"/>
                  </a:lnTo>
                  <a:lnTo>
                    <a:pt x="1993421" y="63044"/>
                  </a:lnTo>
                  <a:lnTo>
                    <a:pt x="1980306" y="65372"/>
                  </a:lnTo>
                  <a:lnTo>
                    <a:pt x="1967191" y="67698"/>
                  </a:lnTo>
                  <a:lnTo>
                    <a:pt x="1954077" y="70022"/>
                  </a:lnTo>
                  <a:lnTo>
                    <a:pt x="1940962" y="72344"/>
                  </a:lnTo>
                  <a:lnTo>
                    <a:pt x="1927847" y="74664"/>
                  </a:lnTo>
                  <a:lnTo>
                    <a:pt x="1914733" y="76982"/>
                  </a:lnTo>
                  <a:lnTo>
                    <a:pt x="1901618" y="79298"/>
                  </a:lnTo>
                  <a:lnTo>
                    <a:pt x="1888504" y="81610"/>
                  </a:lnTo>
                  <a:lnTo>
                    <a:pt x="1875389" y="83920"/>
                  </a:lnTo>
                  <a:lnTo>
                    <a:pt x="1862274" y="86227"/>
                  </a:lnTo>
                  <a:lnTo>
                    <a:pt x="1849160" y="88530"/>
                  </a:lnTo>
                  <a:lnTo>
                    <a:pt x="1836045" y="90830"/>
                  </a:lnTo>
                  <a:lnTo>
                    <a:pt x="1822931" y="93126"/>
                  </a:lnTo>
                  <a:lnTo>
                    <a:pt x="1809816" y="95417"/>
                  </a:lnTo>
                  <a:lnTo>
                    <a:pt x="1796701" y="97705"/>
                  </a:lnTo>
                  <a:lnTo>
                    <a:pt x="1783587" y="99987"/>
                  </a:lnTo>
                  <a:lnTo>
                    <a:pt x="1770472" y="102265"/>
                  </a:lnTo>
                  <a:lnTo>
                    <a:pt x="1757358" y="104538"/>
                  </a:lnTo>
                  <a:lnTo>
                    <a:pt x="1744243" y="106806"/>
                  </a:lnTo>
                  <a:lnTo>
                    <a:pt x="1731128" y="109068"/>
                  </a:lnTo>
                  <a:lnTo>
                    <a:pt x="1718014" y="111324"/>
                  </a:lnTo>
                  <a:lnTo>
                    <a:pt x="1704899" y="113575"/>
                  </a:lnTo>
                  <a:lnTo>
                    <a:pt x="1691784" y="115819"/>
                  </a:lnTo>
                  <a:lnTo>
                    <a:pt x="1678670" y="118057"/>
                  </a:lnTo>
                  <a:lnTo>
                    <a:pt x="1665555" y="120288"/>
                  </a:lnTo>
                  <a:lnTo>
                    <a:pt x="1652441" y="122513"/>
                  </a:lnTo>
                  <a:lnTo>
                    <a:pt x="1639326" y="124731"/>
                  </a:lnTo>
                  <a:lnTo>
                    <a:pt x="1626211" y="126942"/>
                  </a:lnTo>
                  <a:lnTo>
                    <a:pt x="1613097" y="129145"/>
                  </a:lnTo>
                  <a:lnTo>
                    <a:pt x="1599982" y="131342"/>
                  </a:lnTo>
                  <a:lnTo>
                    <a:pt x="1586868" y="133531"/>
                  </a:lnTo>
                  <a:lnTo>
                    <a:pt x="1573753" y="135712"/>
                  </a:lnTo>
                  <a:lnTo>
                    <a:pt x="1560638" y="137886"/>
                  </a:lnTo>
                  <a:lnTo>
                    <a:pt x="1547524" y="140052"/>
                  </a:lnTo>
                  <a:lnTo>
                    <a:pt x="1534409" y="142210"/>
                  </a:lnTo>
                  <a:lnTo>
                    <a:pt x="1521295" y="144361"/>
                  </a:lnTo>
                  <a:lnTo>
                    <a:pt x="1508180" y="146503"/>
                  </a:lnTo>
                  <a:lnTo>
                    <a:pt x="1495065" y="148638"/>
                  </a:lnTo>
                  <a:lnTo>
                    <a:pt x="1481951" y="150764"/>
                  </a:lnTo>
                  <a:lnTo>
                    <a:pt x="1468836" y="152883"/>
                  </a:lnTo>
                  <a:lnTo>
                    <a:pt x="1455721" y="154993"/>
                  </a:lnTo>
                  <a:lnTo>
                    <a:pt x="1442607" y="157096"/>
                  </a:lnTo>
                  <a:lnTo>
                    <a:pt x="1429492" y="159190"/>
                  </a:lnTo>
                  <a:lnTo>
                    <a:pt x="1416378" y="161277"/>
                  </a:lnTo>
                  <a:lnTo>
                    <a:pt x="1403263" y="163355"/>
                  </a:lnTo>
                  <a:lnTo>
                    <a:pt x="1390148" y="165426"/>
                  </a:lnTo>
                  <a:lnTo>
                    <a:pt x="1377034" y="167489"/>
                  </a:lnTo>
                  <a:lnTo>
                    <a:pt x="1363919" y="169544"/>
                  </a:lnTo>
                  <a:lnTo>
                    <a:pt x="1350805" y="171590"/>
                  </a:lnTo>
                  <a:lnTo>
                    <a:pt x="1337690" y="173630"/>
                  </a:lnTo>
                  <a:lnTo>
                    <a:pt x="1324575" y="175661"/>
                  </a:lnTo>
                  <a:lnTo>
                    <a:pt x="1311461" y="177684"/>
                  </a:lnTo>
                  <a:lnTo>
                    <a:pt x="1298346" y="179700"/>
                  </a:lnTo>
                  <a:lnTo>
                    <a:pt x="1285231" y="181708"/>
                  </a:lnTo>
                  <a:lnTo>
                    <a:pt x="1272117" y="183709"/>
                  </a:lnTo>
                  <a:lnTo>
                    <a:pt x="1259002" y="185701"/>
                  </a:lnTo>
                  <a:lnTo>
                    <a:pt x="1245888" y="187686"/>
                  </a:lnTo>
                  <a:lnTo>
                    <a:pt x="1232773" y="189664"/>
                  </a:lnTo>
                  <a:lnTo>
                    <a:pt x="1219658" y="191634"/>
                  </a:lnTo>
                  <a:lnTo>
                    <a:pt x="1206544" y="193596"/>
                  </a:lnTo>
                  <a:lnTo>
                    <a:pt x="1193429" y="195551"/>
                  </a:lnTo>
                  <a:lnTo>
                    <a:pt x="1180315" y="197498"/>
                  </a:lnTo>
                  <a:lnTo>
                    <a:pt x="1167200" y="199438"/>
                  </a:lnTo>
                  <a:lnTo>
                    <a:pt x="1154085" y="201370"/>
                  </a:lnTo>
                  <a:lnTo>
                    <a:pt x="1140971" y="203295"/>
                  </a:lnTo>
                  <a:lnTo>
                    <a:pt x="1127856" y="205212"/>
                  </a:lnTo>
                  <a:lnTo>
                    <a:pt x="1114742" y="207121"/>
                  </a:lnTo>
                  <a:lnTo>
                    <a:pt x="1101627" y="209023"/>
                  </a:lnTo>
                  <a:lnTo>
                    <a:pt x="1088512" y="210918"/>
                  </a:lnTo>
                  <a:lnTo>
                    <a:pt x="1075398" y="212805"/>
                  </a:lnTo>
                  <a:lnTo>
                    <a:pt x="1062283" y="214685"/>
                  </a:lnTo>
                  <a:lnTo>
                    <a:pt x="1049168" y="216557"/>
                  </a:lnTo>
                  <a:lnTo>
                    <a:pt x="1036054" y="218422"/>
                  </a:lnTo>
                  <a:lnTo>
                    <a:pt x="1022939" y="220279"/>
                  </a:lnTo>
                  <a:lnTo>
                    <a:pt x="1009825" y="222128"/>
                  </a:lnTo>
                  <a:lnTo>
                    <a:pt x="996710" y="223971"/>
                  </a:lnTo>
                  <a:lnTo>
                    <a:pt x="983595" y="225806"/>
                  </a:lnTo>
                  <a:lnTo>
                    <a:pt x="970481" y="227633"/>
                  </a:lnTo>
                  <a:lnTo>
                    <a:pt x="957366" y="229453"/>
                  </a:lnTo>
                  <a:lnTo>
                    <a:pt x="944252" y="231265"/>
                  </a:lnTo>
                  <a:lnTo>
                    <a:pt x="931137" y="233071"/>
                  </a:lnTo>
                  <a:lnTo>
                    <a:pt x="918022" y="234869"/>
                  </a:lnTo>
                  <a:lnTo>
                    <a:pt x="904908" y="236659"/>
                  </a:lnTo>
                  <a:lnTo>
                    <a:pt x="891793" y="238443"/>
                  </a:lnTo>
                  <a:lnTo>
                    <a:pt x="878679" y="240219"/>
                  </a:lnTo>
                  <a:lnTo>
                    <a:pt x="865564" y="241988"/>
                  </a:lnTo>
                  <a:lnTo>
                    <a:pt x="852449" y="243750"/>
                  </a:lnTo>
                  <a:lnTo>
                    <a:pt x="839335" y="245505"/>
                  </a:lnTo>
                  <a:lnTo>
                    <a:pt x="826220" y="247253"/>
                  </a:lnTo>
                  <a:lnTo>
                    <a:pt x="813105" y="248994"/>
                  </a:lnTo>
                  <a:lnTo>
                    <a:pt x="799991" y="250729"/>
                  </a:lnTo>
                  <a:lnTo>
                    <a:pt x="786876" y="252457"/>
                  </a:lnTo>
                  <a:lnTo>
                    <a:pt x="773762" y="254178"/>
                  </a:lnTo>
                  <a:lnTo>
                    <a:pt x="760647" y="255893"/>
                  </a:lnTo>
                  <a:lnTo>
                    <a:pt x="747532" y="257601"/>
                  </a:lnTo>
                  <a:lnTo>
                    <a:pt x="734418" y="259303"/>
                  </a:lnTo>
                  <a:lnTo>
                    <a:pt x="721303" y="260999"/>
                  </a:lnTo>
                  <a:lnTo>
                    <a:pt x="708189" y="262689"/>
                  </a:lnTo>
                  <a:lnTo>
                    <a:pt x="695074" y="264374"/>
                  </a:lnTo>
                  <a:lnTo>
                    <a:pt x="681959" y="266052"/>
                  </a:lnTo>
                  <a:lnTo>
                    <a:pt x="668845" y="267725"/>
                  </a:lnTo>
                  <a:lnTo>
                    <a:pt x="655730" y="269392"/>
                  </a:lnTo>
                  <a:lnTo>
                    <a:pt x="642615" y="271054"/>
                  </a:lnTo>
                  <a:lnTo>
                    <a:pt x="629501" y="272711"/>
                  </a:lnTo>
                  <a:lnTo>
                    <a:pt x="616386" y="274362"/>
                  </a:lnTo>
                  <a:lnTo>
                    <a:pt x="603272" y="276009"/>
                  </a:lnTo>
                  <a:lnTo>
                    <a:pt x="590157" y="277651"/>
                  </a:lnTo>
                  <a:lnTo>
                    <a:pt x="577042" y="279289"/>
                  </a:lnTo>
                  <a:lnTo>
                    <a:pt x="563928" y="280922"/>
                  </a:lnTo>
                  <a:lnTo>
                    <a:pt x="550813" y="282550"/>
                  </a:lnTo>
                  <a:lnTo>
                    <a:pt x="537699" y="284175"/>
                  </a:lnTo>
                  <a:lnTo>
                    <a:pt x="524584" y="285795"/>
                  </a:lnTo>
                  <a:lnTo>
                    <a:pt x="511469" y="287412"/>
                  </a:lnTo>
                  <a:lnTo>
                    <a:pt x="498355" y="289025"/>
                  </a:lnTo>
                  <a:lnTo>
                    <a:pt x="485240" y="290635"/>
                  </a:lnTo>
                  <a:lnTo>
                    <a:pt x="472126" y="292240"/>
                  </a:lnTo>
                  <a:lnTo>
                    <a:pt x="459011" y="293843"/>
                  </a:lnTo>
                  <a:lnTo>
                    <a:pt x="445896" y="295443"/>
                  </a:lnTo>
                  <a:lnTo>
                    <a:pt x="432782" y="297039"/>
                  </a:lnTo>
                  <a:lnTo>
                    <a:pt x="419667" y="298633"/>
                  </a:lnTo>
                  <a:lnTo>
                    <a:pt x="406552" y="300224"/>
                  </a:lnTo>
                  <a:lnTo>
                    <a:pt x="393438" y="301812"/>
                  </a:lnTo>
                  <a:lnTo>
                    <a:pt x="380323" y="303398"/>
                  </a:lnTo>
                  <a:lnTo>
                    <a:pt x="367209" y="304981"/>
                  </a:lnTo>
                  <a:lnTo>
                    <a:pt x="354094" y="306563"/>
                  </a:lnTo>
                  <a:lnTo>
                    <a:pt x="340979" y="308142"/>
                  </a:lnTo>
                  <a:lnTo>
                    <a:pt x="327865" y="309719"/>
                  </a:lnTo>
                  <a:lnTo>
                    <a:pt x="314750" y="311294"/>
                  </a:lnTo>
                  <a:lnTo>
                    <a:pt x="301636" y="312868"/>
                  </a:lnTo>
                  <a:lnTo>
                    <a:pt x="288521" y="314440"/>
                  </a:lnTo>
                  <a:lnTo>
                    <a:pt x="275406" y="316010"/>
                  </a:lnTo>
                  <a:lnTo>
                    <a:pt x="262292" y="317579"/>
                  </a:lnTo>
                  <a:lnTo>
                    <a:pt x="249177" y="319146"/>
                  </a:lnTo>
                  <a:lnTo>
                    <a:pt x="236063" y="320713"/>
                  </a:lnTo>
                  <a:lnTo>
                    <a:pt x="222948" y="322278"/>
                  </a:lnTo>
                  <a:lnTo>
                    <a:pt x="209833" y="323843"/>
                  </a:lnTo>
                  <a:lnTo>
                    <a:pt x="196719" y="325406"/>
                  </a:lnTo>
                  <a:lnTo>
                    <a:pt x="183604" y="326969"/>
                  </a:lnTo>
                  <a:lnTo>
                    <a:pt x="170489" y="328531"/>
                  </a:lnTo>
                  <a:lnTo>
                    <a:pt x="157375" y="330092"/>
                  </a:lnTo>
                  <a:lnTo>
                    <a:pt x="144260" y="331653"/>
                  </a:lnTo>
                  <a:lnTo>
                    <a:pt x="131146" y="333213"/>
                  </a:lnTo>
                  <a:lnTo>
                    <a:pt x="118031" y="334773"/>
                  </a:lnTo>
                  <a:lnTo>
                    <a:pt x="104916" y="336333"/>
                  </a:lnTo>
                  <a:lnTo>
                    <a:pt x="91802" y="337892"/>
                  </a:lnTo>
                  <a:lnTo>
                    <a:pt x="78687" y="339452"/>
                  </a:lnTo>
                  <a:lnTo>
                    <a:pt x="65573" y="341011"/>
                  </a:lnTo>
                  <a:lnTo>
                    <a:pt x="52458" y="342570"/>
                  </a:lnTo>
                  <a:lnTo>
                    <a:pt x="39343" y="344129"/>
                  </a:lnTo>
                  <a:lnTo>
                    <a:pt x="26229" y="345688"/>
                  </a:lnTo>
                  <a:lnTo>
                    <a:pt x="13114" y="347247"/>
                  </a:lnTo>
                  <a:lnTo>
                    <a:pt x="0" y="34880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1894150" y="2039260"/>
              <a:ext cx="2347515" cy="323469"/>
            </a:xfrm>
            <a:custGeom>
              <a:avLst/>
              <a:pathLst>
                <a:path w="2347515" h="323469">
                  <a:moveTo>
                    <a:pt x="0" y="323469"/>
                  </a:moveTo>
                  <a:lnTo>
                    <a:pt x="13114" y="322187"/>
                  </a:lnTo>
                  <a:lnTo>
                    <a:pt x="26229" y="320905"/>
                  </a:lnTo>
                  <a:lnTo>
                    <a:pt x="39343" y="319623"/>
                  </a:lnTo>
                  <a:lnTo>
                    <a:pt x="52458" y="318341"/>
                  </a:lnTo>
                  <a:lnTo>
                    <a:pt x="65573" y="317059"/>
                  </a:lnTo>
                  <a:lnTo>
                    <a:pt x="78687" y="315777"/>
                  </a:lnTo>
                  <a:lnTo>
                    <a:pt x="91802" y="314494"/>
                  </a:lnTo>
                  <a:lnTo>
                    <a:pt x="104916" y="313211"/>
                  </a:lnTo>
                  <a:lnTo>
                    <a:pt x="118031" y="311928"/>
                  </a:lnTo>
                  <a:lnTo>
                    <a:pt x="131146" y="310644"/>
                  </a:lnTo>
                  <a:lnTo>
                    <a:pt x="144260" y="309359"/>
                  </a:lnTo>
                  <a:lnTo>
                    <a:pt x="157375" y="308073"/>
                  </a:lnTo>
                  <a:lnTo>
                    <a:pt x="170489" y="306787"/>
                  </a:lnTo>
                  <a:lnTo>
                    <a:pt x="183604" y="305499"/>
                  </a:lnTo>
                  <a:lnTo>
                    <a:pt x="196719" y="304211"/>
                  </a:lnTo>
                  <a:lnTo>
                    <a:pt x="209833" y="302921"/>
                  </a:lnTo>
                  <a:lnTo>
                    <a:pt x="222948" y="301629"/>
                  </a:lnTo>
                  <a:lnTo>
                    <a:pt x="236063" y="300336"/>
                  </a:lnTo>
                  <a:lnTo>
                    <a:pt x="249177" y="299041"/>
                  </a:lnTo>
                  <a:lnTo>
                    <a:pt x="262292" y="297744"/>
                  </a:lnTo>
                  <a:lnTo>
                    <a:pt x="275406" y="296444"/>
                  </a:lnTo>
                  <a:lnTo>
                    <a:pt x="288521" y="295143"/>
                  </a:lnTo>
                  <a:lnTo>
                    <a:pt x="301636" y="293839"/>
                  </a:lnTo>
                  <a:lnTo>
                    <a:pt x="314750" y="292532"/>
                  </a:lnTo>
                  <a:lnTo>
                    <a:pt x="327865" y="291222"/>
                  </a:lnTo>
                  <a:lnTo>
                    <a:pt x="340979" y="289909"/>
                  </a:lnTo>
                  <a:lnTo>
                    <a:pt x="354094" y="288593"/>
                  </a:lnTo>
                  <a:lnTo>
                    <a:pt x="367209" y="287274"/>
                  </a:lnTo>
                  <a:lnTo>
                    <a:pt x="380323" y="285951"/>
                  </a:lnTo>
                  <a:lnTo>
                    <a:pt x="393438" y="284624"/>
                  </a:lnTo>
                  <a:lnTo>
                    <a:pt x="406552" y="283294"/>
                  </a:lnTo>
                  <a:lnTo>
                    <a:pt x="419667" y="281959"/>
                  </a:lnTo>
                  <a:lnTo>
                    <a:pt x="432782" y="280620"/>
                  </a:lnTo>
                  <a:lnTo>
                    <a:pt x="445896" y="279276"/>
                  </a:lnTo>
                  <a:lnTo>
                    <a:pt x="459011" y="277928"/>
                  </a:lnTo>
                  <a:lnTo>
                    <a:pt x="472126" y="276575"/>
                  </a:lnTo>
                  <a:lnTo>
                    <a:pt x="485240" y="275217"/>
                  </a:lnTo>
                  <a:lnTo>
                    <a:pt x="498355" y="273853"/>
                  </a:lnTo>
                  <a:lnTo>
                    <a:pt x="511469" y="272485"/>
                  </a:lnTo>
                  <a:lnTo>
                    <a:pt x="524584" y="271110"/>
                  </a:lnTo>
                  <a:lnTo>
                    <a:pt x="537699" y="269730"/>
                  </a:lnTo>
                  <a:lnTo>
                    <a:pt x="550813" y="268344"/>
                  </a:lnTo>
                  <a:lnTo>
                    <a:pt x="563928" y="266952"/>
                  </a:lnTo>
                  <a:lnTo>
                    <a:pt x="577042" y="265553"/>
                  </a:lnTo>
                  <a:lnTo>
                    <a:pt x="590157" y="264148"/>
                  </a:lnTo>
                  <a:lnTo>
                    <a:pt x="603272" y="262737"/>
                  </a:lnTo>
                  <a:lnTo>
                    <a:pt x="616386" y="261318"/>
                  </a:lnTo>
                  <a:lnTo>
                    <a:pt x="629501" y="259892"/>
                  </a:lnTo>
                  <a:lnTo>
                    <a:pt x="642615" y="258459"/>
                  </a:lnTo>
                  <a:lnTo>
                    <a:pt x="655730" y="257018"/>
                  </a:lnTo>
                  <a:lnTo>
                    <a:pt x="668845" y="255570"/>
                  </a:lnTo>
                  <a:lnTo>
                    <a:pt x="681959" y="254115"/>
                  </a:lnTo>
                  <a:lnTo>
                    <a:pt x="695074" y="252651"/>
                  </a:lnTo>
                  <a:lnTo>
                    <a:pt x="708189" y="251179"/>
                  </a:lnTo>
                  <a:lnTo>
                    <a:pt x="721303" y="249699"/>
                  </a:lnTo>
                  <a:lnTo>
                    <a:pt x="734418" y="248210"/>
                  </a:lnTo>
                  <a:lnTo>
                    <a:pt x="747532" y="246713"/>
                  </a:lnTo>
                  <a:lnTo>
                    <a:pt x="760647" y="245207"/>
                  </a:lnTo>
                  <a:lnTo>
                    <a:pt x="773762" y="243693"/>
                  </a:lnTo>
                  <a:lnTo>
                    <a:pt x="786876" y="242169"/>
                  </a:lnTo>
                  <a:lnTo>
                    <a:pt x="799991" y="240636"/>
                  </a:lnTo>
                  <a:lnTo>
                    <a:pt x="813105" y="239095"/>
                  </a:lnTo>
                  <a:lnTo>
                    <a:pt x="826220" y="237543"/>
                  </a:lnTo>
                  <a:lnTo>
                    <a:pt x="839335" y="235983"/>
                  </a:lnTo>
                  <a:lnTo>
                    <a:pt x="852449" y="234413"/>
                  </a:lnTo>
                  <a:lnTo>
                    <a:pt x="865564" y="232834"/>
                  </a:lnTo>
                  <a:lnTo>
                    <a:pt x="878679" y="231245"/>
                  </a:lnTo>
                  <a:lnTo>
                    <a:pt x="891793" y="229646"/>
                  </a:lnTo>
                  <a:lnTo>
                    <a:pt x="904908" y="228037"/>
                  </a:lnTo>
                  <a:lnTo>
                    <a:pt x="918022" y="226419"/>
                  </a:lnTo>
                  <a:lnTo>
                    <a:pt x="931137" y="224791"/>
                  </a:lnTo>
                  <a:lnTo>
                    <a:pt x="944252" y="223153"/>
                  </a:lnTo>
                  <a:lnTo>
                    <a:pt x="957366" y="221505"/>
                  </a:lnTo>
                  <a:lnTo>
                    <a:pt x="970481" y="219847"/>
                  </a:lnTo>
                  <a:lnTo>
                    <a:pt x="983595" y="218179"/>
                  </a:lnTo>
                  <a:lnTo>
                    <a:pt x="996710" y="216501"/>
                  </a:lnTo>
                  <a:lnTo>
                    <a:pt x="1009825" y="214814"/>
                  </a:lnTo>
                  <a:lnTo>
                    <a:pt x="1022939" y="213116"/>
                  </a:lnTo>
                  <a:lnTo>
                    <a:pt x="1036054" y="211408"/>
                  </a:lnTo>
                  <a:lnTo>
                    <a:pt x="1049168" y="209690"/>
                  </a:lnTo>
                  <a:lnTo>
                    <a:pt x="1062283" y="207963"/>
                  </a:lnTo>
                  <a:lnTo>
                    <a:pt x="1075398" y="206225"/>
                  </a:lnTo>
                  <a:lnTo>
                    <a:pt x="1088512" y="204477"/>
                  </a:lnTo>
                  <a:lnTo>
                    <a:pt x="1101627" y="202719"/>
                  </a:lnTo>
                  <a:lnTo>
                    <a:pt x="1114742" y="200952"/>
                  </a:lnTo>
                  <a:lnTo>
                    <a:pt x="1127856" y="199174"/>
                  </a:lnTo>
                  <a:lnTo>
                    <a:pt x="1140971" y="197387"/>
                  </a:lnTo>
                  <a:lnTo>
                    <a:pt x="1154085" y="195589"/>
                  </a:lnTo>
                  <a:lnTo>
                    <a:pt x="1167200" y="193782"/>
                  </a:lnTo>
                  <a:lnTo>
                    <a:pt x="1180315" y="191965"/>
                  </a:lnTo>
                  <a:lnTo>
                    <a:pt x="1193429" y="190138"/>
                  </a:lnTo>
                  <a:lnTo>
                    <a:pt x="1206544" y="188301"/>
                  </a:lnTo>
                  <a:lnTo>
                    <a:pt x="1219658" y="186454"/>
                  </a:lnTo>
                  <a:lnTo>
                    <a:pt x="1232773" y="184598"/>
                  </a:lnTo>
                  <a:lnTo>
                    <a:pt x="1245888" y="182732"/>
                  </a:lnTo>
                  <a:lnTo>
                    <a:pt x="1259002" y="180855"/>
                  </a:lnTo>
                  <a:lnTo>
                    <a:pt x="1272117" y="178970"/>
                  </a:lnTo>
                  <a:lnTo>
                    <a:pt x="1285231" y="177074"/>
                  </a:lnTo>
                  <a:lnTo>
                    <a:pt x="1298346" y="175168"/>
                  </a:lnTo>
                  <a:lnTo>
                    <a:pt x="1311461" y="173253"/>
                  </a:lnTo>
                  <a:lnTo>
                    <a:pt x="1324575" y="171328"/>
                  </a:lnTo>
                  <a:lnTo>
                    <a:pt x="1337690" y="169393"/>
                  </a:lnTo>
                  <a:lnTo>
                    <a:pt x="1350805" y="167448"/>
                  </a:lnTo>
                  <a:lnTo>
                    <a:pt x="1363919" y="165494"/>
                  </a:lnTo>
                  <a:lnTo>
                    <a:pt x="1377034" y="163530"/>
                  </a:lnTo>
                  <a:lnTo>
                    <a:pt x="1390148" y="161556"/>
                  </a:lnTo>
                  <a:lnTo>
                    <a:pt x="1403263" y="159572"/>
                  </a:lnTo>
                  <a:lnTo>
                    <a:pt x="1416378" y="157579"/>
                  </a:lnTo>
                  <a:lnTo>
                    <a:pt x="1429492" y="155575"/>
                  </a:lnTo>
                  <a:lnTo>
                    <a:pt x="1442607" y="153562"/>
                  </a:lnTo>
                  <a:lnTo>
                    <a:pt x="1455721" y="151540"/>
                  </a:lnTo>
                  <a:lnTo>
                    <a:pt x="1468836" y="149507"/>
                  </a:lnTo>
                  <a:lnTo>
                    <a:pt x="1481951" y="147466"/>
                  </a:lnTo>
                  <a:lnTo>
                    <a:pt x="1495065" y="145414"/>
                  </a:lnTo>
                  <a:lnTo>
                    <a:pt x="1508180" y="143353"/>
                  </a:lnTo>
                  <a:lnTo>
                    <a:pt x="1521295" y="141283"/>
                  </a:lnTo>
                  <a:lnTo>
                    <a:pt x="1534409" y="139203"/>
                  </a:lnTo>
                  <a:lnTo>
                    <a:pt x="1547524" y="137114"/>
                  </a:lnTo>
                  <a:lnTo>
                    <a:pt x="1560638" y="135016"/>
                  </a:lnTo>
                  <a:lnTo>
                    <a:pt x="1573753" y="132909"/>
                  </a:lnTo>
                  <a:lnTo>
                    <a:pt x="1586868" y="130793"/>
                  </a:lnTo>
                  <a:lnTo>
                    <a:pt x="1599982" y="128668"/>
                  </a:lnTo>
                  <a:lnTo>
                    <a:pt x="1613097" y="126534"/>
                  </a:lnTo>
                  <a:lnTo>
                    <a:pt x="1626211" y="124392"/>
                  </a:lnTo>
                  <a:lnTo>
                    <a:pt x="1639326" y="122242"/>
                  </a:lnTo>
                  <a:lnTo>
                    <a:pt x="1652441" y="120084"/>
                  </a:lnTo>
                  <a:lnTo>
                    <a:pt x="1665555" y="117917"/>
                  </a:lnTo>
                  <a:lnTo>
                    <a:pt x="1678670" y="115743"/>
                  </a:lnTo>
                  <a:lnTo>
                    <a:pt x="1691784" y="113562"/>
                  </a:lnTo>
                  <a:lnTo>
                    <a:pt x="1704899" y="111373"/>
                  </a:lnTo>
                  <a:lnTo>
                    <a:pt x="1718014" y="109178"/>
                  </a:lnTo>
                  <a:lnTo>
                    <a:pt x="1731128" y="106975"/>
                  </a:lnTo>
                  <a:lnTo>
                    <a:pt x="1744243" y="104766"/>
                  </a:lnTo>
                  <a:lnTo>
                    <a:pt x="1757358" y="102551"/>
                  </a:lnTo>
                  <a:lnTo>
                    <a:pt x="1770472" y="100330"/>
                  </a:lnTo>
                  <a:lnTo>
                    <a:pt x="1783587" y="98103"/>
                  </a:lnTo>
                  <a:lnTo>
                    <a:pt x="1796701" y="95871"/>
                  </a:lnTo>
                  <a:lnTo>
                    <a:pt x="1809816" y="93633"/>
                  </a:lnTo>
                  <a:lnTo>
                    <a:pt x="1822931" y="91391"/>
                  </a:lnTo>
                  <a:lnTo>
                    <a:pt x="1836045" y="89144"/>
                  </a:lnTo>
                  <a:lnTo>
                    <a:pt x="1849160" y="86892"/>
                  </a:lnTo>
                  <a:lnTo>
                    <a:pt x="1862274" y="84636"/>
                  </a:lnTo>
                  <a:lnTo>
                    <a:pt x="1875389" y="82377"/>
                  </a:lnTo>
                  <a:lnTo>
                    <a:pt x="1888504" y="80114"/>
                  </a:lnTo>
                  <a:lnTo>
                    <a:pt x="1901618" y="77847"/>
                  </a:lnTo>
                  <a:lnTo>
                    <a:pt x="1914733" y="75578"/>
                  </a:lnTo>
                  <a:lnTo>
                    <a:pt x="1927847" y="73306"/>
                  </a:lnTo>
                  <a:lnTo>
                    <a:pt x="1940962" y="71031"/>
                  </a:lnTo>
                  <a:lnTo>
                    <a:pt x="1954077" y="68753"/>
                  </a:lnTo>
                  <a:lnTo>
                    <a:pt x="1967191" y="66474"/>
                  </a:lnTo>
                  <a:lnTo>
                    <a:pt x="1980306" y="64193"/>
                  </a:lnTo>
                  <a:lnTo>
                    <a:pt x="1993421" y="61909"/>
                  </a:lnTo>
                  <a:lnTo>
                    <a:pt x="2006535" y="59625"/>
                  </a:lnTo>
                  <a:lnTo>
                    <a:pt x="2019650" y="57338"/>
                  </a:lnTo>
                  <a:lnTo>
                    <a:pt x="2032764" y="55051"/>
                  </a:lnTo>
                  <a:lnTo>
                    <a:pt x="2045879" y="52762"/>
                  </a:lnTo>
                  <a:lnTo>
                    <a:pt x="2058994" y="50473"/>
                  </a:lnTo>
                  <a:lnTo>
                    <a:pt x="2072108" y="48182"/>
                  </a:lnTo>
                  <a:lnTo>
                    <a:pt x="2085223" y="45891"/>
                  </a:lnTo>
                  <a:lnTo>
                    <a:pt x="2098337" y="43600"/>
                  </a:lnTo>
                  <a:lnTo>
                    <a:pt x="2111452" y="41307"/>
                  </a:lnTo>
                  <a:lnTo>
                    <a:pt x="2124567" y="39014"/>
                  </a:lnTo>
                  <a:lnTo>
                    <a:pt x="2137681" y="36721"/>
                  </a:lnTo>
                  <a:lnTo>
                    <a:pt x="2150796" y="34427"/>
                  </a:lnTo>
                  <a:lnTo>
                    <a:pt x="2163911" y="32133"/>
                  </a:lnTo>
                  <a:lnTo>
                    <a:pt x="2177025" y="29839"/>
                  </a:lnTo>
                  <a:lnTo>
                    <a:pt x="2190140" y="27545"/>
                  </a:lnTo>
                  <a:lnTo>
                    <a:pt x="2203254" y="25250"/>
                  </a:lnTo>
                  <a:lnTo>
                    <a:pt x="2216369" y="22955"/>
                  </a:lnTo>
                  <a:lnTo>
                    <a:pt x="2229484" y="20660"/>
                  </a:lnTo>
                  <a:lnTo>
                    <a:pt x="2242598" y="18365"/>
                  </a:lnTo>
                  <a:lnTo>
                    <a:pt x="2255713" y="16069"/>
                  </a:lnTo>
                  <a:lnTo>
                    <a:pt x="2268827" y="13774"/>
                  </a:lnTo>
                  <a:lnTo>
                    <a:pt x="2281942" y="11478"/>
                  </a:lnTo>
                  <a:lnTo>
                    <a:pt x="2295057" y="9182"/>
                  </a:lnTo>
                  <a:lnTo>
                    <a:pt x="2308171" y="6887"/>
                  </a:lnTo>
                  <a:lnTo>
                    <a:pt x="2321286" y="4591"/>
                  </a:lnTo>
                  <a:lnTo>
                    <a:pt x="2334400" y="2295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156549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tx49"/>
            <p:cNvSpPr/>
            <p:nvPr/>
          </p:nvSpPr>
          <p:spPr>
            <a:xfrm>
              <a:off x="132859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1328596" y="272396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1328596" y="238896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1328596" y="2055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1328596" y="1720702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1328596" y="138402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55" name="tx55"/>
            <p:cNvSpPr/>
            <p:nvPr/>
          </p:nvSpPr>
          <p:spPr>
            <a:xfrm>
              <a:off x="1328596" y="1048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56" name="tx56"/>
            <p:cNvSpPr/>
            <p:nvPr/>
          </p:nvSpPr>
          <p:spPr>
            <a:xfrm>
              <a:off x="1328596" y="713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57" name="pl57"/>
            <p:cNvSpPr/>
            <p:nvPr/>
          </p:nvSpPr>
          <p:spPr>
            <a:xfrm>
              <a:off x="148958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489583" y="276539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489583" y="243039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1489583" y="2095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489583" y="1760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489583" y="142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489583" y="1090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1489583" y="75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1565498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18941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22951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56486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90022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323558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357094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3906307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42416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tx74"/>
            <p:cNvSpPr/>
            <p:nvPr/>
          </p:nvSpPr>
          <p:spPr>
            <a:xfrm>
              <a:off x="182631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75" name="tx75"/>
            <p:cNvSpPr/>
            <p:nvPr/>
          </p:nvSpPr>
          <p:spPr>
            <a:xfrm>
              <a:off x="216166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76" name="tx76"/>
            <p:cNvSpPr/>
            <p:nvPr/>
          </p:nvSpPr>
          <p:spPr>
            <a:xfrm>
              <a:off x="249702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77" name="tx77"/>
            <p:cNvSpPr/>
            <p:nvPr/>
          </p:nvSpPr>
          <p:spPr>
            <a:xfrm>
              <a:off x="2832388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78" name="tx78"/>
            <p:cNvSpPr/>
            <p:nvPr/>
          </p:nvSpPr>
          <p:spPr>
            <a:xfrm>
              <a:off x="316774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79" name="tx79"/>
            <p:cNvSpPr/>
            <p:nvPr/>
          </p:nvSpPr>
          <p:spPr>
            <a:xfrm>
              <a:off x="350310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80" name="tx80"/>
            <p:cNvSpPr/>
            <p:nvPr/>
          </p:nvSpPr>
          <p:spPr>
            <a:xfrm>
              <a:off x="383846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81" name="tx81"/>
            <p:cNvSpPr/>
            <p:nvPr/>
          </p:nvSpPr>
          <p:spPr>
            <a:xfrm>
              <a:off x="4139905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2634471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2714392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2750780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2862401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2919388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2957488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88" name="tx88"/>
            <p:cNvSpPr/>
            <p:nvPr/>
          </p:nvSpPr>
          <p:spPr>
            <a:xfrm rot="-5400000">
              <a:off x="1065797" y="2214898"/>
              <a:ext cx="251593" cy="10150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Left</a:t>
              </a:r>
            </a:p>
          </p:txBody>
        </p:sp>
        <p:sp>
          <p:nvSpPr>
            <p:cNvPr id="89" name="tx89"/>
            <p:cNvSpPr/>
            <p:nvPr/>
          </p:nvSpPr>
          <p:spPr>
            <a:xfrm rot="-5400000">
              <a:off x="1223295" y="212080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1147802" y="2007208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91" name="tx91"/>
            <p:cNvSpPr/>
            <p:nvPr/>
          </p:nvSpPr>
          <p:spPr>
            <a:xfrm rot="-5400000">
              <a:off x="1164843" y="1938003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92" name="tx92"/>
            <p:cNvSpPr/>
            <p:nvPr/>
          </p:nvSpPr>
          <p:spPr>
            <a:xfrm rot="-5400000">
              <a:off x="1173177" y="1866342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93" name="tx93"/>
            <p:cNvSpPr/>
            <p:nvPr/>
          </p:nvSpPr>
          <p:spPr>
            <a:xfrm rot="-5400000">
              <a:off x="1135114" y="1779017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94" name="tx94"/>
            <p:cNvSpPr/>
            <p:nvPr/>
          </p:nvSpPr>
          <p:spPr>
            <a:xfrm rot="-5400000">
              <a:off x="1204788" y="1711702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95" name="tx95"/>
            <p:cNvSpPr/>
            <p:nvPr/>
          </p:nvSpPr>
          <p:spPr>
            <a:xfrm rot="-5400000">
              <a:off x="1223295" y="1698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96" name="tx96"/>
            <p:cNvSpPr/>
            <p:nvPr/>
          </p:nvSpPr>
          <p:spPr>
            <a:xfrm rot="-5400000">
              <a:off x="1071081" y="1508277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97" name=""/>
          <p:cNvGrpSpPr/>
          <p:nvPr/>
        </p:nvGrpSpPr>
        <p:grpSpPr>
          <a:xfrm>
            <a:off x="4475848" y="685800"/>
            <a:ext cx="3240000" cy="2880000"/>
            <a:chOff x="4475848" y="685800"/>
            <a:chExt cx="3240000" cy="2880000"/>
          </a:xfrm>
        </p:grpSpPr>
        <p:sp>
          <p:nvSpPr>
            <p:cNvPr id="98" name="rc3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rc4"/>
            <p:cNvSpPr/>
            <p:nvPr/>
          </p:nvSpPr>
          <p:spPr>
            <a:xfrm>
              <a:off x="4475847" y="685800"/>
              <a:ext cx="3240000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0" name="rc5"/>
            <p:cNvSpPr/>
            <p:nvPr/>
          </p:nvSpPr>
          <p:spPr>
            <a:xfrm>
              <a:off x="4971578" y="755389"/>
              <a:ext cx="2674679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1" name="rc6"/>
            <p:cNvSpPr/>
            <p:nvPr/>
          </p:nvSpPr>
          <p:spPr>
            <a:xfrm>
              <a:off x="5300048" y="3098444"/>
              <a:ext cx="97758" cy="194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2" name="rc7"/>
            <p:cNvSpPr/>
            <p:nvPr/>
          </p:nvSpPr>
          <p:spPr>
            <a:xfrm>
              <a:off x="5397807" y="3097488"/>
              <a:ext cx="97758" cy="29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3" name="rc8"/>
            <p:cNvSpPr/>
            <p:nvPr/>
          </p:nvSpPr>
          <p:spPr>
            <a:xfrm>
              <a:off x="5495565" y="3094646"/>
              <a:ext cx="97758" cy="574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4" name="rc9"/>
            <p:cNvSpPr/>
            <p:nvPr/>
          </p:nvSpPr>
          <p:spPr>
            <a:xfrm>
              <a:off x="5593324" y="3081501"/>
              <a:ext cx="97758" cy="188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5" name="rc10"/>
            <p:cNvSpPr/>
            <p:nvPr/>
          </p:nvSpPr>
          <p:spPr>
            <a:xfrm>
              <a:off x="5691083" y="3055797"/>
              <a:ext cx="97758" cy="4459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6" name="rc11"/>
            <p:cNvSpPr/>
            <p:nvPr/>
          </p:nvSpPr>
          <p:spPr>
            <a:xfrm>
              <a:off x="5788842" y="3046165"/>
              <a:ext cx="97758" cy="5422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7" name="rc12"/>
            <p:cNvSpPr/>
            <p:nvPr/>
          </p:nvSpPr>
          <p:spPr>
            <a:xfrm>
              <a:off x="5886600" y="3040241"/>
              <a:ext cx="97758" cy="601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8" name="rc13"/>
            <p:cNvSpPr/>
            <p:nvPr/>
          </p:nvSpPr>
          <p:spPr>
            <a:xfrm>
              <a:off x="5984359" y="3016658"/>
              <a:ext cx="97758" cy="8373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09" name="rc14"/>
            <p:cNvSpPr/>
            <p:nvPr/>
          </p:nvSpPr>
          <p:spPr>
            <a:xfrm>
              <a:off x="6082118" y="2926275"/>
              <a:ext cx="97758" cy="17411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0" name="rc15"/>
            <p:cNvSpPr/>
            <p:nvPr/>
          </p:nvSpPr>
          <p:spPr>
            <a:xfrm>
              <a:off x="6179877" y="2818991"/>
              <a:ext cx="97758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1" name="rc16"/>
            <p:cNvSpPr/>
            <p:nvPr/>
          </p:nvSpPr>
          <p:spPr>
            <a:xfrm>
              <a:off x="6277635" y="2835531"/>
              <a:ext cx="97758" cy="26486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2" name="rc17"/>
            <p:cNvSpPr/>
            <p:nvPr/>
          </p:nvSpPr>
          <p:spPr>
            <a:xfrm>
              <a:off x="6375394" y="2972981"/>
              <a:ext cx="97758" cy="12741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3" name="rc18"/>
            <p:cNvSpPr/>
            <p:nvPr/>
          </p:nvSpPr>
          <p:spPr>
            <a:xfrm>
              <a:off x="6473153" y="2954695"/>
              <a:ext cx="97758" cy="1456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4" name="rc19"/>
            <p:cNvSpPr/>
            <p:nvPr/>
          </p:nvSpPr>
          <p:spPr>
            <a:xfrm>
              <a:off x="6570912" y="2981715"/>
              <a:ext cx="97758" cy="11867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5" name="rc20"/>
            <p:cNvSpPr/>
            <p:nvPr/>
          </p:nvSpPr>
          <p:spPr>
            <a:xfrm>
              <a:off x="6668670" y="3028258"/>
              <a:ext cx="97758" cy="7213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6" name="rc21"/>
            <p:cNvSpPr/>
            <p:nvPr/>
          </p:nvSpPr>
          <p:spPr>
            <a:xfrm>
              <a:off x="6766429" y="3046698"/>
              <a:ext cx="97758" cy="5369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7" name="rc22"/>
            <p:cNvSpPr/>
            <p:nvPr/>
          </p:nvSpPr>
          <p:spPr>
            <a:xfrm>
              <a:off x="6864188" y="3066666"/>
              <a:ext cx="97758" cy="3372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8" name="rc23"/>
            <p:cNvSpPr/>
            <p:nvPr/>
          </p:nvSpPr>
          <p:spPr>
            <a:xfrm>
              <a:off x="6961947" y="3074889"/>
              <a:ext cx="97758" cy="255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19" name="rc24"/>
            <p:cNvSpPr/>
            <p:nvPr/>
          </p:nvSpPr>
          <p:spPr>
            <a:xfrm>
              <a:off x="7059705" y="3079268"/>
              <a:ext cx="97758" cy="2112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0" name="rc25"/>
            <p:cNvSpPr/>
            <p:nvPr/>
          </p:nvSpPr>
          <p:spPr>
            <a:xfrm>
              <a:off x="7157464" y="3081117"/>
              <a:ext cx="97758" cy="1927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1" name="rc26"/>
            <p:cNvSpPr/>
            <p:nvPr/>
          </p:nvSpPr>
          <p:spPr>
            <a:xfrm>
              <a:off x="7255223" y="3070028"/>
              <a:ext cx="97758" cy="3036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2" name="rc27"/>
            <p:cNvSpPr/>
            <p:nvPr/>
          </p:nvSpPr>
          <p:spPr>
            <a:xfrm>
              <a:off x="7352982" y="3019894"/>
              <a:ext cx="97758" cy="8049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3" name="rc28"/>
            <p:cNvSpPr/>
            <p:nvPr/>
          </p:nvSpPr>
          <p:spPr>
            <a:xfrm>
              <a:off x="7450740" y="3003654"/>
              <a:ext cx="97758" cy="9673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4" name="rc29"/>
            <p:cNvSpPr/>
            <p:nvPr/>
          </p:nvSpPr>
          <p:spPr>
            <a:xfrm>
              <a:off x="7548499" y="3044671"/>
              <a:ext cx="97758" cy="5572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5" name="rc30"/>
            <p:cNvSpPr/>
            <p:nvPr/>
          </p:nvSpPr>
          <p:spPr>
            <a:xfrm>
              <a:off x="4971578" y="2932892"/>
              <a:ext cx="171409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6" name="rc31"/>
            <p:cNvSpPr/>
            <p:nvPr/>
          </p:nvSpPr>
          <p:spPr>
            <a:xfrm>
              <a:off x="4971578" y="2765391"/>
              <a:ext cx="19752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7" name="rc32"/>
            <p:cNvSpPr/>
            <p:nvPr/>
          </p:nvSpPr>
          <p:spPr>
            <a:xfrm>
              <a:off x="4971578" y="2597891"/>
              <a:ext cx="231229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8" name="rc33"/>
            <p:cNvSpPr/>
            <p:nvPr/>
          </p:nvSpPr>
          <p:spPr>
            <a:xfrm>
              <a:off x="4971578" y="2430391"/>
              <a:ext cx="26117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29" name="rc34"/>
            <p:cNvSpPr/>
            <p:nvPr/>
          </p:nvSpPr>
          <p:spPr>
            <a:xfrm>
              <a:off x="4971578" y="2262891"/>
              <a:ext cx="306674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0" name="rc35"/>
            <p:cNvSpPr/>
            <p:nvPr/>
          </p:nvSpPr>
          <p:spPr>
            <a:xfrm>
              <a:off x="4971578" y="2095390"/>
              <a:ext cx="322586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1" name="rc36"/>
            <p:cNvSpPr/>
            <p:nvPr/>
          </p:nvSpPr>
          <p:spPr>
            <a:xfrm>
              <a:off x="4971578" y="1927890"/>
              <a:ext cx="328469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2" name="rc37"/>
            <p:cNvSpPr/>
            <p:nvPr/>
          </p:nvSpPr>
          <p:spPr>
            <a:xfrm>
              <a:off x="4971578" y="1760390"/>
              <a:ext cx="32353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3" name="rc38"/>
            <p:cNvSpPr/>
            <p:nvPr/>
          </p:nvSpPr>
          <p:spPr>
            <a:xfrm>
              <a:off x="4971578" y="1592890"/>
              <a:ext cx="32199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4" name="rc39"/>
            <p:cNvSpPr/>
            <p:nvPr/>
          </p:nvSpPr>
          <p:spPr>
            <a:xfrm>
              <a:off x="4971578" y="1425389"/>
              <a:ext cx="287464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5" name="rc40"/>
            <p:cNvSpPr/>
            <p:nvPr/>
          </p:nvSpPr>
          <p:spPr>
            <a:xfrm>
              <a:off x="4971578" y="1257889"/>
              <a:ext cx="23799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6" name="rc41"/>
            <p:cNvSpPr/>
            <p:nvPr/>
          </p:nvSpPr>
          <p:spPr>
            <a:xfrm>
              <a:off x="4971578" y="1090389"/>
              <a:ext cx="196987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7" name="rc42"/>
            <p:cNvSpPr/>
            <p:nvPr/>
          </p:nvSpPr>
          <p:spPr>
            <a:xfrm>
              <a:off x="4971578" y="922889"/>
              <a:ext cx="161579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8" name="rc43"/>
            <p:cNvSpPr/>
            <p:nvPr/>
          </p:nvSpPr>
          <p:spPr>
            <a:xfrm>
              <a:off x="4971578" y="755389"/>
              <a:ext cx="23405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39" name="pg44"/>
            <p:cNvSpPr/>
            <p:nvPr/>
          </p:nvSpPr>
          <p:spPr>
            <a:xfrm>
              <a:off x="5300048" y="2042570"/>
              <a:ext cx="2346210" cy="429501"/>
            </a:xfrm>
            <a:custGeom>
              <a:avLst/>
              <a:pathLst>
                <a:path w="2346210" h="429501">
                  <a:moveTo>
                    <a:pt x="0" y="318876"/>
                  </a:moveTo>
                  <a:lnTo>
                    <a:pt x="13107" y="317742"/>
                  </a:lnTo>
                  <a:lnTo>
                    <a:pt x="26214" y="316608"/>
                  </a:lnTo>
                  <a:lnTo>
                    <a:pt x="39321" y="315473"/>
                  </a:lnTo>
                  <a:lnTo>
                    <a:pt x="52429" y="314339"/>
                  </a:lnTo>
                  <a:lnTo>
                    <a:pt x="65536" y="313204"/>
                  </a:lnTo>
                  <a:lnTo>
                    <a:pt x="78643" y="312070"/>
                  </a:lnTo>
                  <a:lnTo>
                    <a:pt x="91751" y="310935"/>
                  </a:lnTo>
                  <a:lnTo>
                    <a:pt x="104858" y="309800"/>
                  </a:lnTo>
                  <a:lnTo>
                    <a:pt x="117965" y="308664"/>
                  </a:lnTo>
                  <a:lnTo>
                    <a:pt x="131073" y="307527"/>
                  </a:lnTo>
                  <a:lnTo>
                    <a:pt x="144180" y="306390"/>
                  </a:lnTo>
                  <a:lnTo>
                    <a:pt x="157287" y="305252"/>
                  </a:lnTo>
                  <a:lnTo>
                    <a:pt x="170395" y="304113"/>
                  </a:lnTo>
                  <a:lnTo>
                    <a:pt x="183502" y="302972"/>
                  </a:lnTo>
                  <a:lnTo>
                    <a:pt x="196609" y="301830"/>
                  </a:lnTo>
                  <a:lnTo>
                    <a:pt x="209717" y="300685"/>
                  </a:lnTo>
                  <a:lnTo>
                    <a:pt x="222824" y="299538"/>
                  </a:lnTo>
                  <a:lnTo>
                    <a:pt x="235931" y="298389"/>
                  </a:lnTo>
                  <a:lnTo>
                    <a:pt x="249039" y="297237"/>
                  </a:lnTo>
                  <a:lnTo>
                    <a:pt x="262146" y="296082"/>
                  </a:lnTo>
                  <a:lnTo>
                    <a:pt x="275253" y="294924"/>
                  </a:lnTo>
                  <a:lnTo>
                    <a:pt x="288361" y="293762"/>
                  </a:lnTo>
                  <a:lnTo>
                    <a:pt x="301468" y="292596"/>
                  </a:lnTo>
                  <a:lnTo>
                    <a:pt x="314575" y="291425"/>
                  </a:lnTo>
                  <a:lnTo>
                    <a:pt x="327682" y="290251"/>
                  </a:lnTo>
                  <a:lnTo>
                    <a:pt x="340790" y="289071"/>
                  </a:lnTo>
                  <a:lnTo>
                    <a:pt x="353897" y="287886"/>
                  </a:lnTo>
                  <a:lnTo>
                    <a:pt x="367004" y="286696"/>
                  </a:lnTo>
                  <a:lnTo>
                    <a:pt x="380112" y="285501"/>
                  </a:lnTo>
                  <a:lnTo>
                    <a:pt x="393219" y="284299"/>
                  </a:lnTo>
                  <a:lnTo>
                    <a:pt x="406326" y="283091"/>
                  </a:lnTo>
                  <a:lnTo>
                    <a:pt x="419434" y="281877"/>
                  </a:lnTo>
                  <a:lnTo>
                    <a:pt x="432541" y="280657"/>
                  </a:lnTo>
                  <a:lnTo>
                    <a:pt x="445648" y="279430"/>
                  </a:lnTo>
                  <a:lnTo>
                    <a:pt x="458756" y="278195"/>
                  </a:lnTo>
                  <a:lnTo>
                    <a:pt x="471863" y="276954"/>
                  </a:lnTo>
                  <a:lnTo>
                    <a:pt x="484970" y="275705"/>
                  </a:lnTo>
                  <a:lnTo>
                    <a:pt x="498078" y="274449"/>
                  </a:lnTo>
                  <a:lnTo>
                    <a:pt x="511185" y="273184"/>
                  </a:lnTo>
                  <a:lnTo>
                    <a:pt x="524292" y="271912"/>
                  </a:lnTo>
                  <a:lnTo>
                    <a:pt x="537400" y="270631"/>
                  </a:lnTo>
                  <a:lnTo>
                    <a:pt x="550507" y="269342"/>
                  </a:lnTo>
                  <a:lnTo>
                    <a:pt x="563614" y="268044"/>
                  </a:lnTo>
                  <a:lnTo>
                    <a:pt x="576722" y="266738"/>
                  </a:lnTo>
                  <a:lnTo>
                    <a:pt x="589829" y="265423"/>
                  </a:lnTo>
                  <a:lnTo>
                    <a:pt x="602936" y="264098"/>
                  </a:lnTo>
                  <a:lnTo>
                    <a:pt x="616043" y="262764"/>
                  </a:lnTo>
                  <a:lnTo>
                    <a:pt x="629151" y="261420"/>
                  </a:lnTo>
                  <a:lnTo>
                    <a:pt x="642258" y="260067"/>
                  </a:lnTo>
                  <a:lnTo>
                    <a:pt x="655365" y="258704"/>
                  </a:lnTo>
                  <a:lnTo>
                    <a:pt x="668473" y="257330"/>
                  </a:lnTo>
                  <a:lnTo>
                    <a:pt x="681580" y="255947"/>
                  </a:lnTo>
                  <a:lnTo>
                    <a:pt x="694687" y="254552"/>
                  </a:lnTo>
                  <a:lnTo>
                    <a:pt x="707795" y="253148"/>
                  </a:lnTo>
                  <a:lnTo>
                    <a:pt x="720902" y="251732"/>
                  </a:lnTo>
                  <a:lnTo>
                    <a:pt x="734009" y="250306"/>
                  </a:lnTo>
                  <a:lnTo>
                    <a:pt x="747117" y="248869"/>
                  </a:lnTo>
                  <a:lnTo>
                    <a:pt x="760224" y="247420"/>
                  </a:lnTo>
                  <a:lnTo>
                    <a:pt x="773331" y="245960"/>
                  </a:lnTo>
                  <a:lnTo>
                    <a:pt x="786439" y="244489"/>
                  </a:lnTo>
                  <a:lnTo>
                    <a:pt x="799546" y="243006"/>
                  </a:lnTo>
                  <a:lnTo>
                    <a:pt x="812653" y="241511"/>
                  </a:lnTo>
                  <a:lnTo>
                    <a:pt x="825761" y="240005"/>
                  </a:lnTo>
                  <a:lnTo>
                    <a:pt x="838868" y="238486"/>
                  </a:lnTo>
                  <a:lnTo>
                    <a:pt x="851975" y="236956"/>
                  </a:lnTo>
                  <a:lnTo>
                    <a:pt x="865083" y="235414"/>
                  </a:lnTo>
                  <a:lnTo>
                    <a:pt x="878190" y="233859"/>
                  </a:lnTo>
                  <a:lnTo>
                    <a:pt x="891297" y="232293"/>
                  </a:lnTo>
                  <a:lnTo>
                    <a:pt x="904405" y="230714"/>
                  </a:lnTo>
                  <a:lnTo>
                    <a:pt x="917512" y="229123"/>
                  </a:lnTo>
                  <a:lnTo>
                    <a:pt x="930619" y="227520"/>
                  </a:lnTo>
                  <a:lnTo>
                    <a:pt x="943726" y="225904"/>
                  </a:lnTo>
                  <a:lnTo>
                    <a:pt x="956834" y="224276"/>
                  </a:lnTo>
                  <a:lnTo>
                    <a:pt x="969941" y="222635"/>
                  </a:lnTo>
                  <a:lnTo>
                    <a:pt x="983048" y="220983"/>
                  </a:lnTo>
                  <a:lnTo>
                    <a:pt x="996156" y="219317"/>
                  </a:lnTo>
                  <a:lnTo>
                    <a:pt x="1009263" y="217640"/>
                  </a:lnTo>
                  <a:lnTo>
                    <a:pt x="1022370" y="215950"/>
                  </a:lnTo>
                  <a:lnTo>
                    <a:pt x="1035478" y="214248"/>
                  </a:lnTo>
                  <a:lnTo>
                    <a:pt x="1048585" y="212533"/>
                  </a:lnTo>
                  <a:lnTo>
                    <a:pt x="1061692" y="210806"/>
                  </a:lnTo>
                  <a:lnTo>
                    <a:pt x="1074800" y="209067"/>
                  </a:lnTo>
                  <a:lnTo>
                    <a:pt x="1087907" y="207316"/>
                  </a:lnTo>
                  <a:lnTo>
                    <a:pt x="1101014" y="205552"/>
                  </a:lnTo>
                  <a:lnTo>
                    <a:pt x="1114122" y="203777"/>
                  </a:lnTo>
                  <a:lnTo>
                    <a:pt x="1127229" y="201989"/>
                  </a:lnTo>
                  <a:lnTo>
                    <a:pt x="1140336" y="200190"/>
                  </a:lnTo>
                  <a:lnTo>
                    <a:pt x="1153444" y="198378"/>
                  </a:lnTo>
                  <a:lnTo>
                    <a:pt x="1166551" y="196554"/>
                  </a:lnTo>
                  <a:lnTo>
                    <a:pt x="1179658" y="194719"/>
                  </a:lnTo>
                  <a:lnTo>
                    <a:pt x="1192766" y="192872"/>
                  </a:lnTo>
                  <a:lnTo>
                    <a:pt x="1205873" y="191013"/>
                  </a:lnTo>
                  <a:lnTo>
                    <a:pt x="1218980" y="189143"/>
                  </a:lnTo>
                  <a:lnTo>
                    <a:pt x="1232087" y="187261"/>
                  </a:lnTo>
                  <a:lnTo>
                    <a:pt x="1245195" y="185367"/>
                  </a:lnTo>
                  <a:lnTo>
                    <a:pt x="1258302" y="183462"/>
                  </a:lnTo>
                  <a:lnTo>
                    <a:pt x="1271409" y="181546"/>
                  </a:lnTo>
                  <a:lnTo>
                    <a:pt x="1284517" y="179619"/>
                  </a:lnTo>
                  <a:lnTo>
                    <a:pt x="1297624" y="177680"/>
                  </a:lnTo>
                  <a:lnTo>
                    <a:pt x="1310731" y="175730"/>
                  </a:lnTo>
                  <a:lnTo>
                    <a:pt x="1323839" y="173770"/>
                  </a:lnTo>
                  <a:lnTo>
                    <a:pt x="1336946" y="171798"/>
                  </a:lnTo>
                  <a:lnTo>
                    <a:pt x="1350053" y="169816"/>
                  </a:lnTo>
                  <a:lnTo>
                    <a:pt x="1363161" y="167823"/>
                  </a:lnTo>
                  <a:lnTo>
                    <a:pt x="1376268" y="165819"/>
                  </a:lnTo>
                  <a:lnTo>
                    <a:pt x="1389375" y="163804"/>
                  </a:lnTo>
                  <a:lnTo>
                    <a:pt x="1402483" y="161780"/>
                  </a:lnTo>
                  <a:lnTo>
                    <a:pt x="1415590" y="159745"/>
                  </a:lnTo>
                  <a:lnTo>
                    <a:pt x="1428697" y="157700"/>
                  </a:lnTo>
                  <a:lnTo>
                    <a:pt x="1441805" y="155644"/>
                  </a:lnTo>
                  <a:lnTo>
                    <a:pt x="1454912" y="153579"/>
                  </a:lnTo>
                  <a:lnTo>
                    <a:pt x="1468019" y="151504"/>
                  </a:lnTo>
                  <a:lnTo>
                    <a:pt x="1481127" y="149419"/>
                  </a:lnTo>
                  <a:lnTo>
                    <a:pt x="1494234" y="147325"/>
                  </a:lnTo>
                  <a:lnTo>
                    <a:pt x="1507341" y="145222"/>
                  </a:lnTo>
                  <a:lnTo>
                    <a:pt x="1520448" y="143109"/>
                  </a:lnTo>
                  <a:lnTo>
                    <a:pt x="1533556" y="140987"/>
                  </a:lnTo>
                  <a:lnTo>
                    <a:pt x="1546663" y="138856"/>
                  </a:lnTo>
                  <a:lnTo>
                    <a:pt x="1559770" y="136716"/>
                  </a:lnTo>
                  <a:lnTo>
                    <a:pt x="1572878" y="134568"/>
                  </a:lnTo>
                  <a:lnTo>
                    <a:pt x="1585985" y="132412"/>
                  </a:lnTo>
                  <a:lnTo>
                    <a:pt x="1599092" y="130247"/>
                  </a:lnTo>
                  <a:lnTo>
                    <a:pt x="1612200" y="128075"/>
                  </a:lnTo>
                  <a:lnTo>
                    <a:pt x="1625307" y="125894"/>
                  </a:lnTo>
                  <a:lnTo>
                    <a:pt x="1638414" y="123706"/>
                  </a:lnTo>
                  <a:lnTo>
                    <a:pt x="1651522" y="121511"/>
                  </a:lnTo>
                  <a:lnTo>
                    <a:pt x="1664629" y="119309"/>
                  </a:lnTo>
                  <a:lnTo>
                    <a:pt x="1677736" y="117100"/>
                  </a:lnTo>
                  <a:lnTo>
                    <a:pt x="1690844" y="114884"/>
                  </a:lnTo>
                  <a:lnTo>
                    <a:pt x="1703951" y="112662"/>
                  </a:lnTo>
                  <a:lnTo>
                    <a:pt x="1717058" y="110434"/>
                  </a:lnTo>
                  <a:lnTo>
                    <a:pt x="1730166" y="108200"/>
                  </a:lnTo>
                  <a:lnTo>
                    <a:pt x="1743273" y="105960"/>
                  </a:lnTo>
                  <a:lnTo>
                    <a:pt x="1756380" y="103715"/>
                  </a:lnTo>
                  <a:lnTo>
                    <a:pt x="1769488" y="101465"/>
                  </a:lnTo>
                  <a:lnTo>
                    <a:pt x="1782595" y="99209"/>
                  </a:lnTo>
                  <a:lnTo>
                    <a:pt x="1795702" y="96949"/>
                  </a:lnTo>
                  <a:lnTo>
                    <a:pt x="1808810" y="94685"/>
                  </a:lnTo>
                  <a:lnTo>
                    <a:pt x="1821917" y="92416"/>
                  </a:lnTo>
                  <a:lnTo>
                    <a:pt x="1835024" y="90143"/>
                  </a:lnTo>
                  <a:lnTo>
                    <a:pt x="1848131" y="87866"/>
                  </a:lnTo>
                  <a:lnTo>
                    <a:pt x="1861239" y="85586"/>
                  </a:lnTo>
                  <a:lnTo>
                    <a:pt x="1874346" y="83303"/>
                  </a:lnTo>
                  <a:lnTo>
                    <a:pt x="1887453" y="81016"/>
                  </a:lnTo>
                  <a:lnTo>
                    <a:pt x="1900561" y="78726"/>
                  </a:lnTo>
                  <a:lnTo>
                    <a:pt x="1913668" y="76433"/>
                  </a:lnTo>
                  <a:lnTo>
                    <a:pt x="1926775" y="74138"/>
                  </a:lnTo>
                  <a:lnTo>
                    <a:pt x="1939883" y="71840"/>
                  </a:lnTo>
                  <a:lnTo>
                    <a:pt x="1952990" y="69540"/>
                  </a:lnTo>
                  <a:lnTo>
                    <a:pt x="1966097" y="67238"/>
                  </a:lnTo>
                  <a:lnTo>
                    <a:pt x="1979205" y="64934"/>
                  </a:lnTo>
                  <a:lnTo>
                    <a:pt x="1992312" y="62628"/>
                  </a:lnTo>
                  <a:lnTo>
                    <a:pt x="2005419" y="60320"/>
                  </a:lnTo>
                  <a:lnTo>
                    <a:pt x="2018527" y="58011"/>
                  </a:lnTo>
                  <a:lnTo>
                    <a:pt x="2031634" y="55700"/>
                  </a:lnTo>
                  <a:lnTo>
                    <a:pt x="2044741" y="53388"/>
                  </a:lnTo>
                  <a:lnTo>
                    <a:pt x="2057849" y="51074"/>
                  </a:lnTo>
                  <a:lnTo>
                    <a:pt x="2070956" y="48760"/>
                  </a:lnTo>
                  <a:lnTo>
                    <a:pt x="2084063" y="46444"/>
                  </a:lnTo>
                  <a:lnTo>
                    <a:pt x="2097171" y="44127"/>
                  </a:lnTo>
                  <a:lnTo>
                    <a:pt x="2110278" y="41809"/>
                  </a:lnTo>
                  <a:lnTo>
                    <a:pt x="2123385" y="39491"/>
                  </a:lnTo>
                  <a:lnTo>
                    <a:pt x="2136492" y="37171"/>
                  </a:lnTo>
                  <a:lnTo>
                    <a:pt x="2149600" y="34851"/>
                  </a:lnTo>
                  <a:lnTo>
                    <a:pt x="2162707" y="32531"/>
                  </a:lnTo>
                  <a:lnTo>
                    <a:pt x="2175814" y="30209"/>
                  </a:lnTo>
                  <a:lnTo>
                    <a:pt x="2188922" y="27887"/>
                  </a:lnTo>
                  <a:lnTo>
                    <a:pt x="2202029" y="25565"/>
                  </a:lnTo>
                  <a:lnTo>
                    <a:pt x="2215136" y="23242"/>
                  </a:lnTo>
                  <a:lnTo>
                    <a:pt x="2228244" y="20919"/>
                  </a:lnTo>
                  <a:lnTo>
                    <a:pt x="2241351" y="18595"/>
                  </a:lnTo>
                  <a:lnTo>
                    <a:pt x="2254458" y="16271"/>
                  </a:lnTo>
                  <a:lnTo>
                    <a:pt x="2267566" y="13947"/>
                  </a:lnTo>
                  <a:lnTo>
                    <a:pt x="2280673" y="11623"/>
                  </a:lnTo>
                  <a:lnTo>
                    <a:pt x="2293780" y="9298"/>
                  </a:lnTo>
                  <a:lnTo>
                    <a:pt x="2306888" y="6974"/>
                  </a:lnTo>
                  <a:lnTo>
                    <a:pt x="2319995" y="4649"/>
                  </a:lnTo>
                  <a:lnTo>
                    <a:pt x="2333102" y="2324"/>
                  </a:lnTo>
                  <a:lnTo>
                    <a:pt x="2346210" y="0"/>
                  </a:lnTo>
                  <a:lnTo>
                    <a:pt x="2346210" y="48845"/>
                  </a:lnTo>
                  <a:lnTo>
                    <a:pt x="2333102" y="51321"/>
                  </a:lnTo>
                  <a:lnTo>
                    <a:pt x="2319995" y="53798"/>
                  </a:lnTo>
                  <a:lnTo>
                    <a:pt x="2306888" y="56275"/>
                  </a:lnTo>
                  <a:lnTo>
                    <a:pt x="2293780" y="58752"/>
                  </a:lnTo>
                  <a:lnTo>
                    <a:pt x="2280673" y="61229"/>
                  </a:lnTo>
                  <a:lnTo>
                    <a:pt x="2267566" y="63705"/>
                  </a:lnTo>
                  <a:lnTo>
                    <a:pt x="2254458" y="66182"/>
                  </a:lnTo>
                  <a:lnTo>
                    <a:pt x="2241351" y="68658"/>
                  </a:lnTo>
                  <a:lnTo>
                    <a:pt x="2228244" y="71134"/>
                  </a:lnTo>
                  <a:lnTo>
                    <a:pt x="2215136" y="73610"/>
                  </a:lnTo>
                  <a:lnTo>
                    <a:pt x="2202029" y="76085"/>
                  </a:lnTo>
                  <a:lnTo>
                    <a:pt x="2188922" y="78561"/>
                  </a:lnTo>
                  <a:lnTo>
                    <a:pt x="2175814" y="81036"/>
                  </a:lnTo>
                  <a:lnTo>
                    <a:pt x="2162707" y="83510"/>
                  </a:lnTo>
                  <a:lnTo>
                    <a:pt x="2149600" y="85984"/>
                  </a:lnTo>
                  <a:lnTo>
                    <a:pt x="2136492" y="88458"/>
                  </a:lnTo>
                  <a:lnTo>
                    <a:pt x="2123385" y="90931"/>
                  </a:lnTo>
                  <a:lnTo>
                    <a:pt x="2110278" y="93404"/>
                  </a:lnTo>
                  <a:lnTo>
                    <a:pt x="2097171" y="95877"/>
                  </a:lnTo>
                  <a:lnTo>
                    <a:pt x="2084063" y="98348"/>
                  </a:lnTo>
                  <a:lnTo>
                    <a:pt x="2070956" y="100819"/>
                  </a:lnTo>
                  <a:lnTo>
                    <a:pt x="2057849" y="103290"/>
                  </a:lnTo>
                  <a:lnTo>
                    <a:pt x="2044741" y="105759"/>
                  </a:lnTo>
                  <a:lnTo>
                    <a:pt x="2031634" y="108228"/>
                  </a:lnTo>
                  <a:lnTo>
                    <a:pt x="2018527" y="110696"/>
                  </a:lnTo>
                  <a:lnTo>
                    <a:pt x="2005419" y="113163"/>
                  </a:lnTo>
                  <a:lnTo>
                    <a:pt x="1992312" y="115629"/>
                  </a:lnTo>
                  <a:lnTo>
                    <a:pt x="1979205" y="118094"/>
                  </a:lnTo>
                  <a:lnTo>
                    <a:pt x="1966097" y="120557"/>
                  </a:lnTo>
                  <a:lnTo>
                    <a:pt x="1952990" y="123020"/>
                  </a:lnTo>
                  <a:lnTo>
                    <a:pt x="1939883" y="125481"/>
                  </a:lnTo>
                  <a:lnTo>
                    <a:pt x="1926775" y="127940"/>
                  </a:lnTo>
                  <a:lnTo>
                    <a:pt x="1913668" y="130398"/>
                  </a:lnTo>
                  <a:lnTo>
                    <a:pt x="1900561" y="132854"/>
                  </a:lnTo>
                  <a:lnTo>
                    <a:pt x="1887453" y="135308"/>
                  </a:lnTo>
                  <a:lnTo>
                    <a:pt x="1874346" y="137760"/>
                  </a:lnTo>
                  <a:lnTo>
                    <a:pt x="1861239" y="140209"/>
                  </a:lnTo>
                  <a:lnTo>
                    <a:pt x="1848131" y="142657"/>
                  </a:lnTo>
                  <a:lnTo>
                    <a:pt x="1835024" y="145101"/>
                  </a:lnTo>
                  <a:lnTo>
                    <a:pt x="1821917" y="147544"/>
                  </a:lnTo>
                  <a:lnTo>
                    <a:pt x="1808810" y="149983"/>
                  </a:lnTo>
                  <a:lnTo>
                    <a:pt x="1795702" y="152419"/>
                  </a:lnTo>
                  <a:lnTo>
                    <a:pt x="1782595" y="154852"/>
                  </a:lnTo>
                  <a:lnTo>
                    <a:pt x="1769488" y="157282"/>
                  </a:lnTo>
                  <a:lnTo>
                    <a:pt x="1756380" y="159709"/>
                  </a:lnTo>
                  <a:lnTo>
                    <a:pt x="1743273" y="162131"/>
                  </a:lnTo>
                  <a:lnTo>
                    <a:pt x="1730166" y="164550"/>
                  </a:lnTo>
                  <a:lnTo>
                    <a:pt x="1717058" y="166965"/>
                  </a:lnTo>
                  <a:lnTo>
                    <a:pt x="1703951" y="169375"/>
                  </a:lnTo>
                  <a:lnTo>
                    <a:pt x="1690844" y="171781"/>
                  </a:lnTo>
                  <a:lnTo>
                    <a:pt x="1677736" y="174183"/>
                  </a:lnTo>
                  <a:lnTo>
                    <a:pt x="1664629" y="176579"/>
                  </a:lnTo>
                  <a:lnTo>
                    <a:pt x="1651522" y="178971"/>
                  </a:lnTo>
                  <a:lnTo>
                    <a:pt x="1638414" y="181358"/>
                  </a:lnTo>
                  <a:lnTo>
                    <a:pt x="1625307" y="183740"/>
                  </a:lnTo>
                  <a:lnTo>
                    <a:pt x="1612200" y="186116"/>
                  </a:lnTo>
                  <a:lnTo>
                    <a:pt x="1599092" y="188487"/>
                  </a:lnTo>
                  <a:lnTo>
                    <a:pt x="1585985" y="190852"/>
                  </a:lnTo>
                  <a:lnTo>
                    <a:pt x="1572878" y="193212"/>
                  </a:lnTo>
                  <a:lnTo>
                    <a:pt x="1559770" y="195565"/>
                  </a:lnTo>
                  <a:lnTo>
                    <a:pt x="1546663" y="197913"/>
                  </a:lnTo>
                  <a:lnTo>
                    <a:pt x="1533556" y="200254"/>
                  </a:lnTo>
                  <a:lnTo>
                    <a:pt x="1520448" y="202590"/>
                  </a:lnTo>
                  <a:lnTo>
                    <a:pt x="1507341" y="204919"/>
                  </a:lnTo>
                  <a:lnTo>
                    <a:pt x="1494234" y="207241"/>
                  </a:lnTo>
                  <a:lnTo>
                    <a:pt x="1481127" y="209557"/>
                  </a:lnTo>
                  <a:lnTo>
                    <a:pt x="1468019" y="211867"/>
                  </a:lnTo>
                  <a:lnTo>
                    <a:pt x="1454912" y="214170"/>
                  </a:lnTo>
                  <a:lnTo>
                    <a:pt x="1441805" y="216466"/>
                  </a:lnTo>
                  <a:lnTo>
                    <a:pt x="1428697" y="218756"/>
                  </a:lnTo>
                  <a:lnTo>
                    <a:pt x="1415590" y="221038"/>
                  </a:lnTo>
                  <a:lnTo>
                    <a:pt x="1402483" y="223314"/>
                  </a:lnTo>
                  <a:lnTo>
                    <a:pt x="1389375" y="225583"/>
                  </a:lnTo>
                  <a:lnTo>
                    <a:pt x="1376268" y="227845"/>
                  </a:lnTo>
                  <a:lnTo>
                    <a:pt x="1363161" y="230100"/>
                  </a:lnTo>
                  <a:lnTo>
                    <a:pt x="1350053" y="232348"/>
                  </a:lnTo>
                  <a:lnTo>
                    <a:pt x="1336946" y="234589"/>
                  </a:lnTo>
                  <a:lnTo>
                    <a:pt x="1323839" y="236823"/>
                  </a:lnTo>
                  <a:lnTo>
                    <a:pt x="1310731" y="239050"/>
                  </a:lnTo>
                  <a:lnTo>
                    <a:pt x="1297624" y="241269"/>
                  </a:lnTo>
                  <a:lnTo>
                    <a:pt x="1284517" y="243482"/>
                  </a:lnTo>
                  <a:lnTo>
                    <a:pt x="1271409" y="245687"/>
                  </a:lnTo>
                  <a:lnTo>
                    <a:pt x="1258302" y="247885"/>
                  </a:lnTo>
                  <a:lnTo>
                    <a:pt x="1245195" y="250076"/>
                  </a:lnTo>
                  <a:lnTo>
                    <a:pt x="1232087" y="252260"/>
                  </a:lnTo>
                  <a:lnTo>
                    <a:pt x="1218980" y="254436"/>
                  </a:lnTo>
                  <a:lnTo>
                    <a:pt x="1205873" y="256605"/>
                  </a:lnTo>
                  <a:lnTo>
                    <a:pt x="1192766" y="258767"/>
                  </a:lnTo>
                  <a:lnTo>
                    <a:pt x="1179658" y="260921"/>
                  </a:lnTo>
                  <a:lnTo>
                    <a:pt x="1166551" y="263068"/>
                  </a:lnTo>
                  <a:lnTo>
                    <a:pt x="1153444" y="265207"/>
                  </a:lnTo>
                  <a:lnTo>
                    <a:pt x="1140336" y="267340"/>
                  </a:lnTo>
                  <a:lnTo>
                    <a:pt x="1127229" y="269464"/>
                  </a:lnTo>
                  <a:lnTo>
                    <a:pt x="1114122" y="271581"/>
                  </a:lnTo>
                  <a:lnTo>
                    <a:pt x="1101014" y="273691"/>
                  </a:lnTo>
                  <a:lnTo>
                    <a:pt x="1087907" y="275793"/>
                  </a:lnTo>
                  <a:lnTo>
                    <a:pt x="1074800" y="277888"/>
                  </a:lnTo>
                  <a:lnTo>
                    <a:pt x="1061692" y="279975"/>
                  </a:lnTo>
                  <a:lnTo>
                    <a:pt x="1048585" y="282054"/>
                  </a:lnTo>
                  <a:lnTo>
                    <a:pt x="1035478" y="284126"/>
                  </a:lnTo>
                  <a:lnTo>
                    <a:pt x="1022370" y="286191"/>
                  </a:lnTo>
                  <a:lnTo>
                    <a:pt x="1009263" y="288247"/>
                  </a:lnTo>
                  <a:lnTo>
                    <a:pt x="996156" y="290297"/>
                  </a:lnTo>
                  <a:lnTo>
                    <a:pt x="983048" y="292338"/>
                  </a:lnTo>
                  <a:lnTo>
                    <a:pt x="969941" y="294372"/>
                  </a:lnTo>
                  <a:lnTo>
                    <a:pt x="956834" y="296399"/>
                  </a:lnTo>
                  <a:lnTo>
                    <a:pt x="943726" y="298418"/>
                  </a:lnTo>
                  <a:lnTo>
                    <a:pt x="930619" y="300429"/>
                  </a:lnTo>
                  <a:lnTo>
                    <a:pt x="917512" y="302433"/>
                  </a:lnTo>
                  <a:lnTo>
                    <a:pt x="904405" y="304429"/>
                  </a:lnTo>
                  <a:lnTo>
                    <a:pt x="891297" y="306418"/>
                  </a:lnTo>
                  <a:lnTo>
                    <a:pt x="878190" y="308399"/>
                  </a:lnTo>
                  <a:lnTo>
                    <a:pt x="865083" y="310373"/>
                  </a:lnTo>
                  <a:lnTo>
                    <a:pt x="851975" y="312340"/>
                  </a:lnTo>
                  <a:lnTo>
                    <a:pt x="838868" y="314299"/>
                  </a:lnTo>
                  <a:lnTo>
                    <a:pt x="825761" y="316251"/>
                  </a:lnTo>
                  <a:lnTo>
                    <a:pt x="812653" y="318196"/>
                  </a:lnTo>
                  <a:lnTo>
                    <a:pt x="799546" y="320134"/>
                  </a:lnTo>
                  <a:lnTo>
                    <a:pt x="786439" y="322065"/>
                  </a:lnTo>
                  <a:lnTo>
                    <a:pt x="773331" y="323989"/>
                  </a:lnTo>
                  <a:lnTo>
                    <a:pt x="760224" y="325906"/>
                  </a:lnTo>
                  <a:lnTo>
                    <a:pt x="747117" y="327816"/>
                  </a:lnTo>
                  <a:lnTo>
                    <a:pt x="734009" y="329720"/>
                  </a:lnTo>
                  <a:lnTo>
                    <a:pt x="720902" y="331617"/>
                  </a:lnTo>
                  <a:lnTo>
                    <a:pt x="707795" y="333508"/>
                  </a:lnTo>
                  <a:lnTo>
                    <a:pt x="694687" y="335393"/>
                  </a:lnTo>
                  <a:lnTo>
                    <a:pt x="681580" y="337271"/>
                  </a:lnTo>
                  <a:lnTo>
                    <a:pt x="668473" y="339143"/>
                  </a:lnTo>
                  <a:lnTo>
                    <a:pt x="655365" y="341009"/>
                  </a:lnTo>
                  <a:lnTo>
                    <a:pt x="642258" y="342869"/>
                  </a:lnTo>
                  <a:lnTo>
                    <a:pt x="629151" y="344724"/>
                  </a:lnTo>
                  <a:lnTo>
                    <a:pt x="616043" y="346573"/>
                  </a:lnTo>
                  <a:lnTo>
                    <a:pt x="602936" y="348416"/>
                  </a:lnTo>
                  <a:lnTo>
                    <a:pt x="589829" y="350254"/>
                  </a:lnTo>
                  <a:lnTo>
                    <a:pt x="576722" y="352087"/>
                  </a:lnTo>
                  <a:lnTo>
                    <a:pt x="563614" y="353914"/>
                  </a:lnTo>
                  <a:lnTo>
                    <a:pt x="550507" y="355737"/>
                  </a:lnTo>
                  <a:lnTo>
                    <a:pt x="537400" y="357554"/>
                  </a:lnTo>
                  <a:lnTo>
                    <a:pt x="524292" y="359367"/>
                  </a:lnTo>
                  <a:lnTo>
                    <a:pt x="511185" y="361175"/>
                  </a:lnTo>
                  <a:lnTo>
                    <a:pt x="498078" y="362979"/>
                  </a:lnTo>
                  <a:lnTo>
                    <a:pt x="484970" y="364778"/>
                  </a:lnTo>
                  <a:lnTo>
                    <a:pt x="471863" y="366573"/>
                  </a:lnTo>
                  <a:lnTo>
                    <a:pt x="458756" y="368363"/>
                  </a:lnTo>
                  <a:lnTo>
                    <a:pt x="445648" y="370150"/>
                  </a:lnTo>
                  <a:lnTo>
                    <a:pt x="432541" y="371932"/>
                  </a:lnTo>
                  <a:lnTo>
                    <a:pt x="419434" y="373711"/>
                  </a:lnTo>
                  <a:lnTo>
                    <a:pt x="406326" y="375486"/>
                  </a:lnTo>
                  <a:lnTo>
                    <a:pt x="393219" y="377257"/>
                  </a:lnTo>
                  <a:lnTo>
                    <a:pt x="380112" y="379025"/>
                  </a:lnTo>
                  <a:lnTo>
                    <a:pt x="367004" y="380790"/>
                  </a:lnTo>
                  <a:lnTo>
                    <a:pt x="353897" y="382551"/>
                  </a:lnTo>
                  <a:lnTo>
                    <a:pt x="340790" y="384310"/>
                  </a:lnTo>
                  <a:lnTo>
                    <a:pt x="327682" y="386065"/>
                  </a:lnTo>
                  <a:lnTo>
                    <a:pt x="314575" y="387818"/>
                  </a:lnTo>
                  <a:lnTo>
                    <a:pt x="301468" y="389569"/>
                  </a:lnTo>
                  <a:lnTo>
                    <a:pt x="288361" y="391317"/>
                  </a:lnTo>
                  <a:lnTo>
                    <a:pt x="275253" y="393062"/>
                  </a:lnTo>
                  <a:lnTo>
                    <a:pt x="262146" y="394806"/>
                  </a:lnTo>
                  <a:lnTo>
                    <a:pt x="249039" y="396548"/>
                  </a:lnTo>
                  <a:lnTo>
                    <a:pt x="235931" y="398289"/>
                  </a:lnTo>
                  <a:lnTo>
                    <a:pt x="222824" y="400028"/>
                  </a:lnTo>
                  <a:lnTo>
                    <a:pt x="209717" y="401765"/>
                  </a:lnTo>
                  <a:lnTo>
                    <a:pt x="196609" y="403502"/>
                  </a:lnTo>
                  <a:lnTo>
                    <a:pt x="183502" y="405237"/>
                  </a:lnTo>
                  <a:lnTo>
                    <a:pt x="170395" y="406972"/>
                  </a:lnTo>
                  <a:lnTo>
                    <a:pt x="157287" y="408706"/>
                  </a:lnTo>
                  <a:lnTo>
                    <a:pt x="144180" y="410440"/>
                  </a:lnTo>
                  <a:lnTo>
                    <a:pt x="131073" y="412173"/>
                  </a:lnTo>
                  <a:lnTo>
                    <a:pt x="117965" y="413906"/>
                  </a:lnTo>
                  <a:lnTo>
                    <a:pt x="104858" y="415639"/>
                  </a:lnTo>
                  <a:lnTo>
                    <a:pt x="91751" y="417372"/>
                  </a:lnTo>
                  <a:lnTo>
                    <a:pt x="78643" y="419105"/>
                  </a:lnTo>
                  <a:lnTo>
                    <a:pt x="65536" y="420837"/>
                  </a:lnTo>
                  <a:lnTo>
                    <a:pt x="52429" y="422570"/>
                  </a:lnTo>
                  <a:lnTo>
                    <a:pt x="39321" y="424303"/>
                  </a:lnTo>
                  <a:lnTo>
                    <a:pt x="26214" y="426036"/>
                  </a:lnTo>
                  <a:lnTo>
                    <a:pt x="13107" y="427769"/>
                  </a:lnTo>
                  <a:lnTo>
                    <a:pt x="0" y="42950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140" name="pl45"/>
            <p:cNvSpPr/>
            <p:nvPr/>
          </p:nvSpPr>
          <p:spPr>
            <a:xfrm>
              <a:off x="5300048" y="2042570"/>
              <a:ext cx="2346210" cy="318876"/>
            </a:xfrm>
            <a:custGeom>
              <a:avLst/>
              <a:pathLst>
                <a:path w="2346210" h="318876">
                  <a:moveTo>
                    <a:pt x="0" y="318876"/>
                  </a:moveTo>
                  <a:lnTo>
                    <a:pt x="13107" y="317742"/>
                  </a:lnTo>
                  <a:lnTo>
                    <a:pt x="26214" y="316608"/>
                  </a:lnTo>
                  <a:lnTo>
                    <a:pt x="39321" y="315473"/>
                  </a:lnTo>
                  <a:lnTo>
                    <a:pt x="52429" y="314339"/>
                  </a:lnTo>
                  <a:lnTo>
                    <a:pt x="65536" y="313204"/>
                  </a:lnTo>
                  <a:lnTo>
                    <a:pt x="78643" y="312070"/>
                  </a:lnTo>
                  <a:lnTo>
                    <a:pt x="91751" y="310935"/>
                  </a:lnTo>
                  <a:lnTo>
                    <a:pt x="104858" y="309800"/>
                  </a:lnTo>
                  <a:lnTo>
                    <a:pt x="117965" y="308664"/>
                  </a:lnTo>
                  <a:lnTo>
                    <a:pt x="131073" y="307527"/>
                  </a:lnTo>
                  <a:lnTo>
                    <a:pt x="144180" y="306390"/>
                  </a:lnTo>
                  <a:lnTo>
                    <a:pt x="157287" y="305252"/>
                  </a:lnTo>
                  <a:lnTo>
                    <a:pt x="170395" y="304113"/>
                  </a:lnTo>
                  <a:lnTo>
                    <a:pt x="183502" y="302972"/>
                  </a:lnTo>
                  <a:lnTo>
                    <a:pt x="196609" y="301830"/>
                  </a:lnTo>
                  <a:lnTo>
                    <a:pt x="209717" y="300685"/>
                  </a:lnTo>
                  <a:lnTo>
                    <a:pt x="222824" y="299538"/>
                  </a:lnTo>
                  <a:lnTo>
                    <a:pt x="235931" y="298389"/>
                  </a:lnTo>
                  <a:lnTo>
                    <a:pt x="249039" y="297237"/>
                  </a:lnTo>
                  <a:lnTo>
                    <a:pt x="262146" y="296082"/>
                  </a:lnTo>
                  <a:lnTo>
                    <a:pt x="275253" y="294924"/>
                  </a:lnTo>
                  <a:lnTo>
                    <a:pt x="288361" y="293762"/>
                  </a:lnTo>
                  <a:lnTo>
                    <a:pt x="301468" y="292596"/>
                  </a:lnTo>
                  <a:lnTo>
                    <a:pt x="314575" y="291425"/>
                  </a:lnTo>
                  <a:lnTo>
                    <a:pt x="327682" y="290251"/>
                  </a:lnTo>
                  <a:lnTo>
                    <a:pt x="340790" y="289071"/>
                  </a:lnTo>
                  <a:lnTo>
                    <a:pt x="353897" y="287886"/>
                  </a:lnTo>
                  <a:lnTo>
                    <a:pt x="367004" y="286696"/>
                  </a:lnTo>
                  <a:lnTo>
                    <a:pt x="380112" y="285501"/>
                  </a:lnTo>
                  <a:lnTo>
                    <a:pt x="393219" y="284299"/>
                  </a:lnTo>
                  <a:lnTo>
                    <a:pt x="406326" y="283091"/>
                  </a:lnTo>
                  <a:lnTo>
                    <a:pt x="419434" y="281877"/>
                  </a:lnTo>
                  <a:lnTo>
                    <a:pt x="432541" y="280657"/>
                  </a:lnTo>
                  <a:lnTo>
                    <a:pt x="445648" y="279430"/>
                  </a:lnTo>
                  <a:lnTo>
                    <a:pt x="458756" y="278195"/>
                  </a:lnTo>
                  <a:lnTo>
                    <a:pt x="471863" y="276954"/>
                  </a:lnTo>
                  <a:lnTo>
                    <a:pt x="484970" y="275705"/>
                  </a:lnTo>
                  <a:lnTo>
                    <a:pt x="498078" y="274449"/>
                  </a:lnTo>
                  <a:lnTo>
                    <a:pt x="511185" y="273184"/>
                  </a:lnTo>
                  <a:lnTo>
                    <a:pt x="524292" y="271912"/>
                  </a:lnTo>
                  <a:lnTo>
                    <a:pt x="537400" y="270631"/>
                  </a:lnTo>
                  <a:lnTo>
                    <a:pt x="550507" y="269342"/>
                  </a:lnTo>
                  <a:lnTo>
                    <a:pt x="563614" y="268044"/>
                  </a:lnTo>
                  <a:lnTo>
                    <a:pt x="576722" y="266738"/>
                  </a:lnTo>
                  <a:lnTo>
                    <a:pt x="589829" y="265423"/>
                  </a:lnTo>
                  <a:lnTo>
                    <a:pt x="602936" y="264098"/>
                  </a:lnTo>
                  <a:lnTo>
                    <a:pt x="616043" y="262764"/>
                  </a:lnTo>
                  <a:lnTo>
                    <a:pt x="629151" y="261420"/>
                  </a:lnTo>
                  <a:lnTo>
                    <a:pt x="642258" y="260067"/>
                  </a:lnTo>
                  <a:lnTo>
                    <a:pt x="655365" y="258704"/>
                  </a:lnTo>
                  <a:lnTo>
                    <a:pt x="668473" y="257330"/>
                  </a:lnTo>
                  <a:lnTo>
                    <a:pt x="681580" y="255947"/>
                  </a:lnTo>
                  <a:lnTo>
                    <a:pt x="694687" y="254552"/>
                  </a:lnTo>
                  <a:lnTo>
                    <a:pt x="707795" y="253148"/>
                  </a:lnTo>
                  <a:lnTo>
                    <a:pt x="720902" y="251732"/>
                  </a:lnTo>
                  <a:lnTo>
                    <a:pt x="734009" y="250306"/>
                  </a:lnTo>
                  <a:lnTo>
                    <a:pt x="747117" y="248869"/>
                  </a:lnTo>
                  <a:lnTo>
                    <a:pt x="760224" y="247420"/>
                  </a:lnTo>
                  <a:lnTo>
                    <a:pt x="773331" y="245960"/>
                  </a:lnTo>
                  <a:lnTo>
                    <a:pt x="786439" y="244489"/>
                  </a:lnTo>
                  <a:lnTo>
                    <a:pt x="799546" y="243006"/>
                  </a:lnTo>
                  <a:lnTo>
                    <a:pt x="812653" y="241511"/>
                  </a:lnTo>
                  <a:lnTo>
                    <a:pt x="825761" y="240005"/>
                  </a:lnTo>
                  <a:lnTo>
                    <a:pt x="838868" y="238486"/>
                  </a:lnTo>
                  <a:lnTo>
                    <a:pt x="851975" y="236956"/>
                  </a:lnTo>
                  <a:lnTo>
                    <a:pt x="865083" y="235414"/>
                  </a:lnTo>
                  <a:lnTo>
                    <a:pt x="878190" y="233859"/>
                  </a:lnTo>
                  <a:lnTo>
                    <a:pt x="891297" y="232293"/>
                  </a:lnTo>
                  <a:lnTo>
                    <a:pt x="904405" y="230714"/>
                  </a:lnTo>
                  <a:lnTo>
                    <a:pt x="917512" y="229123"/>
                  </a:lnTo>
                  <a:lnTo>
                    <a:pt x="930619" y="227520"/>
                  </a:lnTo>
                  <a:lnTo>
                    <a:pt x="943726" y="225904"/>
                  </a:lnTo>
                  <a:lnTo>
                    <a:pt x="956834" y="224276"/>
                  </a:lnTo>
                  <a:lnTo>
                    <a:pt x="969941" y="222635"/>
                  </a:lnTo>
                  <a:lnTo>
                    <a:pt x="983048" y="220983"/>
                  </a:lnTo>
                  <a:lnTo>
                    <a:pt x="996156" y="219317"/>
                  </a:lnTo>
                  <a:lnTo>
                    <a:pt x="1009263" y="217640"/>
                  </a:lnTo>
                  <a:lnTo>
                    <a:pt x="1022370" y="215950"/>
                  </a:lnTo>
                  <a:lnTo>
                    <a:pt x="1035478" y="214248"/>
                  </a:lnTo>
                  <a:lnTo>
                    <a:pt x="1048585" y="212533"/>
                  </a:lnTo>
                  <a:lnTo>
                    <a:pt x="1061692" y="210806"/>
                  </a:lnTo>
                  <a:lnTo>
                    <a:pt x="1074800" y="209067"/>
                  </a:lnTo>
                  <a:lnTo>
                    <a:pt x="1087907" y="207316"/>
                  </a:lnTo>
                  <a:lnTo>
                    <a:pt x="1101014" y="205552"/>
                  </a:lnTo>
                  <a:lnTo>
                    <a:pt x="1114122" y="203777"/>
                  </a:lnTo>
                  <a:lnTo>
                    <a:pt x="1127229" y="201989"/>
                  </a:lnTo>
                  <a:lnTo>
                    <a:pt x="1140336" y="200190"/>
                  </a:lnTo>
                  <a:lnTo>
                    <a:pt x="1153444" y="198378"/>
                  </a:lnTo>
                  <a:lnTo>
                    <a:pt x="1166551" y="196554"/>
                  </a:lnTo>
                  <a:lnTo>
                    <a:pt x="1179658" y="194719"/>
                  </a:lnTo>
                  <a:lnTo>
                    <a:pt x="1192766" y="192872"/>
                  </a:lnTo>
                  <a:lnTo>
                    <a:pt x="1205873" y="191013"/>
                  </a:lnTo>
                  <a:lnTo>
                    <a:pt x="1218980" y="189143"/>
                  </a:lnTo>
                  <a:lnTo>
                    <a:pt x="1232087" y="187261"/>
                  </a:lnTo>
                  <a:lnTo>
                    <a:pt x="1245195" y="185367"/>
                  </a:lnTo>
                  <a:lnTo>
                    <a:pt x="1258302" y="183462"/>
                  </a:lnTo>
                  <a:lnTo>
                    <a:pt x="1271409" y="181546"/>
                  </a:lnTo>
                  <a:lnTo>
                    <a:pt x="1284517" y="179619"/>
                  </a:lnTo>
                  <a:lnTo>
                    <a:pt x="1297624" y="177680"/>
                  </a:lnTo>
                  <a:lnTo>
                    <a:pt x="1310731" y="175730"/>
                  </a:lnTo>
                  <a:lnTo>
                    <a:pt x="1323839" y="173770"/>
                  </a:lnTo>
                  <a:lnTo>
                    <a:pt x="1336946" y="171798"/>
                  </a:lnTo>
                  <a:lnTo>
                    <a:pt x="1350053" y="169816"/>
                  </a:lnTo>
                  <a:lnTo>
                    <a:pt x="1363161" y="167823"/>
                  </a:lnTo>
                  <a:lnTo>
                    <a:pt x="1376268" y="165819"/>
                  </a:lnTo>
                  <a:lnTo>
                    <a:pt x="1389375" y="163804"/>
                  </a:lnTo>
                  <a:lnTo>
                    <a:pt x="1402483" y="161780"/>
                  </a:lnTo>
                  <a:lnTo>
                    <a:pt x="1415590" y="159745"/>
                  </a:lnTo>
                  <a:lnTo>
                    <a:pt x="1428697" y="157700"/>
                  </a:lnTo>
                  <a:lnTo>
                    <a:pt x="1441805" y="155644"/>
                  </a:lnTo>
                  <a:lnTo>
                    <a:pt x="1454912" y="153579"/>
                  </a:lnTo>
                  <a:lnTo>
                    <a:pt x="1468019" y="151504"/>
                  </a:lnTo>
                  <a:lnTo>
                    <a:pt x="1481127" y="149419"/>
                  </a:lnTo>
                  <a:lnTo>
                    <a:pt x="1494234" y="147325"/>
                  </a:lnTo>
                  <a:lnTo>
                    <a:pt x="1507341" y="145222"/>
                  </a:lnTo>
                  <a:lnTo>
                    <a:pt x="1520448" y="143109"/>
                  </a:lnTo>
                  <a:lnTo>
                    <a:pt x="1533556" y="140987"/>
                  </a:lnTo>
                  <a:lnTo>
                    <a:pt x="1546663" y="138856"/>
                  </a:lnTo>
                  <a:lnTo>
                    <a:pt x="1559770" y="136716"/>
                  </a:lnTo>
                  <a:lnTo>
                    <a:pt x="1572878" y="134568"/>
                  </a:lnTo>
                  <a:lnTo>
                    <a:pt x="1585985" y="132412"/>
                  </a:lnTo>
                  <a:lnTo>
                    <a:pt x="1599092" y="130247"/>
                  </a:lnTo>
                  <a:lnTo>
                    <a:pt x="1612200" y="128075"/>
                  </a:lnTo>
                  <a:lnTo>
                    <a:pt x="1625307" y="125894"/>
                  </a:lnTo>
                  <a:lnTo>
                    <a:pt x="1638414" y="123706"/>
                  </a:lnTo>
                  <a:lnTo>
                    <a:pt x="1651522" y="121511"/>
                  </a:lnTo>
                  <a:lnTo>
                    <a:pt x="1664629" y="119309"/>
                  </a:lnTo>
                  <a:lnTo>
                    <a:pt x="1677736" y="117100"/>
                  </a:lnTo>
                  <a:lnTo>
                    <a:pt x="1690844" y="114884"/>
                  </a:lnTo>
                  <a:lnTo>
                    <a:pt x="1703951" y="112662"/>
                  </a:lnTo>
                  <a:lnTo>
                    <a:pt x="1717058" y="110434"/>
                  </a:lnTo>
                  <a:lnTo>
                    <a:pt x="1730166" y="108200"/>
                  </a:lnTo>
                  <a:lnTo>
                    <a:pt x="1743273" y="105960"/>
                  </a:lnTo>
                  <a:lnTo>
                    <a:pt x="1756380" y="103715"/>
                  </a:lnTo>
                  <a:lnTo>
                    <a:pt x="1769488" y="101465"/>
                  </a:lnTo>
                  <a:lnTo>
                    <a:pt x="1782595" y="99209"/>
                  </a:lnTo>
                  <a:lnTo>
                    <a:pt x="1795702" y="96949"/>
                  </a:lnTo>
                  <a:lnTo>
                    <a:pt x="1808810" y="94685"/>
                  </a:lnTo>
                  <a:lnTo>
                    <a:pt x="1821917" y="92416"/>
                  </a:lnTo>
                  <a:lnTo>
                    <a:pt x="1835024" y="90143"/>
                  </a:lnTo>
                  <a:lnTo>
                    <a:pt x="1848131" y="87866"/>
                  </a:lnTo>
                  <a:lnTo>
                    <a:pt x="1861239" y="85586"/>
                  </a:lnTo>
                  <a:lnTo>
                    <a:pt x="1874346" y="83303"/>
                  </a:lnTo>
                  <a:lnTo>
                    <a:pt x="1887453" y="81016"/>
                  </a:lnTo>
                  <a:lnTo>
                    <a:pt x="1900561" y="78726"/>
                  </a:lnTo>
                  <a:lnTo>
                    <a:pt x="1913668" y="76433"/>
                  </a:lnTo>
                  <a:lnTo>
                    <a:pt x="1926775" y="74138"/>
                  </a:lnTo>
                  <a:lnTo>
                    <a:pt x="1939883" y="71840"/>
                  </a:lnTo>
                  <a:lnTo>
                    <a:pt x="1952990" y="69540"/>
                  </a:lnTo>
                  <a:lnTo>
                    <a:pt x="1966097" y="67238"/>
                  </a:lnTo>
                  <a:lnTo>
                    <a:pt x="1979205" y="64934"/>
                  </a:lnTo>
                  <a:lnTo>
                    <a:pt x="1992312" y="62628"/>
                  </a:lnTo>
                  <a:lnTo>
                    <a:pt x="2005419" y="60320"/>
                  </a:lnTo>
                  <a:lnTo>
                    <a:pt x="2018527" y="58011"/>
                  </a:lnTo>
                  <a:lnTo>
                    <a:pt x="2031634" y="55700"/>
                  </a:lnTo>
                  <a:lnTo>
                    <a:pt x="2044741" y="53388"/>
                  </a:lnTo>
                  <a:lnTo>
                    <a:pt x="2057849" y="51074"/>
                  </a:lnTo>
                  <a:lnTo>
                    <a:pt x="2070956" y="48760"/>
                  </a:lnTo>
                  <a:lnTo>
                    <a:pt x="2084063" y="46444"/>
                  </a:lnTo>
                  <a:lnTo>
                    <a:pt x="2097171" y="44127"/>
                  </a:lnTo>
                  <a:lnTo>
                    <a:pt x="2110278" y="41809"/>
                  </a:lnTo>
                  <a:lnTo>
                    <a:pt x="2123385" y="39491"/>
                  </a:lnTo>
                  <a:lnTo>
                    <a:pt x="2136492" y="37171"/>
                  </a:lnTo>
                  <a:lnTo>
                    <a:pt x="2149600" y="34851"/>
                  </a:lnTo>
                  <a:lnTo>
                    <a:pt x="2162707" y="32531"/>
                  </a:lnTo>
                  <a:lnTo>
                    <a:pt x="2175814" y="30209"/>
                  </a:lnTo>
                  <a:lnTo>
                    <a:pt x="2188922" y="27887"/>
                  </a:lnTo>
                  <a:lnTo>
                    <a:pt x="2202029" y="25565"/>
                  </a:lnTo>
                  <a:lnTo>
                    <a:pt x="2215136" y="23242"/>
                  </a:lnTo>
                  <a:lnTo>
                    <a:pt x="2228244" y="20919"/>
                  </a:lnTo>
                  <a:lnTo>
                    <a:pt x="2241351" y="18595"/>
                  </a:lnTo>
                  <a:lnTo>
                    <a:pt x="2254458" y="16271"/>
                  </a:lnTo>
                  <a:lnTo>
                    <a:pt x="2267566" y="13947"/>
                  </a:lnTo>
                  <a:lnTo>
                    <a:pt x="2280673" y="11623"/>
                  </a:lnTo>
                  <a:lnTo>
                    <a:pt x="2293780" y="9298"/>
                  </a:lnTo>
                  <a:lnTo>
                    <a:pt x="2306888" y="6974"/>
                  </a:lnTo>
                  <a:lnTo>
                    <a:pt x="2319995" y="4649"/>
                  </a:lnTo>
                  <a:lnTo>
                    <a:pt x="2333102" y="2324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1" name="pl46"/>
            <p:cNvSpPr/>
            <p:nvPr/>
          </p:nvSpPr>
          <p:spPr>
            <a:xfrm>
              <a:off x="5300048" y="2091415"/>
              <a:ext cx="2346210" cy="380656"/>
            </a:xfrm>
            <a:custGeom>
              <a:avLst/>
              <a:pathLst>
                <a:path w="2346210" h="380656">
                  <a:moveTo>
                    <a:pt x="2346210" y="0"/>
                  </a:moveTo>
                  <a:lnTo>
                    <a:pt x="2333102" y="2476"/>
                  </a:lnTo>
                  <a:lnTo>
                    <a:pt x="2319995" y="4953"/>
                  </a:lnTo>
                  <a:lnTo>
                    <a:pt x="2306888" y="7430"/>
                  </a:lnTo>
                  <a:lnTo>
                    <a:pt x="2293780" y="9907"/>
                  </a:lnTo>
                  <a:lnTo>
                    <a:pt x="2280673" y="12383"/>
                  </a:lnTo>
                  <a:lnTo>
                    <a:pt x="2267566" y="14860"/>
                  </a:lnTo>
                  <a:lnTo>
                    <a:pt x="2254458" y="17337"/>
                  </a:lnTo>
                  <a:lnTo>
                    <a:pt x="2241351" y="19813"/>
                  </a:lnTo>
                  <a:lnTo>
                    <a:pt x="2228244" y="22289"/>
                  </a:lnTo>
                  <a:lnTo>
                    <a:pt x="2215136" y="24765"/>
                  </a:lnTo>
                  <a:lnTo>
                    <a:pt x="2202029" y="27240"/>
                  </a:lnTo>
                  <a:lnTo>
                    <a:pt x="2188922" y="29716"/>
                  </a:lnTo>
                  <a:lnTo>
                    <a:pt x="2175814" y="32191"/>
                  </a:lnTo>
                  <a:lnTo>
                    <a:pt x="2162707" y="34665"/>
                  </a:lnTo>
                  <a:lnTo>
                    <a:pt x="2149600" y="37139"/>
                  </a:lnTo>
                  <a:lnTo>
                    <a:pt x="2136492" y="39613"/>
                  </a:lnTo>
                  <a:lnTo>
                    <a:pt x="2123385" y="42086"/>
                  </a:lnTo>
                  <a:lnTo>
                    <a:pt x="2110278" y="44559"/>
                  </a:lnTo>
                  <a:lnTo>
                    <a:pt x="2097171" y="47031"/>
                  </a:lnTo>
                  <a:lnTo>
                    <a:pt x="2084063" y="49503"/>
                  </a:lnTo>
                  <a:lnTo>
                    <a:pt x="2070956" y="51974"/>
                  </a:lnTo>
                  <a:lnTo>
                    <a:pt x="2057849" y="54445"/>
                  </a:lnTo>
                  <a:lnTo>
                    <a:pt x="2044741" y="56914"/>
                  </a:lnTo>
                  <a:lnTo>
                    <a:pt x="2031634" y="59383"/>
                  </a:lnTo>
                  <a:lnTo>
                    <a:pt x="2018527" y="61851"/>
                  </a:lnTo>
                  <a:lnTo>
                    <a:pt x="2005419" y="64318"/>
                  </a:lnTo>
                  <a:lnTo>
                    <a:pt x="1992312" y="66784"/>
                  </a:lnTo>
                  <a:lnTo>
                    <a:pt x="1979205" y="69249"/>
                  </a:lnTo>
                  <a:lnTo>
                    <a:pt x="1966097" y="71712"/>
                  </a:lnTo>
                  <a:lnTo>
                    <a:pt x="1952990" y="74175"/>
                  </a:lnTo>
                  <a:lnTo>
                    <a:pt x="1939883" y="76636"/>
                  </a:lnTo>
                  <a:lnTo>
                    <a:pt x="1926775" y="79095"/>
                  </a:lnTo>
                  <a:lnTo>
                    <a:pt x="1913668" y="81553"/>
                  </a:lnTo>
                  <a:lnTo>
                    <a:pt x="1900561" y="84009"/>
                  </a:lnTo>
                  <a:lnTo>
                    <a:pt x="1887453" y="86463"/>
                  </a:lnTo>
                  <a:lnTo>
                    <a:pt x="1874346" y="88915"/>
                  </a:lnTo>
                  <a:lnTo>
                    <a:pt x="1861239" y="91364"/>
                  </a:lnTo>
                  <a:lnTo>
                    <a:pt x="1848131" y="93812"/>
                  </a:lnTo>
                  <a:lnTo>
                    <a:pt x="1835024" y="96256"/>
                  </a:lnTo>
                  <a:lnTo>
                    <a:pt x="1821917" y="98699"/>
                  </a:lnTo>
                  <a:lnTo>
                    <a:pt x="1808810" y="101138"/>
                  </a:lnTo>
                  <a:lnTo>
                    <a:pt x="1795702" y="103574"/>
                  </a:lnTo>
                  <a:lnTo>
                    <a:pt x="1782595" y="106007"/>
                  </a:lnTo>
                  <a:lnTo>
                    <a:pt x="1769488" y="108437"/>
                  </a:lnTo>
                  <a:lnTo>
                    <a:pt x="1756380" y="110864"/>
                  </a:lnTo>
                  <a:lnTo>
                    <a:pt x="1743273" y="113286"/>
                  </a:lnTo>
                  <a:lnTo>
                    <a:pt x="1730166" y="115705"/>
                  </a:lnTo>
                  <a:lnTo>
                    <a:pt x="1717058" y="118120"/>
                  </a:lnTo>
                  <a:lnTo>
                    <a:pt x="1703951" y="120530"/>
                  </a:lnTo>
                  <a:lnTo>
                    <a:pt x="1690844" y="122936"/>
                  </a:lnTo>
                  <a:lnTo>
                    <a:pt x="1677736" y="125338"/>
                  </a:lnTo>
                  <a:lnTo>
                    <a:pt x="1664629" y="127734"/>
                  </a:lnTo>
                  <a:lnTo>
                    <a:pt x="1651522" y="130126"/>
                  </a:lnTo>
                  <a:lnTo>
                    <a:pt x="1638414" y="132513"/>
                  </a:lnTo>
                  <a:lnTo>
                    <a:pt x="1625307" y="134895"/>
                  </a:lnTo>
                  <a:lnTo>
                    <a:pt x="1612200" y="137271"/>
                  </a:lnTo>
                  <a:lnTo>
                    <a:pt x="1599092" y="139642"/>
                  </a:lnTo>
                  <a:lnTo>
                    <a:pt x="1585985" y="142007"/>
                  </a:lnTo>
                  <a:lnTo>
                    <a:pt x="1572878" y="144367"/>
                  </a:lnTo>
                  <a:lnTo>
                    <a:pt x="1559770" y="146720"/>
                  </a:lnTo>
                  <a:lnTo>
                    <a:pt x="1546663" y="149068"/>
                  </a:lnTo>
                  <a:lnTo>
                    <a:pt x="1533556" y="151409"/>
                  </a:lnTo>
                  <a:lnTo>
                    <a:pt x="1520448" y="153745"/>
                  </a:lnTo>
                  <a:lnTo>
                    <a:pt x="1507341" y="156074"/>
                  </a:lnTo>
                  <a:lnTo>
                    <a:pt x="1494234" y="158396"/>
                  </a:lnTo>
                  <a:lnTo>
                    <a:pt x="1481127" y="160712"/>
                  </a:lnTo>
                  <a:lnTo>
                    <a:pt x="1468019" y="163022"/>
                  </a:lnTo>
                  <a:lnTo>
                    <a:pt x="1454912" y="165325"/>
                  </a:lnTo>
                  <a:lnTo>
                    <a:pt x="1441805" y="167621"/>
                  </a:lnTo>
                  <a:lnTo>
                    <a:pt x="1428697" y="169910"/>
                  </a:lnTo>
                  <a:lnTo>
                    <a:pt x="1415590" y="172193"/>
                  </a:lnTo>
                  <a:lnTo>
                    <a:pt x="1402483" y="174469"/>
                  </a:lnTo>
                  <a:lnTo>
                    <a:pt x="1389375" y="176738"/>
                  </a:lnTo>
                  <a:lnTo>
                    <a:pt x="1376268" y="179000"/>
                  </a:lnTo>
                  <a:lnTo>
                    <a:pt x="1363161" y="181255"/>
                  </a:lnTo>
                  <a:lnTo>
                    <a:pt x="1350053" y="183503"/>
                  </a:lnTo>
                  <a:lnTo>
                    <a:pt x="1336946" y="185744"/>
                  </a:lnTo>
                  <a:lnTo>
                    <a:pt x="1323839" y="187978"/>
                  </a:lnTo>
                  <a:lnTo>
                    <a:pt x="1310731" y="190205"/>
                  </a:lnTo>
                  <a:lnTo>
                    <a:pt x="1297624" y="192424"/>
                  </a:lnTo>
                  <a:lnTo>
                    <a:pt x="1284517" y="194637"/>
                  </a:lnTo>
                  <a:lnTo>
                    <a:pt x="1271409" y="196842"/>
                  </a:lnTo>
                  <a:lnTo>
                    <a:pt x="1258302" y="199040"/>
                  </a:lnTo>
                  <a:lnTo>
                    <a:pt x="1245195" y="201231"/>
                  </a:lnTo>
                  <a:lnTo>
                    <a:pt x="1232087" y="203415"/>
                  </a:lnTo>
                  <a:lnTo>
                    <a:pt x="1218980" y="205591"/>
                  </a:lnTo>
                  <a:lnTo>
                    <a:pt x="1205873" y="207760"/>
                  </a:lnTo>
                  <a:lnTo>
                    <a:pt x="1192766" y="209922"/>
                  </a:lnTo>
                  <a:lnTo>
                    <a:pt x="1179658" y="212076"/>
                  </a:lnTo>
                  <a:lnTo>
                    <a:pt x="1166551" y="214223"/>
                  </a:lnTo>
                  <a:lnTo>
                    <a:pt x="1153444" y="216362"/>
                  </a:lnTo>
                  <a:lnTo>
                    <a:pt x="1140336" y="218495"/>
                  </a:lnTo>
                  <a:lnTo>
                    <a:pt x="1127229" y="220619"/>
                  </a:lnTo>
                  <a:lnTo>
                    <a:pt x="1114122" y="222736"/>
                  </a:lnTo>
                  <a:lnTo>
                    <a:pt x="1101014" y="224846"/>
                  </a:lnTo>
                  <a:lnTo>
                    <a:pt x="1087907" y="226948"/>
                  </a:lnTo>
                  <a:lnTo>
                    <a:pt x="1074800" y="229043"/>
                  </a:lnTo>
                  <a:lnTo>
                    <a:pt x="1061692" y="231130"/>
                  </a:lnTo>
                  <a:lnTo>
                    <a:pt x="1048585" y="233209"/>
                  </a:lnTo>
                  <a:lnTo>
                    <a:pt x="1035478" y="235281"/>
                  </a:lnTo>
                  <a:lnTo>
                    <a:pt x="1022370" y="237346"/>
                  </a:lnTo>
                  <a:lnTo>
                    <a:pt x="1009263" y="239402"/>
                  </a:lnTo>
                  <a:lnTo>
                    <a:pt x="996156" y="241452"/>
                  </a:lnTo>
                  <a:lnTo>
                    <a:pt x="983048" y="243493"/>
                  </a:lnTo>
                  <a:lnTo>
                    <a:pt x="969941" y="245527"/>
                  </a:lnTo>
                  <a:lnTo>
                    <a:pt x="956834" y="247554"/>
                  </a:lnTo>
                  <a:lnTo>
                    <a:pt x="943726" y="249573"/>
                  </a:lnTo>
                  <a:lnTo>
                    <a:pt x="930619" y="251584"/>
                  </a:lnTo>
                  <a:lnTo>
                    <a:pt x="917512" y="253588"/>
                  </a:lnTo>
                  <a:lnTo>
                    <a:pt x="904405" y="255584"/>
                  </a:lnTo>
                  <a:lnTo>
                    <a:pt x="891297" y="257573"/>
                  </a:lnTo>
                  <a:lnTo>
                    <a:pt x="878190" y="259554"/>
                  </a:lnTo>
                  <a:lnTo>
                    <a:pt x="865083" y="261528"/>
                  </a:lnTo>
                  <a:lnTo>
                    <a:pt x="851975" y="263495"/>
                  </a:lnTo>
                  <a:lnTo>
                    <a:pt x="838868" y="265454"/>
                  </a:lnTo>
                  <a:lnTo>
                    <a:pt x="825761" y="267406"/>
                  </a:lnTo>
                  <a:lnTo>
                    <a:pt x="812653" y="269351"/>
                  </a:lnTo>
                  <a:lnTo>
                    <a:pt x="799546" y="271289"/>
                  </a:lnTo>
                  <a:lnTo>
                    <a:pt x="786439" y="273220"/>
                  </a:lnTo>
                  <a:lnTo>
                    <a:pt x="773331" y="275144"/>
                  </a:lnTo>
                  <a:lnTo>
                    <a:pt x="760224" y="277061"/>
                  </a:lnTo>
                  <a:lnTo>
                    <a:pt x="747117" y="278971"/>
                  </a:lnTo>
                  <a:lnTo>
                    <a:pt x="734009" y="280875"/>
                  </a:lnTo>
                  <a:lnTo>
                    <a:pt x="720902" y="282772"/>
                  </a:lnTo>
                  <a:lnTo>
                    <a:pt x="707795" y="284663"/>
                  </a:lnTo>
                  <a:lnTo>
                    <a:pt x="694687" y="286548"/>
                  </a:lnTo>
                  <a:lnTo>
                    <a:pt x="681580" y="288426"/>
                  </a:lnTo>
                  <a:lnTo>
                    <a:pt x="668473" y="290298"/>
                  </a:lnTo>
                  <a:lnTo>
                    <a:pt x="655365" y="292164"/>
                  </a:lnTo>
                  <a:lnTo>
                    <a:pt x="642258" y="294024"/>
                  </a:lnTo>
                  <a:lnTo>
                    <a:pt x="629151" y="295879"/>
                  </a:lnTo>
                  <a:lnTo>
                    <a:pt x="616043" y="297728"/>
                  </a:lnTo>
                  <a:lnTo>
                    <a:pt x="602936" y="299571"/>
                  </a:lnTo>
                  <a:lnTo>
                    <a:pt x="589829" y="301409"/>
                  </a:lnTo>
                  <a:lnTo>
                    <a:pt x="576722" y="303242"/>
                  </a:lnTo>
                  <a:lnTo>
                    <a:pt x="563614" y="305069"/>
                  </a:lnTo>
                  <a:lnTo>
                    <a:pt x="550507" y="306892"/>
                  </a:lnTo>
                  <a:lnTo>
                    <a:pt x="537400" y="308709"/>
                  </a:lnTo>
                  <a:lnTo>
                    <a:pt x="524292" y="310522"/>
                  </a:lnTo>
                  <a:lnTo>
                    <a:pt x="511185" y="312330"/>
                  </a:lnTo>
                  <a:lnTo>
                    <a:pt x="498078" y="314134"/>
                  </a:lnTo>
                  <a:lnTo>
                    <a:pt x="484970" y="315933"/>
                  </a:lnTo>
                  <a:lnTo>
                    <a:pt x="471863" y="317728"/>
                  </a:lnTo>
                  <a:lnTo>
                    <a:pt x="458756" y="319518"/>
                  </a:lnTo>
                  <a:lnTo>
                    <a:pt x="445648" y="321305"/>
                  </a:lnTo>
                  <a:lnTo>
                    <a:pt x="432541" y="323087"/>
                  </a:lnTo>
                  <a:lnTo>
                    <a:pt x="419434" y="324866"/>
                  </a:lnTo>
                  <a:lnTo>
                    <a:pt x="406326" y="326641"/>
                  </a:lnTo>
                  <a:lnTo>
                    <a:pt x="393219" y="328412"/>
                  </a:lnTo>
                  <a:lnTo>
                    <a:pt x="380112" y="330180"/>
                  </a:lnTo>
                  <a:lnTo>
                    <a:pt x="367004" y="331945"/>
                  </a:lnTo>
                  <a:lnTo>
                    <a:pt x="353897" y="333706"/>
                  </a:lnTo>
                  <a:lnTo>
                    <a:pt x="340790" y="335465"/>
                  </a:lnTo>
                  <a:lnTo>
                    <a:pt x="327682" y="337220"/>
                  </a:lnTo>
                  <a:lnTo>
                    <a:pt x="314575" y="338973"/>
                  </a:lnTo>
                  <a:lnTo>
                    <a:pt x="301468" y="340724"/>
                  </a:lnTo>
                  <a:lnTo>
                    <a:pt x="288361" y="342472"/>
                  </a:lnTo>
                  <a:lnTo>
                    <a:pt x="275253" y="344217"/>
                  </a:lnTo>
                  <a:lnTo>
                    <a:pt x="262146" y="345961"/>
                  </a:lnTo>
                  <a:lnTo>
                    <a:pt x="249039" y="347703"/>
                  </a:lnTo>
                  <a:lnTo>
                    <a:pt x="235931" y="349444"/>
                  </a:lnTo>
                  <a:lnTo>
                    <a:pt x="222824" y="351183"/>
                  </a:lnTo>
                  <a:lnTo>
                    <a:pt x="209717" y="352920"/>
                  </a:lnTo>
                  <a:lnTo>
                    <a:pt x="196609" y="354657"/>
                  </a:lnTo>
                  <a:lnTo>
                    <a:pt x="183502" y="356392"/>
                  </a:lnTo>
                  <a:lnTo>
                    <a:pt x="170395" y="358127"/>
                  </a:lnTo>
                  <a:lnTo>
                    <a:pt x="157287" y="359861"/>
                  </a:lnTo>
                  <a:lnTo>
                    <a:pt x="144180" y="361595"/>
                  </a:lnTo>
                  <a:lnTo>
                    <a:pt x="131073" y="363328"/>
                  </a:lnTo>
                  <a:lnTo>
                    <a:pt x="117965" y="365061"/>
                  </a:lnTo>
                  <a:lnTo>
                    <a:pt x="104858" y="366794"/>
                  </a:lnTo>
                  <a:lnTo>
                    <a:pt x="91751" y="368527"/>
                  </a:lnTo>
                  <a:lnTo>
                    <a:pt x="78643" y="370260"/>
                  </a:lnTo>
                  <a:lnTo>
                    <a:pt x="65536" y="371992"/>
                  </a:lnTo>
                  <a:lnTo>
                    <a:pt x="52429" y="373725"/>
                  </a:lnTo>
                  <a:lnTo>
                    <a:pt x="39321" y="375458"/>
                  </a:lnTo>
                  <a:lnTo>
                    <a:pt x="26214" y="377191"/>
                  </a:lnTo>
                  <a:lnTo>
                    <a:pt x="13107" y="378924"/>
                  </a:lnTo>
                  <a:lnTo>
                    <a:pt x="0" y="38065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42" name="pl47"/>
            <p:cNvSpPr/>
            <p:nvPr/>
          </p:nvSpPr>
          <p:spPr>
            <a:xfrm>
              <a:off x="5300048" y="2067181"/>
              <a:ext cx="2346210" cy="348808"/>
            </a:xfrm>
            <a:custGeom>
              <a:avLst/>
              <a:pathLst>
                <a:path w="2346210" h="348808">
                  <a:moveTo>
                    <a:pt x="0" y="348808"/>
                  </a:moveTo>
                  <a:lnTo>
                    <a:pt x="13107" y="347375"/>
                  </a:lnTo>
                  <a:lnTo>
                    <a:pt x="26214" y="345943"/>
                  </a:lnTo>
                  <a:lnTo>
                    <a:pt x="39321" y="344511"/>
                  </a:lnTo>
                  <a:lnTo>
                    <a:pt x="52429" y="343078"/>
                  </a:lnTo>
                  <a:lnTo>
                    <a:pt x="65536" y="341646"/>
                  </a:lnTo>
                  <a:lnTo>
                    <a:pt x="78643" y="340213"/>
                  </a:lnTo>
                  <a:lnTo>
                    <a:pt x="91751" y="338781"/>
                  </a:lnTo>
                  <a:lnTo>
                    <a:pt x="104858" y="337348"/>
                  </a:lnTo>
                  <a:lnTo>
                    <a:pt x="117965" y="335915"/>
                  </a:lnTo>
                  <a:lnTo>
                    <a:pt x="131073" y="334481"/>
                  </a:lnTo>
                  <a:lnTo>
                    <a:pt x="144180" y="333047"/>
                  </a:lnTo>
                  <a:lnTo>
                    <a:pt x="157287" y="331613"/>
                  </a:lnTo>
                  <a:lnTo>
                    <a:pt x="170395" y="330177"/>
                  </a:lnTo>
                  <a:lnTo>
                    <a:pt x="183502" y="328741"/>
                  </a:lnTo>
                  <a:lnTo>
                    <a:pt x="196609" y="327303"/>
                  </a:lnTo>
                  <a:lnTo>
                    <a:pt x="209717" y="325864"/>
                  </a:lnTo>
                  <a:lnTo>
                    <a:pt x="222824" y="324423"/>
                  </a:lnTo>
                  <a:lnTo>
                    <a:pt x="235931" y="322980"/>
                  </a:lnTo>
                  <a:lnTo>
                    <a:pt x="249039" y="321535"/>
                  </a:lnTo>
                  <a:lnTo>
                    <a:pt x="262146" y="320087"/>
                  </a:lnTo>
                  <a:lnTo>
                    <a:pt x="275253" y="318638"/>
                  </a:lnTo>
                  <a:lnTo>
                    <a:pt x="288361" y="317185"/>
                  </a:lnTo>
                  <a:lnTo>
                    <a:pt x="301468" y="315729"/>
                  </a:lnTo>
                  <a:lnTo>
                    <a:pt x="314575" y="314270"/>
                  </a:lnTo>
                  <a:lnTo>
                    <a:pt x="327682" y="312807"/>
                  </a:lnTo>
                  <a:lnTo>
                    <a:pt x="340790" y="311341"/>
                  </a:lnTo>
                  <a:lnTo>
                    <a:pt x="353897" y="309870"/>
                  </a:lnTo>
                  <a:lnTo>
                    <a:pt x="367004" y="308396"/>
                  </a:lnTo>
                  <a:lnTo>
                    <a:pt x="380112" y="306917"/>
                  </a:lnTo>
                  <a:lnTo>
                    <a:pt x="393219" y="305433"/>
                  </a:lnTo>
                  <a:lnTo>
                    <a:pt x="406326" y="303945"/>
                  </a:lnTo>
                  <a:lnTo>
                    <a:pt x="419434" y="302452"/>
                  </a:lnTo>
                  <a:lnTo>
                    <a:pt x="432541" y="300954"/>
                  </a:lnTo>
                  <a:lnTo>
                    <a:pt x="445648" y="299450"/>
                  </a:lnTo>
                  <a:lnTo>
                    <a:pt x="458756" y="297941"/>
                  </a:lnTo>
                  <a:lnTo>
                    <a:pt x="471863" y="296427"/>
                  </a:lnTo>
                  <a:lnTo>
                    <a:pt x="484970" y="294906"/>
                  </a:lnTo>
                  <a:lnTo>
                    <a:pt x="498078" y="293380"/>
                  </a:lnTo>
                  <a:lnTo>
                    <a:pt x="511185" y="291847"/>
                  </a:lnTo>
                  <a:lnTo>
                    <a:pt x="524292" y="290309"/>
                  </a:lnTo>
                  <a:lnTo>
                    <a:pt x="537400" y="288764"/>
                  </a:lnTo>
                  <a:lnTo>
                    <a:pt x="550507" y="287212"/>
                  </a:lnTo>
                  <a:lnTo>
                    <a:pt x="563614" y="285654"/>
                  </a:lnTo>
                  <a:lnTo>
                    <a:pt x="576722" y="284088"/>
                  </a:lnTo>
                  <a:lnTo>
                    <a:pt x="589829" y="282516"/>
                  </a:lnTo>
                  <a:lnTo>
                    <a:pt x="602936" y="280936"/>
                  </a:lnTo>
                  <a:lnTo>
                    <a:pt x="616043" y="279350"/>
                  </a:lnTo>
                  <a:lnTo>
                    <a:pt x="629151" y="277755"/>
                  </a:lnTo>
                  <a:lnTo>
                    <a:pt x="642258" y="276153"/>
                  </a:lnTo>
                  <a:lnTo>
                    <a:pt x="655365" y="274543"/>
                  </a:lnTo>
                  <a:lnTo>
                    <a:pt x="668473" y="272926"/>
                  </a:lnTo>
                  <a:lnTo>
                    <a:pt x="681580" y="271300"/>
                  </a:lnTo>
                  <a:lnTo>
                    <a:pt x="694687" y="269666"/>
                  </a:lnTo>
                  <a:lnTo>
                    <a:pt x="707795" y="268024"/>
                  </a:lnTo>
                  <a:lnTo>
                    <a:pt x="720902" y="266373"/>
                  </a:lnTo>
                  <a:lnTo>
                    <a:pt x="734009" y="264713"/>
                  </a:lnTo>
                  <a:lnTo>
                    <a:pt x="747117" y="263045"/>
                  </a:lnTo>
                  <a:lnTo>
                    <a:pt x="760224" y="261368"/>
                  </a:lnTo>
                  <a:lnTo>
                    <a:pt x="773331" y="259682"/>
                  </a:lnTo>
                  <a:lnTo>
                    <a:pt x="786439" y="257987"/>
                  </a:lnTo>
                  <a:lnTo>
                    <a:pt x="799546" y="256283"/>
                  </a:lnTo>
                  <a:lnTo>
                    <a:pt x="812653" y="254569"/>
                  </a:lnTo>
                  <a:lnTo>
                    <a:pt x="825761" y="252846"/>
                  </a:lnTo>
                  <a:lnTo>
                    <a:pt x="838868" y="251113"/>
                  </a:lnTo>
                  <a:lnTo>
                    <a:pt x="851975" y="249371"/>
                  </a:lnTo>
                  <a:lnTo>
                    <a:pt x="865083" y="247620"/>
                  </a:lnTo>
                  <a:lnTo>
                    <a:pt x="878190" y="245859"/>
                  </a:lnTo>
                  <a:lnTo>
                    <a:pt x="891297" y="244088"/>
                  </a:lnTo>
                  <a:lnTo>
                    <a:pt x="904405" y="242307"/>
                  </a:lnTo>
                  <a:lnTo>
                    <a:pt x="917512" y="240516"/>
                  </a:lnTo>
                  <a:lnTo>
                    <a:pt x="930619" y="238716"/>
                  </a:lnTo>
                  <a:lnTo>
                    <a:pt x="943726" y="236906"/>
                  </a:lnTo>
                  <a:lnTo>
                    <a:pt x="956834" y="235085"/>
                  </a:lnTo>
                  <a:lnTo>
                    <a:pt x="969941" y="233255"/>
                  </a:lnTo>
                  <a:lnTo>
                    <a:pt x="983048" y="231415"/>
                  </a:lnTo>
                  <a:lnTo>
                    <a:pt x="996156" y="229565"/>
                  </a:lnTo>
                  <a:lnTo>
                    <a:pt x="1009263" y="227706"/>
                  </a:lnTo>
                  <a:lnTo>
                    <a:pt x="1022370" y="225836"/>
                  </a:lnTo>
                  <a:lnTo>
                    <a:pt x="1035478" y="223956"/>
                  </a:lnTo>
                  <a:lnTo>
                    <a:pt x="1048585" y="222067"/>
                  </a:lnTo>
                  <a:lnTo>
                    <a:pt x="1061692" y="220167"/>
                  </a:lnTo>
                  <a:lnTo>
                    <a:pt x="1074800" y="218258"/>
                  </a:lnTo>
                  <a:lnTo>
                    <a:pt x="1087907" y="216339"/>
                  </a:lnTo>
                  <a:lnTo>
                    <a:pt x="1101014" y="214410"/>
                  </a:lnTo>
                  <a:lnTo>
                    <a:pt x="1114122" y="212472"/>
                  </a:lnTo>
                  <a:lnTo>
                    <a:pt x="1127229" y="210523"/>
                  </a:lnTo>
                  <a:lnTo>
                    <a:pt x="1140336" y="208565"/>
                  </a:lnTo>
                  <a:lnTo>
                    <a:pt x="1153444" y="206598"/>
                  </a:lnTo>
                  <a:lnTo>
                    <a:pt x="1166551" y="204621"/>
                  </a:lnTo>
                  <a:lnTo>
                    <a:pt x="1179658" y="202634"/>
                  </a:lnTo>
                  <a:lnTo>
                    <a:pt x="1192766" y="200638"/>
                  </a:lnTo>
                  <a:lnTo>
                    <a:pt x="1205873" y="198632"/>
                  </a:lnTo>
                  <a:lnTo>
                    <a:pt x="1218980" y="196617"/>
                  </a:lnTo>
                  <a:lnTo>
                    <a:pt x="1232087" y="194593"/>
                  </a:lnTo>
                  <a:lnTo>
                    <a:pt x="1245195" y="192559"/>
                  </a:lnTo>
                  <a:lnTo>
                    <a:pt x="1258302" y="190516"/>
                  </a:lnTo>
                  <a:lnTo>
                    <a:pt x="1271409" y="188464"/>
                  </a:lnTo>
                  <a:lnTo>
                    <a:pt x="1284517" y="186403"/>
                  </a:lnTo>
                  <a:lnTo>
                    <a:pt x="1297624" y="184332"/>
                  </a:lnTo>
                  <a:lnTo>
                    <a:pt x="1310731" y="182253"/>
                  </a:lnTo>
                  <a:lnTo>
                    <a:pt x="1323839" y="180165"/>
                  </a:lnTo>
                  <a:lnTo>
                    <a:pt x="1336946" y="178067"/>
                  </a:lnTo>
                  <a:lnTo>
                    <a:pt x="1350053" y="175961"/>
                  </a:lnTo>
                  <a:lnTo>
                    <a:pt x="1363161" y="173846"/>
                  </a:lnTo>
                  <a:lnTo>
                    <a:pt x="1376268" y="171723"/>
                  </a:lnTo>
                  <a:lnTo>
                    <a:pt x="1389375" y="169591"/>
                  </a:lnTo>
                  <a:lnTo>
                    <a:pt x="1402483" y="167450"/>
                  </a:lnTo>
                  <a:lnTo>
                    <a:pt x="1415590" y="165301"/>
                  </a:lnTo>
                  <a:lnTo>
                    <a:pt x="1428697" y="163143"/>
                  </a:lnTo>
                  <a:lnTo>
                    <a:pt x="1441805" y="160977"/>
                  </a:lnTo>
                  <a:lnTo>
                    <a:pt x="1454912" y="158803"/>
                  </a:lnTo>
                  <a:lnTo>
                    <a:pt x="1468019" y="156620"/>
                  </a:lnTo>
                  <a:lnTo>
                    <a:pt x="1481127" y="154430"/>
                  </a:lnTo>
                  <a:lnTo>
                    <a:pt x="1494234" y="152231"/>
                  </a:lnTo>
                  <a:lnTo>
                    <a:pt x="1507341" y="150025"/>
                  </a:lnTo>
                  <a:lnTo>
                    <a:pt x="1520448" y="147811"/>
                  </a:lnTo>
                  <a:lnTo>
                    <a:pt x="1533556" y="145590"/>
                  </a:lnTo>
                  <a:lnTo>
                    <a:pt x="1546663" y="143361"/>
                  </a:lnTo>
                  <a:lnTo>
                    <a:pt x="1559770" y="141125"/>
                  </a:lnTo>
                  <a:lnTo>
                    <a:pt x="1572878" y="138881"/>
                  </a:lnTo>
                  <a:lnTo>
                    <a:pt x="1585985" y="136631"/>
                  </a:lnTo>
                  <a:lnTo>
                    <a:pt x="1599092" y="134374"/>
                  </a:lnTo>
                  <a:lnTo>
                    <a:pt x="1612200" y="132110"/>
                  </a:lnTo>
                  <a:lnTo>
                    <a:pt x="1625307" y="129839"/>
                  </a:lnTo>
                  <a:lnTo>
                    <a:pt x="1638414" y="127563"/>
                  </a:lnTo>
                  <a:lnTo>
                    <a:pt x="1651522" y="125280"/>
                  </a:lnTo>
                  <a:lnTo>
                    <a:pt x="1664629" y="122991"/>
                  </a:lnTo>
                  <a:lnTo>
                    <a:pt x="1677736" y="120696"/>
                  </a:lnTo>
                  <a:lnTo>
                    <a:pt x="1690844" y="118396"/>
                  </a:lnTo>
                  <a:lnTo>
                    <a:pt x="1703951" y="116091"/>
                  </a:lnTo>
                  <a:lnTo>
                    <a:pt x="1717058" y="113780"/>
                  </a:lnTo>
                  <a:lnTo>
                    <a:pt x="1730166" y="111464"/>
                  </a:lnTo>
                  <a:lnTo>
                    <a:pt x="1743273" y="109144"/>
                  </a:lnTo>
                  <a:lnTo>
                    <a:pt x="1756380" y="106819"/>
                  </a:lnTo>
                  <a:lnTo>
                    <a:pt x="1769488" y="104490"/>
                  </a:lnTo>
                  <a:lnTo>
                    <a:pt x="1782595" y="102156"/>
                  </a:lnTo>
                  <a:lnTo>
                    <a:pt x="1795702" y="99819"/>
                  </a:lnTo>
                  <a:lnTo>
                    <a:pt x="1808810" y="97478"/>
                  </a:lnTo>
                  <a:lnTo>
                    <a:pt x="1821917" y="95134"/>
                  </a:lnTo>
                  <a:lnTo>
                    <a:pt x="1835024" y="92786"/>
                  </a:lnTo>
                  <a:lnTo>
                    <a:pt x="1848131" y="90435"/>
                  </a:lnTo>
                  <a:lnTo>
                    <a:pt x="1861239" y="88081"/>
                  </a:lnTo>
                  <a:lnTo>
                    <a:pt x="1874346" y="85724"/>
                  </a:lnTo>
                  <a:lnTo>
                    <a:pt x="1887453" y="83364"/>
                  </a:lnTo>
                  <a:lnTo>
                    <a:pt x="1900561" y="81002"/>
                  </a:lnTo>
                  <a:lnTo>
                    <a:pt x="1913668" y="78638"/>
                  </a:lnTo>
                  <a:lnTo>
                    <a:pt x="1926775" y="76272"/>
                  </a:lnTo>
                  <a:lnTo>
                    <a:pt x="1939883" y="73903"/>
                  </a:lnTo>
                  <a:lnTo>
                    <a:pt x="1952990" y="71533"/>
                  </a:lnTo>
                  <a:lnTo>
                    <a:pt x="1966097" y="69161"/>
                  </a:lnTo>
                  <a:lnTo>
                    <a:pt x="1979205" y="66788"/>
                  </a:lnTo>
                  <a:lnTo>
                    <a:pt x="1992312" y="64413"/>
                  </a:lnTo>
                  <a:lnTo>
                    <a:pt x="2005419" y="62036"/>
                  </a:lnTo>
                  <a:lnTo>
                    <a:pt x="2018527" y="59659"/>
                  </a:lnTo>
                  <a:lnTo>
                    <a:pt x="2031634" y="57280"/>
                  </a:lnTo>
                  <a:lnTo>
                    <a:pt x="2044741" y="54900"/>
                  </a:lnTo>
                  <a:lnTo>
                    <a:pt x="2057849" y="52519"/>
                  </a:lnTo>
                  <a:lnTo>
                    <a:pt x="2070956" y="50137"/>
                  </a:lnTo>
                  <a:lnTo>
                    <a:pt x="2084063" y="47755"/>
                  </a:lnTo>
                  <a:lnTo>
                    <a:pt x="2097171" y="45371"/>
                  </a:lnTo>
                  <a:lnTo>
                    <a:pt x="2110278" y="42987"/>
                  </a:lnTo>
                  <a:lnTo>
                    <a:pt x="2123385" y="40602"/>
                  </a:lnTo>
                  <a:lnTo>
                    <a:pt x="2136492" y="38217"/>
                  </a:lnTo>
                  <a:lnTo>
                    <a:pt x="2149600" y="35831"/>
                  </a:lnTo>
                  <a:lnTo>
                    <a:pt x="2162707" y="33444"/>
                  </a:lnTo>
                  <a:lnTo>
                    <a:pt x="2175814" y="31057"/>
                  </a:lnTo>
                  <a:lnTo>
                    <a:pt x="2188922" y="28670"/>
                  </a:lnTo>
                  <a:lnTo>
                    <a:pt x="2202029" y="26282"/>
                  </a:lnTo>
                  <a:lnTo>
                    <a:pt x="2215136" y="23894"/>
                  </a:lnTo>
                  <a:lnTo>
                    <a:pt x="2228244" y="21505"/>
                  </a:lnTo>
                  <a:lnTo>
                    <a:pt x="2241351" y="19116"/>
                  </a:lnTo>
                  <a:lnTo>
                    <a:pt x="2254458" y="16727"/>
                  </a:lnTo>
                  <a:lnTo>
                    <a:pt x="2267566" y="14338"/>
                  </a:lnTo>
                  <a:lnTo>
                    <a:pt x="2280673" y="11948"/>
                  </a:lnTo>
                  <a:lnTo>
                    <a:pt x="2293780" y="9559"/>
                  </a:lnTo>
                  <a:lnTo>
                    <a:pt x="2306888" y="7169"/>
                  </a:lnTo>
                  <a:lnTo>
                    <a:pt x="2319995" y="4779"/>
                  </a:lnTo>
                  <a:lnTo>
                    <a:pt x="2333102" y="2389"/>
                  </a:lnTo>
                  <a:lnTo>
                    <a:pt x="2346210" y="0"/>
                  </a:lnTo>
                  <a:lnTo>
                    <a:pt x="2346210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48"/>
            <p:cNvSpPr/>
            <p:nvPr/>
          </p:nvSpPr>
          <p:spPr>
            <a:xfrm>
              <a:off x="4971578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tx49"/>
            <p:cNvSpPr/>
            <p:nvPr/>
          </p:nvSpPr>
          <p:spPr>
            <a:xfrm>
              <a:off x="4734676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145" name="tx50"/>
            <p:cNvSpPr/>
            <p:nvPr/>
          </p:nvSpPr>
          <p:spPr>
            <a:xfrm>
              <a:off x="4734676" y="272396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146" name="tx51"/>
            <p:cNvSpPr/>
            <p:nvPr/>
          </p:nvSpPr>
          <p:spPr>
            <a:xfrm>
              <a:off x="4734676" y="238896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47" name="tx52"/>
            <p:cNvSpPr/>
            <p:nvPr/>
          </p:nvSpPr>
          <p:spPr>
            <a:xfrm>
              <a:off x="4734676" y="2055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148" name="tx53"/>
            <p:cNvSpPr/>
            <p:nvPr/>
          </p:nvSpPr>
          <p:spPr>
            <a:xfrm>
              <a:off x="4734676" y="1720702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149" name="tx54"/>
            <p:cNvSpPr/>
            <p:nvPr/>
          </p:nvSpPr>
          <p:spPr>
            <a:xfrm>
              <a:off x="4734676" y="138402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150" name="tx55"/>
            <p:cNvSpPr/>
            <p:nvPr/>
          </p:nvSpPr>
          <p:spPr>
            <a:xfrm>
              <a:off x="4734676" y="1048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151" name="tx56"/>
            <p:cNvSpPr/>
            <p:nvPr/>
          </p:nvSpPr>
          <p:spPr>
            <a:xfrm>
              <a:off x="4734676" y="713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52" name="pl57"/>
            <p:cNvSpPr/>
            <p:nvPr/>
          </p:nvSpPr>
          <p:spPr>
            <a:xfrm>
              <a:off x="4895663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58"/>
            <p:cNvSpPr/>
            <p:nvPr/>
          </p:nvSpPr>
          <p:spPr>
            <a:xfrm>
              <a:off x="4895663" y="276539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59"/>
            <p:cNvSpPr/>
            <p:nvPr/>
          </p:nvSpPr>
          <p:spPr>
            <a:xfrm>
              <a:off x="4895663" y="243039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60"/>
            <p:cNvSpPr/>
            <p:nvPr/>
          </p:nvSpPr>
          <p:spPr>
            <a:xfrm>
              <a:off x="4895663" y="2095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61"/>
            <p:cNvSpPr/>
            <p:nvPr/>
          </p:nvSpPr>
          <p:spPr>
            <a:xfrm>
              <a:off x="4895663" y="1760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62"/>
            <p:cNvSpPr/>
            <p:nvPr/>
          </p:nvSpPr>
          <p:spPr>
            <a:xfrm>
              <a:off x="4895663" y="142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63"/>
            <p:cNvSpPr/>
            <p:nvPr/>
          </p:nvSpPr>
          <p:spPr>
            <a:xfrm>
              <a:off x="4895663" y="1090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64"/>
            <p:cNvSpPr/>
            <p:nvPr/>
          </p:nvSpPr>
          <p:spPr>
            <a:xfrm>
              <a:off x="4895663" y="75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65"/>
            <p:cNvSpPr/>
            <p:nvPr/>
          </p:nvSpPr>
          <p:spPr>
            <a:xfrm>
              <a:off x="4971578" y="3100392"/>
              <a:ext cx="2674679" cy="0"/>
            </a:xfrm>
            <a:custGeom>
              <a:avLst/>
              <a:pathLst>
                <a:path w="2674679" h="0">
                  <a:moveTo>
                    <a:pt x="0" y="0"/>
                  </a:moveTo>
                  <a:lnTo>
                    <a:pt x="2674679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66"/>
            <p:cNvSpPr/>
            <p:nvPr/>
          </p:nvSpPr>
          <p:spPr>
            <a:xfrm>
              <a:off x="530004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67"/>
            <p:cNvSpPr/>
            <p:nvPr/>
          </p:nvSpPr>
          <p:spPr>
            <a:xfrm>
              <a:off x="563522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68"/>
            <p:cNvSpPr/>
            <p:nvPr/>
          </p:nvSpPr>
          <p:spPr>
            <a:xfrm>
              <a:off x="59703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69"/>
            <p:cNvSpPr/>
            <p:nvPr/>
          </p:nvSpPr>
          <p:spPr>
            <a:xfrm>
              <a:off x="6305566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70"/>
            <p:cNvSpPr/>
            <p:nvPr/>
          </p:nvSpPr>
          <p:spPr>
            <a:xfrm>
              <a:off x="6640739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71"/>
            <p:cNvSpPr/>
            <p:nvPr/>
          </p:nvSpPr>
          <p:spPr>
            <a:xfrm>
              <a:off x="69759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72"/>
            <p:cNvSpPr/>
            <p:nvPr/>
          </p:nvSpPr>
          <p:spPr>
            <a:xfrm>
              <a:off x="7311085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73"/>
            <p:cNvSpPr/>
            <p:nvPr/>
          </p:nvSpPr>
          <p:spPr>
            <a:xfrm>
              <a:off x="7646258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tx74"/>
            <p:cNvSpPr/>
            <p:nvPr/>
          </p:nvSpPr>
          <p:spPr>
            <a:xfrm>
              <a:off x="5232207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170" name="tx75"/>
            <p:cNvSpPr/>
            <p:nvPr/>
          </p:nvSpPr>
          <p:spPr>
            <a:xfrm>
              <a:off x="556738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171" name="tx76"/>
            <p:cNvSpPr/>
            <p:nvPr/>
          </p:nvSpPr>
          <p:spPr>
            <a:xfrm>
              <a:off x="59025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172" name="tx77"/>
            <p:cNvSpPr/>
            <p:nvPr/>
          </p:nvSpPr>
          <p:spPr>
            <a:xfrm>
              <a:off x="6237726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173" name="tx78"/>
            <p:cNvSpPr/>
            <p:nvPr/>
          </p:nvSpPr>
          <p:spPr>
            <a:xfrm>
              <a:off x="6572899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174" name="tx79"/>
            <p:cNvSpPr/>
            <p:nvPr/>
          </p:nvSpPr>
          <p:spPr>
            <a:xfrm>
              <a:off x="690807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175" name="tx80"/>
            <p:cNvSpPr/>
            <p:nvPr/>
          </p:nvSpPr>
          <p:spPr>
            <a:xfrm>
              <a:off x="724324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176" name="tx81"/>
            <p:cNvSpPr/>
            <p:nvPr/>
          </p:nvSpPr>
          <p:spPr>
            <a:xfrm>
              <a:off x="7544497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177" name="tx82"/>
            <p:cNvSpPr/>
            <p:nvPr/>
          </p:nvSpPr>
          <p:spPr>
            <a:xfrm>
              <a:off x="6039807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178" name="tx83"/>
            <p:cNvSpPr/>
            <p:nvPr/>
          </p:nvSpPr>
          <p:spPr>
            <a:xfrm>
              <a:off x="6119728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179" name="tx84"/>
            <p:cNvSpPr/>
            <p:nvPr/>
          </p:nvSpPr>
          <p:spPr>
            <a:xfrm>
              <a:off x="6156116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0" name="tx85"/>
            <p:cNvSpPr/>
            <p:nvPr/>
          </p:nvSpPr>
          <p:spPr>
            <a:xfrm>
              <a:off x="6267737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81" name="tx86"/>
            <p:cNvSpPr/>
            <p:nvPr/>
          </p:nvSpPr>
          <p:spPr>
            <a:xfrm>
              <a:off x="6324724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2" name="tx87"/>
            <p:cNvSpPr/>
            <p:nvPr/>
          </p:nvSpPr>
          <p:spPr>
            <a:xfrm>
              <a:off x="6362824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183" name="tx88"/>
            <p:cNvSpPr/>
            <p:nvPr/>
          </p:nvSpPr>
          <p:spPr>
            <a:xfrm rot="-5400000">
              <a:off x="4414728" y="2201354"/>
              <a:ext cx="335830" cy="12858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Right</a:t>
              </a:r>
            </a:p>
          </p:txBody>
        </p:sp>
        <p:sp>
          <p:nvSpPr>
            <p:cNvPr id="184" name="tx89"/>
            <p:cNvSpPr/>
            <p:nvPr/>
          </p:nvSpPr>
          <p:spPr>
            <a:xfrm rot="-5400000">
              <a:off x="4627887" y="2078683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85" name="tx90"/>
            <p:cNvSpPr/>
            <p:nvPr/>
          </p:nvSpPr>
          <p:spPr>
            <a:xfrm rot="-5400000">
              <a:off x="4552394" y="1965090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186" name="tx91"/>
            <p:cNvSpPr/>
            <p:nvPr/>
          </p:nvSpPr>
          <p:spPr>
            <a:xfrm rot="-5400000">
              <a:off x="4569435" y="1895885"/>
              <a:ext cx="79995" cy="7500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c</a:t>
              </a:r>
            </a:p>
          </p:txBody>
        </p:sp>
        <p:sp>
          <p:nvSpPr>
            <p:cNvPr id="187" name="tx92"/>
            <p:cNvSpPr/>
            <p:nvPr/>
          </p:nvSpPr>
          <p:spPr>
            <a:xfrm rot="-5400000">
              <a:off x="4577769" y="1824224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188" name="tx93"/>
            <p:cNvSpPr/>
            <p:nvPr/>
          </p:nvSpPr>
          <p:spPr>
            <a:xfrm rot="-5400000">
              <a:off x="4539706" y="1736899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189" name="tx94"/>
            <p:cNvSpPr/>
            <p:nvPr/>
          </p:nvSpPr>
          <p:spPr>
            <a:xfrm rot="-5400000">
              <a:off x="4609380" y="1669584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190" name="tx95"/>
            <p:cNvSpPr/>
            <p:nvPr/>
          </p:nvSpPr>
          <p:spPr>
            <a:xfrm rot="-5400000">
              <a:off x="4627887" y="1656472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191" name="tx96"/>
            <p:cNvSpPr/>
            <p:nvPr/>
          </p:nvSpPr>
          <p:spPr>
            <a:xfrm rot="-5400000">
              <a:off x="4475673" y="146615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  <p:grpSp xmlns:pic="http://schemas.openxmlformats.org/drawingml/2006/picture">
        <p:nvGrpSpPr>
          <p:cNvPr id="192" name=""/>
          <p:cNvGrpSpPr/>
          <p:nvPr/>
        </p:nvGrpSpPr>
        <p:grpSpPr>
          <a:xfrm>
            <a:off x="7880440" y="685800"/>
            <a:ext cx="3240000" cy="2880000"/>
            <a:chOff x="7880440" y="685800"/>
            <a:chExt cx="3240000" cy="2880000"/>
          </a:xfrm>
        </p:grpSpPr>
        <p:sp>
          <p:nvSpPr>
            <p:cNvPr id="193" name="rc3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rc4"/>
            <p:cNvSpPr/>
            <p:nvPr/>
          </p:nvSpPr>
          <p:spPr>
            <a:xfrm>
              <a:off x="7880439" y="685800"/>
              <a:ext cx="3239999" cy="288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5" name="rc5"/>
            <p:cNvSpPr/>
            <p:nvPr/>
          </p:nvSpPr>
          <p:spPr>
            <a:xfrm>
              <a:off x="8374682" y="755389"/>
              <a:ext cx="2676167" cy="234500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6" name="rc6"/>
            <p:cNvSpPr/>
            <p:nvPr/>
          </p:nvSpPr>
          <p:spPr>
            <a:xfrm>
              <a:off x="8703334" y="3098595"/>
              <a:ext cx="97813" cy="1796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7" name="rc7"/>
            <p:cNvSpPr/>
            <p:nvPr/>
          </p:nvSpPr>
          <p:spPr>
            <a:xfrm>
              <a:off x="8801148" y="3097263"/>
              <a:ext cx="97813" cy="3128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8" name="rc8"/>
            <p:cNvSpPr/>
            <p:nvPr/>
          </p:nvSpPr>
          <p:spPr>
            <a:xfrm>
              <a:off x="8898961" y="3094416"/>
              <a:ext cx="97813" cy="597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99" name="rc9"/>
            <p:cNvSpPr/>
            <p:nvPr/>
          </p:nvSpPr>
          <p:spPr>
            <a:xfrm>
              <a:off x="8996774" y="3080977"/>
              <a:ext cx="97813" cy="1941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0" name="rc10"/>
            <p:cNvSpPr/>
            <p:nvPr/>
          </p:nvSpPr>
          <p:spPr>
            <a:xfrm>
              <a:off x="9094587" y="3055572"/>
              <a:ext cx="97813" cy="448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1" name="rc11"/>
            <p:cNvSpPr/>
            <p:nvPr/>
          </p:nvSpPr>
          <p:spPr>
            <a:xfrm>
              <a:off x="9192400" y="3046772"/>
              <a:ext cx="97813" cy="5361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2" name="rc12"/>
            <p:cNvSpPr/>
            <p:nvPr/>
          </p:nvSpPr>
          <p:spPr>
            <a:xfrm>
              <a:off x="9290213" y="3039169"/>
              <a:ext cx="97813" cy="6122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3" name="rc13"/>
            <p:cNvSpPr/>
            <p:nvPr/>
          </p:nvSpPr>
          <p:spPr>
            <a:xfrm>
              <a:off x="9388026" y="3016742"/>
              <a:ext cx="97813" cy="8364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4" name="rc14"/>
            <p:cNvSpPr/>
            <p:nvPr/>
          </p:nvSpPr>
          <p:spPr>
            <a:xfrm>
              <a:off x="9485840" y="2926934"/>
              <a:ext cx="97813" cy="17345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5" name="rc15"/>
            <p:cNvSpPr/>
            <p:nvPr/>
          </p:nvSpPr>
          <p:spPr>
            <a:xfrm>
              <a:off x="9583653" y="2818991"/>
              <a:ext cx="97813" cy="28140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6" name="rc16"/>
            <p:cNvSpPr/>
            <p:nvPr/>
          </p:nvSpPr>
          <p:spPr>
            <a:xfrm>
              <a:off x="9681466" y="2836389"/>
              <a:ext cx="97813" cy="26400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7" name="rc17"/>
            <p:cNvSpPr/>
            <p:nvPr/>
          </p:nvSpPr>
          <p:spPr>
            <a:xfrm>
              <a:off x="9779279" y="2973588"/>
              <a:ext cx="97813" cy="12680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8" name="rc18"/>
            <p:cNvSpPr/>
            <p:nvPr/>
          </p:nvSpPr>
          <p:spPr>
            <a:xfrm>
              <a:off x="9877092" y="2953441"/>
              <a:ext cx="97813" cy="14695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09" name="rc19"/>
            <p:cNvSpPr/>
            <p:nvPr/>
          </p:nvSpPr>
          <p:spPr>
            <a:xfrm>
              <a:off x="9974905" y="2980385"/>
              <a:ext cx="97813" cy="120007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0" name="rc20"/>
            <p:cNvSpPr/>
            <p:nvPr/>
          </p:nvSpPr>
          <p:spPr>
            <a:xfrm>
              <a:off x="10072718" y="3028371"/>
              <a:ext cx="97813" cy="7202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1" name="rc21"/>
            <p:cNvSpPr/>
            <p:nvPr/>
          </p:nvSpPr>
          <p:spPr>
            <a:xfrm>
              <a:off x="10170532" y="3046449"/>
              <a:ext cx="97813" cy="53943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2" name="rc22"/>
            <p:cNvSpPr/>
            <p:nvPr/>
          </p:nvSpPr>
          <p:spPr>
            <a:xfrm>
              <a:off x="10268345" y="3065549"/>
              <a:ext cx="97813" cy="34842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3" name="rc23"/>
            <p:cNvSpPr/>
            <p:nvPr/>
          </p:nvSpPr>
          <p:spPr>
            <a:xfrm>
              <a:off x="10366158" y="3074630"/>
              <a:ext cx="97813" cy="25761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4" name="rc24"/>
            <p:cNvSpPr/>
            <p:nvPr/>
          </p:nvSpPr>
          <p:spPr>
            <a:xfrm>
              <a:off x="10463971" y="3079401"/>
              <a:ext cx="97813" cy="20990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5" name="rc25"/>
            <p:cNvSpPr/>
            <p:nvPr/>
          </p:nvSpPr>
          <p:spPr>
            <a:xfrm>
              <a:off x="10561784" y="3080738"/>
              <a:ext cx="97813" cy="19654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6" name="rc26"/>
            <p:cNvSpPr/>
            <p:nvPr/>
          </p:nvSpPr>
          <p:spPr>
            <a:xfrm>
              <a:off x="10659597" y="3069236"/>
              <a:ext cx="97813" cy="3115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7" name="rc27"/>
            <p:cNvSpPr/>
            <p:nvPr/>
          </p:nvSpPr>
          <p:spPr>
            <a:xfrm>
              <a:off x="10757411" y="3019496"/>
              <a:ext cx="97813" cy="80895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8" name="rc28"/>
            <p:cNvSpPr/>
            <p:nvPr/>
          </p:nvSpPr>
          <p:spPr>
            <a:xfrm>
              <a:off x="10855224" y="3004992"/>
              <a:ext cx="97813" cy="9539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19" name="rc29"/>
            <p:cNvSpPr/>
            <p:nvPr/>
          </p:nvSpPr>
          <p:spPr>
            <a:xfrm>
              <a:off x="10953037" y="3045023"/>
              <a:ext cx="97813" cy="55369"/>
            </a:xfrm>
            <a:prstGeom prst="rect">
              <a:avLst/>
            </a:prstGeom>
            <a:solidFill>
              <a:srgbClr val="B2DF8A">
                <a:alpha val="34117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0" name="rc30"/>
            <p:cNvSpPr/>
            <p:nvPr/>
          </p:nvSpPr>
          <p:spPr>
            <a:xfrm>
              <a:off x="8374682" y="2932892"/>
              <a:ext cx="4085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1" name="rc31"/>
            <p:cNvSpPr/>
            <p:nvPr/>
          </p:nvSpPr>
          <p:spPr>
            <a:xfrm>
              <a:off x="8374682" y="2765391"/>
              <a:ext cx="50897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2" name="rc32"/>
            <p:cNvSpPr/>
            <p:nvPr/>
          </p:nvSpPr>
          <p:spPr>
            <a:xfrm>
              <a:off x="8374682" y="2597891"/>
              <a:ext cx="65048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3" name="rc33"/>
            <p:cNvSpPr/>
            <p:nvPr/>
          </p:nvSpPr>
          <p:spPr>
            <a:xfrm>
              <a:off x="8374682" y="2430391"/>
              <a:ext cx="85140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4" name="rc34"/>
            <p:cNvSpPr/>
            <p:nvPr/>
          </p:nvSpPr>
          <p:spPr>
            <a:xfrm>
              <a:off x="8374682" y="2262891"/>
              <a:ext cx="110853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5" name="rc35"/>
            <p:cNvSpPr/>
            <p:nvPr/>
          </p:nvSpPr>
          <p:spPr>
            <a:xfrm>
              <a:off x="8374682" y="2095390"/>
              <a:ext cx="132194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6" name="rc36"/>
            <p:cNvSpPr/>
            <p:nvPr/>
          </p:nvSpPr>
          <p:spPr>
            <a:xfrm>
              <a:off x="8374682" y="1927890"/>
              <a:ext cx="15656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7" name="rc37"/>
            <p:cNvSpPr/>
            <p:nvPr/>
          </p:nvSpPr>
          <p:spPr>
            <a:xfrm>
              <a:off x="8374682" y="1760390"/>
              <a:ext cx="180524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8" name="rc38"/>
            <p:cNvSpPr/>
            <p:nvPr/>
          </p:nvSpPr>
          <p:spPr>
            <a:xfrm>
              <a:off x="8374682" y="1592890"/>
              <a:ext cx="20300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29" name="rc39"/>
            <p:cNvSpPr/>
            <p:nvPr/>
          </p:nvSpPr>
          <p:spPr>
            <a:xfrm>
              <a:off x="8374682" y="1425389"/>
              <a:ext cx="21121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0" name="rc40"/>
            <p:cNvSpPr/>
            <p:nvPr/>
          </p:nvSpPr>
          <p:spPr>
            <a:xfrm>
              <a:off x="8374682" y="1257889"/>
              <a:ext cx="215073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1" name="rc41"/>
            <p:cNvSpPr/>
            <p:nvPr/>
          </p:nvSpPr>
          <p:spPr>
            <a:xfrm>
              <a:off x="8374682" y="1090389"/>
              <a:ext cx="205566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2" name="rc42"/>
            <p:cNvSpPr/>
            <p:nvPr/>
          </p:nvSpPr>
          <p:spPr>
            <a:xfrm>
              <a:off x="8374682" y="922889"/>
              <a:ext cx="194325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3" name="rc43"/>
            <p:cNvSpPr/>
            <p:nvPr/>
          </p:nvSpPr>
          <p:spPr>
            <a:xfrm>
              <a:off x="8374682" y="755389"/>
              <a:ext cx="328652" cy="167500"/>
            </a:xfrm>
            <a:prstGeom prst="rect">
              <a:avLst/>
            </a:prstGeom>
            <a:solidFill>
              <a:srgbClr val="FDB863">
                <a:alpha val="29803"/>
              </a:srgbClr>
            </a:solidFill>
            <a:ln w="5420" cap="flat">
              <a:solidFill>
                <a:srgbClr val="AFAFAF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234" name="pg44"/>
            <p:cNvSpPr/>
            <p:nvPr/>
          </p:nvSpPr>
          <p:spPr>
            <a:xfrm>
              <a:off x="8703334" y="1265078"/>
              <a:ext cx="2347515" cy="121831"/>
            </a:xfrm>
            <a:custGeom>
              <a:avLst/>
              <a:pathLst>
                <a:path w="2347515" h="121831">
                  <a:moveTo>
                    <a:pt x="0" y="0"/>
                  </a:moveTo>
                  <a:lnTo>
                    <a:pt x="13114" y="374"/>
                  </a:lnTo>
                  <a:lnTo>
                    <a:pt x="26229" y="749"/>
                  </a:lnTo>
                  <a:lnTo>
                    <a:pt x="39343" y="1123"/>
                  </a:lnTo>
                  <a:lnTo>
                    <a:pt x="52458" y="1498"/>
                  </a:lnTo>
                  <a:lnTo>
                    <a:pt x="65573" y="1873"/>
                  </a:lnTo>
                  <a:lnTo>
                    <a:pt x="78687" y="2249"/>
                  </a:lnTo>
                  <a:lnTo>
                    <a:pt x="91802" y="2624"/>
                  </a:lnTo>
                  <a:lnTo>
                    <a:pt x="104916" y="3000"/>
                  </a:lnTo>
                  <a:lnTo>
                    <a:pt x="118031" y="3377"/>
                  </a:lnTo>
                  <a:lnTo>
                    <a:pt x="131146" y="3753"/>
                  </a:lnTo>
                  <a:lnTo>
                    <a:pt x="144260" y="4131"/>
                  </a:lnTo>
                  <a:lnTo>
                    <a:pt x="157375" y="4509"/>
                  </a:lnTo>
                  <a:lnTo>
                    <a:pt x="170489" y="4888"/>
                  </a:lnTo>
                  <a:lnTo>
                    <a:pt x="183604" y="5267"/>
                  </a:lnTo>
                  <a:lnTo>
                    <a:pt x="196719" y="5647"/>
                  </a:lnTo>
                  <a:lnTo>
                    <a:pt x="209833" y="6027"/>
                  </a:lnTo>
                  <a:lnTo>
                    <a:pt x="222948" y="6408"/>
                  </a:lnTo>
                  <a:lnTo>
                    <a:pt x="236063" y="6790"/>
                  </a:lnTo>
                  <a:lnTo>
                    <a:pt x="249177" y="7172"/>
                  </a:lnTo>
                  <a:lnTo>
                    <a:pt x="262292" y="7554"/>
                  </a:lnTo>
                  <a:lnTo>
                    <a:pt x="275406" y="7937"/>
                  </a:lnTo>
                  <a:lnTo>
                    <a:pt x="288521" y="8321"/>
                  </a:lnTo>
                  <a:lnTo>
                    <a:pt x="301636" y="8705"/>
                  </a:lnTo>
                  <a:lnTo>
                    <a:pt x="314750" y="9089"/>
                  </a:lnTo>
                  <a:lnTo>
                    <a:pt x="327865" y="9473"/>
                  </a:lnTo>
                  <a:lnTo>
                    <a:pt x="340979" y="9858"/>
                  </a:lnTo>
                  <a:lnTo>
                    <a:pt x="354094" y="10243"/>
                  </a:lnTo>
                  <a:lnTo>
                    <a:pt x="367209" y="10628"/>
                  </a:lnTo>
                  <a:lnTo>
                    <a:pt x="380323" y="11013"/>
                  </a:lnTo>
                  <a:lnTo>
                    <a:pt x="393438" y="11398"/>
                  </a:lnTo>
                  <a:lnTo>
                    <a:pt x="406552" y="11783"/>
                  </a:lnTo>
                  <a:lnTo>
                    <a:pt x="419667" y="12169"/>
                  </a:lnTo>
                  <a:lnTo>
                    <a:pt x="432782" y="12554"/>
                  </a:lnTo>
                  <a:lnTo>
                    <a:pt x="445896" y="12939"/>
                  </a:lnTo>
                  <a:lnTo>
                    <a:pt x="459011" y="13324"/>
                  </a:lnTo>
                  <a:lnTo>
                    <a:pt x="472126" y="13709"/>
                  </a:lnTo>
                  <a:lnTo>
                    <a:pt x="485240" y="14093"/>
                  </a:lnTo>
                  <a:lnTo>
                    <a:pt x="498355" y="14477"/>
                  </a:lnTo>
                  <a:lnTo>
                    <a:pt x="511469" y="14861"/>
                  </a:lnTo>
                  <a:lnTo>
                    <a:pt x="524584" y="15244"/>
                  </a:lnTo>
                  <a:lnTo>
                    <a:pt x="537699" y="15627"/>
                  </a:lnTo>
                  <a:lnTo>
                    <a:pt x="550813" y="16008"/>
                  </a:lnTo>
                  <a:lnTo>
                    <a:pt x="563928" y="16389"/>
                  </a:lnTo>
                  <a:lnTo>
                    <a:pt x="577042" y="16769"/>
                  </a:lnTo>
                  <a:lnTo>
                    <a:pt x="590157" y="17148"/>
                  </a:lnTo>
                  <a:lnTo>
                    <a:pt x="603272" y="17526"/>
                  </a:lnTo>
                  <a:lnTo>
                    <a:pt x="616386" y="17902"/>
                  </a:lnTo>
                  <a:lnTo>
                    <a:pt x="629501" y="18277"/>
                  </a:lnTo>
                  <a:lnTo>
                    <a:pt x="642615" y="18650"/>
                  </a:lnTo>
                  <a:lnTo>
                    <a:pt x="655730" y="19021"/>
                  </a:lnTo>
                  <a:lnTo>
                    <a:pt x="668845" y="19390"/>
                  </a:lnTo>
                  <a:lnTo>
                    <a:pt x="681959" y="19757"/>
                  </a:lnTo>
                  <a:lnTo>
                    <a:pt x="695074" y="20121"/>
                  </a:lnTo>
                  <a:lnTo>
                    <a:pt x="708189" y="20483"/>
                  </a:lnTo>
                  <a:lnTo>
                    <a:pt x="721303" y="20842"/>
                  </a:lnTo>
                  <a:lnTo>
                    <a:pt x="734418" y="21198"/>
                  </a:lnTo>
                  <a:lnTo>
                    <a:pt x="747532" y="21551"/>
                  </a:lnTo>
                  <a:lnTo>
                    <a:pt x="760647" y="21901"/>
                  </a:lnTo>
                  <a:lnTo>
                    <a:pt x="773762" y="22247"/>
                  </a:lnTo>
                  <a:lnTo>
                    <a:pt x="786876" y="22589"/>
                  </a:lnTo>
                  <a:lnTo>
                    <a:pt x="799991" y="22927"/>
                  </a:lnTo>
                  <a:lnTo>
                    <a:pt x="813105" y="23261"/>
                  </a:lnTo>
                  <a:lnTo>
                    <a:pt x="826220" y="23591"/>
                  </a:lnTo>
                  <a:lnTo>
                    <a:pt x="839335" y="23917"/>
                  </a:lnTo>
                  <a:lnTo>
                    <a:pt x="852449" y="24238"/>
                  </a:lnTo>
                  <a:lnTo>
                    <a:pt x="865564" y="24554"/>
                  </a:lnTo>
                  <a:lnTo>
                    <a:pt x="878679" y="24865"/>
                  </a:lnTo>
                  <a:lnTo>
                    <a:pt x="891793" y="25171"/>
                  </a:lnTo>
                  <a:lnTo>
                    <a:pt x="904908" y="25472"/>
                  </a:lnTo>
                  <a:lnTo>
                    <a:pt x="918022" y="25767"/>
                  </a:lnTo>
                  <a:lnTo>
                    <a:pt x="931137" y="26057"/>
                  </a:lnTo>
                  <a:lnTo>
                    <a:pt x="944252" y="26342"/>
                  </a:lnTo>
                  <a:lnTo>
                    <a:pt x="957366" y="26621"/>
                  </a:lnTo>
                  <a:lnTo>
                    <a:pt x="970481" y="26894"/>
                  </a:lnTo>
                  <a:lnTo>
                    <a:pt x="983595" y="27161"/>
                  </a:lnTo>
                  <a:lnTo>
                    <a:pt x="996710" y="27422"/>
                  </a:lnTo>
                  <a:lnTo>
                    <a:pt x="1009825" y="27677"/>
                  </a:lnTo>
                  <a:lnTo>
                    <a:pt x="1022939" y="27926"/>
                  </a:lnTo>
                  <a:lnTo>
                    <a:pt x="1036054" y="28169"/>
                  </a:lnTo>
                  <a:lnTo>
                    <a:pt x="1049168" y="28405"/>
                  </a:lnTo>
                  <a:lnTo>
                    <a:pt x="1062283" y="28636"/>
                  </a:lnTo>
                  <a:lnTo>
                    <a:pt x="1075398" y="28860"/>
                  </a:lnTo>
                  <a:lnTo>
                    <a:pt x="1088512" y="29078"/>
                  </a:lnTo>
                  <a:lnTo>
                    <a:pt x="1101627" y="29290"/>
                  </a:lnTo>
                  <a:lnTo>
                    <a:pt x="1114742" y="29495"/>
                  </a:lnTo>
                  <a:lnTo>
                    <a:pt x="1127856" y="29694"/>
                  </a:lnTo>
                  <a:lnTo>
                    <a:pt x="1140971" y="29886"/>
                  </a:lnTo>
                  <a:lnTo>
                    <a:pt x="1154085" y="30073"/>
                  </a:lnTo>
                  <a:lnTo>
                    <a:pt x="1167200" y="30253"/>
                  </a:lnTo>
                  <a:lnTo>
                    <a:pt x="1180315" y="30426"/>
                  </a:lnTo>
                  <a:lnTo>
                    <a:pt x="1193429" y="30594"/>
                  </a:lnTo>
                  <a:lnTo>
                    <a:pt x="1206544" y="30755"/>
                  </a:lnTo>
                  <a:lnTo>
                    <a:pt x="1219658" y="30910"/>
                  </a:lnTo>
                  <a:lnTo>
                    <a:pt x="1232773" y="31059"/>
                  </a:lnTo>
                  <a:lnTo>
                    <a:pt x="1245888" y="31202"/>
                  </a:lnTo>
                  <a:lnTo>
                    <a:pt x="1259002" y="31338"/>
                  </a:lnTo>
                  <a:lnTo>
                    <a:pt x="1272117" y="31469"/>
                  </a:lnTo>
                  <a:lnTo>
                    <a:pt x="1285231" y="31593"/>
                  </a:lnTo>
                  <a:lnTo>
                    <a:pt x="1298346" y="31712"/>
                  </a:lnTo>
                  <a:lnTo>
                    <a:pt x="1311461" y="31824"/>
                  </a:lnTo>
                  <a:lnTo>
                    <a:pt x="1324575" y="31931"/>
                  </a:lnTo>
                  <a:lnTo>
                    <a:pt x="1337690" y="32031"/>
                  </a:lnTo>
                  <a:lnTo>
                    <a:pt x="1350805" y="32126"/>
                  </a:lnTo>
                  <a:lnTo>
                    <a:pt x="1363919" y="32216"/>
                  </a:lnTo>
                  <a:lnTo>
                    <a:pt x="1377034" y="32299"/>
                  </a:lnTo>
                  <a:lnTo>
                    <a:pt x="1390148" y="32377"/>
                  </a:lnTo>
                  <a:lnTo>
                    <a:pt x="1403263" y="32449"/>
                  </a:lnTo>
                  <a:lnTo>
                    <a:pt x="1416378" y="32516"/>
                  </a:lnTo>
                  <a:lnTo>
                    <a:pt x="1429492" y="32577"/>
                  </a:lnTo>
                  <a:lnTo>
                    <a:pt x="1442607" y="32633"/>
                  </a:lnTo>
                  <a:lnTo>
                    <a:pt x="1455721" y="32684"/>
                  </a:lnTo>
                  <a:lnTo>
                    <a:pt x="1468836" y="32729"/>
                  </a:lnTo>
                  <a:lnTo>
                    <a:pt x="1481951" y="32769"/>
                  </a:lnTo>
                  <a:lnTo>
                    <a:pt x="1495065" y="32804"/>
                  </a:lnTo>
                  <a:lnTo>
                    <a:pt x="1508180" y="32834"/>
                  </a:lnTo>
                  <a:lnTo>
                    <a:pt x="1521295" y="32859"/>
                  </a:lnTo>
                  <a:lnTo>
                    <a:pt x="1534409" y="32879"/>
                  </a:lnTo>
                  <a:lnTo>
                    <a:pt x="1547524" y="32895"/>
                  </a:lnTo>
                  <a:lnTo>
                    <a:pt x="1560638" y="32906"/>
                  </a:lnTo>
                  <a:lnTo>
                    <a:pt x="1573753" y="32912"/>
                  </a:lnTo>
                  <a:lnTo>
                    <a:pt x="1586868" y="32914"/>
                  </a:lnTo>
                  <a:lnTo>
                    <a:pt x="1599982" y="32912"/>
                  </a:lnTo>
                  <a:lnTo>
                    <a:pt x="1613097" y="32905"/>
                  </a:lnTo>
                  <a:lnTo>
                    <a:pt x="1626211" y="32895"/>
                  </a:lnTo>
                  <a:lnTo>
                    <a:pt x="1639326" y="32881"/>
                  </a:lnTo>
                  <a:lnTo>
                    <a:pt x="1652441" y="32863"/>
                  </a:lnTo>
                  <a:lnTo>
                    <a:pt x="1665555" y="32842"/>
                  </a:lnTo>
                  <a:lnTo>
                    <a:pt x="1678670" y="32817"/>
                  </a:lnTo>
                  <a:lnTo>
                    <a:pt x="1691784" y="32789"/>
                  </a:lnTo>
                  <a:lnTo>
                    <a:pt x="1704899" y="32758"/>
                  </a:lnTo>
                  <a:lnTo>
                    <a:pt x="1718014" y="32725"/>
                  </a:lnTo>
                  <a:lnTo>
                    <a:pt x="1731128" y="32689"/>
                  </a:lnTo>
                  <a:lnTo>
                    <a:pt x="1744243" y="32650"/>
                  </a:lnTo>
                  <a:lnTo>
                    <a:pt x="1757358" y="32609"/>
                  </a:lnTo>
                  <a:lnTo>
                    <a:pt x="1770472" y="32566"/>
                  </a:lnTo>
                  <a:lnTo>
                    <a:pt x="1783587" y="32521"/>
                  </a:lnTo>
                  <a:lnTo>
                    <a:pt x="1796701" y="32475"/>
                  </a:lnTo>
                  <a:lnTo>
                    <a:pt x="1809816" y="32427"/>
                  </a:lnTo>
                  <a:lnTo>
                    <a:pt x="1822931" y="32378"/>
                  </a:lnTo>
                  <a:lnTo>
                    <a:pt x="1836045" y="32327"/>
                  </a:lnTo>
                  <a:lnTo>
                    <a:pt x="1849160" y="32276"/>
                  </a:lnTo>
                  <a:lnTo>
                    <a:pt x="1862274" y="32224"/>
                  </a:lnTo>
                  <a:lnTo>
                    <a:pt x="1875389" y="32171"/>
                  </a:lnTo>
                  <a:lnTo>
                    <a:pt x="1888504" y="32118"/>
                  </a:lnTo>
                  <a:lnTo>
                    <a:pt x="1901618" y="32065"/>
                  </a:lnTo>
                  <a:lnTo>
                    <a:pt x="1914733" y="32011"/>
                  </a:lnTo>
                  <a:lnTo>
                    <a:pt x="1927847" y="31958"/>
                  </a:lnTo>
                  <a:lnTo>
                    <a:pt x="1940962" y="31904"/>
                  </a:lnTo>
                  <a:lnTo>
                    <a:pt x="1954077" y="31851"/>
                  </a:lnTo>
                  <a:lnTo>
                    <a:pt x="1967191" y="31798"/>
                  </a:lnTo>
                  <a:lnTo>
                    <a:pt x="1980306" y="31746"/>
                  </a:lnTo>
                  <a:lnTo>
                    <a:pt x="1993421" y="31694"/>
                  </a:lnTo>
                  <a:lnTo>
                    <a:pt x="2006535" y="31642"/>
                  </a:lnTo>
                  <a:lnTo>
                    <a:pt x="2019650" y="31591"/>
                  </a:lnTo>
                  <a:lnTo>
                    <a:pt x="2032764" y="31541"/>
                  </a:lnTo>
                  <a:lnTo>
                    <a:pt x="2045879" y="31491"/>
                  </a:lnTo>
                  <a:lnTo>
                    <a:pt x="2058994" y="31442"/>
                  </a:lnTo>
                  <a:lnTo>
                    <a:pt x="2072108" y="31393"/>
                  </a:lnTo>
                  <a:lnTo>
                    <a:pt x="2085223" y="31344"/>
                  </a:lnTo>
                  <a:lnTo>
                    <a:pt x="2098337" y="31297"/>
                  </a:lnTo>
                  <a:lnTo>
                    <a:pt x="2111452" y="31249"/>
                  </a:lnTo>
                  <a:lnTo>
                    <a:pt x="2124567" y="31202"/>
                  </a:lnTo>
                  <a:lnTo>
                    <a:pt x="2137681" y="31155"/>
                  </a:lnTo>
                  <a:lnTo>
                    <a:pt x="2150796" y="31108"/>
                  </a:lnTo>
                  <a:lnTo>
                    <a:pt x="2163911" y="31062"/>
                  </a:lnTo>
                  <a:lnTo>
                    <a:pt x="2177025" y="31015"/>
                  </a:lnTo>
                  <a:lnTo>
                    <a:pt x="2190140" y="30969"/>
                  </a:lnTo>
                  <a:lnTo>
                    <a:pt x="2203254" y="30922"/>
                  </a:lnTo>
                  <a:lnTo>
                    <a:pt x="2216369" y="30875"/>
                  </a:lnTo>
                  <a:lnTo>
                    <a:pt x="2229484" y="30828"/>
                  </a:lnTo>
                  <a:lnTo>
                    <a:pt x="2242598" y="30781"/>
                  </a:lnTo>
                  <a:lnTo>
                    <a:pt x="2255713" y="30734"/>
                  </a:lnTo>
                  <a:lnTo>
                    <a:pt x="2268827" y="30687"/>
                  </a:lnTo>
                  <a:lnTo>
                    <a:pt x="2281942" y="30639"/>
                  </a:lnTo>
                  <a:lnTo>
                    <a:pt x="2295057" y="30591"/>
                  </a:lnTo>
                  <a:lnTo>
                    <a:pt x="2308171" y="30543"/>
                  </a:lnTo>
                  <a:lnTo>
                    <a:pt x="2321286" y="30495"/>
                  </a:lnTo>
                  <a:lnTo>
                    <a:pt x="2334400" y="30447"/>
                  </a:lnTo>
                  <a:lnTo>
                    <a:pt x="2347515" y="30399"/>
                  </a:lnTo>
                  <a:lnTo>
                    <a:pt x="2347515" y="84332"/>
                  </a:lnTo>
                  <a:lnTo>
                    <a:pt x="2334400" y="84568"/>
                  </a:lnTo>
                  <a:lnTo>
                    <a:pt x="2321286" y="84804"/>
                  </a:lnTo>
                  <a:lnTo>
                    <a:pt x="2308171" y="85041"/>
                  </a:lnTo>
                  <a:lnTo>
                    <a:pt x="2295057" y="85277"/>
                  </a:lnTo>
                  <a:lnTo>
                    <a:pt x="2281942" y="85513"/>
                  </a:lnTo>
                  <a:lnTo>
                    <a:pt x="2268827" y="85749"/>
                  </a:lnTo>
                  <a:lnTo>
                    <a:pt x="2255713" y="85985"/>
                  </a:lnTo>
                  <a:lnTo>
                    <a:pt x="2242598" y="86221"/>
                  </a:lnTo>
                  <a:lnTo>
                    <a:pt x="2229484" y="86456"/>
                  </a:lnTo>
                  <a:lnTo>
                    <a:pt x="2216369" y="86692"/>
                  </a:lnTo>
                  <a:lnTo>
                    <a:pt x="2203254" y="86927"/>
                  </a:lnTo>
                  <a:lnTo>
                    <a:pt x="2190140" y="87163"/>
                  </a:lnTo>
                  <a:lnTo>
                    <a:pt x="2177025" y="87398"/>
                  </a:lnTo>
                  <a:lnTo>
                    <a:pt x="2163911" y="87634"/>
                  </a:lnTo>
                  <a:lnTo>
                    <a:pt x="2150796" y="87869"/>
                  </a:lnTo>
                  <a:lnTo>
                    <a:pt x="2137681" y="88106"/>
                  </a:lnTo>
                  <a:lnTo>
                    <a:pt x="2124567" y="88342"/>
                  </a:lnTo>
                  <a:lnTo>
                    <a:pt x="2111452" y="88579"/>
                  </a:lnTo>
                  <a:lnTo>
                    <a:pt x="2098337" y="88817"/>
                  </a:lnTo>
                  <a:lnTo>
                    <a:pt x="2085223" y="89055"/>
                  </a:lnTo>
                  <a:lnTo>
                    <a:pt x="2072108" y="89294"/>
                  </a:lnTo>
                  <a:lnTo>
                    <a:pt x="2058994" y="89534"/>
                  </a:lnTo>
                  <a:lnTo>
                    <a:pt x="2045879" y="89774"/>
                  </a:lnTo>
                  <a:lnTo>
                    <a:pt x="2032764" y="90016"/>
                  </a:lnTo>
                  <a:lnTo>
                    <a:pt x="2019650" y="90258"/>
                  </a:lnTo>
                  <a:lnTo>
                    <a:pt x="2006535" y="90502"/>
                  </a:lnTo>
                  <a:lnTo>
                    <a:pt x="1993421" y="90746"/>
                  </a:lnTo>
                  <a:lnTo>
                    <a:pt x="1980306" y="90992"/>
                  </a:lnTo>
                  <a:lnTo>
                    <a:pt x="1967191" y="91239"/>
                  </a:lnTo>
                  <a:lnTo>
                    <a:pt x="1954077" y="91486"/>
                  </a:lnTo>
                  <a:lnTo>
                    <a:pt x="1940962" y="91734"/>
                  </a:lnTo>
                  <a:lnTo>
                    <a:pt x="1927847" y="91984"/>
                  </a:lnTo>
                  <a:lnTo>
                    <a:pt x="1914733" y="92234"/>
                  </a:lnTo>
                  <a:lnTo>
                    <a:pt x="1901618" y="92485"/>
                  </a:lnTo>
                  <a:lnTo>
                    <a:pt x="1888504" y="92736"/>
                  </a:lnTo>
                  <a:lnTo>
                    <a:pt x="1875389" y="92988"/>
                  </a:lnTo>
                  <a:lnTo>
                    <a:pt x="1862274" y="93241"/>
                  </a:lnTo>
                  <a:lnTo>
                    <a:pt x="1849160" y="93494"/>
                  </a:lnTo>
                  <a:lnTo>
                    <a:pt x="1836045" y="93747"/>
                  </a:lnTo>
                  <a:lnTo>
                    <a:pt x="1822931" y="94000"/>
                  </a:lnTo>
                  <a:lnTo>
                    <a:pt x="1809816" y="94253"/>
                  </a:lnTo>
                  <a:lnTo>
                    <a:pt x="1796701" y="94506"/>
                  </a:lnTo>
                  <a:lnTo>
                    <a:pt x="1783587" y="94758"/>
                  </a:lnTo>
                  <a:lnTo>
                    <a:pt x="1770472" y="95011"/>
                  </a:lnTo>
                  <a:lnTo>
                    <a:pt x="1757358" y="95262"/>
                  </a:lnTo>
                  <a:lnTo>
                    <a:pt x="1744243" y="95513"/>
                  </a:lnTo>
                  <a:lnTo>
                    <a:pt x="1731128" y="95763"/>
                  </a:lnTo>
                  <a:lnTo>
                    <a:pt x="1718014" y="96013"/>
                  </a:lnTo>
                  <a:lnTo>
                    <a:pt x="1704899" y="96261"/>
                  </a:lnTo>
                  <a:lnTo>
                    <a:pt x="1691784" y="96508"/>
                  </a:lnTo>
                  <a:lnTo>
                    <a:pt x="1678670" y="96754"/>
                  </a:lnTo>
                  <a:lnTo>
                    <a:pt x="1665555" y="96998"/>
                  </a:lnTo>
                  <a:lnTo>
                    <a:pt x="1652441" y="97241"/>
                  </a:lnTo>
                  <a:lnTo>
                    <a:pt x="1639326" y="97482"/>
                  </a:lnTo>
                  <a:lnTo>
                    <a:pt x="1626211" y="97721"/>
                  </a:lnTo>
                  <a:lnTo>
                    <a:pt x="1613097" y="97959"/>
                  </a:lnTo>
                  <a:lnTo>
                    <a:pt x="1599982" y="98195"/>
                  </a:lnTo>
                  <a:lnTo>
                    <a:pt x="1586868" y="98429"/>
                  </a:lnTo>
                  <a:lnTo>
                    <a:pt x="1573753" y="98661"/>
                  </a:lnTo>
                  <a:lnTo>
                    <a:pt x="1560638" y="98890"/>
                  </a:lnTo>
                  <a:lnTo>
                    <a:pt x="1547524" y="99118"/>
                  </a:lnTo>
                  <a:lnTo>
                    <a:pt x="1534409" y="99344"/>
                  </a:lnTo>
                  <a:lnTo>
                    <a:pt x="1521295" y="99567"/>
                  </a:lnTo>
                  <a:lnTo>
                    <a:pt x="1508180" y="99788"/>
                  </a:lnTo>
                  <a:lnTo>
                    <a:pt x="1495065" y="100007"/>
                  </a:lnTo>
                  <a:lnTo>
                    <a:pt x="1481951" y="100224"/>
                  </a:lnTo>
                  <a:lnTo>
                    <a:pt x="1468836" y="100438"/>
                  </a:lnTo>
                  <a:lnTo>
                    <a:pt x="1455721" y="100651"/>
                  </a:lnTo>
                  <a:lnTo>
                    <a:pt x="1442607" y="100860"/>
                  </a:lnTo>
                  <a:lnTo>
                    <a:pt x="1429492" y="101068"/>
                  </a:lnTo>
                  <a:lnTo>
                    <a:pt x="1416378" y="101273"/>
                  </a:lnTo>
                  <a:lnTo>
                    <a:pt x="1403263" y="101476"/>
                  </a:lnTo>
                  <a:lnTo>
                    <a:pt x="1390148" y="101677"/>
                  </a:lnTo>
                  <a:lnTo>
                    <a:pt x="1377034" y="101876"/>
                  </a:lnTo>
                  <a:lnTo>
                    <a:pt x="1363919" y="102072"/>
                  </a:lnTo>
                  <a:lnTo>
                    <a:pt x="1350805" y="102267"/>
                  </a:lnTo>
                  <a:lnTo>
                    <a:pt x="1337690" y="102459"/>
                  </a:lnTo>
                  <a:lnTo>
                    <a:pt x="1324575" y="102649"/>
                  </a:lnTo>
                  <a:lnTo>
                    <a:pt x="1311461" y="102837"/>
                  </a:lnTo>
                  <a:lnTo>
                    <a:pt x="1298346" y="103022"/>
                  </a:lnTo>
                  <a:lnTo>
                    <a:pt x="1285231" y="103206"/>
                  </a:lnTo>
                  <a:lnTo>
                    <a:pt x="1272117" y="103388"/>
                  </a:lnTo>
                  <a:lnTo>
                    <a:pt x="1259002" y="103567"/>
                  </a:lnTo>
                  <a:lnTo>
                    <a:pt x="1245888" y="103745"/>
                  </a:lnTo>
                  <a:lnTo>
                    <a:pt x="1232773" y="103920"/>
                  </a:lnTo>
                  <a:lnTo>
                    <a:pt x="1219658" y="104094"/>
                  </a:lnTo>
                  <a:lnTo>
                    <a:pt x="1206544" y="104266"/>
                  </a:lnTo>
                  <a:lnTo>
                    <a:pt x="1193429" y="104435"/>
                  </a:lnTo>
                  <a:lnTo>
                    <a:pt x="1180315" y="104603"/>
                  </a:lnTo>
                  <a:lnTo>
                    <a:pt x="1167200" y="104769"/>
                  </a:lnTo>
                  <a:lnTo>
                    <a:pt x="1154085" y="104933"/>
                  </a:lnTo>
                  <a:lnTo>
                    <a:pt x="1140971" y="105096"/>
                  </a:lnTo>
                  <a:lnTo>
                    <a:pt x="1127856" y="105256"/>
                  </a:lnTo>
                  <a:lnTo>
                    <a:pt x="1114742" y="105415"/>
                  </a:lnTo>
                  <a:lnTo>
                    <a:pt x="1101627" y="105572"/>
                  </a:lnTo>
                  <a:lnTo>
                    <a:pt x="1088512" y="105728"/>
                  </a:lnTo>
                  <a:lnTo>
                    <a:pt x="1075398" y="105882"/>
                  </a:lnTo>
                  <a:lnTo>
                    <a:pt x="1062283" y="106034"/>
                  </a:lnTo>
                  <a:lnTo>
                    <a:pt x="1049168" y="106185"/>
                  </a:lnTo>
                  <a:lnTo>
                    <a:pt x="1036054" y="106334"/>
                  </a:lnTo>
                  <a:lnTo>
                    <a:pt x="1022939" y="106483"/>
                  </a:lnTo>
                  <a:lnTo>
                    <a:pt x="1009825" y="106629"/>
                  </a:lnTo>
                  <a:lnTo>
                    <a:pt x="996710" y="106775"/>
                  </a:lnTo>
                  <a:lnTo>
                    <a:pt x="983595" y="106919"/>
                  </a:lnTo>
                  <a:lnTo>
                    <a:pt x="970481" y="107063"/>
                  </a:lnTo>
                  <a:lnTo>
                    <a:pt x="957366" y="107205"/>
                  </a:lnTo>
                  <a:lnTo>
                    <a:pt x="944252" y="107347"/>
                  </a:lnTo>
                  <a:lnTo>
                    <a:pt x="931137" y="107488"/>
                  </a:lnTo>
                  <a:lnTo>
                    <a:pt x="918022" y="107628"/>
                  </a:lnTo>
                  <a:lnTo>
                    <a:pt x="904908" y="107768"/>
                  </a:lnTo>
                  <a:lnTo>
                    <a:pt x="891793" y="107908"/>
                  </a:lnTo>
                  <a:lnTo>
                    <a:pt x="878679" y="108047"/>
                  </a:lnTo>
                  <a:lnTo>
                    <a:pt x="865564" y="108186"/>
                  </a:lnTo>
                  <a:lnTo>
                    <a:pt x="852449" y="108325"/>
                  </a:lnTo>
                  <a:lnTo>
                    <a:pt x="839335" y="108465"/>
                  </a:lnTo>
                  <a:lnTo>
                    <a:pt x="826220" y="108605"/>
                  </a:lnTo>
                  <a:lnTo>
                    <a:pt x="813105" y="108745"/>
                  </a:lnTo>
                  <a:lnTo>
                    <a:pt x="799991" y="108886"/>
                  </a:lnTo>
                  <a:lnTo>
                    <a:pt x="786876" y="109028"/>
                  </a:lnTo>
                  <a:lnTo>
                    <a:pt x="773762" y="109170"/>
                  </a:lnTo>
                  <a:lnTo>
                    <a:pt x="760647" y="109314"/>
                  </a:lnTo>
                  <a:lnTo>
                    <a:pt x="747532" y="109459"/>
                  </a:lnTo>
                  <a:lnTo>
                    <a:pt x="734418" y="109606"/>
                  </a:lnTo>
                  <a:lnTo>
                    <a:pt x="721303" y="109754"/>
                  </a:lnTo>
                  <a:lnTo>
                    <a:pt x="708189" y="109904"/>
                  </a:lnTo>
                  <a:lnTo>
                    <a:pt x="695074" y="110056"/>
                  </a:lnTo>
                  <a:lnTo>
                    <a:pt x="681959" y="110210"/>
                  </a:lnTo>
                  <a:lnTo>
                    <a:pt x="668845" y="110366"/>
                  </a:lnTo>
                  <a:lnTo>
                    <a:pt x="655730" y="110524"/>
                  </a:lnTo>
                  <a:lnTo>
                    <a:pt x="642615" y="110685"/>
                  </a:lnTo>
                  <a:lnTo>
                    <a:pt x="629501" y="110849"/>
                  </a:lnTo>
                  <a:lnTo>
                    <a:pt x="616386" y="111015"/>
                  </a:lnTo>
                  <a:lnTo>
                    <a:pt x="603272" y="111184"/>
                  </a:lnTo>
                  <a:lnTo>
                    <a:pt x="590157" y="111355"/>
                  </a:lnTo>
                  <a:lnTo>
                    <a:pt x="577042" y="111530"/>
                  </a:lnTo>
                  <a:lnTo>
                    <a:pt x="563928" y="111708"/>
                  </a:lnTo>
                  <a:lnTo>
                    <a:pt x="550813" y="111889"/>
                  </a:lnTo>
                  <a:lnTo>
                    <a:pt x="537699" y="112073"/>
                  </a:lnTo>
                  <a:lnTo>
                    <a:pt x="524584" y="112260"/>
                  </a:lnTo>
                  <a:lnTo>
                    <a:pt x="511469" y="112450"/>
                  </a:lnTo>
                  <a:lnTo>
                    <a:pt x="498355" y="112644"/>
                  </a:lnTo>
                  <a:lnTo>
                    <a:pt x="485240" y="112841"/>
                  </a:lnTo>
                  <a:lnTo>
                    <a:pt x="472126" y="113041"/>
                  </a:lnTo>
                  <a:lnTo>
                    <a:pt x="459011" y="113244"/>
                  </a:lnTo>
                  <a:lnTo>
                    <a:pt x="445896" y="113450"/>
                  </a:lnTo>
                  <a:lnTo>
                    <a:pt x="432782" y="113660"/>
                  </a:lnTo>
                  <a:lnTo>
                    <a:pt x="419667" y="113872"/>
                  </a:lnTo>
                  <a:lnTo>
                    <a:pt x="406552" y="114088"/>
                  </a:lnTo>
                  <a:lnTo>
                    <a:pt x="393438" y="114307"/>
                  </a:lnTo>
                  <a:lnTo>
                    <a:pt x="380323" y="114528"/>
                  </a:lnTo>
                  <a:lnTo>
                    <a:pt x="367209" y="114753"/>
                  </a:lnTo>
                  <a:lnTo>
                    <a:pt x="354094" y="114980"/>
                  </a:lnTo>
                  <a:lnTo>
                    <a:pt x="340979" y="115210"/>
                  </a:lnTo>
                  <a:lnTo>
                    <a:pt x="327865" y="115442"/>
                  </a:lnTo>
                  <a:lnTo>
                    <a:pt x="314750" y="115677"/>
                  </a:lnTo>
                  <a:lnTo>
                    <a:pt x="301636" y="115915"/>
                  </a:lnTo>
                  <a:lnTo>
                    <a:pt x="288521" y="116155"/>
                  </a:lnTo>
                  <a:lnTo>
                    <a:pt x="275406" y="116397"/>
                  </a:lnTo>
                  <a:lnTo>
                    <a:pt x="262292" y="116641"/>
                  </a:lnTo>
                  <a:lnTo>
                    <a:pt x="249177" y="116887"/>
                  </a:lnTo>
                  <a:lnTo>
                    <a:pt x="236063" y="117136"/>
                  </a:lnTo>
                  <a:lnTo>
                    <a:pt x="222948" y="117386"/>
                  </a:lnTo>
                  <a:lnTo>
                    <a:pt x="209833" y="117638"/>
                  </a:lnTo>
                  <a:lnTo>
                    <a:pt x="196719" y="117892"/>
                  </a:lnTo>
                  <a:lnTo>
                    <a:pt x="183604" y="118148"/>
                  </a:lnTo>
                  <a:lnTo>
                    <a:pt x="170489" y="118405"/>
                  </a:lnTo>
                  <a:lnTo>
                    <a:pt x="157375" y="118663"/>
                  </a:lnTo>
                  <a:lnTo>
                    <a:pt x="144260" y="118923"/>
                  </a:lnTo>
                  <a:lnTo>
                    <a:pt x="131146" y="119184"/>
                  </a:lnTo>
                  <a:lnTo>
                    <a:pt x="118031" y="119446"/>
                  </a:lnTo>
                  <a:lnTo>
                    <a:pt x="104916" y="119709"/>
                  </a:lnTo>
                  <a:lnTo>
                    <a:pt x="91802" y="119972"/>
                  </a:lnTo>
                  <a:lnTo>
                    <a:pt x="78687" y="120237"/>
                  </a:lnTo>
                  <a:lnTo>
                    <a:pt x="65573" y="120502"/>
                  </a:lnTo>
                  <a:lnTo>
                    <a:pt x="52458" y="120767"/>
                  </a:lnTo>
                  <a:lnTo>
                    <a:pt x="39343" y="121033"/>
                  </a:lnTo>
                  <a:lnTo>
                    <a:pt x="26229" y="121299"/>
                  </a:lnTo>
                  <a:lnTo>
                    <a:pt x="13114" y="121565"/>
                  </a:lnTo>
                  <a:lnTo>
                    <a:pt x="0" y="121831"/>
                  </a:lnTo>
                  <a:close/>
                </a:path>
              </a:pathLst>
            </a:custGeom>
            <a:solidFill>
              <a:srgbClr val="4C72B0">
                <a:alpha val="18039"/>
              </a:srgbClr>
            </a:solidFill>
          </p:spPr>
          <p:txBody>
            <a:bodyPr/>
            <a:lstStyle/>
            <a:p/>
          </p:txBody>
        </p:sp>
        <p:sp>
          <p:nvSpPr>
            <p:cNvPr id="235" name="pl45"/>
            <p:cNvSpPr/>
            <p:nvPr/>
          </p:nvSpPr>
          <p:spPr>
            <a:xfrm>
              <a:off x="8703334" y="1265078"/>
              <a:ext cx="2347515" cy="32914"/>
            </a:xfrm>
            <a:custGeom>
              <a:avLst/>
              <a:pathLst>
                <a:path w="2347515" h="32914">
                  <a:moveTo>
                    <a:pt x="0" y="0"/>
                  </a:moveTo>
                  <a:lnTo>
                    <a:pt x="13114" y="374"/>
                  </a:lnTo>
                  <a:lnTo>
                    <a:pt x="26229" y="749"/>
                  </a:lnTo>
                  <a:lnTo>
                    <a:pt x="39343" y="1123"/>
                  </a:lnTo>
                  <a:lnTo>
                    <a:pt x="52458" y="1498"/>
                  </a:lnTo>
                  <a:lnTo>
                    <a:pt x="65573" y="1873"/>
                  </a:lnTo>
                  <a:lnTo>
                    <a:pt x="78687" y="2249"/>
                  </a:lnTo>
                  <a:lnTo>
                    <a:pt x="91802" y="2624"/>
                  </a:lnTo>
                  <a:lnTo>
                    <a:pt x="104916" y="3000"/>
                  </a:lnTo>
                  <a:lnTo>
                    <a:pt x="118031" y="3377"/>
                  </a:lnTo>
                  <a:lnTo>
                    <a:pt x="131146" y="3753"/>
                  </a:lnTo>
                  <a:lnTo>
                    <a:pt x="144260" y="4131"/>
                  </a:lnTo>
                  <a:lnTo>
                    <a:pt x="157375" y="4509"/>
                  </a:lnTo>
                  <a:lnTo>
                    <a:pt x="170489" y="4888"/>
                  </a:lnTo>
                  <a:lnTo>
                    <a:pt x="183604" y="5267"/>
                  </a:lnTo>
                  <a:lnTo>
                    <a:pt x="196719" y="5647"/>
                  </a:lnTo>
                  <a:lnTo>
                    <a:pt x="209833" y="6027"/>
                  </a:lnTo>
                  <a:lnTo>
                    <a:pt x="222948" y="6408"/>
                  </a:lnTo>
                  <a:lnTo>
                    <a:pt x="236063" y="6790"/>
                  </a:lnTo>
                  <a:lnTo>
                    <a:pt x="249177" y="7172"/>
                  </a:lnTo>
                  <a:lnTo>
                    <a:pt x="262292" y="7554"/>
                  </a:lnTo>
                  <a:lnTo>
                    <a:pt x="275406" y="7937"/>
                  </a:lnTo>
                  <a:lnTo>
                    <a:pt x="288521" y="8321"/>
                  </a:lnTo>
                  <a:lnTo>
                    <a:pt x="301636" y="8705"/>
                  </a:lnTo>
                  <a:lnTo>
                    <a:pt x="314750" y="9089"/>
                  </a:lnTo>
                  <a:lnTo>
                    <a:pt x="327865" y="9473"/>
                  </a:lnTo>
                  <a:lnTo>
                    <a:pt x="340979" y="9858"/>
                  </a:lnTo>
                  <a:lnTo>
                    <a:pt x="354094" y="10243"/>
                  </a:lnTo>
                  <a:lnTo>
                    <a:pt x="367209" y="10628"/>
                  </a:lnTo>
                  <a:lnTo>
                    <a:pt x="380323" y="11013"/>
                  </a:lnTo>
                  <a:lnTo>
                    <a:pt x="393438" y="11398"/>
                  </a:lnTo>
                  <a:lnTo>
                    <a:pt x="406552" y="11783"/>
                  </a:lnTo>
                  <a:lnTo>
                    <a:pt x="419667" y="12169"/>
                  </a:lnTo>
                  <a:lnTo>
                    <a:pt x="432782" y="12554"/>
                  </a:lnTo>
                  <a:lnTo>
                    <a:pt x="445896" y="12939"/>
                  </a:lnTo>
                  <a:lnTo>
                    <a:pt x="459011" y="13324"/>
                  </a:lnTo>
                  <a:lnTo>
                    <a:pt x="472126" y="13709"/>
                  </a:lnTo>
                  <a:lnTo>
                    <a:pt x="485240" y="14093"/>
                  </a:lnTo>
                  <a:lnTo>
                    <a:pt x="498355" y="14477"/>
                  </a:lnTo>
                  <a:lnTo>
                    <a:pt x="511469" y="14861"/>
                  </a:lnTo>
                  <a:lnTo>
                    <a:pt x="524584" y="15244"/>
                  </a:lnTo>
                  <a:lnTo>
                    <a:pt x="537699" y="15627"/>
                  </a:lnTo>
                  <a:lnTo>
                    <a:pt x="550813" y="16008"/>
                  </a:lnTo>
                  <a:lnTo>
                    <a:pt x="563928" y="16389"/>
                  </a:lnTo>
                  <a:lnTo>
                    <a:pt x="577042" y="16769"/>
                  </a:lnTo>
                  <a:lnTo>
                    <a:pt x="590157" y="17148"/>
                  </a:lnTo>
                  <a:lnTo>
                    <a:pt x="603272" y="17526"/>
                  </a:lnTo>
                  <a:lnTo>
                    <a:pt x="616386" y="17902"/>
                  </a:lnTo>
                  <a:lnTo>
                    <a:pt x="629501" y="18277"/>
                  </a:lnTo>
                  <a:lnTo>
                    <a:pt x="642615" y="18650"/>
                  </a:lnTo>
                  <a:lnTo>
                    <a:pt x="655730" y="19021"/>
                  </a:lnTo>
                  <a:lnTo>
                    <a:pt x="668845" y="19390"/>
                  </a:lnTo>
                  <a:lnTo>
                    <a:pt x="681959" y="19757"/>
                  </a:lnTo>
                  <a:lnTo>
                    <a:pt x="695074" y="20121"/>
                  </a:lnTo>
                  <a:lnTo>
                    <a:pt x="708189" y="20483"/>
                  </a:lnTo>
                  <a:lnTo>
                    <a:pt x="721303" y="20842"/>
                  </a:lnTo>
                  <a:lnTo>
                    <a:pt x="734418" y="21198"/>
                  </a:lnTo>
                  <a:lnTo>
                    <a:pt x="747532" y="21551"/>
                  </a:lnTo>
                  <a:lnTo>
                    <a:pt x="760647" y="21901"/>
                  </a:lnTo>
                  <a:lnTo>
                    <a:pt x="773762" y="22247"/>
                  </a:lnTo>
                  <a:lnTo>
                    <a:pt x="786876" y="22589"/>
                  </a:lnTo>
                  <a:lnTo>
                    <a:pt x="799991" y="22927"/>
                  </a:lnTo>
                  <a:lnTo>
                    <a:pt x="813105" y="23261"/>
                  </a:lnTo>
                  <a:lnTo>
                    <a:pt x="826220" y="23591"/>
                  </a:lnTo>
                  <a:lnTo>
                    <a:pt x="839335" y="23917"/>
                  </a:lnTo>
                  <a:lnTo>
                    <a:pt x="852449" y="24238"/>
                  </a:lnTo>
                  <a:lnTo>
                    <a:pt x="865564" y="24554"/>
                  </a:lnTo>
                  <a:lnTo>
                    <a:pt x="878679" y="24865"/>
                  </a:lnTo>
                  <a:lnTo>
                    <a:pt x="891793" y="25171"/>
                  </a:lnTo>
                  <a:lnTo>
                    <a:pt x="904908" y="25472"/>
                  </a:lnTo>
                  <a:lnTo>
                    <a:pt x="918022" y="25767"/>
                  </a:lnTo>
                  <a:lnTo>
                    <a:pt x="931137" y="26057"/>
                  </a:lnTo>
                  <a:lnTo>
                    <a:pt x="944252" y="26342"/>
                  </a:lnTo>
                  <a:lnTo>
                    <a:pt x="957366" y="26621"/>
                  </a:lnTo>
                  <a:lnTo>
                    <a:pt x="970481" y="26894"/>
                  </a:lnTo>
                  <a:lnTo>
                    <a:pt x="983595" y="27161"/>
                  </a:lnTo>
                  <a:lnTo>
                    <a:pt x="996710" y="27422"/>
                  </a:lnTo>
                  <a:lnTo>
                    <a:pt x="1009825" y="27677"/>
                  </a:lnTo>
                  <a:lnTo>
                    <a:pt x="1022939" y="27926"/>
                  </a:lnTo>
                  <a:lnTo>
                    <a:pt x="1036054" y="28169"/>
                  </a:lnTo>
                  <a:lnTo>
                    <a:pt x="1049168" y="28405"/>
                  </a:lnTo>
                  <a:lnTo>
                    <a:pt x="1062283" y="28636"/>
                  </a:lnTo>
                  <a:lnTo>
                    <a:pt x="1075398" y="28860"/>
                  </a:lnTo>
                  <a:lnTo>
                    <a:pt x="1088512" y="29078"/>
                  </a:lnTo>
                  <a:lnTo>
                    <a:pt x="1101627" y="29290"/>
                  </a:lnTo>
                  <a:lnTo>
                    <a:pt x="1114742" y="29495"/>
                  </a:lnTo>
                  <a:lnTo>
                    <a:pt x="1127856" y="29694"/>
                  </a:lnTo>
                  <a:lnTo>
                    <a:pt x="1140971" y="29886"/>
                  </a:lnTo>
                  <a:lnTo>
                    <a:pt x="1154085" y="30073"/>
                  </a:lnTo>
                  <a:lnTo>
                    <a:pt x="1167200" y="30253"/>
                  </a:lnTo>
                  <a:lnTo>
                    <a:pt x="1180315" y="30426"/>
                  </a:lnTo>
                  <a:lnTo>
                    <a:pt x="1193429" y="30594"/>
                  </a:lnTo>
                  <a:lnTo>
                    <a:pt x="1206544" y="30755"/>
                  </a:lnTo>
                  <a:lnTo>
                    <a:pt x="1219658" y="30910"/>
                  </a:lnTo>
                  <a:lnTo>
                    <a:pt x="1232773" y="31059"/>
                  </a:lnTo>
                  <a:lnTo>
                    <a:pt x="1245888" y="31202"/>
                  </a:lnTo>
                  <a:lnTo>
                    <a:pt x="1259002" y="31338"/>
                  </a:lnTo>
                  <a:lnTo>
                    <a:pt x="1272117" y="31469"/>
                  </a:lnTo>
                  <a:lnTo>
                    <a:pt x="1285231" y="31593"/>
                  </a:lnTo>
                  <a:lnTo>
                    <a:pt x="1298346" y="31712"/>
                  </a:lnTo>
                  <a:lnTo>
                    <a:pt x="1311461" y="31824"/>
                  </a:lnTo>
                  <a:lnTo>
                    <a:pt x="1324575" y="31931"/>
                  </a:lnTo>
                  <a:lnTo>
                    <a:pt x="1337690" y="32031"/>
                  </a:lnTo>
                  <a:lnTo>
                    <a:pt x="1350805" y="32126"/>
                  </a:lnTo>
                  <a:lnTo>
                    <a:pt x="1363919" y="32216"/>
                  </a:lnTo>
                  <a:lnTo>
                    <a:pt x="1377034" y="32299"/>
                  </a:lnTo>
                  <a:lnTo>
                    <a:pt x="1390148" y="32377"/>
                  </a:lnTo>
                  <a:lnTo>
                    <a:pt x="1403263" y="32449"/>
                  </a:lnTo>
                  <a:lnTo>
                    <a:pt x="1416378" y="32516"/>
                  </a:lnTo>
                  <a:lnTo>
                    <a:pt x="1429492" y="32577"/>
                  </a:lnTo>
                  <a:lnTo>
                    <a:pt x="1442607" y="32633"/>
                  </a:lnTo>
                  <a:lnTo>
                    <a:pt x="1455721" y="32684"/>
                  </a:lnTo>
                  <a:lnTo>
                    <a:pt x="1468836" y="32729"/>
                  </a:lnTo>
                  <a:lnTo>
                    <a:pt x="1481951" y="32769"/>
                  </a:lnTo>
                  <a:lnTo>
                    <a:pt x="1495065" y="32804"/>
                  </a:lnTo>
                  <a:lnTo>
                    <a:pt x="1508180" y="32834"/>
                  </a:lnTo>
                  <a:lnTo>
                    <a:pt x="1521295" y="32859"/>
                  </a:lnTo>
                  <a:lnTo>
                    <a:pt x="1534409" y="32879"/>
                  </a:lnTo>
                  <a:lnTo>
                    <a:pt x="1547524" y="32895"/>
                  </a:lnTo>
                  <a:lnTo>
                    <a:pt x="1560638" y="32906"/>
                  </a:lnTo>
                  <a:lnTo>
                    <a:pt x="1573753" y="32912"/>
                  </a:lnTo>
                  <a:lnTo>
                    <a:pt x="1586868" y="32914"/>
                  </a:lnTo>
                  <a:lnTo>
                    <a:pt x="1599982" y="32912"/>
                  </a:lnTo>
                  <a:lnTo>
                    <a:pt x="1613097" y="32905"/>
                  </a:lnTo>
                  <a:lnTo>
                    <a:pt x="1626211" y="32895"/>
                  </a:lnTo>
                  <a:lnTo>
                    <a:pt x="1639326" y="32881"/>
                  </a:lnTo>
                  <a:lnTo>
                    <a:pt x="1652441" y="32863"/>
                  </a:lnTo>
                  <a:lnTo>
                    <a:pt x="1665555" y="32842"/>
                  </a:lnTo>
                  <a:lnTo>
                    <a:pt x="1678670" y="32817"/>
                  </a:lnTo>
                  <a:lnTo>
                    <a:pt x="1691784" y="32789"/>
                  </a:lnTo>
                  <a:lnTo>
                    <a:pt x="1704899" y="32758"/>
                  </a:lnTo>
                  <a:lnTo>
                    <a:pt x="1718014" y="32725"/>
                  </a:lnTo>
                  <a:lnTo>
                    <a:pt x="1731128" y="32689"/>
                  </a:lnTo>
                  <a:lnTo>
                    <a:pt x="1744243" y="32650"/>
                  </a:lnTo>
                  <a:lnTo>
                    <a:pt x="1757358" y="32609"/>
                  </a:lnTo>
                  <a:lnTo>
                    <a:pt x="1770472" y="32566"/>
                  </a:lnTo>
                  <a:lnTo>
                    <a:pt x="1783587" y="32521"/>
                  </a:lnTo>
                  <a:lnTo>
                    <a:pt x="1796701" y="32475"/>
                  </a:lnTo>
                  <a:lnTo>
                    <a:pt x="1809816" y="32427"/>
                  </a:lnTo>
                  <a:lnTo>
                    <a:pt x="1822931" y="32378"/>
                  </a:lnTo>
                  <a:lnTo>
                    <a:pt x="1836045" y="32327"/>
                  </a:lnTo>
                  <a:lnTo>
                    <a:pt x="1849160" y="32276"/>
                  </a:lnTo>
                  <a:lnTo>
                    <a:pt x="1862274" y="32224"/>
                  </a:lnTo>
                  <a:lnTo>
                    <a:pt x="1875389" y="32171"/>
                  </a:lnTo>
                  <a:lnTo>
                    <a:pt x="1888504" y="32118"/>
                  </a:lnTo>
                  <a:lnTo>
                    <a:pt x="1901618" y="32065"/>
                  </a:lnTo>
                  <a:lnTo>
                    <a:pt x="1914733" y="32011"/>
                  </a:lnTo>
                  <a:lnTo>
                    <a:pt x="1927847" y="31958"/>
                  </a:lnTo>
                  <a:lnTo>
                    <a:pt x="1940962" y="31904"/>
                  </a:lnTo>
                  <a:lnTo>
                    <a:pt x="1954077" y="31851"/>
                  </a:lnTo>
                  <a:lnTo>
                    <a:pt x="1967191" y="31798"/>
                  </a:lnTo>
                  <a:lnTo>
                    <a:pt x="1980306" y="31746"/>
                  </a:lnTo>
                  <a:lnTo>
                    <a:pt x="1993421" y="31694"/>
                  </a:lnTo>
                  <a:lnTo>
                    <a:pt x="2006535" y="31642"/>
                  </a:lnTo>
                  <a:lnTo>
                    <a:pt x="2019650" y="31591"/>
                  </a:lnTo>
                  <a:lnTo>
                    <a:pt x="2032764" y="31541"/>
                  </a:lnTo>
                  <a:lnTo>
                    <a:pt x="2045879" y="31491"/>
                  </a:lnTo>
                  <a:lnTo>
                    <a:pt x="2058994" y="31442"/>
                  </a:lnTo>
                  <a:lnTo>
                    <a:pt x="2072108" y="31393"/>
                  </a:lnTo>
                  <a:lnTo>
                    <a:pt x="2085223" y="31344"/>
                  </a:lnTo>
                  <a:lnTo>
                    <a:pt x="2098337" y="31297"/>
                  </a:lnTo>
                  <a:lnTo>
                    <a:pt x="2111452" y="31249"/>
                  </a:lnTo>
                  <a:lnTo>
                    <a:pt x="2124567" y="31202"/>
                  </a:lnTo>
                  <a:lnTo>
                    <a:pt x="2137681" y="31155"/>
                  </a:lnTo>
                  <a:lnTo>
                    <a:pt x="2150796" y="31108"/>
                  </a:lnTo>
                  <a:lnTo>
                    <a:pt x="2163911" y="31062"/>
                  </a:lnTo>
                  <a:lnTo>
                    <a:pt x="2177025" y="31015"/>
                  </a:lnTo>
                  <a:lnTo>
                    <a:pt x="2190140" y="30969"/>
                  </a:lnTo>
                  <a:lnTo>
                    <a:pt x="2203254" y="30922"/>
                  </a:lnTo>
                  <a:lnTo>
                    <a:pt x="2216369" y="30875"/>
                  </a:lnTo>
                  <a:lnTo>
                    <a:pt x="2229484" y="30828"/>
                  </a:lnTo>
                  <a:lnTo>
                    <a:pt x="2242598" y="30781"/>
                  </a:lnTo>
                  <a:lnTo>
                    <a:pt x="2255713" y="30734"/>
                  </a:lnTo>
                  <a:lnTo>
                    <a:pt x="2268827" y="30687"/>
                  </a:lnTo>
                  <a:lnTo>
                    <a:pt x="2281942" y="30639"/>
                  </a:lnTo>
                  <a:lnTo>
                    <a:pt x="2295057" y="30591"/>
                  </a:lnTo>
                  <a:lnTo>
                    <a:pt x="2308171" y="30543"/>
                  </a:lnTo>
                  <a:lnTo>
                    <a:pt x="2321286" y="30495"/>
                  </a:lnTo>
                  <a:lnTo>
                    <a:pt x="2334400" y="30447"/>
                  </a:lnTo>
                  <a:lnTo>
                    <a:pt x="2347515" y="30399"/>
                  </a:lnTo>
                  <a:lnTo>
                    <a:pt x="2347515" y="303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6" name="pl46"/>
            <p:cNvSpPr/>
            <p:nvPr/>
          </p:nvSpPr>
          <p:spPr>
            <a:xfrm>
              <a:off x="8703334" y="1349410"/>
              <a:ext cx="2347515" cy="37499"/>
            </a:xfrm>
            <a:custGeom>
              <a:avLst/>
              <a:pathLst>
                <a:path w="2347515" h="37499">
                  <a:moveTo>
                    <a:pt x="2347515" y="0"/>
                  </a:moveTo>
                  <a:lnTo>
                    <a:pt x="2334400" y="236"/>
                  </a:lnTo>
                  <a:lnTo>
                    <a:pt x="2321286" y="472"/>
                  </a:lnTo>
                  <a:lnTo>
                    <a:pt x="2308171" y="709"/>
                  </a:lnTo>
                  <a:lnTo>
                    <a:pt x="2295057" y="945"/>
                  </a:lnTo>
                  <a:lnTo>
                    <a:pt x="2281942" y="1181"/>
                  </a:lnTo>
                  <a:lnTo>
                    <a:pt x="2268827" y="1417"/>
                  </a:lnTo>
                  <a:lnTo>
                    <a:pt x="2255713" y="1653"/>
                  </a:lnTo>
                  <a:lnTo>
                    <a:pt x="2242598" y="1889"/>
                  </a:lnTo>
                  <a:lnTo>
                    <a:pt x="2229484" y="2124"/>
                  </a:lnTo>
                  <a:lnTo>
                    <a:pt x="2216369" y="2360"/>
                  </a:lnTo>
                  <a:lnTo>
                    <a:pt x="2203254" y="2595"/>
                  </a:lnTo>
                  <a:lnTo>
                    <a:pt x="2190140" y="2831"/>
                  </a:lnTo>
                  <a:lnTo>
                    <a:pt x="2177025" y="3066"/>
                  </a:lnTo>
                  <a:lnTo>
                    <a:pt x="2163911" y="3302"/>
                  </a:lnTo>
                  <a:lnTo>
                    <a:pt x="2150796" y="3537"/>
                  </a:lnTo>
                  <a:lnTo>
                    <a:pt x="2137681" y="3774"/>
                  </a:lnTo>
                  <a:lnTo>
                    <a:pt x="2124567" y="4010"/>
                  </a:lnTo>
                  <a:lnTo>
                    <a:pt x="2111452" y="4247"/>
                  </a:lnTo>
                  <a:lnTo>
                    <a:pt x="2098337" y="4485"/>
                  </a:lnTo>
                  <a:lnTo>
                    <a:pt x="2085223" y="4723"/>
                  </a:lnTo>
                  <a:lnTo>
                    <a:pt x="2072108" y="4962"/>
                  </a:lnTo>
                  <a:lnTo>
                    <a:pt x="2058994" y="5202"/>
                  </a:lnTo>
                  <a:lnTo>
                    <a:pt x="2045879" y="5442"/>
                  </a:lnTo>
                  <a:lnTo>
                    <a:pt x="2032764" y="5684"/>
                  </a:lnTo>
                  <a:lnTo>
                    <a:pt x="2019650" y="5926"/>
                  </a:lnTo>
                  <a:lnTo>
                    <a:pt x="2006535" y="6170"/>
                  </a:lnTo>
                  <a:lnTo>
                    <a:pt x="1993421" y="6414"/>
                  </a:lnTo>
                  <a:lnTo>
                    <a:pt x="1980306" y="6660"/>
                  </a:lnTo>
                  <a:lnTo>
                    <a:pt x="1967191" y="6906"/>
                  </a:lnTo>
                  <a:lnTo>
                    <a:pt x="1954077" y="7154"/>
                  </a:lnTo>
                  <a:lnTo>
                    <a:pt x="1940962" y="7402"/>
                  </a:lnTo>
                  <a:lnTo>
                    <a:pt x="1927847" y="7652"/>
                  </a:lnTo>
                  <a:lnTo>
                    <a:pt x="1914733" y="7902"/>
                  </a:lnTo>
                  <a:lnTo>
                    <a:pt x="1901618" y="8153"/>
                  </a:lnTo>
                  <a:lnTo>
                    <a:pt x="1888504" y="8404"/>
                  </a:lnTo>
                  <a:lnTo>
                    <a:pt x="1875389" y="8656"/>
                  </a:lnTo>
                  <a:lnTo>
                    <a:pt x="1862274" y="8909"/>
                  </a:lnTo>
                  <a:lnTo>
                    <a:pt x="1849160" y="9161"/>
                  </a:lnTo>
                  <a:lnTo>
                    <a:pt x="1836045" y="9414"/>
                  </a:lnTo>
                  <a:lnTo>
                    <a:pt x="1822931" y="9668"/>
                  </a:lnTo>
                  <a:lnTo>
                    <a:pt x="1809816" y="9921"/>
                  </a:lnTo>
                  <a:lnTo>
                    <a:pt x="1796701" y="10174"/>
                  </a:lnTo>
                  <a:lnTo>
                    <a:pt x="1783587" y="10426"/>
                  </a:lnTo>
                  <a:lnTo>
                    <a:pt x="1770472" y="10679"/>
                  </a:lnTo>
                  <a:lnTo>
                    <a:pt x="1757358" y="10930"/>
                  </a:lnTo>
                  <a:lnTo>
                    <a:pt x="1744243" y="11181"/>
                  </a:lnTo>
                  <a:lnTo>
                    <a:pt x="1731128" y="11431"/>
                  </a:lnTo>
                  <a:lnTo>
                    <a:pt x="1718014" y="11681"/>
                  </a:lnTo>
                  <a:lnTo>
                    <a:pt x="1704899" y="11929"/>
                  </a:lnTo>
                  <a:lnTo>
                    <a:pt x="1691784" y="12176"/>
                  </a:lnTo>
                  <a:lnTo>
                    <a:pt x="1678670" y="12422"/>
                  </a:lnTo>
                  <a:lnTo>
                    <a:pt x="1665555" y="12666"/>
                  </a:lnTo>
                  <a:lnTo>
                    <a:pt x="1652441" y="12909"/>
                  </a:lnTo>
                  <a:lnTo>
                    <a:pt x="1639326" y="13150"/>
                  </a:lnTo>
                  <a:lnTo>
                    <a:pt x="1626211" y="13389"/>
                  </a:lnTo>
                  <a:lnTo>
                    <a:pt x="1613097" y="13627"/>
                  </a:lnTo>
                  <a:lnTo>
                    <a:pt x="1599982" y="13863"/>
                  </a:lnTo>
                  <a:lnTo>
                    <a:pt x="1586868" y="14097"/>
                  </a:lnTo>
                  <a:lnTo>
                    <a:pt x="1573753" y="14329"/>
                  </a:lnTo>
                  <a:lnTo>
                    <a:pt x="1560638" y="14558"/>
                  </a:lnTo>
                  <a:lnTo>
                    <a:pt x="1547524" y="14786"/>
                  </a:lnTo>
                  <a:lnTo>
                    <a:pt x="1534409" y="15012"/>
                  </a:lnTo>
                  <a:lnTo>
                    <a:pt x="1521295" y="15235"/>
                  </a:lnTo>
                  <a:lnTo>
                    <a:pt x="1508180" y="15456"/>
                  </a:lnTo>
                  <a:lnTo>
                    <a:pt x="1495065" y="15675"/>
                  </a:lnTo>
                  <a:lnTo>
                    <a:pt x="1481951" y="15892"/>
                  </a:lnTo>
                  <a:lnTo>
                    <a:pt x="1468836" y="16106"/>
                  </a:lnTo>
                  <a:lnTo>
                    <a:pt x="1455721" y="16318"/>
                  </a:lnTo>
                  <a:lnTo>
                    <a:pt x="1442607" y="16528"/>
                  </a:lnTo>
                  <a:lnTo>
                    <a:pt x="1429492" y="16736"/>
                  </a:lnTo>
                  <a:lnTo>
                    <a:pt x="1416378" y="16941"/>
                  </a:lnTo>
                  <a:lnTo>
                    <a:pt x="1403263" y="17144"/>
                  </a:lnTo>
                  <a:lnTo>
                    <a:pt x="1390148" y="17345"/>
                  </a:lnTo>
                  <a:lnTo>
                    <a:pt x="1377034" y="17544"/>
                  </a:lnTo>
                  <a:lnTo>
                    <a:pt x="1363919" y="17740"/>
                  </a:lnTo>
                  <a:lnTo>
                    <a:pt x="1350805" y="17935"/>
                  </a:lnTo>
                  <a:lnTo>
                    <a:pt x="1337690" y="18127"/>
                  </a:lnTo>
                  <a:lnTo>
                    <a:pt x="1324575" y="18317"/>
                  </a:lnTo>
                  <a:lnTo>
                    <a:pt x="1311461" y="18504"/>
                  </a:lnTo>
                  <a:lnTo>
                    <a:pt x="1298346" y="18690"/>
                  </a:lnTo>
                  <a:lnTo>
                    <a:pt x="1285231" y="18874"/>
                  </a:lnTo>
                  <a:lnTo>
                    <a:pt x="1272117" y="19055"/>
                  </a:lnTo>
                  <a:lnTo>
                    <a:pt x="1259002" y="19235"/>
                  </a:lnTo>
                  <a:lnTo>
                    <a:pt x="1245888" y="19413"/>
                  </a:lnTo>
                  <a:lnTo>
                    <a:pt x="1232773" y="19588"/>
                  </a:lnTo>
                  <a:lnTo>
                    <a:pt x="1219658" y="19762"/>
                  </a:lnTo>
                  <a:lnTo>
                    <a:pt x="1206544" y="19933"/>
                  </a:lnTo>
                  <a:lnTo>
                    <a:pt x="1193429" y="20103"/>
                  </a:lnTo>
                  <a:lnTo>
                    <a:pt x="1180315" y="20271"/>
                  </a:lnTo>
                  <a:lnTo>
                    <a:pt x="1167200" y="20437"/>
                  </a:lnTo>
                  <a:lnTo>
                    <a:pt x="1154085" y="20601"/>
                  </a:lnTo>
                  <a:lnTo>
                    <a:pt x="1140971" y="20764"/>
                  </a:lnTo>
                  <a:lnTo>
                    <a:pt x="1127856" y="20924"/>
                  </a:lnTo>
                  <a:lnTo>
                    <a:pt x="1114742" y="21083"/>
                  </a:lnTo>
                  <a:lnTo>
                    <a:pt x="1101627" y="21240"/>
                  </a:lnTo>
                  <a:lnTo>
                    <a:pt x="1088512" y="21396"/>
                  </a:lnTo>
                  <a:lnTo>
                    <a:pt x="1075398" y="21550"/>
                  </a:lnTo>
                  <a:lnTo>
                    <a:pt x="1062283" y="21702"/>
                  </a:lnTo>
                  <a:lnTo>
                    <a:pt x="1049168" y="21853"/>
                  </a:lnTo>
                  <a:lnTo>
                    <a:pt x="1036054" y="22002"/>
                  </a:lnTo>
                  <a:lnTo>
                    <a:pt x="1022939" y="22150"/>
                  </a:lnTo>
                  <a:lnTo>
                    <a:pt x="1009825" y="22297"/>
                  </a:lnTo>
                  <a:lnTo>
                    <a:pt x="996710" y="22443"/>
                  </a:lnTo>
                  <a:lnTo>
                    <a:pt x="983595" y="22587"/>
                  </a:lnTo>
                  <a:lnTo>
                    <a:pt x="970481" y="22731"/>
                  </a:lnTo>
                  <a:lnTo>
                    <a:pt x="957366" y="22873"/>
                  </a:lnTo>
                  <a:lnTo>
                    <a:pt x="944252" y="23015"/>
                  </a:lnTo>
                  <a:lnTo>
                    <a:pt x="931137" y="23156"/>
                  </a:lnTo>
                  <a:lnTo>
                    <a:pt x="918022" y="23296"/>
                  </a:lnTo>
                  <a:lnTo>
                    <a:pt x="904908" y="23436"/>
                  </a:lnTo>
                  <a:lnTo>
                    <a:pt x="891793" y="23576"/>
                  </a:lnTo>
                  <a:lnTo>
                    <a:pt x="878679" y="23715"/>
                  </a:lnTo>
                  <a:lnTo>
                    <a:pt x="865564" y="23854"/>
                  </a:lnTo>
                  <a:lnTo>
                    <a:pt x="852449" y="23993"/>
                  </a:lnTo>
                  <a:lnTo>
                    <a:pt x="839335" y="24133"/>
                  </a:lnTo>
                  <a:lnTo>
                    <a:pt x="826220" y="24273"/>
                  </a:lnTo>
                  <a:lnTo>
                    <a:pt x="813105" y="24413"/>
                  </a:lnTo>
                  <a:lnTo>
                    <a:pt x="799991" y="24554"/>
                  </a:lnTo>
                  <a:lnTo>
                    <a:pt x="786876" y="24696"/>
                  </a:lnTo>
                  <a:lnTo>
                    <a:pt x="773762" y="24838"/>
                  </a:lnTo>
                  <a:lnTo>
                    <a:pt x="760647" y="24982"/>
                  </a:lnTo>
                  <a:lnTo>
                    <a:pt x="747532" y="25127"/>
                  </a:lnTo>
                  <a:lnTo>
                    <a:pt x="734418" y="25274"/>
                  </a:lnTo>
                  <a:lnTo>
                    <a:pt x="721303" y="25422"/>
                  </a:lnTo>
                  <a:lnTo>
                    <a:pt x="708189" y="25572"/>
                  </a:lnTo>
                  <a:lnTo>
                    <a:pt x="695074" y="25724"/>
                  </a:lnTo>
                  <a:lnTo>
                    <a:pt x="681959" y="25878"/>
                  </a:lnTo>
                  <a:lnTo>
                    <a:pt x="668845" y="26034"/>
                  </a:lnTo>
                  <a:lnTo>
                    <a:pt x="655730" y="26192"/>
                  </a:lnTo>
                  <a:lnTo>
                    <a:pt x="642615" y="26353"/>
                  </a:lnTo>
                  <a:lnTo>
                    <a:pt x="629501" y="26517"/>
                  </a:lnTo>
                  <a:lnTo>
                    <a:pt x="616386" y="26683"/>
                  </a:lnTo>
                  <a:lnTo>
                    <a:pt x="603272" y="26852"/>
                  </a:lnTo>
                  <a:lnTo>
                    <a:pt x="590157" y="27023"/>
                  </a:lnTo>
                  <a:lnTo>
                    <a:pt x="577042" y="27198"/>
                  </a:lnTo>
                  <a:lnTo>
                    <a:pt x="563928" y="27376"/>
                  </a:lnTo>
                  <a:lnTo>
                    <a:pt x="550813" y="27557"/>
                  </a:lnTo>
                  <a:lnTo>
                    <a:pt x="537699" y="27741"/>
                  </a:lnTo>
                  <a:lnTo>
                    <a:pt x="524584" y="27928"/>
                  </a:lnTo>
                  <a:lnTo>
                    <a:pt x="511469" y="28118"/>
                  </a:lnTo>
                  <a:lnTo>
                    <a:pt x="498355" y="28312"/>
                  </a:lnTo>
                  <a:lnTo>
                    <a:pt x="485240" y="28508"/>
                  </a:lnTo>
                  <a:lnTo>
                    <a:pt x="472126" y="28709"/>
                  </a:lnTo>
                  <a:lnTo>
                    <a:pt x="459011" y="28912"/>
                  </a:lnTo>
                  <a:lnTo>
                    <a:pt x="445896" y="29118"/>
                  </a:lnTo>
                  <a:lnTo>
                    <a:pt x="432782" y="29328"/>
                  </a:lnTo>
                  <a:lnTo>
                    <a:pt x="419667" y="29540"/>
                  </a:lnTo>
                  <a:lnTo>
                    <a:pt x="406552" y="29756"/>
                  </a:lnTo>
                  <a:lnTo>
                    <a:pt x="393438" y="29975"/>
                  </a:lnTo>
                  <a:lnTo>
                    <a:pt x="380323" y="30196"/>
                  </a:lnTo>
                  <a:lnTo>
                    <a:pt x="367209" y="30421"/>
                  </a:lnTo>
                  <a:lnTo>
                    <a:pt x="354094" y="30648"/>
                  </a:lnTo>
                  <a:lnTo>
                    <a:pt x="340979" y="30878"/>
                  </a:lnTo>
                  <a:lnTo>
                    <a:pt x="327865" y="31110"/>
                  </a:lnTo>
                  <a:lnTo>
                    <a:pt x="314750" y="31345"/>
                  </a:lnTo>
                  <a:lnTo>
                    <a:pt x="301636" y="31583"/>
                  </a:lnTo>
                  <a:lnTo>
                    <a:pt x="288521" y="31823"/>
                  </a:lnTo>
                  <a:lnTo>
                    <a:pt x="275406" y="32065"/>
                  </a:lnTo>
                  <a:lnTo>
                    <a:pt x="262292" y="32309"/>
                  </a:lnTo>
                  <a:lnTo>
                    <a:pt x="249177" y="32555"/>
                  </a:lnTo>
                  <a:lnTo>
                    <a:pt x="236063" y="32804"/>
                  </a:lnTo>
                  <a:lnTo>
                    <a:pt x="222948" y="33054"/>
                  </a:lnTo>
                  <a:lnTo>
                    <a:pt x="209833" y="33306"/>
                  </a:lnTo>
                  <a:lnTo>
                    <a:pt x="196719" y="33560"/>
                  </a:lnTo>
                  <a:lnTo>
                    <a:pt x="183604" y="33816"/>
                  </a:lnTo>
                  <a:lnTo>
                    <a:pt x="170489" y="34073"/>
                  </a:lnTo>
                  <a:lnTo>
                    <a:pt x="157375" y="34331"/>
                  </a:lnTo>
                  <a:lnTo>
                    <a:pt x="144260" y="34591"/>
                  </a:lnTo>
                  <a:lnTo>
                    <a:pt x="131146" y="34852"/>
                  </a:lnTo>
                  <a:lnTo>
                    <a:pt x="118031" y="35114"/>
                  </a:lnTo>
                  <a:lnTo>
                    <a:pt x="104916" y="35377"/>
                  </a:lnTo>
                  <a:lnTo>
                    <a:pt x="91802" y="35640"/>
                  </a:lnTo>
                  <a:lnTo>
                    <a:pt x="78687" y="35905"/>
                  </a:lnTo>
                  <a:lnTo>
                    <a:pt x="65573" y="36170"/>
                  </a:lnTo>
                  <a:lnTo>
                    <a:pt x="52458" y="36435"/>
                  </a:lnTo>
                  <a:lnTo>
                    <a:pt x="39343" y="36701"/>
                  </a:lnTo>
                  <a:lnTo>
                    <a:pt x="26229" y="36967"/>
                  </a:lnTo>
                  <a:lnTo>
                    <a:pt x="13114" y="37233"/>
                  </a:lnTo>
                  <a:lnTo>
                    <a:pt x="0" y="37499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37" name="pl47"/>
            <p:cNvSpPr/>
            <p:nvPr/>
          </p:nvSpPr>
          <p:spPr>
            <a:xfrm>
              <a:off x="8703334" y="1320434"/>
              <a:ext cx="2347515" cy="11670"/>
            </a:xfrm>
            <a:custGeom>
              <a:avLst/>
              <a:pathLst>
                <a:path w="2347515" h="11670">
                  <a:moveTo>
                    <a:pt x="0" y="7258"/>
                  </a:moveTo>
                  <a:lnTo>
                    <a:pt x="13114" y="7285"/>
                  </a:lnTo>
                  <a:lnTo>
                    <a:pt x="26229" y="7311"/>
                  </a:lnTo>
                  <a:lnTo>
                    <a:pt x="39343" y="7338"/>
                  </a:lnTo>
                  <a:lnTo>
                    <a:pt x="52458" y="7365"/>
                  </a:lnTo>
                  <a:lnTo>
                    <a:pt x="65573" y="7392"/>
                  </a:lnTo>
                  <a:lnTo>
                    <a:pt x="78687" y="7420"/>
                  </a:lnTo>
                  <a:lnTo>
                    <a:pt x="91802" y="7448"/>
                  </a:lnTo>
                  <a:lnTo>
                    <a:pt x="104916" y="7476"/>
                  </a:lnTo>
                  <a:lnTo>
                    <a:pt x="118031" y="7505"/>
                  </a:lnTo>
                  <a:lnTo>
                    <a:pt x="131146" y="7535"/>
                  </a:lnTo>
                  <a:lnTo>
                    <a:pt x="144260" y="7566"/>
                  </a:lnTo>
                  <a:lnTo>
                    <a:pt x="157375" y="7597"/>
                  </a:lnTo>
                  <a:lnTo>
                    <a:pt x="170489" y="7630"/>
                  </a:lnTo>
                  <a:lnTo>
                    <a:pt x="183604" y="7663"/>
                  </a:lnTo>
                  <a:lnTo>
                    <a:pt x="196719" y="7698"/>
                  </a:lnTo>
                  <a:lnTo>
                    <a:pt x="209833" y="7733"/>
                  </a:lnTo>
                  <a:lnTo>
                    <a:pt x="222948" y="7770"/>
                  </a:lnTo>
                  <a:lnTo>
                    <a:pt x="236063" y="7808"/>
                  </a:lnTo>
                  <a:lnTo>
                    <a:pt x="249177" y="7847"/>
                  </a:lnTo>
                  <a:lnTo>
                    <a:pt x="262292" y="7888"/>
                  </a:lnTo>
                  <a:lnTo>
                    <a:pt x="275406" y="7930"/>
                  </a:lnTo>
                  <a:lnTo>
                    <a:pt x="288521" y="7973"/>
                  </a:lnTo>
                  <a:lnTo>
                    <a:pt x="301636" y="8017"/>
                  </a:lnTo>
                  <a:lnTo>
                    <a:pt x="314750" y="8063"/>
                  </a:lnTo>
                  <a:lnTo>
                    <a:pt x="327865" y="8110"/>
                  </a:lnTo>
                  <a:lnTo>
                    <a:pt x="340979" y="8158"/>
                  </a:lnTo>
                  <a:lnTo>
                    <a:pt x="354094" y="8208"/>
                  </a:lnTo>
                  <a:lnTo>
                    <a:pt x="367209" y="8260"/>
                  </a:lnTo>
                  <a:lnTo>
                    <a:pt x="380323" y="8313"/>
                  </a:lnTo>
                  <a:lnTo>
                    <a:pt x="393438" y="8367"/>
                  </a:lnTo>
                  <a:lnTo>
                    <a:pt x="406552" y="8423"/>
                  </a:lnTo>
                  <a:lnTo>
                    <a:pt x="419667" y="8481"/>
                  </a:lnTo>
                  <a:lnTo>
                    <a:pt x="432782" y="8540"/>
                  </a:lnTo>
                  <a:lnTo>
                    <a:pt x="445896" y="8601"/>
                  </a:lnTo>
                  <a:lnTo>
                    <a:pt x="459011" y="8663"/>
                  </a:lnTo>
                  <a:lnTo>
                    <a:pt x="472126" y="8727"/>
                  </a:lnTo>
                  <a:lnTo>
                    <a:pt x="485240" y="8792"/>
                  </a:lnTo>
                  <a:lnTo>
                    <a:pt x="498355" y="8859"/>
                  </a:lnTo>
                  <a:lnTo>
                    <a:pt x="511469" y="8928"/>
                  </a:lnTo>
                  <a:lnTo>
                    <a:pt x="524584" y="8998"/>
                  </a:lnTo>
                  <a:lnTo>
                    <a:pt x="537699" y="9069"/>
                  </a:lnTo>
                  <a:lnTo>
                    <a:pt x="550813" y="9141"/>
                  </a:lnTo>
                  <a:lnTo>
                    <a:pt x="563928" y="9215"/>
                  </a:lnTo>
                  <a:lnTo>
                    <a:pt x="577042" y="9291"/>
                  </a:lnTo>
                  <a:lnTo>
                    <a:pt x="590157" y="9367"/>
                  </a:lnTo>
                  <a:lnTo>
                    <a:pt x="603272" y="9444"/>
                  </a:lnTo>
                  <a:lnTo>
                    <a:pt x="616386" y="9522"/>
                  </a:lnTo>
                  <a:lnTo>
                    <a:pt x="629501" y="9601"/>
                  </a:lnTo>
                  <a:lnTo>
                    <a:pt x="642615" y="9680"/>
                  </a:lnTo>
                  <a:lnTo>
                    <a:pt x="655730" y="9760"/>
                  </a:lnTo>
                  <a:lnTo>
                    <a:pt x="668845" y="9841"/>
                  </a:lnTo>
                  <a:lnTo>
                    <a:pt x="681959" y="9921"/>
                  </a:lnTo>
                  <a:lnTo>
                    <a:pt x="695074" y="10002"/>
                  </a:lnTo>
                  <a:lnTo>
                    <a:pt x="708189" y="10082"/>
                  </a:lnTo>
                  <a:lnTo>
                    <a:pt x="721303" y="10163"/>
                  </a:lnTo>
                  <a:lnTo>
                    <a:pt x="734418" y="10242"/>
                  </a:lnTo>
                  <a:lnTo>
                    <a:pt x="747532" y="10321"/>
                  </a:lnTo>
                  <a:lnTo>
                    <a:pt x="760647" y="10400"/>
                  </a:lnTo>
                  <a:lnTo>
                    <a:pt x="773762" y="10477"/>
                  </a:lnTo>
                  <a:lnTo>
                    <a:pt x="786876" y="10553"/>
                  </a:lnTo>
                  <a:lnTo>
                    <a:pt x="799991" y="10628"/>
                  </a:lnTo>
                  <a:lnTo>
                    <a:pt x="813105" y="10702"/>
                  </a:lnTo>
                  <a:lnTo>
                    <a:pt x="826220" y="10774"/>
                  </a:lnTo>
                  <a:lnTo>
                    <a:pt x="839335" y="10844"/>
                  </a:lnTo>
                  <a:lnTo>
                    <a:pt x="852449" y="10912"/>
                  </a:lnTo>
                  <a:lnTo>
                    <a:pt x="865564" y="10978"/>
                  </a:lnTo>
                  <a:lnTo>
                    <a:pt x="878679" y="11041"/>
                  </a:lnTo>
                  <a:lnTo>
                    <a:pt x="891793" y="11103"/>
                  </a:lnTo>
                  <a:lnTo>
                    <a:pt x="904908" y="11161"/>
                  </a:lnTo>
                  <a:lnTo>
                    <a:pt x="918022" y="11217"/>
                  </a:lnTo>
                  <a:lnTo>
                    <a:pt x="931137" y="11271"/>
                  </a:lnTo>
                  <a:lnTo>
                    <a:pt x="944252" y="11321"/>
                  </a:lnTo>
                  <a:lnTo>
                    <a:pt x="957366" y="11368"/>
                  </a:lnTo>
                  <a:lnTo>
                    <a:pt x="970481" y="11413"/>
                  </a:lnTo>
                  <a:lnTo>
                    <a:pt x="983595" y="11454"/>
                  </a:lnTo>
                  <a:lnTo>
                    <a:pt x="996710" y="11491"/>
                  </a:lnTo>
                  <a:lnTo>
                    <a:pt x="1009825" y="11526"/>
                  </a:lnTo>
                  <a:lnTo>
                    <a:pt x="1022939" y="11556"/>
                  </a:lnTo>
                  <a:lnTo>
                    <a:pt x="1036054" y="11583"/>
                  </a:lnTo>
                  <a:lnTo>
                    <a:pt x="1049168" y="11607"/>
                  </a:lnTo>
                  <a:lnTo>
                    <a:pt x="1062283" y="11627"/>
                  </a:lnTo>
                  <a:lnTo>
                    <a:pt x="1075398" y="11643"/>
                  </a:lnTo>
                  <a:lnTo>
                    <a:pt x="1088512" y="11656"/>
                  </a:lnTo>
                  <a:lnTo>
                    <a:pt x="1101627" y="11664"/>
                  </a:lnTo>
                  <a:lnTo>
                    <a:pt x="1114742" y="11669"/>
                  </a:lnTo>
                  <a:lnTo>
                    <a:pt x="1127856" y="11670"/>
                  </a:lnTo>
                  <a:lnTo>
                    <a:pt x="1140971" y="11667"/>
                  </a:lnTo>
                  <a:lnTo>
                    <a:pt x="1154085" y="11661"/>
                  </a:lnTo>
                  <a:lnTo>
                    <a:pt x="1167200" y="11650"/>
                  </a:lnTo>
                  <a:lnTo>
                    <a:pt x="1180315" y="11635"/>
                  </a:lnTo>
                  <a:lnTo>
                    <a:pt x="1193429" y="11617"/>
                  </a:lnTo>
                  <a:lnTo>
                    <a:pt x="1206544" y="11594"/>
                  </a:lnTo>
                  <a:lnTo>
                    <a:pt x="1219658" y="11568"/>
                  </a:lnTo>
                  <a:lnTo>
                    <a:pt x="1232773" y="11537"/>
                  </a:lnTo>
                  <a:lnTo>
                    <a:pt x="1245888" y="11503"/>
                  </a:lnTo>
                  <a:lnTo>
                    <a:pt x="1259002" y="11465"/>
                  </a:lnTo>
                  <a:lnTo>
                    <a:pt x="1272117" y="11423"/>
                  </a:lnTo>
                  <a:lnTo>
                    <a:pt x="1285231" y="11377"/>
                  </a:lnTo>
                  <a:lnTo>
                    <a:pt x="1298346" y="11327"/>
                  </a:lnTo>
                  <a:lnTo>
                    <a:pt x="1311461" y="11273"/>
                  </a:lnTo>
                  <a:lnTo>
                    <a:pt x="1324575" y="11215"/>
                  </a:lnTo>
                  <a:lnTo>
                    <a:pt x="1337690" y="11154"/>
                  </a:lnTo>
                  <a:lnTo>
                    <a:pt x="1350805" y="11088"/>
                  </a:lnTo>
                  <a:lnTo>
                    <a:pt x="1363919" y="11019"/>
                  </a:lnTo>
                  <a:lnTo>
                    <a:pt x="1377034" y="10946"/>
                  </a:lnTo>
                  <a:lnTo>
                    <a:pt x="1390148" y="10868"/>
                  </a:lnTo>
                  <a:lnTo>
                    <a:pt x="1403263" y="10788"/>
                  </a:lnTo>
                  <a:lnTo>
                    <a:pt x="1416378" y="10703"/>
                  </a:lnTo>
                  <a:lnTo>
                    <a:pt x="1429492" y="10614"/>
                  </a:lnTo>
                  <a:lnTo>
                    <a:pt x="1442607" y="10522"/>
                  </a:lnTo>
                  <a:lnTo>
                    <a:pt x="1455721" y="10426"/>
                  </a:lnTo>
                  <a:lnTo>
                    <a:pt x="1468836" y="10326"/>
                  </a:lnTo>
                  <a:lnTo>
                    <a:pt x="1481951" y="10223"/>
                  </a:lnTo>
                  <a:lnTo>
                    <a:pt x="1495065" y="10115"/>
                  </a:lnTo>
                  <a:lnTo>
                    <a:pt x="1508180" y="10005"/>
                  </a:lnTo>
                  <a:lnTo>
                    <a:pt x="1521295" y="9891"/>
                  </a:lnTo>
                  <a:lnTo>
                    <a:pt x="1534409" y="9773"/>
                  </a:lnTo>
                  <a:lnTo>
                    <a:pt x="1547524" y="9652"/>
                  </a:lnTo>
                  <a:lnTo>
                    <a:pt x="1560638" y="9527"/>
                  </a:lnTo>
                  <a:lnTo>
                    <a:pt x="1573753" y="9399"/>
                  </a:lnTo>
                  <a:lnTo>
                    <a:pt x="1586868" y="9268"/>
                  </a:lnTo>
                  <a:lnTo>
                    <a:pt x="1599982" y="9134"/>
                  </a:lnTo>
                  <a:lnTo>
                    <a:pt x="1613097" y="8997"/>
                  </a:lnTo>
                  <a:lnTo>
                    <a:pt x="1626211" y="8857"/>
                  </a:lnTo>
                  <a:lnTo>
                    <a:pt x="1639326" y="8714"/>
                  </a:lnTo>
                  <a:lnTo>
                    <a:pt x="1652441" y="8569"/>
                  </a:lnTo>
                  <a:lnTo>
                    <a:pt x="1665555" y="8421"/>
                  </a:lnTo>
                  <a:lnTo>
                    <a:pt x="1678670" y="8270"/>
                  </a:lnTo>
                  <a:lnTo>
                    <a:pt x="1691784" y="8117"/>
                  </a:lnTo>
                  <a:lnTo>
                    <a:pt x="1704899" y="7962"/>
                  </a:lnTo>
                  <a:lnTo>
                    <a:pt x="1718014" y="7805"/>
                  </a:lnTo>
                  <a:lnTo>
                    <a:pt x="1731128" y="7646"/>
                  </a:lnTo>
                  <a:lnTo>
                    <a:pt x="1744243" y="7486"/>
                  </a:lnTo>
                  <a:lnTo>
                    <a:pt x="1757358" y="7324"/>
                  </a:lnTo>
                  <a:lnTo>
                    <a:pt x="1770472" y="7160"/>
                  </a:lnTo>
                  <a:lnTo>
                    <a:pt x="1783587" y="6996"/>
                  </a:lnTo>
                  <a:lnTo>
                    <a:pt x="1796701" y="6830"/>
                  </a:lnTo>
                  <a:lnTo>
                    <a:pt x="1809816" y="6663"/>
                  </a:lnTo>
                  <a:lnTo>
                    <a:pt x="1822931" y="6496"/>
                  </a:lnTo>
                  <a:lnTo>
                    <a:pt x="1836045" y="6328"/>
                  </a:lnTo>
                  <a:lnTo>
                    <a:pt x="1849160" y="6159"/>
                  </a:lnTo>
                  <a:lnTo>
                    <a:pt x="1862274" y="5990"/>
                  </a:lnTo>
                  <a:lnTo>
                    <a:pt x="1875389" y="5821"/>
                  </a:lnTo>
                  <a:lnTo>
                    <a:pt x="1888504" y="5652"/>
                  </a:lnTo>
                  <a:lnTo>
                    <a:pt x="1901618" y="5483"/>
                  </a:lnTo>
                  <a:lnTo>
                    <a:pt x="1914733" y="5315"/>
                  </a:lnTo>
                  <a:lnTo>
                    <a:pt x="1927847" y="5146"/>
                  </a:lnTo>
                  <a:lnTo>
                    <a:pt x="1940962" y="4978"/>
                  </a:lnTo>
                  <a:lnTo>
                    <a:pt x="1954077" y="4811"/>
                  </a:lnTo>
                  <a:lnTo>
                    <a:pt x="1967191" y="4644"/>
                  </a:lnTo>
                  <a:lnTo>
                    <a:pt x="1980306" y="4478"/>
                  </a:lnTo>
                  <a:lnTo>
                    <a:pt x="1993421" y="4312"/>
                  </a:lnTo>
                  <a:lnTo>
                    <a:pt x="2006535" y="4147"/>
                  </a:lnTo>
                  <a:lnTo>
                    <a:pt x="2019650" y="3983"/>
                  </a:lnTo>
                  <a:lnTo>
                    <a:pt x="2032764" y="3820"/>
                  </a:lnTo>
                  <a:lnTo>
                    <a:pt x="2045879" y="3657"/>
                  </a:lnTo>
                  <a:lnTo>
                    <a:pt x="2058994" y="3496"/>
                  </a:lnTo>
                  <a:lnTo>
                    <a:pt x="2072108" y="3334"/>
                  </a:lnTo>
                  <a:lnTo>
                    <a:pt x="2085223" y="3174"/>
                  </a:lnTo>
                  <a:lnTo>
                    <a:pt x="2098337" y="3014"/>
                  </a:lnTo>
                  <a:lnTo>
                    <a:pt x="2111452" y="2854"/>
                  </a:lnTo>
                  <a:lnTo>
                    <a:pt x="2124567" y="2695"/>
                  </a:lnTo>
                  <a:lnTo>
                    <a:pt x="2137681" y="2537"/>
                  </a:lnTo>
                  <a:lnTo>
                    <a:pt x="2150796" y="2378"/>
                  </a:lnTo>
                  <a:lnTo>
                    <a:pt x="2163911" y="2220"/>
                  </a:lnTo>
                  <a:lnTo>
                    <a:pt x="2177025" y="2062"/>
                  </a:lnTo>
                  <a:lnTo>
                    <a:pt x="2190140" y="1904"/>
                  </a:lnTo>
                  <a:lnTo>
                    <a:pt x="2203254" y="1746"/>
                  </a:lnTo>
                  <a:lnTo>
                    <a:pt x="2216369" y="1588"/>
                  </a:lnTo>
                  <a:lnTo>
                    <a:pt x="2229484" y="1430"/>
                  </a:lnTo>
                  <a:lnTo>
                    <a:pt x="2242598" y="1271"/>
                  </a:lnTo>
                  <a:lnTo>
                    <a:pt x="2255713" y="1113"/>
                  </a:lnTo>
                  <a:lnTo>
                    <a:pt x="2268827" y="954"/>
                  </a:lnTo>
                  <a:lnTo>
                    <a:pt x="2281942" y="795"/>
                  </a:lnTo>
                  <a:lnTo>
                    <a:pt x="2295057" y="636"/>
                  </a:lnTo>
                  <a:lnTo>
                    <a:pt x="2308171" y="477"/>
                  </a:lnTo>
                  <a:lnTo>
                    <a:pt x="2321286" y="318"/>
                  </a:lnTo>
                  <a:lnTo>
                    <a:pt x="2334400" y="159"/>
                  </a:lnTo>
                  <a:lnTo>
                    <a:pt x="2347515" y="0"/>
                  </a:lnTo>
                  <a:lnTo>
                    <a:pt x="2347515" y="0"/>
                  </a:lnTo>
                </a:path>
              </a:pathLst>
            </a:custGeom>
            <a:ln w="32521" cap="flat">
              <a:solidFill>
                <a:srgbClr val="1F4E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l48"/>
            <p:cNvSpPr/>
            <p:nvPr/>
          </p:nvSpPr>
          <p:spPr>
            <a:xfrm>
              <a:off x="8374682" y="755389"/>
              <a:ext cx="0" cy="2345003"/>
            </a:xfrm>
            <a:custGeom>
              <a:avLst/>
              <a:pathLst>
                <a:path w="0" h="2345003">
                  <a:moveTo>
                    <a:pt x="0" y="2345003"/>
                  </a:moveTo>
                  <a:lnTo>
                    <a:pt x="0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tx49"/>
            <p:cNvSpPr/>
            <p:nvPr/>
          </p:nvSpPr>
          <p:spPr>
            <a:xfrm>
              <a:off x="8137780" y="3059030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66</a:t>
              </a:r>
            </a:p>
          </p:txBody>
        </p:sp>
        <p:sp>
          <p:nvSpPr>
            <p:cNvPr id="240" name="tx50"/>
            <p:cNvSpPr/>
            <p:nvPr/>
          </p:nvSpPr>
          <p:spPr>
            <a:xfrm>
              <a:off x="8137780" y="272396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68</a:t>
              </a:r>
            </a:p>
          </p:txBody>
        </p:sp>
        <p:sp>
          <p:nvSpPr>
            <p:cNvPr id="241" name="tx51"/>
            <p:cNvSpPr/>
            <p:nvPr/>
          </p:nvSpPr>
          <p:spPr>
            <a:xfrm>
              <a:off x="8137780" y="2388967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42" name="tx52"/>
            <p:cNvSpPr/>
            <p:nvPr/>
          </p:nvSpPr>
          <p:spPr>
            <a:xfrm>
              <a:off x="8137780" y="2055145"/>
              <a:ext cx="135681" cy="8197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72</a:t>
              </a:r>
            </a:p>
          </p:txBody>
        </p:sp>
        <p:sp>
          <p:nvSpPr>
            <p:cNvPr id="243" name="tx53"/>
            <p:cNvSpPr/>
            <p:nvPr/>
          </p:nvSpPr>
          <p:spPr>
            <a:xfrm>
              <a:off x="8137780" y="1720702"/>
              <a:ext cx="135681" cy="814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74</a:t>
              </a:r>
            </a:p>
          </p:txBody>
        </p:sp>
        <p:sp>
          <p:nvSpPr>
            <p:cNvPr id="244" name="tx54"/>
            <p:cNvSpPr/>
            <p:nvPr/>
          </p:nvSpPr>
          <p:spPr>
            <a:xfrm>
              <a:off x="8137780" y="1384028"/>
              <a:ext cx="135681" cy="8309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76</a:t>
              </a:r>
            </a:p>
          </p:txBody>
        </p:sp>
        <p:sp>
          <p:nvSpPr>
            <p:cNvPr id="245" name="tx55"/>
            <p:cNvSpPr/>
            <p:nvPr/>
          </p:nvSpPr>
          <p:spPr>
            <a:xfrm>
              <a:off x="8137780" y="1048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78</a:t>
              </a:r>
            </a:p>
          </p:txBody>
        </p:sp>
        <p:sp>
          <p:nvSpPr>
            <p:cNvPr id="246" name="tx56"/>
            <p:cNvSpPr/>
            <p:nvPr/>
          </p:nvSpPr>
          <p:spPr>
            <a:xfrm>
              <a:off x="8137780" y="713965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47" name="pl57"/>
            <p:cNvSpPr/>
            <p:nvPr/>
          </p:nvSpPr>
          <p:spPr>
            <a:xfrm>
              <a:off x="8298767" y="3100392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l58"/>
            <p:cNvSpPr/>
            <p:nvPr/>
          </p:nvSpPr>
          <p:spPr>
            <a:xfrm>
              <a:off x="8298767" y="276539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l59"/>
            <p:cNvSpPr/>
            <p:nvPr/>
          </p:nvSpPr>
          <p:spPr>
            <a:xfrm>
              <a:off x="8298767" y="2430391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l60"/>
            <p:cNvSpPr/>
            <p:nvPr/>
          </p:nvSpPr>
          <p:spPr>
            <a:xfrm>
              <a:off x="8298767" y="2095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l61"/>
            <p:cNvSpPr/>
            <p:nvPr/>
          </p:nvSpPr>
          <p:spPr>
            <a:xfrm>
              <a:off x="8298767" y="1760390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l62"/>
            <p:cNvSpPr/>
            <p:nvPr/>
          </p:nvSpPr>
          <p:spPr>
            <a:xfrm>
              <a:off x="8298767" y="142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l63"/>
            <p:cNvSpPr/>
            <p:nvPr/>
          </p:nvSpPr>
          <p:spPr>
            <a:xfrm>
              <a:off x="8298767" y="1090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l64"/>
            <p:cNvSpPr/>
            <p:nvPr/>
          </p:nvSpPr>
          <p:spPr>
            <a:xfrm>
              <a:off x="8298767" y="755389"/>
              <a:ext cx="75915" cy="0"/>
            </a:xfrm>
            <a:custGeom>
              <a:avLst/>
              <a:pathLst>
                <a:path w="75915" h="0">
                  <a:moveTo>
                    <a:pt x="0" y="0"/>
                  </a:moveTo>
                  <a:lnTo>
                    <a:pt x="75915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l65"/>
            <p:cNvSpPr/>
            <p:nvPr/>
          </p:nvSpPr>
          <p:spPr>
            <a:xfrm>
              <a:off x="8374682" y="3100392"/>
              <a:ext cx="2676167" cy="0"/>
            </a:xfrm>
            <a:custGeom>
              <a:avLst/>
              <a:pathLst>
                <a:path w="2676167" h="0">
                  <a:moveTo>
                    <a:pt x="0" y="0"/>
                  </a:moveTo>
                  <a:lnTo>
                    <a:pt x="2676167" y="0"/>
                  </a:lnTo>
                </a:path>
              </a:pathLst>
            </a:custGeom>
            <a:ln w="18970" cap="sq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l66"/>
            <p:cNvSpPr/>
            <p:nvPr/>
          </p:nvSpPr>
          <p:spPr>
            <a:xfrm>
              <a:off x="870333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l67"/>
            <p:cNvSpPr/>
            <p:nvPr/>
          </p:nvSpPr>
          <p:spPr>
            <a:xfrm>
              <a:off x="9038694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l68"/>
            <p:cNvSpPr/>
            <p:nvPr/>
          </p:nvSpPr>
          <p:spPr>
            <a:xfrm>
              <a:off x="9374053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l69"/>
            <p:cNvSpPr/>
            <p:nvPr/>
          </p:nvSpPr>
          <p:spPr>
            <a:xfrm>
              <a:off x="970941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l70"/>
            <p:cNvSpPr/>
            <p:nvPr/>
          </p:nvSpPr>
          <p:spPr>
            <a:xfrm>
              <a:off x="10044772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l71"/>
            <p:cNvSpPr/>
            <p:nvPr/>
          </p:nvSpPr>
          <p:spPr>
            <a:xfrm>
              <a:off x="1038013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l72"/>
            <p:cNvSpPr/>
            <p:nvPr/>
          </p:nvSpPr>
          <p:spPr>
            <a:xfrm>
              <a:off x="10715491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l73"/>
            <p:cNvSpPr/>
            <p:nvPr/>
          </p:nvSpPr>
          <p:spPr>
            <a:xfrm>
              <a:off x="11050850" y="3100392"/>
              <a:ext cx="0" cy="75915"/>
            </a:xfrm>
            <a:custGeom>
              <a:avLst/>
              <a:pathLst>
                <a:path w="0" h="75915">
                  <a:moveTo>
                    <a:pt x="0" y="75915"/>
                  </a:moveTo>
                  <a:lnTo>
                    <a:pt x="0" y="0"/>
                  </a:lnTo>
                </a:path>
              </a:pathLst>
            </a:custGeom>
            <a:ln w="18970" cap="flat">
              <a:solidFill>
                <a:srgbClr val="616161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tx74"/>
            <p:cNvSpPr/>
            <p:nvPr/>
          </p:nvSpPr>
          <p:spPr>
            <a:xfrm>
              <a:off x="8635494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30</a:t>
              </a:r>
            </a:p>
          </p:txBody>
        </p:sp>
        <p:sp>
          <p:nvSpPr>
            <p:cNvPr id="265" name="tx75"/>
            <p:cNvSpPr/>
            <p:nvPr/>
          </p:nvSpPr>
          <p:spPr>
            <a:xfrm>
              <a:off x="8970853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40</a:t>
              </a:r>
            </a:p>
          </p:txBody>
        </p:sp>
        <p:sp>
          <p:nvSpPr>
            <p:cNvPr id="266" name="tx76"/>
            <p:cNvSpPr/>
            <p:nvPr/>
          </p:nvSpPr>
          <p:spPr>
            <a:xfrm>
              <a:off x="930621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50</a:t>
              </a:r>
            </a:p>
          </p:txBody>
        </p:sp>
        <p:sp>
          <p:nvSpPr>
            <p:cNvPr id="267" name="tx77"/>
            <p:cNvSpPr/>
            <p:nvPr/>
          </p:nvSpPr>
          <p:spPr>
            <a:xfrm>
              <a:off x="9641572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60</a:t>
              </a:r>
            </a:p>
          </p:txBody>
        </p:sp>
        <p:sp>
          <p:nvSpPr>
            <p:cNvPr id="268" name="tx78"/>
            <p:cNvSpPr/>
            <p:nvPr/>
          </p:nvSpPr>
          <p:spPr>
            <a:xfrm>
              <a:off x="9976931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70</a:t>
              </a:r>
            </a:p>
          </p:txBody>
        </p:sp>
        <p:sp>
          <p:nvSpPr>
            <p:cNvPr id="269" name="tx79"/>
            <p:cNvSpPr/>
            <p:nvPr/>
          </p:nvSpPr>
          <p:spPr>
            <a:xfrm>
              <a:off x="1031229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80</a:t>
              </a:r>
            </a:p>
          </p:txBody>
        </p:sp>
        <p:sp>
          <p:nvSpPr>
            <p:cNvPr id="270" name="tx80"/>
            <p:cNvSpPr/>
            <p:nvPr/>
          </p:nvSpPr>
          <p:spPr>
            <a:xfrm>
              <a:off x="10647650" y="3201922"/>
              <a:ext cx="135681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90</a:t>
              </a:r>
            </a:p>
          </p:txBody>
        </p:sp>
        <p:sp>
          <p:nvSpPr>
            <p:cNvPr id="271" name="tx81"/>
            <p:cNvSpPr/>
            <p:nvPr/>
          </p:nvSpPr>
          <p:spPr>
            <a:xfrm>
              <a:off x="10949089" y="3201922"/>
              <a:ext cx="203522" cy="8315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100</a:t>
              </a:r>
            </a:p>
          </p:txBody>
        </p:sp>
        <p:sp>
          <p:nvSpPr>
            <p:cNvPr id="272" name="tx82"/>
            <p:cNvSpPr/>
            <p:nvPr/>
          </p:nvSpPr>
          <p:spPr>
            <a:xfrm>
              <a:off x="9443655" y="3341429"/>
              <a:ext cx="79920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73" name="tx83"/>
            <p:cNvSpPr/>
            <p:nvPr/>
          </p:nvSpPr>
          <p:spPr>
            <a:xfrm>
              <a:off x="9523576" y="3341057"/>
              <a:ext cx="36388" cy="10053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i</a:t>
              </a:r>
            </a:p>
          </p:txBody>
        </p:sp>
        <p:sp>
          <p:nvSpPr>
            <p:cNvPr id="274" name="tx84"/>
            <p:cNvSpPr/>
            <p:nvPr/>
          </p:nvSpPr>
          <p:spPr>
            <a:xfrm>
              <a:off x="9559964" y="3338750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75" name="tx85"/>
            <p:cNvSpPr/>
            <p:nvPr/>
          </p:nvSpPr>
          <p:spPr>
            <a:xfrm>
              <a:off x="9671585" y="3398096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76" name="tx86"/>
            <p:cNvSpPr/>
            <p:nvPr/>
          </p:nvSpPr>
          <p:spPr>
            <a:xfrm>
              <a:off x="9728572" y="3441591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77" name="tx87"/>
            <p:cNvSpPr/>
            <p:nvPr/>
          </p:nvSpPr>
          <p:spPr>
            <a:xfrm>
              <a:off x="9766672" y="3314268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  <p:sp>
          <p:nvSpPr>
            <p:cNvPr id="278" name="tx88"/>
            <p:cNvSpPr/>
            <p:nvPr/>
          </p:nvSpPr>
          <p:spPr>
            <a:xfrm rot="-5400000">
              <a:off x="7956986" y="2135014"/>
              <a:ext cx="86245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S</a:t>
              </a:r>
            </a:p>
          </p:txBody>
        </p:sp>
        <p:sp>
          <p:nvSpPr>
            <p:cNvPr id="279" name="tx89"/>
            <p:cNvSpPr/>
            <p:nvPr/>
          </p:nvSpPr>
          <p:spPr>
            <a:xfrm rot="-5400000">
              <a:off x="7978491" y="2070274"/>
              <a:ext cx="45913" cy="1001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f</a:t>
              </a:r>
            </a:p>
          </p:txBody>
        </p:sp>
        <p:sp>
          <p:nvSpPr>
            <p:cNvPr id="280" name="tx90"/>
            <p:cNvSpPr/>
            <p:nvPr/>
          </p:nvSpPr>
          <p:spPr>
            <a:xfrm rot="-5400000">
              <a:off x="7982361" y="2028230"/>
              <a:ext cx="49262" cy="890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t</a:t>
              </a:r>
            </a:p>
          </p:txBody>
        </p:sp>
        <p:sp>
          <p:nvSpPr>
            <p:cNvPr id="281" name="tx91"/>
            <p:cNvSpPr/>
            <p:nvPr/>
          </p:nvSpPr>
          <p:spPr>
            <a:xfrm rot="-5400000">
              <a:off x="7944298" y="1940905"/>
              <a:ext cx="111621" cy="10284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O</a:t>
              </a:r>
            </a:p>
          </p:txBody>
        </p:sp>
        <p:sp>
          <p:nvSpPr>
            <p:cNvPr id="282" name="tx92"/>
            <p:cNvSpPr/>
            <p:nvPr/>
          </p:nvSpPr>
          <p:spPr>
            <a:xfrm rot="-5400000">
              <a:off x="8013972" y="1873590"/>
              <a:ext cx="56986" cy="6886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39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2</a:t>
              </a:r>
            </a:p>
          </p:txBody>
        </p:sp>
        <p:sp>
          <p:nvSpPr>
            <p:cNvPr id="283" name="tx93"/>
            <p:cNvSpPr/>
            <p:nvPr/>
          </p:nvSpPr>
          <p:spPr>
            <a:xfrm rot="-5400000">
              <a:off x="8032479" y="1860478"/>
              <a:ext cx="38100" cy="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Standard Symbols PS"/>
                  <a:cs typeface="Standard Symbols PS"/>
                </a:rPr>
                <a:t> </a:t>
              </a:r>
            </a:p>
          </p:txBody>
        </p:sp>
        <p:sp>
          <p:nvSpPr>
            <p:cNvPr id="284" name="tx94"/>
            <p:cNvSpPr/>
            <p:nvPr/>
          </p:nvSpPr>
          <p:spPr>
            <a:xfrm rot="-5400000">
              <a:off x="7880265" y="1670164"/>
              <a:ext cx="215205" cy="12732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ptos"/>
                  <a:cs typeface="Aptos"/>
                </a:rPr>
                <a:t>(%)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zz86</cp:lastModifiedBy>
  <cp:revision>3</cp:revision>
  <dcterms:created xsi:type="dcterms:W3CDTF">2017-02-13T16:18:36Z</dcterms:created>
  <dcterms:modified xsi:type="dcterms:W3CDTF">2026-05-12T09:35:06Z</dcterms:modified>
  <cp:category/>
</cp:coreProperties>
</file>