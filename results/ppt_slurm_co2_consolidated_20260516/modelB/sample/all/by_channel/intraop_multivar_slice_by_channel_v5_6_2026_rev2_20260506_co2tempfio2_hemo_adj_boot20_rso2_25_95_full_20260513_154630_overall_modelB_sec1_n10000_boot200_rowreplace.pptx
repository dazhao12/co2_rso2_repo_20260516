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Relationship Id="rId9" Type="http://schemas.openxmlformats.org/officeDocument/2006/relationships/slide" Target="slides/slide2.xml"/>
<Relationship Id="rId10" Type="http://schemas.openxmlformats.org/officeDocument/2006/relationships/slide" Target="slides/slide3.xml"/>
<Relationship Id="rId11" Type="http://schemas.openxmlformats.org/officeDocument/2006/relationships/slide" Target="slides/slide4.xml"/>
<Relationship Id="rId12" Type="http://schemas.openxmlformats.org/officeDocument/2006/relationships/slide" Target="slides/slide5.xml"/>
<Relationship Id="rId13" Type="http://schemas.openxmlformats.org/officeDocument/2006/relationships/slide" Target="slides/slide6.xml"/>
<Relationship Id="rId14" Type="http://schemas.openxmlformats.org/officeDocument/2006/relationships/slide" Target="slides/slide7.xml"/>
<Relationship Id="rId15" Type="http://schemas.openxmlformats.org/officeDocument/2006/relationships/slide" Target="slides/slide8.xml"/>
<Relationship Id="rId16" Type="http://schemas.openxmlformats.org/officeDocument/2006/relationships/slide" Target="slides/slide9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9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2952000" y="731520"/>
            <a:ext cx="3240000" cy="2880000"/>
            <a:chOff x="2952000" y="731520"/>
            <a:chExt cx="3240000" cy="2880000"/>
          </a:xfrm>
        </p:grpSpPr>
        <p:sp>
          <p:nvSpPr>
            <p:cNvPr id="3" name="rc3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3446243" y="801109"/>
              <a:ext cx="2676167" cy="234351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3774895" y="3130393"/>
              <a:ext cx="97813" cy="1423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872708" y="3130439"/>
              <a:ext cx="97813" cy="1418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3970521" y="3119901"/>
              <a:ext cx="97813" cy="2472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4068334" y="3105908"/>
              <a:ext cx="97813" cy="3871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4166147" y="3010992"/>
              <a:ext cx="97813" cy="13363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4263961" y="3045171"/>
              <a:ext cx="97813" cy="9945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4361774" y="3017809"/>
              <a:ext cx="97813" cy="12681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4459587" y="2998527"/>
              <a:ext cx="97813" cy="14609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4557400" y="2863402"/>
              <a:ext cx="97813" cy="28122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4655213" y="3034773"/>
              <a:ext cx="97813" cy="10985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4753026" y="3057679"/>
              <a:ext cx="97813" cy="8694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4850840" y="3079541"/>
              <a:ext cx="97813" cy="6508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4948653" y="3065915"/>
              <a:ext cx="97813" cy="7870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5046466" y="3121642"/>
              <a:ext cx="97813" cy="2298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5144279" y="3127683"/>
              <a:ext cx="97813" cy="1694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5242092" y="3132363"/>
              <a:ext cx="97813" cy="1226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5339905" y="3130227"/>
              <a:ext cx="97813" cy="1439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5437718" y="3140051"/>
              <a:ext cx="97813" cy="457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5535532" y="3141378"/>
              <a:ext cx="97813" cy="324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5633345" y="3142171"/>
              <a:ext cx="97813" cy="245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5731158" y="3141336"/>
              <a:ext cx="97813" cy="328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5828971" y="3143475"/>
              <a:ext cx="97813" cy="114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5926784" y="3143805"/>
              <a:ext cx="97813" cy="81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6024597" y="3143433"/>
              <a:ext cx="97813" cy="119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3446243" y="2988389"/>
              <a:ext cx="191846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3446243" y="2832155"/>
              <a:ext cx="223718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3446243" y="2675920"/>
              <a:ext cx="247627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3446243" y="2519686"/>
              <a:ext cx="271155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3446243" y="2363452"/>
              <a:ext cx="306133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3446243" y="2207218"/>
              <a:ext cx="323425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3446243" y="2050983"/>
              <a:ext cx="32865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3446243" y="1894749"/>
              <a:ext cx="325163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3446243" y="1738515"/>
              <a:ext cx="312043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3446243" y="1582280"/>
              <a:ext cx="284587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3446243" y="1426046"/>
              <a:ext cx="246434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3446243" y="1269812"/>
              <a:ext cx="201720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3446243" y="1113577"/>
              <a:ext cx="170636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3446243" y="957343"/>
              <a:ext cx="139031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3446243" y="801109"/>
              <a:ext cx="179178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3853145" y="801109"/>
              <a:ext cx="2191014" cy="2250877"/>
            </a:xfrm>
            <a:custGeom>
              <a:avLst/>
              <a:pathLst>
                <a:path w="2191014" h="2250877">
                  <a:moveTo>
                    <a:pt x="0" y="1850560"/>
                  </a:moveTo>
                  <a:lnTo>
                    <a:pt x="12240" y="1883037"/>
                  </a:lnTo>
                  <a:lnTo>
                    <a:pt x="24480" y="1903875"/>
                  </a:lnTo>
                  <a:lnTo>
                    <a:pt x="36720" y="1924048"/>
                  </a:lnTo>
                  <a:lnTo>
                    <a:pt x="48961" y="1932006"/>
                  </a:lnTo>
                  <a:lnTo>
                    <a:pt x="61201" y="1943969"/>
                  </a:lnTo>
                  <a:lnTo>
                    <a:pt x="73441" y="1953564"/>
                  </a:lnTo>
                  <a:lnTo>
                    <a:pt x="85682" y="1965916"/>
                  </a:lnTo>
                  <a:lnTo>
                    <a:pt x="97922" y="1957131"/>
                  </a:lnTo>
                  <a:lnTo>
                    <a:pt x="110162" y="1957275"/>
                  </a:lnTo>
                  <a:lnTo>
                    <a:pt x="122403" y="1956230"/>
                  </a:lnTo>
                  <a:lnTo>
                    <a:pt x="134643" y="1952931"/>
                  </a:lnTo>
                  <a:lnTo>
                    <a:pt x="146883" y="1943370"/>
                  </a:lnTo>
                  <a:lnTo>
                    <a:pt x="159123" y="1934212"/>
                  </a:lnTo>
                  <a:lnTo>
                    <a:pt x="171364" y="1926098"/>
                  </a:lnTo>
                  <a:lnTo>
                    <a:pt x="183604" y="1918890"/>
                  </a:lnTo>
                  <a:lnTo>
                    <a:pt x="195844" y="1912446"/>
                  </a:lnTo>
                  <a:lnTo>
                    <a:pt x="208085" y="1906630"/>
                  </a:lnTo>
                  <a:lnTo>
                    <a:pt x="220325" y="1899478"/>
                  </a:lnTo>
                  <a:lnTo>
                    <a:pt x="232565" y="1888494"/>
                  </a:lnTo>
                  <a:lnTo>
                    <a:pt x="244806" y="1874671"/>
                  </a:lnTo>
                  <a:lnTo>
                    <a:pt x="257046" y="1862010"/>
                  </a:lnTo>
                  <a:lnTo>
                    <a:pt x="269286" y="1853504"/>
                  </a:lnTo>
                  <a:lnTo>
                    <a:pt x="281527" y="1845028"/>
                  </a:lnTo>
                  <a:lnTo>
                    <a:pt x="293767" y="1833484"/>
                  </a:lnTo>
                  <a:lnTo>
                    <a:pt x="306007" y="1822240"/>
                  </a:lnTo>
                  <a:lnTo>
                    <a:pt x="318247" y="1809571"/>
                  </a:lnTo>
                  <a:lnTo>
                    <a:pt x="330488" y="1798622"/>
                  </a:lnTo>
                  <a:lnTo>
                    <a:pt x="342728" y="1785317"/>
                  </a:lnTo>
                  <a:lnTo>
                    <a:pt x="354968" y="1776802"/>
                  </a:lnTo>
                  <a:lnTo>
                    <a:pt x="367209" y="1768422"/>
                  </a:lnTo>
                  <a:lnTo>
                    <a:pt x="379449" y="1759272"/>
                  </a:lnTo>
                  <a:lnTo>
                    <a:pt x="391689" y="1750291"/>
                  </a:lnTo>
                  <a:lnTo>
                    <a:pt x="403930" y="1741693"/>
                  </a:lnTo>
                  <a:lnTo>
                    <a:pt x="416170" y="1731761"/>
                  </a:lnTo>
                  <a:lnTo>
                    <a:pt x="428410" y="1721682"/>
                  </a:lnTo>
                  <a:lnTo>
                    <a:pt x="440650" y="1711640"/>
                  </a:lnTo>
                  <a:lnTo>
                    <a:pt x="452891" y="1701633"/>
                  </a:lnTo>
                  <a:lnTo>
                    <a:pt x="465131" y="1691656"/>
                  </a:lnTo>
                  <a:lnTo>
                    <a:pt x="477371" y="1681707"/>
                  </a:lnTo>
                  <a:lnTo>
                    <a:pt x="489612" y="1671784"/>
                  </a:lnTo>
                  <a:lnTo>
                    <a:pt x="501852" y="1665479"/>
                  </a:lnTo>
                  <a:lnTo>
                    <a:pt x="514092" y="1657484"/>
                  </a:lnTo>
                  <a:lnTo>
                    <a:pt x="526333" y="1649344"/>
                  </a:lnTo>
                  <a:lnTo>
                    <a:pt x="538573" y="1642523"/>
                  </a:lnTo>
                  <a:lnTo>
                    <a:pt x="550813" y="1634876"/>
                  </a:lnTo>
                  <a:lnTo>
                    <a:pt x="563054" y="1625390"/>
                  </a:lnTo>
                  <a:lnTo>
                    <a:pt x="575294" y="1615853"/>
                  </a:lnTo>
                  <a:lnTo>
                    <a:pt x="587534" y="1606419"/>
                  </a:lnTo>
                  <a:lnTo>
                    <a:pt x="599774" y="1596950"/>
                  </a:lnTo>
                  <a:lnTo>
                    <a:pt x="612015" y="1587443"/>
                  </a:lnTo>
                  <a:lnTo>
                    <a:pt x="624255" y="1577347"/>
                  </a:lnTo>
                  <a:lnTo>
                    <a:pt x="636495" y="1566372"/>
                  </a:lnTo>
                  <a:lnTo>
                    <a:pt x="648736" y="1555106"/>
                  </a:lnTo>
                  <a:lnTo>
                    <a:pt x="660976" y="1543564"/>
                  </a:lnTo>
                  <a:lnTo>
                    <a:pt x="673216" y="1531758"/>
                  </a:lnTo>
                  <a:lnTo>
                    <a:pt x="685457" y="1519703"/>
                  </a:lnTo>
                  <a:lnTo>
                    <a:pt x="697697" y="1507410"/>
                  </a:lnTo>
                  <a:lnTo>
                    <a:pt x="709937" y="1495189"/>
                  </a:lnTo>
                  <a:lnTo>
                    <a:pt x="722177" y="1484312"/>
                  </a:lnTo>
                  <a:lnTo>
                    <a:pt x="734418" y="1472154"/>
                  </a:lnTo>
                  <a:lnTo>
                    <a:pt x="746658" y="1459551"/>
                  </a:lnTo>
                  <a:lnTo>
                    <a:pt x="758898" y="1447578"/>
                  </a:lnTo>
                  <a:lnTo>
                    <a:pt x="771139" y="1436389"/>
                  </a:lnTo>
                  <a:lnTo>
                    <a:pt x="783379" y="1422450"/>
                  </a:lnTo>
                  <a:lnTo>
                    <a:pt x="795619" y="1408300"/>
                  </a:lnTo>
                  <a:lnTo>
                    <a:pt x="807860" y="1393963"/>
                  </a:lnTo>
                  <a:lnTo>
                    <a:pt x="820100" y="1379461"/>
                  </a:lnTo>
                  <a:lnTo>
                    <a:pt x="832340" y="1364816"/>
                  </a:lnTo>
                  <a:lnTo>
                    <a:pt x="844581" y="1350052"/>
                  </a:lnTo>
                  <a:lnTo>
                    <a:pt x="856821" y="1335191"/>
                  </a:lnTo>
                  <a:lnTo>
                    <a:pt x="869061" y="1320256"/>
                  </a:lnTo>
                  <a:lnTo>
                    <a:pt x="881301" y="1305678"/>
                  </a:lnTo>
                  <a:lnTo>
                    <a:pt x="893542" y="1291416"/>
                  </a:lnTo>
                  <a:lnTo>
                    <a:pt x="905782" y="1277208"/>
                  </a:lnTo>
                  <a:lnTo>
                    <a:pt x="918022" y="1263073"/>
                  </a:lnTo>
                  <a:lnTo>
                    <a:pt x="930263" y="1248243"/>
                  </a:lnTo>
                  <a:lnTo>
                    <a:pt x="942503" y="1234083"/>
                  </a:lnTo>
                  <a:lnTo>
                    <a:pt x="954743" y="1218301"/>
                  </a:lnTo>
                  <a:lnTo>
                    <a:pt x="966984" y="1204160"/>
                  </a:lnTo>
                  <a:lnTo>
                    <a:pt x="979224" y="1189071"/>
                  </a:lnTo>
                  <a:lnTo>
                    <a:pt x="991464" y="1173556"/>
                  </a:lnTo>
                  <a:lnTo>
                    <a:pt x="1003704" y="1157025"/>
                  </a:lnTo>
                  <a:lnTo>
                    <a:pt x="1015945" y="1142489"/>
                  </a:lnTo>
                  <a:lnTo>
                    <a:pt x="1028185" y="1128080"/>
                  </a:lnTo>
                  <a:lnTo>
                    <a:pt x="1040425" y="1113733"/>
                  </a:lnTo>
                  <a:lnTo>
                    <a:pt x="1052666" y="1099445"/>
                  </a:lnTo>
                  <a:lnTo>
                    <a:pt x="1064906" y="1085214"/>
                  </a:lnTo>
                  <a:lnTo>
                    <a:pt x="1077146" y="1071038"/>
                  </a:lnTo>
                  <a:lnTo>
                    <a:pt x="1089387" y="1055157"/>
                  </a:lnTo>
                  <a:lnTo>
                    <a:pt x="1101627" y="1039934"/>
                  </a:lnTo>
                  <a:lnTo>
                    <a:pt x="1113867" y="1026285"/>
                  </a:lnTo>
                  <a:lnTo>
                    <a:pt x="1126108" y="1010994"/>
                  </a:lnTo>
                  <a:lnTo>
                    <a:pt x="1138348" y="993809"/>
                  </a:lnTo>
                  <a:lnTo>
                    <a:pt x="1150588" y="976740"/>
                  </a:lnTo>
                  <a:lnTo>
                    <a:pt x="1162828" y="961566"/>
                  </a:lnTo>
                  <a:lnTo>
                    <a:pt x="1175069" y="945428"/>
                  </a:lnTo>
                  <a:lnTo>
                    <a:pt x="1187309" y="929600"/>
                  </a:lnTo>
                  <a:lnTo>
                    <a:pt x="1199549" y="914120"/>
                  </a:lnTo>
                  <a:lnTo>
                    <a:pt x="1211790" y="899025"/>
                  </a:lnTo>
                  <a:lnTo>
                    <a:pt x="1224030" y="884356"/>
                  </a:lnTo>
                  <a:lnTo>
                    <a:pt x="1236270" y="870149"/>
                  </a:lnTo>
                  <a:lnTo>
                    <a:pt x="1248511" y="857259"/>
                  </a:lnTo>
                  <a:lnTo>
                    <a:pt x="1260751" y="843560"/>
                  </a:lnTo>
                  <a:lnTo>
                    <a:pt x="1272991" y="830631"/>
                  </a:lnTo>
                  <a:lnTo>
                    <a:pt x="1285231" y="818489"/>
                  </a:lnTo>
                  <a:lnTo>
                    <a:pt x="1297472" y="802883"/>
                  </a:lnTo>
                  <a:lnTo>
                    <a:pt x="1309712" y="783554"/>
                  </a:lnTo>
                  <a:lnTo>
                    <a:pt x="1321952" y="765792"/>
                  </a:lnTo>
                  <a:lnTo>
                    <a:pt x="1334193" y="747639"/>
                  </a:lnTo>
                  <a:lnTo>
                    <a:pt x="1346433" y="728491"/>
                  </a:lnTo>
                  <a:lnTo>
                    <a:pt x="1358673" y="713349"/>
                  </a:lnTo>
                  <a:lnTo>
                    <a:pt x="1370914" y="700178"/>
                  </a:lnTo>
                  <a:lnTo>
                    <a:pt x="1383154" y="681855"/>
                  </a:lnTo>
                  <a:lnTo>
                    <a:pt x="1395394" y="663853"/>
                  </a:lnTo>
                  <a:lnTo>
                    <a:pt x="1407635" y="646835"/>
                  </a:lnTo>
                  <a:lnTo>
                    <a:pt x="1419875" y="629082"/>
                  </a:lnTo>
                  <a:lnTo>
                    <a:pt x="1432115" y="612448"/>
                  </a:lnTo>
                  <a:lnTo>
                    <a:pt x="1444355" y="596407"/>
                  </a:lnTo>
                  <a:lnTo>
                    <a:pt x="1456596" y="581026"/>
                  </a:lnTo>
                  <a:lnTo>
                    <a:pt x="1468836" y="566372"/>
                  </a:lnTo>
                  <a:lnTo>
                    <a:pt x="1481076" y="552515"/>
                  </a:lnTo>
                  <a:lnTo>
                    <a:pt x="1493317" y="539520"/>
                  </a:lnTo>
                  <a:lnTo>
                    <a:pt x="1505557" y="526498"/>
                  </a:lnTo>
                  <a:lnTo>
                    <a:pt x="1517797" y="510659"/>
                  </a:lnTo>
                  <a:lnTo>
                    <a:pt x="1530038" y="498544"/>
                  </a:lnTo>
                  <a:lnTo>
                    <a:pt x="1542278" y="486858"/>
                  </a:lnTo>
                  <a:lnTo>
                    <a:pt x="1554518" y="467193"/>
                  </a:lnTo>
                  <a:lnTo>
                    <a:pt x="1566759" y="454229"/>
                  </a:lnTo>
                  <a:lnTo>
                    <a:pt x="1578999" y="442096"/>
                  </a:lnTo>
                  <a:lnTo>
                    <a:pt x="1591239" y="430782"/>
                  </a:lnTo>
                  <a:lnTo>
                    <a:pt x="1603479" y="416778"/>
                  </a:lnTo>
                  <a:lnTo>
                    <a:pt x="1615720" y="400647"/>
                  </a:lnTo>
                  <a:lnTo>
                    <a:pt x="1627960" y="384866"/>
                  </a:lnTo>
                  <a:lnTo>
                    <a:pt x="1640200" y="378683"/>
                  </a:lnTo>
                  <a:lnTo>
                    <a:pt x="1652441" y="367288"/>
                  </a:lnTo>
                  <a:lnTo>
                    <a:pt x="1664681" y="344608"/>
                  </a:lnTo>
                  <a:lnTo>
                    <a:pt x="1676921" y="327046"/>
                  </a:lnTo>
                  <a:lnTo>
                    <a:pt x="1689162" y="314367"/>
                  </a:lnTo>
                  <a:lnTo>
                    <a:pt x="1701402" y="302578"/>
                  </a:lnTo>
                  <a:lnTo>
                    <a:pt x="1713642" y="291770"/>
                  </a:lnTo>
                  <a:lnTo>
                    <a:pt x="1725882" y="280517"/>
                  </a:lnTo>
                  <a:lnTo>
                    <a:pt x="1738123" y="260667"/>
                  </a:lnTo>
                  <a:lnTo>
                    <a:pt x="1750363" y="247711"/>
                  </a:lnTo>
                  <a:lnTo>
                    <a:pt x="1762603" y="231381"/>
                  </a:lnTo>
                  <a:lnTo>
                    <a:pt x="1774844" y="223717"/>
                  </a:lnTo>
                  <a:lnTo>
                    <a:pt x="1787084" y="220177"/>
                  </a:lnTo>
                  <a:lnTo>
                    <a:pt x="1799324" y="211979"/>
                  </a:lnTo>
                  <a:lnTo>
                    <a:pt x="1811565" y="199497"/>
                  </a:lnTo>
                  <a:lnTo>
                    <a:pt x="1823805" y="184437"/>
                  </a:lnTo>
                  <a:lnTo>
                    <a:pt x="1836045" y="177381"/>
                  </a:lnTo>
                  <a:lnTo>
                    <a:pt x="1848286" y="170111"/>
                  </a:lnTo>
                  <a:lnTo>
                    <a:pt x="1860526" y="164183"/>
                  </a:lnTo>
                  <a:lnTo>
                    <a:pt x="1872766" y="167204"/>
                  </a:lnTo>
                  <a:lnTo>
                    <a:pt x="1885006" y="166966"/>
                  </a:lnTo>
                  <a:lnTo>
                    <a:pt x="1897247" y="165905"/>
                  </a:lnTo>
                  <a:lnTo>
                    <a:pt x="1909487" y="162761"/>
                  </a:lnTo>
                  <a:lnTo>
                    <a:pt x="1921727" y="161020"/>
                  </a:lnTo>
                  <a:lnTo>
                    <a:pt x="1933968" y="159303"/>
                  </a:lnTo>
                  <a:lnTo>
                    <a:pt x="1946208" y="158227"/>
                  </a:lnTo>
                  <a:lnTo>
                    <a:pt x="1958448" y="149751"/>
                  </a:lnTo>
                  <a:lnTo>
                    <a:pt x="1970689" y="129125"/>
                  </a:lnTo>
                  <a:lnTo>
                    <a:pt x="1982929" y="110680"/>
                  </a:lnTo>
                  <a:lnTo>
                    <a:pt x="1995169" y="116974"/>
                  </a:lnTo>
                  <a:lnTo>
                    <a:pt x="2007409" y="109407"/>
                  </a:lnTo>
                  <a:lnTo>
                    <a:pt x="2019650" y="89868"/>
                  </a:lnTo>
                  <a:lnTo>
                    <a:pt x="2031890" y="77552"/>
                  </a:lnTo>
                  <a:lnTo>
                    <a:pt x="2044130" y="67735"/>
                  </a:lnTo>
                  <a:lnTo>
                    <a:pt x="2056371" y="68500"/>
                  </a:lnTo>
                  <a:lnTo>
                    <a:pt x="2068611" y="59350"/>
                  </a:lnTo>
                  <a:lnTo>
                    <a:pt x="2080851" y="64305"/>
                  </a:lnTo>
                  <a:lnTo>
                    <a:pt x="2093092" y="92242"/>
                  </a:lnTo>
                  <a:lnTo>
                    <a:pt x="2105332" y="93993"/>
                  </a:lnTo>
                  <a:lnTo>
                    <a:pt x="2117572" y="88157"/>
                  </a:lnTo>
                  <a:lnTo>
                    <a:pt x="2129813" y="77819"/>
                  </a:lnTo>
                  <a:lnTo>
                    <a:pt x="2142053" y="46859"/>
                  </a:lnTo>
                  <a:lnTo>
                    <a:pt x="2154293" y="13762"/>
                  </a:lnTo>
                  <a:lnTo>
                    <a:pt x="2157394" y="0"/>
                  </a:lnTo>
                  <a:lnTo>
                    <a:pt x="2191014" y="0"/>
                  </a:lnTo>
                  <a:lnTo>
                    <a:pt x="2191014" y="987140"/>
                  </a:lnTo>
                  <a:lnTo>
                    <a:pt x="2178774" y="931878"/>
                  </a:lnTo>
                  <a:lnTo>
                    <a:pt x="2166533" y="895600"/>
                  </a:lnTo>
                  <a:lnTo>
                    <a:pt x="2154293" y="871119"/>
                  </a:lnTo>
                  <a:lnTo>
                    <a:pt x="2142053" y="847515"/>
                  </a:lnTo>
                  <a:lnTo>
                    <a:pt x="2129813" y="805719"/>
                  </a:lnTo>
                  <a:lnTo>
                    <a:pt x="2117572" y="812275"/>
                  </a:lnTo>
                  <a:lnTo>
                    <a:pt x="2105332" y="805086"/>
                  </a:lnTo>
                  <a:lnTo>
                    <a:pt x="2093092" y="795123"/>
                  </a:lnTo>
                  <a:lnTo>
                    <a:pt x="2080851" y="782670"/>
                  </a:lnTo>
                  <a:lnTo>
                    <a:pt x="2068611" y="768011"/>
                  </a:lnTo>
                  <a:lnTo>
                    <a:pt x="2056371" y="751430"/>
                  </a:lnTo>
                  <a:lnTo>
                    <a:pt x="2044130" y="754438"/>
                  </a:lnTo>
                  <a:lnTo>
                    <a:pt x="2031890" y="757794"/>
                  </a:lnTo>
                  <a:lnTo>
                    <a:pt x="2019650" y="756499"/>
                  </a:lnTo>
                  <a:lnTo>
                    <a:pt x="2007409" y="730095"/>
                  </a:lnTo>
                  <a:lnTo>
                    <a:pt x="1995169" y="693837"/>
                  </a:lnTo>
                  <a:lnTo>
                    <a:pt x="1982929" y="656970"/>
                  </a:lnTo>
                  <a:lnTo>
                    <a:pt x="1970689" y="647084"/>
                  </a:lnTo>
                  <a:lnTo>
                    <a:pt x="1958448" y="630754"/>
                  </a:lnTo>
                  <a:lnTo>
                    <a:pt x="1946208" y="619550"/>
                  </a:lnTo>
                  <a:lnTo>
                    <a:pt x="1933968" y="622124"/>
                  </a:lnTo>
                  <a:lnTo>
                    <a:pt x="1921727" y="623795"/>
                  </a:lnTo>
                  <a:lnTo>
                    <a:pt x="1909487" y="622845"/>
                  </a:lnTo>
                  <a:lnTo>
                    <a:pt x="1897247" y="605693"/>
                  </a:lnTo>
                  <a:lnTo>
                    <a:pt x="1885006" y="603780"/>
                  </a:lnTo>
                  <a:lnTo>
                    <a:pt x="1872766" y="601841"/>
                  </a:lnTo>
                  <a:lnTo>
                    <a:pt x="1860526" y="599959"/>
                  </a:lnTo>
                  <a:lnTo>
                    <a:pt x="1848286" y="609378"/>
                  </a:lnTo>
                  <a:lnTo>
                    <a:pt x="1836045" y="605969"/>
                  </a:lnTo>
                  <a:lnTo>
                    <a:pt x="1823805" y="610336"/>
                  </a:lnTo>
                  <a:lnTo>
                    <a:pt x="1811565" y="612241"/>
                  </a:lnTo>
                  <a:lnTo>
                    <a:pt x="1799324" y="612881"/>
                  </a:lnTo>
                  <a:lnTo>
                    <a:pt x="1787084" y="618292"/>
                  </a:lnTo>
                  <a:lnTo>
                    <a:pt x="1774844" y="627979"/>
                  </a:lnTo>
                  <a:lnTo>
                    <a:pt x="1762603" y="629871"/>
                  </a:lnTo>
                  <a:lnTo>
                    <a:pt x="1750363" y="634292"/>
                  </a:lnTo>
                  <a:lnTo>
                    <a:pt x="1738123" y="638437"/>
                  </a:lnTo>
                  <a:lnTo>
                    <a:pt x="1725882" y="640428"/>
                  </a:lnTo>
                  <a:lnTo>
                    <a:pt x="1713642" y="642414"/>
                  </a:lnTo>
                  <a:lnTo>
                    <a:pt x="1701402" y="643859"/>
                  </a:lnTo>
                  <a:lnTo>
                    <a:pt x="1689162" y="644900"/>
                  </a:lnTo>
                  <a:lnTo>
                    <a:pt x="1676921" y="645672"/>
                  </a:lnTo>
                  <a:lnTo>
                    <a:pt x="1664681" y="647073"/>
                  </a:lnTo>
                  <a:lnTo>
                    <a:pt x="1652441" y="649523"/>
                  </a:lnTo>
                  <a:lnTo>
                    <a:pt x="1640200" y="652321"/>
                  </a:lnTo>
                  <a:lnTo>
                    <a:pt x="1627960" y="658491"/>
                  </a:lnTo>
                  <a:lnTo>
                    <a:pt x="1615720" y="668057"/>
                  </a:lnTo>
                  <a:lnTo>
                    <a:pt x="1603479" y="676766"/>
                  </a:lnTo>
                  <a:lnTo>
                    <a:pt x="1591239" y="689022"/>
                  </a:lnTo>
                  <a:lnTo>
                    <a:pt x="1578999" y="700114"/>
                  </a:lnTo>
                  <a:lnTo>
                    <a:pt x="1566759" y="709658"/>
                  </a:lnTo>
                  <a:lnTo>
                    <a:pt x="1554518" y="718904"/>
                  </a:lnTo>
                  <a:lnTo>
                    <a:pt x="1542278" y="727880"/>
                  </a:lnTo>
                  <a:lnTo>
                    <a:pt x="1530038" y="737182"/>
                  </a:lnTo>
                  <a:lnTo>
                    <a:pt x="1517797" y="747957"/>
                  </a:lnTo>
                  <a:lnTo>
                    <a:pt x="1505557" y="760434"/>
                  </a:lnTo>
                  <a:lnTo>
                    <a:pt x="1493317" y="771938"/>
                  </a:lnTo>
                  <a:lnTo>
                    <a:pt x="1481076" y="782493"/>
                  </a:lnTo>
                  <a:lnTo>
                    <a:pt x="1468836" y="792195"/>
                  </a:lnTo>
                  <a:lnTo>
                    <a:pt x="1456596" y="802235"/>
                  </a:lnTo>
                  <a:lnTo>
                    <a:pt x="1444355" y="816936"/>
                  </a:lnTo>
                  <a:lnTo>
                    <a:pt x="1432115" y="833183"/>
                  </a:lnTo>
                  <a:lnTo>
                    <a:pt x="1419875" y="842495"/>
                  </a:lnTo>
                  <a:lnTo>
                    <a:pt x="1407635" y="853040"/>
                  </a:lnTo>
                  <a:lnTo>
                    <a:pt x="1395394" y="868256"/>
                  </a:lnTo>
                  <a:lnTo>
                    <a:pt x="1383154" y="877770"/>
                  </a:lnTo>
                  <a:lnTo>
                    <a:pt x="1370914" y="887194"/>
                  </a:lnTo>
                  <a:lnTo>
                    <a:pt x="1358673" y="896573"/>
                  </a:lnTo>
                  <a:lnTo>
                    <a:pt x="1346433" y="908787"/>
                  </a:lnTo>
                  <a:lnTo>
                    <a:pt x="1334193" y="923698"/>
                  </a:lnTo>
                  <a:lnTo>
                    <a:pt x="1321952" y="938509"/>
                  </a:lnTo>
                  <a:lnTo>
                    <a:pt x="1309712" y="951128"/>
                  </a:lnTo>
                  <a:lnTo>
                    <a:pt x="1297472" y="962707"/>
                  </a:lnTo>
                  <a:lnTo>
                    <a:pt x="1285231" y="976982"/>
                  </a:lnTo>
                  <a:lnTo>
                    <a:pt x="1272991" y="990680"/>
                  </a:lnTo>
                  <a:lnTo>
                    <a:pt x="1260751" y="1003046"/>
                  </a:lnTo>
                  <a:lnTo>
                    <a:pt x="1248511" y="1015615"/>
                  </a:lnTo>
                  <a:lnTo>
                    <a:pt x="1236270" y="1031945"/>
                  </a:lnTo>
                  <a:lnTo>
                    <a:pt x="1224030" y="1045576"/>
                  </a:lnTo>
                  <a:lnTo>
                    <a:pt x="1211790" y="1059911"/>
                  </a:lnTo>
                  <a:lnTo>
                    <a:pt x="1199549" y="1074784"/>
                  </a:lnTo>
                  <a:lnTo>
                    <a:pt x="1187309" y="1088637"/>
                  </a:lnTo>
                  <a:lnTo>
                    <a:pt x="1175069" y="1104509"/>
                  </a:lnTo>
                  <a:lnTo>
                    <a:pt x="1162828" y="1119853"/>
                  </a:lnTo>
                  <a:lnTo>
                    <a:pt x="1150588" y="1134638"/>
                  </a:lnTo>
                  <a:lnTo>
                    <a:pt x="1138348" y="1149631"/>
                  </a:lnTo>
                  <a:lnTo>
                    <a:pt x="1126108" y="1162943"/>
                  </a:lnTo>
                  <a:lnTo>
                    <a:pt x="1113867" y="1175016"/>
                  </a:lnTo>
                  <a:lnTo>
                    <a:pt x="1101627" y="1187946"/>
                  </a:lnTo>
                  <a:lnTo>
                    <a:pt x="1089387" y="1200846"/>
                  </a:lnTo>
                  <a:lnTo>
                    <a:pt x="1077146" y="1217427"/>
                  </a:lnTo>
                  <a:lnTo>
                    <a:pt x="1064906" y="1233889"/>
                  </a:lnTo>
                  <a:lnTo>
                    <a:pt x="1052666" y="1248364"/>
                  </a:lnTo>
                  <a:lnTo>
                    <a:pt x="1040425" y="1260953"/>
                  </a:lnTo>
                  <a:lnTo>
                    <a:pt x="1028185" y="1272710"/>
                  </a:lnTo>
                  <a:lnTo>
                    <a:pt x="1015945" y="1284505"/>
                  </a:lnTo>
                  <a:lnTo>
                    <a:pt x="1003704" y="1298668"/>
                  </a:lnTo>
                  <a:lnTo>
                    <a:pt x="991464" y="1314502"/>
                  </a:lnTo>
                  <a:lnTo>
                    <a:pt x="979224" y="1328935"/>
                  </a:lnTo>
                  <a:lnTo>
                    <a:pt x="966984" y="1344422"/>
                  </a:lnTo>
                  <a:lnTo>
                    <a:pt x="954743" y="1359582"/>
                  </a:lnTo>
                  <a:lnTo>
                    <a:pt x="942503" y="1375347"/>
                  </a:lnTo>
                  <a:lnTo>
                    <a:pt x="930263" y="1390402"/>
                  </a:lnTo>
                  <a:lnTo>
                    <a:pt x="918022" y="1404760"/>
                  </a:lnTo>
                  <a:lnTo>
                    <a:pt x="905782" y="1418655"/>
                  </a:lnTo>
                  <a:lnTo>
                    <a:pt x="893542" y="1432111"/>
                  </a:lnTo>
                  <a:lnTo>
                    <a:pt x="881301" y="1445152"/>
                  </a:lnTo>
                  <a:lnTo>
                    <a:pt x="869061" y="1457800"/>
                  </a:lnTo>
                  <a:lnTo>
                    <a:pt x="856821" y="1470078"/>
                  </a:lnTo>
                  <a:lnTo>
                    <a:pt x="844581" y="1482532"/>
                  </a:lnTo>
                  <a:lnTo>
                    <a:pt x="832340" y="1496940"/>
                  </a:lnTo>
                  <a:lnTo>
                    <a:pt x="820100" y="1511103"/>
                  </a:lnTo>
                  <a:lnTo>
                    <a:pt x="807860" y="1523614"/>
                  </a:lnTo>
                  <a:lnTo>
                    <a:pt x="795619" y="1537345"/>
                  </a:lnTo>
                  <a:lnTo>
                    <a:pt x="783379" y="1550261"/>
                  </a:lnTo>
                  <a:lnTo>
                    <a:pt x="771139" y="1563333"/>
                  </a:lnTo>
                  <a:lnTo>
                    <a:pt x="758898" y="1576233"/>
                  </a:lnTo>
                  <a:lnTo>
                    <a:pt x="746658" y="1588961"/>
                  </a:lnTo>
                  <a:lnTo>
                    <a:pt x="734418" y="1601037"/>
                  </a:lnTo>
                  <a:lnTo>
                    <a:pt x="722177" y="1611291"/>
                  </a:lnTo>
                  <a:lnTo>
                    <a:pt x="709937" y="1621425"/>
                  </a:lnTo>
                  <a:lnTo>
                    <a:pt x="697697" y="1632034"/>
                  </a:lnTo>
                  <a:lnTo>
                    <a:pt x="685457" y="1643453"/>
                  </a:lnTo>
                  <a:lnTo>
                    <a:pt x="673216" y="1654413"/>
                  </a:lnTo>
                  <a:lnTo>
                    <a:pt x="660976" y="1664889"/>
                  </a:lnTo>
                  <a:lnTo>
                    <a:pt x="648736" y="1674855"/>
                  </a:lnTo>
                  <a:lnTo>
                    <a:pt x="636495" y="1684295"/>
                  </a:lnTo>
                  <a:lnTo>
                    <a:pt x="624255" y="1695592"/>
                  </a:lnTo>
                  <a:lnTo>
                    <a:pt x="612015" y="1706285"/>
                  </a:lnTo>
                  <a:lnTo>
                    <a:pt x="599774" y="1717325"/>
                  </a:lnTo>
                  <a:lnTo>
                    <a:pt x="587534" y="1728123"/>
                  </a:lnTo>
                  <a:lnTo>
                    <a:pt x="575294" y="1739074"/>
                  </a:lnTo>
                  <a:lnTo>
                    <a:pt x="563054" y="1748284"/>
                  </a:lnTo>
                  <a:lnTo>
                    <a:pt x="550813" y="1757994"/>
                  </a:lnTo>
                  <a:lnTo>
                    <a:pt x="538573" y="1767454"/>
                  </a:lnTo>
                  <a:lnTo>
                    <a:pt x="526333" y="1778317"/>
                  </a:lnTo>
                  <a:lnTo>
                    <a:pt x="514092" y="1789191"/>
                  </a:lnTo>
                  <a:lnTo>
                    <a:pt x="501852" y="1799000"/>
                  </a:lnTo>
                  <a:lnTo>
                    <a:pt x="489612" y="1809309"/>
                  </a:lnTo>
                  <a:lnTo>
                    <a:pt x="477371" y="1820263"/>
                  </a:lnTo>
                  <a:lnTo>
                    <a:pt x="465131" y="1831096"/>
                  </a:lnTo>
                  <a:lnTo>
                    <a:pt x="452891" y="1842240"/>
                  </a:lnTo>
                  <a:lnTo>
                    <a:pt x="440650" y="1853595"/>
                  </a:lnTo>
                  <a:lnTo>
                    <a:pt x="428410" y="1865192"/>
                  </a:lnTo>
                  <a:lnTo>
                    <a:pt x="416170" y="1877063"/>
                  </a:lnTo>
                  <a:lnTo>
                    <a:pt x="403930" y="1889241"/>
                  </a:lnTo>
                  <a:lnTo>
                    <a:pt x="391689" y="1901756"/>
                  </a:lnTo>
                  <a:lnTo>
                    <a:pt x="379449" y="1913914"/>
                  </a:lnTo>
                  <a:lnTo>
                    <a:pt x="367209" y="1925210"/>
                  </a:lnTo>
                  <a:lnTo>
                    <a:pt x="354968" y="1936487"/>
                  </a:lnTo>
                  <a:lnTo>
                    <a:pt x="342728" y="1947741"/>
                  </a:lnTo>
                  <a:lnTo>
                    <a:pt x="330488" y="1958966"/>
                  </a:lnTo>
                  <a:lnTo>
                    <a:pt x="318247" y="1970161"/>
                  </a:lnTo>
                  <a:lnTo>
                    <a:pt x="306007" y="1982593"/>
                  </a:lnTo>
                  <a:lnTo>
                    <a:pt x="293767" y="1993969"/>
                  </a:lnTo>
                  <a:lnTo>
                    <a:pt x="281527" y="2009860"/>
                  </a:lnTo>
                  <a:lnTo>
                    <a:pt x="269286" y="2027068"/>
                  </a:lnTo>
                  <a:lnTo>
                    <a:pt x="257046" y="2044284"/>
                  </a:lnTo>
                  <a:lnTo>
                    <a:pt x="244806" y="2061327"/>
                  </a:lnTo>
                  <a:lnTo>
                    <a:pt x="232565" y="2078016"/>
                  </a:lnTo>
                  <a:lnTo>
                    <a:pt x="220325" y="2094168"/>
                  </a:lnTo>
                  <a:lnTo>
                    <a:pt x="208085" y="2109604"/>
                  </a:lnTo>
                  <a:lnTo>
                    <a:pt x="195844" y="2124141"/>
                  </a:lnTo>
                  <a:lnTo>
                    <a:pt x="183604" y="2137599"/>
                  </a:lnTo>
                  <a:lnTo>
                    <a:pt x="171364" y="2151957"/>
                  </a:lnTo>
                  <a:lnTo>
                    <a:pt x="159123" y="2165413"/>
                  </a:lnTo>
                  <a:lnTo>
                    <a:pt x="146883" y="2177439"/>
                  </a:lnTo>
                  <a:lnTo>
                    <a:pt x="134643" y="2182860"/>
                  </a:lnTo>
                  <a:lnTo>
                    <a:pt x="122403" y="2184288"/>
                  </a:lnTo>
                  <a:lnTo>
                    <a:pt x="110162" y="2188345"/>
                  </a:lnTo>
                  <a:lnTo>
                    <a:pt x="97922" y="2197291"/>
                  </a:lnTo>
                  <a:lnTo>
                    <a:pt x="85682" y="2200625"/>
                  </a:lnTo>
                  <a:lnTo>
                    <a:pt x="73441" y="2203766"/>
                  </a:lnTo>
                  <a:lnTo>
                    <a:pt x="61201" y="2204701"/>
                  </a:lnTo>
                  <a:lnTo>
                    <a:pt x="48961" y="2206563"/>
                  </a:lnTo>
                  <a:lnTo>
                    <a:pt x="36720" y="2211147"/>
                  </a:lnTo>
                  <a:lnTo>
                    <a:pt x="24480" y="2218241"/>
                  </a:lnTo>
                  <a:lnTo>
                    <a:pt x="12240" y="2234504"/>
                  </a:lnTo>
                  <a:lnTo>
                    <a:pt x="0" y="2250877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3853145" y="801109"/>
              <a:ext cx="2157394" cy="1965916"/>
            </a:xfrm>
            <a:custGeom>
              <a:avLst/>
              <a:pathLst>
                <a:path w="2157394" h="1965916">
                  <a:moveTo>
                    <a:pt x="0" y="1850560"/>
                  </a:moveTo>
                  <a:lnTo>
                    <a:pt x="12240" y="1883037"/>
                  </a:lnTo>
                  <a:lnTo>
                    <a:pt x="24480" y="1903875"/>
                  </a:lnTo>
                  <a:lnTo>
                    <a:pt x="36720" y="1924048"/>
                  </a:lnTo>
                  <a:lnTo>
                    <a:pt x="48961" y="1932006"/>
                  </a:lnTo>
                  <a:lnTo>
                    <a:pt x="61201" y="1943969"/>
                  </a:lnTo>
                  <a:lnTo>
                    <a:pt x="73441" y="1953564"/>
                  </a:lnTo>
                  <a:lnTo>
                    <a:pt x="85682" y="1965916"/>
                  </a:lnTo>
                  <a:lnTo>
                    <a:pt x="97922" y="1957131"/>
                  </a:lnTo>
                  <a:lnTo>
                    <a:pt x="110162" y="1957275"/>
                  </a:lnTo>
                  <a:lnTo>
                    <a:pt x="122403" y="1956230"/>
                  </a:lnTo>
                  <a:lnTo>
                    <a:pt x="134643" y="1952931"/>
                  </a:lnTo>
                  <a:lnTo>
                    <a:pt x="146883" y="1943370"/>
                  </a:lnTo>
                  <a:lnTo>
                    <a:pt x="159123" y="1934212"/>
                  </a:lnTo>
                  <a:lnTo>
                    <a:pt x="171364" y="1926098"/>
                  </a:lnTo>
                  <a:lnTo>
                    <a:pt x="183604" y="1918890"/>
                  </a:lnTo>
                  <a:lnTo>
                    <a:pt x="195844" y="1912446"/>
                  </a:lnTo>
                  <a:lnTo>
                    <a:pt x="208085" y="1906630"/>
                  </a:lnTo>
                  <a:lnTo>
                    <a:pt x="220325" y="1899478"/>
                  </a:lnTo>
                  <a:lnTo>
                    <a:pt x="232565" y="1888494"/>
                  </a:lnTo>
                  <a:lnTo>
                    <a:pt x="244806" y="1874671"/>
                  </a:lnTo>
                  <a:lnTo>
                    <a:pt x="257046" y="1862010"/>
                  </a:lnTo>
                  <a:lnTo>
                    <a:pt x="269286" y="1853504"/>
                  </a:lnTo>
                  <a:lnTo>
                    <a:pt x="281527" y="1845028"/>
                  </a:lnTo>
                  <a:lnTo>
                    <a:pt x="293767" y="1833484"/>
                  </a:lnTo>
                  <a:lnTo>
                    <a:pt x="306007" y="1822240"/>
                  </a:lnTo>
                  <a:lnTo>
                    <a:pt x="318247" y="1809571"/>
                  </a:lnTo>
                  <a:lnTo>
                    <a:pt x="330488" y="1798622"/>
                  </a:lnTo>
                  <a:lnTo>
                    <a:pt x="342728" y="1785317"/>
                  </a:lnTo>
                  <a:lnTo>
                    <a:pt x="354968" y="1776802"/>
                  </a:lnTo>
                  <a:lnTo>
                    <a:pt x="367209" y="1768422"/>
                  </a:lnTo>
                  <a:lnTo>
                    <a:pt x="379449" y="1759272"/>
                  </a:lnTo>
                  <a:lnTo>
                    <a:pt x="391689" y="1750291"/>
                  </a:lnTo>
                  <a:lnTo>
                    <a:pt x="403930" y="1741693"/>
                  </a:lnTo>
                  <a:lnTo>
                    <a:pt x="416170" y="1731761"/>
                  </a:lnTo>
                  <a:lnTo>
                    <a:pt x="428410" y="1721682"/>
                  </a:lnTo>
                  <a:lnTo>
                    <a:pt x="440650" y="1711640"/>
                  </a:lnTo>
                  <a:lnTo>
                    <a:pt x="452891" y="1701633"/>
                  </a:lnTo>
                  <a:lnTo>
                    <a:pt x="465131" y="1691656"/>
                  </a:lnTo>
                  <a:lnTo>
                    <a:pt x="477371" y="1681707"/>
                  </a:lnTo>
                  <a:lnTo>
                    <a:pt x="489612" y="1671784"/>
                  </a:lnTo>
                  <a:lnTo>
                    <a:pt x="501852" y="1665479"/>
                  </a:lnTo>
                  <a:lnTo>
                    <a:pt x="514092" y="1657484"/>
                  </a:lnTo>
                  <a:lnTo>
                    <a:pt x="526333" y="1649344"/>
                  </a:lnTo>
                  <a:lnTo>
                    <a:pt x="538573" y="1642523"/>
                  </a:lnTo>
                  <a:lnTo>
                    <a:pt x="550813" y="1634876"/>
                  </a:lnTo>
                  <a:lnTo>
                    <a:pt x="563054" y="1625390"/>
                  </a:lnTo>
                  <a:lnTo>
                    <a:pt x="575294" y="1615853"/>
                  </a:lnTo>
                  <a:lnTo>
                    <a:pt x="587534" y="1606419"/>
                  </a:lnTo>
                  <a:lnTo>
                    <a:pt x="599774" y="1596950"/>
                  </a:lnTo>
                  <a:lnTo>
                    <a:pt x="612015" y="1587443"/>
                  </a:lnTo>
                  <a:lnTo>
                    <a:pt x="624255" y="1577347"/>
                  </a:lnTo>
                  <a:lnTo>
                    <a:pt x="636495" y="1566372"/>
                  </a:lnTo>
                  <a:lnTo>
                    <a:pt x="648736" y="1555106"/>
                  </a:lnTo>
                  <a:lnTo>
                    <a:pt x="660976" y="1543564"/>
                  </a:lnTo>
                  <a:lnTo>
                    <a:pt x="673216" y="1531758"/>
                  </a:lnTo>
                  <a:lnTo>
                    <a:pt x="685457" y="1519703"/>
                  </a:lnTo>
                  <a:lnTo>
                    <a:pt x="697697" y="1507410"/>
                  </a:lnTo>
                  <a:lnTo>
                    <a:pt x="709937" y="1495189"/>
                  </a:lnTo>
                  <a:lnTo>
                    <a:pt x="722177" y="1484312"/>
                  </a:lnTo>
                  <a:lnTo>
                    <a:pt x="734418" y="1472154"/>
                  </a:lnTo>
                  <a:lnTo>
                    <a:pt x="746658" y="1459551"/>
                  </a:lnTo>
                  <a:lnTo>
                    <a:pt x="758898" y="1447578"/>
                  </a:lnTo>
                  <a:lnTo>
                    <a:pt x="771139" y="1436389"/>
                  </a:lnTo>
                  <a:lnTo>
                    <a:pt x="783379" y="1422450"/>
                  </a:lnTo>
                  <a:lnTo>
                    <a:pt x="795619" y="1408300"/>
                  </a:lnTo>
                  <a:lnTo>
                    <a:pt x="807860" y="1393963"/>
                  </a:lnTo>
                  <a:lnTo>
                    <a:pt x="820100" y="1379461"/>
                  </a:lnTo>
                  <a:lnTo>
                    <a:pt x="832340" y="1364816"/>
                  </a:lnTo>
                  <a:lnTo>
                    <a:pt x="844581" y="1350052"/>
                  </a:lnTo>
                  <a:lnTo>
                    <a:pt x="856821" y="1335191"/>
                  </a:lnTo>
                  <a:lnTo>
                    <a:pt x="869061" y="1320256"/>
                  </a:lnTo>
                  <a:lnTo>
                    <a:pt x="881301" y="1305678"/>
                  </a:lnTo>
                  <a:lnTo>
                    <a:pt x="893542" y="1291416"/>
                  </a:lnTo>
                  <a:lnTo>
                    <a:pt x="905782" y="1277208"/>
                  </a:lnTo>
                  <a:lnTo>
                    <a:pt x="918022" y="1263073"/>
                  </a:lnTo>
                  <a:lnTo>
                    <a:pt x="930263" y="1248243"/>
                  </a:lnTo>
                  <a:lnTo>
                    <a:pt x="942503" y="1234083"/>
                  </a:lnTo>
                  <a:lnTo>
                    <a:pt x="954743" y="1218301"/>
                  </a:lnTo>
                  <a:lnTo>
                    <a:pt x="966984" y="1204160"/>
                  </a:lnTo>
                  <a:lnTo>
                    <a:pt x="979224" y="1189071"/>
                  </a:lnTo>
                  <a:lnTo>
                    <a:pt x="991464" y="1173556"/>
                  </a:lnTo>
                  <a:lnTo>
                    <a:pt x="1003704" y="1157025"/>
                  </a:lnTo>
                  <a:lnTo>
                    <a:pt x="1015945" y="1142489"/>
                  </a:lnTo>
                  <a:lnTo>
                    <a:pt x="1028185" y="1128080"/>
                  </a:lnTo>
                  <a:lnTo>
                    <a:pt x="1040425" y="1113733"/>
                  </a:lnTo>
                  <a:lnTo>
                    <a:pt x="1052666" y="1099445"/>
                  </a:lnTo>
                  <a:lnTo>
                    <a:pt x="1064906" y="1085214"/>
                  </a:lnTo>
                  <a:lnTo>
                    <a:pt x="1077146" y="1071038"/>
                  </a:lnTo>
                  <a:lnTo>
                    <a:pt x="1089387" y="1055157"/>
                  </a:lnTo>
                  <a:lnTo>
                    <a:pt x="1101627" y="1039934"/>
                  </a:lnTo>
                  <a:lnTo>
                    <a:pt x="1113867" y="1026285"/>
                  </a:lnTo>
                  <a:lnTo>
                    <a:pt x="1126108" y="1010994"/>
                  </a:lnTo>
                  <a:lnTo>
                    <a:pt x="1138348" y="993809"/>
                  </a:lnTo>
                  <a:lnTo>
                    <a:pt x="1150588" y="976740"/>
                  </a:lnTo>
                  <a:lnTo>
                    <a:pt x="1162828" y="961566"/>
                  </a:lnTo>
                  <a:lnTo>
                    <a:pt x="1175069" y="945428"/>
                  </a:lnTo>
                  <a:lnTo>
                    <a:pt x="1187309" y="929600"/>
                  </a:lnTo>
                  <a:lnTo>
                    <a:pt x="1199549" y="914120"/>
                  </a:lnTo>
                  <a:lnTo>
                    <a:pt x="1211790" y="899025"/>
                  </a:lnTo>
                  <a:lnTo>
                    <a:pt x="1224030" y="884356"/>
                  </a:lnTo>
                  <a:lnTo>
                    <a:pt x="1236270" y="870149"/>
                  </a:lnTo>
                  <a:lnTo>
                    <a:pt x="1248511" y="857259"/>
                  </a:lnTo>
                  <a:lnTo>
                    <a:pt x="1260751" y="843560"/>
                  </a:lnTo>
                  <a:lnTo>
                    <a:pt x="1272991" y="830631"/>
                  </a:lnTo>
                  <a:lnTo>
                    <a:pt x="1285231" y="818489"/>
                  </a:lnTo>
                  <a:lnTo>
                    <a:pt x="1297472" y="802883"/>
                  </a:lnTo>
                  <a:lnTo>
                    <a:pt x="1309712" y="783554"/>
                  </a:lnTo>
                  <a:lnTo>
                    <a:pt x="1321952" y="765792"/>
                  </a:lnTo>
                  <a:lnTo>
                    <a:pt x="1334193" y="747639"/>
                  </a:lnTo>
                  <a:lnTo>
                    <a:pt x="1346433" y="728491"/>
                  </a:lnTo>
                  <a:lnTo>
                    <a:pt x="1358673" y="713349"/>
                  </a:lnTo>
                  <a:lnTo>
                    <a:pt x="1370914" y="700178"/>
                  </a:lnTo>
                  <a:lnTo>
                    <a:pt x="1383154" y="681855"/>
                  </a:lnTo>
                  <a:lnTo>
                    <a:pt x="1395394" y="663853"/>
                  </a:lnTo>
                  <a:lnTo>
                    <a:pt x="1407635" y="646835"/>
                  </a:lnTo>
                  <a:lnTo>
                    <a:pt x="1419875" y="629082"/>
                  </a:lnTo>
                  <a:lnTo>
                    <a:pt x="1432115" y="612448"/>
                  </a:lnTo>
                  <a:lnTo>
                    <a:pt x="1444355" y="596407"/>
                  </a:lnTo>
                  <a:lnTo>
                    <a:pt x="1456596" y="581026"/>
                  </a:lnTo>
                  <a:lnTo>
                    <a:pt x="1468836" y="566372"/>
                  </a:lnTo>
                  <a:lnTo>
                    <a:pt x="1481076" y="552515"/>
                  </a:lnTo>
                  <a:lnTo>
                    <a:pt x="1493317" y="539520"/>
                  </a:lnTo>
                  <a:lnTo>
                    <a:pt x="1505557" y="526498"/>
                  </a:lnTo>
                  <a:lnTo>
                    <a:pt x="1517797" y="510659"/>
                  </a:lnTo>
                  <a:lnTo>
                    <a:pt x="1530038" y="498544"/>
                  </a:lnTo>
                  <a:lnTo>
                    <a:pt x="1542278" y="486858"/>
                  </a:lnTo>
                  <a:lnTo>
                    <a:pt x="1554518" y="467193"/>
                  </a:lnTo>
                  <a:lnTo>
                    <a:pt x="1566759" y="454229"/>
                  </a:lnTo>
                  <a:lnTo>
                    <a:pt x="1578999" y="442096"/>
                  </a:lnTo>
                  <a:lnTo>
                    <a:pt x="1591239" y="430782"/>
                  </a:lnTo>
                  <a:lnTo>
                    <a:pt x="1603479" y="416778"/>
                  </a:lnTo>
                  <a:lnTo>
                    <a:pt x="1615720" y="400647"/>
                  </a:lnTo>
                  <a:lnTo>
                    <a:pt x="1627960" y="384866"/>
                  </a:lnTo>
                  <a:lnTo>
                    <a:pt x="1640200" y="378683"/>
                  </a:lnTo>
                  <a:lnTo>
                    <a:pt x="1652441" y="367288"/>
                  </a:lnTo>
                  <a:lnTo>
                    <a:pt x="1664681" y="344608"/>
                  </a:lnTo>
                  <a:lnTo>
                    <a:pt x="1676921" y="327046"/>
                  </a:lnTo>
                  <a:lnTo>
                    <a:pt x="1689162" y="314367"/>
                  </a:lnTo>
                  <a:lnTo>
                    <a:pt x="1701402" y="302578"/>
                  </a:lnTo>
                  <a:lnTo>
                    <a:pt x="1713642" y="291770"/>
                  </a:lnTo>
                  <a:lnTo>
                    <a:pt x="1725882" y="280517"/>
                  </a:lnTo>
                  <a:lnTo>
                    <a:pt x="1738123" y="260667"/>
                  </a:lnTo>
                  <a:lnTo>
                    <a:pt x="1750363" y="247711"/>
                  </a:lnTo>
                  <a:lnTo>
                    <a:pt x="1762603" y="231381"/>
                  </a:lnTo>
                  <a:lnTo>
                    <a:pt x="1774844" y="223717"/>
                  </a:lnTo>
                  <a:lnTo>
                    <a:pt x="1787084" y="220177"/>
                  </a:lnTo>
                  <a:lnTo>
                    <a:pt x="1799324" y="211979"/>
                  </a:lnTo>
                  <a:lnTo>
                    <a:pt x="1811565" y="199497"/>
                  </a:lnTo>
                  <a:lnTo>
                    <a:pt x="1823805" y="184437"/>
                  </a:lnTo>
                  <a:lnTo>
                    <a:pt x="1836045" y="177381"/>
                  </a:lnTo>
                  <a:lnTo>
                    <a:pt x="1848286" y="170111"/>
                  </a:lnTo>
                  <a:lnTo>
                    <a:pt x="1860526" y="164183"/>
                  </a:lnTo>
                  <a:lnTo>
                    <a:pt x="1872766" y="167204"/>
                  </a:lnTo>
                  <a:lnTo>
                    <a:pt x="1885006" y="166966"/>
                  </a:lnTo>
                  <a:lnTo>
                    <a:pt x="1897247" y="165905"/>
                  </a:lnTo>
                  <a:lnTo>
                    <a:pt x="1909487" y="162761"/>
                  </a:lnTo>
                  <a:lnTo>
                    <a:pt x="1921727" y="161020"/>
                  </a:lnTo>
                  <a:lnTo>
                    <a:pt x="1933968" y="159303"/>
                  </a:lnTo>
                  <a:lnTo>
                    <a:pt x="1946208" y="158227"/>
                  </a:lnTo>
                  <a:lnTo>
                    <a:pt x="1958448" y="149751"/>
                  </a:lnTo>
                  <a:lnTo>
                    <a:pt x="1970689" y="129125"/>
                  </a:lnTo>
                  <a:lnTo>
                    <a:pt x="1982929" y="110680"/>
                  </a:lnTo>
                  <a:lnTo>
                    <a:pt x="1995169" y="116974"/>
                  </a:lnTo>
                  <a:lnTo>
                    <a:pt x="2007409" y="109407"/>
                  </a:lnTo>
                  <a:lnTo>
                    <a:pt x="2019650" y="89868"/>
                  </a:lnTo>
                  <a:lnTo>
                    <a:pt x="2031890" y="77552"/>
                  </a:lnTo>
                  <a:lnTo>
                    <a:pt x="2044130" y="67735"/>
                  </a:lnTo>
                  <a:lnTo>
                    <a:pt x="2056371" y="68500"/>
                  </a:lnTo>
                  <a:lnTo>
                    <a:pt x="2068611" y="59350"/>
                  </a:lnTo>
                  <a:lnTo>
                    <a:pt x="2080851" y="64305"/>
                  </a:lnTo>
                  <a:lnTo>
                    <a:pt x="2093092" y="92242"/>
                  </a:lnTo>
                  <a:lnTo>
                    <a:pt x="2105332" y="93993"/>
                  </a:lnTo>
                  <a:lnTo>
                    <a:pt x="2117572" y="88157"/>
                  </a:lnTo>
                  <a:lnTo>
                    <a:pt x="2129813" y="77819"/>
                  </a:lnTo>
                  <a:lnTo>
                    <a:pt x="2142053" y="46859"/>
                  </a:lnTo>
                  <a:lnTo>
                    <a:pt x="2154293" y="13762"/>
                  </a:lnTo>
                  <a:lnTo>
                    <a:pt x="215739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3853145" y="1401068"/>
              <a:ext cx="2191014" cy="1650917"/>
            </a:xfrm>
            <a:custGeom>
              <a:avLst/>
              <a:pathLst>
                <a:path w="2191014" h="1650917">
                  <a:moveTo>
                    <a:pt x="2191014" y="387180"/>
                  </a:moveTo>
                  <a:lnTo>
                    <a:pt x="2178774" y="331918"/>
                  </a:lnTo>
                  <a:lnTo>
                    <a:pt x="2166533" y="295641"/>
                  </a:lnTo>
                  <a:lnTo>
                    <a:pt x="2154293" y="271160"/>
                  </a:lnTo>
                  <a:lnTo>
                    <a:pt x="2142053" y="247555"/>
                  </a:lnTo>
                  <a:lnTo>
                    <a:pt x="2129813" y="205759"/>
                  </a:lnTo>
                  <a:lnTo>
                    <a:pt x="2117572" y="212315"/>
                  </a:lnTo>
                  <a:lnTo>
                    <a:pt x="2105332" y="205126"/>
                  </a:lnTo>
                  <a:lnTo>
                    <a:pt x="2093092" y="195163"/>
                  </a:lnTo>
                  <a:lnTo>
                    <a:pt x="2080851" y="182710"/>
                  </a:lnTo>
                  <a:lnTo>
                    <a:pt x="2068611" y="168051"/>
                  </a:lnTo>
                  <a:lnTo>
                    <a:pt x="2056371" y="151471"/>
                  </a:lnTo>
                  <a:lnTo>
                    <a:pt x="2044130" y="154479"/>
                  </a:lnTo>
                  <a:lnTo>
                    <a:pt x="2031890" y="157835"/>
                  </a:lnTo>
                  <a:lnTo>
                    <a:pt x="2019650" y="156539"/>
                  </a:lnTo>
                  <a:lnTo>
                    <a:pt x="2007409" y="130135"/>
                  </a:lnTo>
                  <a:lnTo>
                    <a:pt x="1995169" y="93877"/>
                  </a:lnTo>
                  <a:lnTo>
                    <a:pt x="1982929" y="57010"/>
                  </a:lnTo>
                  <a:lnTo>
                    <a:pt x="1970689" y="47124"/>
                  </a:lnTo>
                  <a:lnTo>
                    <a:pt x="1958448" y="30794"/>
                  </a:lnTo>
                  <a:lnTo>
                    <a:pt x="1946208" y="19590"/>
                  </a:lnTo>
                  <a:lnTo>
                    <a:pt x="1933968" y="22164"/>
                  </a:lnTo>
                  <a:lnTo>
                    <a:pt x="1921727" y="23835"/>
                  </a:lnTo>
                  <a:lnTo>
                    <a:pt x="1909487" y="22885"/>
                  </a:lnTo>
                  <a:lnTo>
                    <a:pt x="1897247" y="5733"/>
                  </a:lnTo>
                  <a:lnTo>
                    <a:pt x="1885006" y="3820"/>
                  </a:lnTo>
                  <a:lnTo>
                    <a:pt x="1872766" y="1882"/>
                  </a:lnTo>
                  <a:lnTo>
                    <a:pt x="1860526" y="0"/>
                  </a:lnTo>
                  <a:lnTo>
                    <a:pt x="1848286" y="9419"/>
                  </a:lnTo>
                  <a:lnTo>
                    <a:pt x="1836045" y="6009"/>
                  </a:lnTo>
                  <a:lnTo>
                    <a:pt x="1823805" y="10376"/>
                  </a:lnTo>
                  <a:lnTo>
                    <a:pt x="1811565" y="12281"/>
                  </a:lnTo>
                  <a:lnTo>
                    <a:pt x="1799324" y="12922"/>
                  </a:lnTo>
                  <a:lnTo>
                    <a:pt x="1787084" y="18332"/>
                  </a:lnTo>
                  <a:lnTo>
                    <a:pt x="1774844" y="28020"/>
                  </a:lnTo>
                  <a:lnTo>
                    <a:pt x="1762603" y="29911"/>
                  </a:lnTo>
                  <a:lnTo>
                    <a:pt x="1750363" y="34333"/>
                  </a:lnTo>
                  <a:lnTo>
                    <a:pt x="1738123" y="38477"/>
                  </a:lnTo>
                  <a:lnTo>
                    <a:pt x="1725882" y="40468"/>
                  </a:lnTo>
                  <a:lnTo>
                    <a:pt x="1713642" y="42454"/>
                  </a:lnTo>
                  <a:lnTo>
                    <a:pt x="1701402" y="43900"/>
                  </a:lnTo>
                  <a:lnTo>
                    <a:pt x="1689162" y="44940"/>
                  </a:lnTo>
                  <a:lnTo>
                    <a:pt x="1676921" y="45712"/>
                  </a:lnTo>
                  <a:lnTo>
                    <a:pt x="1664681" y="47113"/>
                  </a:lnTo>
                  <a:lnTo>
                    <a:pt x="1652441" y="49563"/>
                  </a:lnTo>
                  <a:lnTo>
                    <a:pt x="1640200" y="52362"/>
                  </a:lnTo>
                  <a:lnTo>
                    <a:pt x="1627960" y="58531"/>
                  </a:lnTo>
                  <a:lnTo>
                    <a:pt x="1615720" y="68097"/>
                  </a:lnTo>
                  <a:lnTo>
                    <a:pt x="1603479" y="76807"/>
                  </a:lnTo>
                  <a:lnTo>
                    <a:pt x="1591239" y="89063"/>
                  </a:lnTo>
                  <a:lnTo>
                    <a:pt x="1578999" y="100155"/>
                  </a:lnTo>
                  <a:lnTo>
                    <a:pt x="1566759" y="109698"/>
                  </a:lnTo>
                  <a:lnTo>
                    <a:pt x="1554518" y="118944"/>
                  </a:lnTo>
                  <a:lnTo>
                    <a:pt x="1542278" y="127920"/>
                  </a:lnTo>
                  <a:lnTo>
                    <a:pt x="1530038" y="137222"/>
                  </a:lnTo>
                  <a:lnTo>
                    <a:pt x="1517797" y="147997"/>
                  </a:lnTo>
                  <a:lnTo>
                    <a:pt x="1505557" y="160475"/>
                  </a:lnTo>
                  <a:lnTo>
                    <a:pt x="1493317" y="171978"/>
                  </a:lnTo>
                  <a:lnTo>
                    <a:pt x="1481076" y="182534"/>
                  </a:lnTo>
                  <a:lnTo>
                    <a:pt x="1468836" y="192235"/>
                  </a:lnTo>
                  <a:lnTo>
                    <a:pt x="1456596" y="202275"/>
                  </a:lnTo>
                  <a:lnTo>
                    <a:pt x="1444355" y="216976"/>
                  </a:lnTo>
                  <a:lnTo>
                    <a:pt x="1432115" y="233223"/>
                  </a:lnTo>
                  <a:lnTo>
                    <a:pt x="1419875" y="242535"/>
                  </a:lnTo>
                  <a:lnTo>
                    <a:pt x="1407635" y="253081"/>
                  </a:lnTo>
                  <a:lnTo>
                    <a:pt x="1395394" y="268296"/>
                  </a:lnTo>
                  <a:lnTo>
                    <a:pt x="1383154" y="277810"/>
                  </a:lnTo>
                  <a:lnTo>
                    <a:pt x="1370914" y="287235"/>
                  </a:lnTo>
                  <a:lnTo>
                    <a:pt x="1358673" y="296614"/>
                  </a:lnTo>
                  <a:lnTo>
                    <a:pt x="1346433" y="308828"/>
                  </a:lnTo>
                  <a:lnTo>
                    <a:pt x="1334193" y="323738"/>
                  </a:lnTo>
                  <a:lnTo>
                    <a:pt x="1321952" y="338549"/>
                  </a:lnTo>
                  <a:lnTo>
                    <a:pt x="1309712" y="351168"/>
                  </a:lnTo>
                  <a:lnTo>
                    <a:pt x="1297472" y="362747"/>
                  </a:lnTo>
                  <a:lnTo>
                    <a:pt x="1285231" y="377022"/>
                  </a:lnTo>
                  <a:lnTo>
                    <a:pt x="1272991" y="390721"/>
                  </a:lnTo>
                  <a:lnTo>
                    <a:pt x="1260751" y="403086"/>
                  </a:lnTo>
                  <a:lnTo>
                    <a:pt x="1248511" y="415656"/>
                  </a:lnTo>
                  <a:lnTo>
                    <a:pt x="1236270" y="431985"/>
                  </a:lnTo>
                  <a:lnTo>
                    <a:pt x="1224030" y="445617"/>
                  </a:lnTo>
                  <a:lnTo>
                    <a:pt x="1211790" y="459952"/>
                  </a:lnTo>
                  <a:lnTo>
                    <a:pt x="1199549" y="474825"/>
                  </a:lnTo>
                  <a:lnTo>
                    <a:pt x="1187309" y="488677"/>
                  </a:lnTo>
                  <a:lnTo>
                    <a:pt x="1175069" y="504550"/>
                  </a:lnTo>
                  <a:lnTo>
                    <a:pt x="1162828" y="519894"/>
                  </a:lnTo>
                  <a:lnTo>
                    <a:pt x="1150588" y="534679"/>
                  </a:lnTo>
                  <a:lnTo>
                    <a:pt x="1138348" y="549672"/>
                  </a:lnTo>
                  <a:lnTo>
                    <a:pt x="1126108" y="562983"/>
                  </a:lnTo>
                  <a:lnTo>
                    <a:pt x="1113867" y="575056"/>
                  </a:lnTo>
                  <a:lnTo>
                    <a:pt x="1101627" y="587986"/>
                  </a:lnTo>
                  <a:lnTo>
                    <a:pt x="1089387" y="600886"/>
                  </a:lnTo>
                  <a:lnTo>
                    <a:pt x="1077146" y="617468"/>
                  </a:lnTo>
                  <a:lnTo>
                    <a:pt x="1064906" y="633929"/>
                  </a:lnTo>
                  <a:lnTo>
                    <a:pt x="1052666" y="648404"/>
                  </a:lnTo>
                  <a:lnTo>
                    <a:pt x="1040425" y="660994"/>
                  </a:lnTo>
                  <a:lnTo>
                    <a:pt x="1028185" y="672750"/>
                  </a:lnTo>
                  <a:lnTo>
                    <a:pt x="1015945" y="684546"/>
                  </a:lnTo>
                  <a:lnTo>
                    <a:pt x="1003704" y="698709"/>
                  </a:lnTo>
                  <a:lnTo>
                    <a:pt x="991464" y="714542"/>
                  </a:lnTo>
                  <a:lnTo>
                    <a:pt x="979224" y="728975"/>
                  </a:lnTo>
                  <a:lnTo>
                    <a:pt x="966984" y="744463"/>
                  </a:lnTo>
                  <a:lnTo>
                    <a:pt x="954743" y="759623"/>
                  </a:lnTo>
                  <a:lnTo>
                    <a:pt x="942503" y="775387"/>
                  </a:lnTo>
                  <a:lnTo>
                    <a:pt x="930263" y="790442"/>
                  </a:lnTo>
                  <a:lnTo>
                    <a:pt x="918022" y="804800"/>
                  </a:lnTo>
                  <a:lnTo>
                    <a:pt x="905782" y="818695"/>
                  </a:lnTo>
                  <a:lnTo>
                    <a:pt x="893542" y="832152"/>
                  </a:lnTo>
                  <a:lnTo>
                    <a:pt x="881301" y="845192"/>
                  </a:lnTo>
                  <a:lnTo>
                    <a:pt x="869061" y="857840"/>
                  </a:lnTo>
                  <a:lnTo>
                    <a:pt x="856821" y="870119"/>
                  </a:lnTo>
                  <a:lnTo>
                    <a:pt x="844581" y="882573"/>
                  </a:lnTo>
                  <a:lnTo>
                    <a:pt x="832340" y="896980"/>
                  </a:lnTo>
                  <a:lnTo>
                    <a:pt x="820100" y="911143"/>
                  </a:lnTo>
                  <a:lnTo>
                    <a:pt x="807860" y="923654"/>
                  </a:lnTo>
                  <a:lnTo>
                    <a:pt x="795619" y="937385"/>
                  </a:lnTo>
                  <a:lnTo>
                    <a:pt x="783379" y="950301"/>
                  </a:lnTo>
                  <a:lnTo>
                    <a:pt x="771139" y="963373"/>
                  </a:lnTo>
                  <a:lnTo>
                    <a:pt x="758898" y="976274"/>
                  </a:lnTo>
                  <a:lnTo>
                    <a:pt x="746658" y="989001"/>
                  </a:lnTo>
                  <a:lnTo>
                    <a:pt x="734418" y="1001077"/>
                  </a:lnTo>
                  <a:lnTo>
                    <a:pt x="722177" y="1011331"/>
                  </a:lnTo>
                  <a:lnTo>
                    <a:pt x="709937" y="1021466"/>
                  </a:lnTo>
                  <a:lnTo>
                    <a:pt x="697697" y="1032075"/>
                  </a:lnTo>
                  <a:lnTo>
                    <a:pt x="685457" y="1043494"/>
                  </a:lnTo>
                  <a:lnTo>
                    <a:pt x="673216" y="1054454"/>
                  </a:lnTo>
                  <a:lnTo>
                    <a:pt x="660976" y="1064929"/>
                  </a:lnTo>
                  <a:lnTo>
                    <a:pt x="648736" y="1074895"/>
                  </a:lnTo>
                  <a:lnTo>
                    <a:pt x="636495" y="1084335"/>
                  </a:lnTo>
                  <a:lnTo>
                    <a:pt x="624255" y="1095633"/>
                  </a:lnTo>
                  <a:lnTo>
                    <a:pt x="612015" y="1106325"/>
                  </a:lnTo>
                  <a:lnTo>
                    <a:pt x="599774" y="1117365"/>
                  </a:lnTo>
                  <a:lnTo>
                    <a:pt x="587534" y="1128163"/>
                  </a:lnTo>
                  <a:lnTo>
                    <a:pt x="575294" y="1139114"/>
                  </a:lnTo>
                  <a:lnTo>
                    <a:pt x="563054" y="1148324"/>
                  </a:lnTo>
                  <a:lnTo>
                    <a:pt x="550813" y="1158034"/>
                  </a:lnTo>
                  <a:lnTo>
                    <a:pt x="538573" y="1167494"/>
                  </a:lnTo>
                  <a:lnTo>
                    <a:pt x="526333" y="1178358"/>
                  </a:lnTo>
                  <a:lnTo>
                    <a:pt x="514092" y="1189231"/>
                  </a:lnTo>
                  <a:lnTo>
                    <a:pt x="501852" y="1199040"/>
                  </a:lnTo>
                  <a:lnTo>
                    <a:pt x="489612" y="1209350"/>
                  </a:lnTo>
                  <a:lnTo>
                    <a:pt x="477371" y="1220304"/>
                  </a:lnTo>
                  <a:lnTo>
                    <a:pt x="465131" y="1231136"/>
                  </a:lnTo>
                  <a:lnTo>
                    <a:pt x="452891" y="1242281"/>
                  </a:lnTo>
                  <a:lnTo>
                    <a:pt x="440650" y="1253635"/>
                  </a:lnTo>
                  <a:lnTo>
                    <a:pt x="428410" y="1265232"/>
                  </a:lnTo>
                  <a:lnTo>
                    <a:pt x="416170" y="1277104"/>
                  </a:lnTo>
                  <a:lnTo>
                    <a:pt x="403930" y="1289281"/>
                  </a:lnTo>
                  <a:lnTo>
                    <a:pt x="391689" y="1301797"/>
                  </a:lnTo>
                  <a:lnTo>
                    <a:pt x="379449" y="1313955"/>
                  </a:lnTo>
                  <a:lnTo>
                    <a:pt x="367209" y="1325251"/>
                  </a:lnTo>
                  <a:lnTo>
                    <a:pt x="354968" y="1336528"/>
                  </a:lnTo>
                  <a:lnTo>
                    <a:pt x="342728" y="1347781"/>
                  </a:lnTo>
                  <a:lnTo>
                    <a:pt x="330488" y="1359007"/>
                  </a:lnTo>
                  <a:lnTo>
                    <a:pt x="318247" y="1370201"/>
                  </a:lnTo>
                  <a:lnTo>
                    <a:pt x="306007" y="1382633"/>
                  </a:lnTo>
                  <a:lnTo>
                    <a:pt x="293767" y="1394009"/>
                  </a:lnTo>
                  <a:lnTo>
                    <a:pt x="281527" y="1409900"/>
                  </a:lnTo>
                  <a:lnTo>
                    <a:pt x="269286" y="1427108"/>
                  </a:lnTo>
                  <a:lnTo>
                    <a:pt x="257046" y="1444325"/>
                  </a:lnTo>
                  <a:lnTo>
                    <a:pt x="244806" y="1461368"/>
                  </a:lnTo>
                  <a:lnTo>
                    <a:pt x="232565" y="1478056"/>
                  </a:lnTo>
                  <a:lnTo>
                    <a:pt x="220325" y="1494209"/>
                  </a:lnTo>
                  <a:lnTo>
                    <a:pt x="208085" y="1509644"/>
                  </a:lnTo>
                  <a:lnTo>
                    <a:pt x="195844" y="1524182"/>
                  </a:lnTo>
                  <a:lnTo>
                    <a:pt x="183604" y="1537639"/>
                  </a:lnTo>
                  <a:lnTo>
                    <a:pt x="171364" y="1551998"/>
                  </a:lnTo>
                  <a:lnTo>
                    <a:pt x="159123" y="1565453"/>
                  </a:lnTo>
                  <a:lnTo>
                    <a:pt x="146883" y="1577479"/>
                  </a:lnTo>
                  <a:lnTo>
                    <a:pt x="134643" y="1582900"/>
                  </a:lnTo>
                  <a:lnTo>
                    <a:pt x="122403" y="1584329"/>
                  </a:lnTo>
                  <a:lnTo>
                    <a:pt x="110162" y="1588386"/>
                  </a:lnTo>
                  <a:lnTo>
                    <a:pt x="97922" y="1597331"/>
                  </a:lnTo>
                  <a:lnTo>
                    <a:pt x="85682" y="1600665"/>
                  </a:lnTo>
                  <a:lnTo>
                    <a:pt x="73441" y="1603806"/>
                  </a:lnTo>
                  <a:lnTo>
                    <a:pt x="61201" y="1604741"/>
                  </a:lnTo>
                  <a:lnTo>
                    <a:pt x="48961" y="1606604"/>
                  </a:lnTo>
                  <a:lnTo>
                    <a:pt x="36720" y="1611188"/>
                  </a:lnTo>
                  <a:lnTo>
                    <a:pt x="24480" y="1618282"/>
                  </a:lnTo>
                  <a:lnTo>
                    <a:pt x="12240" y="1634544"/>
                  </a:lnTo>
                  <a:lnTo>
                    <a:pt x="0" y="165091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3853145" y="1175229"/>
              <a:ext cx="2191014" cy="1698237"/>
            </a:xfrm>
            <a:custGeom>
              <a:avLst/>
              <a:pathLst>
                <a:path w="2191014" h="1698237">
                  <a:moveTo>
                    <a:pt x="0" y="1659204"/>
                  </a:moveTo>
                  <a:lnTo>
                    <a:pt x="12240" y="1670895"/>
                  </a:lnTo>
                  <a:lnTo>
                    <a:pt x="24480" y="1680373"/>
                  </a:lnTo>
                  <a:lnTo>
                    <a:pt x="36720" y="1687742"/>
                  </a:lnTo>
                  <a:lnTo>
                    <a:pt x="48961" y="1693106"/>
                  </a:lnTo>
                  <a:lnTo>
                    <a:pt x="61201" y="1696569"/>
                  </a:lnTo>
                  <a:lnTo>
                    <a:pt x="73441" y="1698237"/>
                  </a:lnTo>
                  <a:lnTo>
                    <a:pt x="85682" y="1698214"/>
                  </a:lnTo>
                  <a:lnTo>
                    <a:pt x="97922" y="1696605"/>
                  </a:lnTo>
                  <a:lnTo>
                    <a:pt x="110162" y="1693513"/>
                  </a:lnTo>
                  <a:lnTo>
                    <a:pt x="122403" y="1689044"/>
                  </a:lnTo>
                  <a:lnTo>
                    <a:pt x="134643" y="1683303"/>
                  </a:lnTo>
                  <a:lnTo>
                    <a:pt x="146883" y="1676393"/>
                  </a:lnTo>
                  <a:lnTo>
                    <a:pt x="159123" y="1668419"/>
                  </a:lnTo>
                  <a:lnTo>
                    <a:pt x="171364" y="1659487"/>
                  </a:lnTo>
                  <a:lnTo>
                    <a:pt x="183604" y="1649700"/>
                  </a:lnTo>
                  <a:lnTo>
                    <a:pt x="195844" y="1639163"/>
                  </a:lnTo>
                  <a:lnTo>
                    <a:pt x="208085" y="1627980"/>
                  </a:lnTo>
                  <a:lnTo>
                    <a:pt x="220325" y="1616257"/>
                  </a:lnTo>
                  <a:lnTo>
                    <a:pt x="232565" y="1604097"/>
                  </a:lnTo>
                  <a:lnTo>
                    <a:pt x="244806" y="1591606"/>
                  </a:lnTo>
                  <a:lnTo>
                    <a:pt x="257046" y="1578887"/>
                  </a:lnTo>
                  <a:lnTo>
                    <a:pt x="269286" y="1566046"/>
                  </a:lnTo>
                  <a:lnTo>
                    <a:pt x="281527" y="1553187"/>
                  </a:lnTo>
                  <a:lnTo>
                    <a:pt x="293767" y="1540414"/>
                  </a:lnTo>
                  <a:lnTo>
                    <a:pt x="306007" y="1527833"/>
                  </a:lnTo>
                  <a:lnTo>
                    <a:pt x="318247" y="1515544"/>
                  </a:lnTo>
                  <a:lnTo>
                    <a:pt x="330488" y="1503596"/>
                  </a:lnTo>
                  <a:lnTo>
                    <a:pt x="342728" y="1491970"/>
                  </a:lnTo>
                  <a:lnTo>
                    <a:pt x="354968" y="1480644"/>
                  </a:lnTo>
                  <a:lnTo>
                    <a:pt x="367209" y="1469594"/>
                  </a:lnTo>
                  <a:lnTo>
                    <a:pt x="379449" y="1458800"/>
                  </a:lnTo>
                  <a:lnTo>
                    <a:pt x="391689" y="1448238"/>
                  </a:lnTo>
                  <a:lnTo>
                    <a:pt x="403930" y="1437886"/>
                  </a:lnTo>
                  <a:lnTo>
                    <a:pt x="416170" y="1427721"/>
                  </a:lnTo>
                  <a:lnTo>
                    <a:pt x="428410" y="1417723"/>
                  </a:lnTo>
                  <a:lnTo>
                    <a:pt x="440650" y="1407867"/>
                  </a:lnTo>
                  <a:lnTo>
                    <a:pt x="452891" y="1398132"/>
                  </a:lnTo>
                  <a:lnTo>
                    <a:pt x="465131" y="1388495"/>
                  </a:lnTo>
                  <a:lnTo>
                    <a:pt x="477371" y="1378934"/>
                  </a:lnTo>
                  <a:lnTo>
                    <a:pt x="489612" y="1369427"/>
                  </a:lnTo>
                  <a:lnTo>
                    <a:pt x="501852" y="1359951"/>
                  </a:lnTo>
                  <a:lnTo>
                    <a:pt x="514092" y="1350485"/>
                  </a:lnTo>
                  <a:lnTo>
                    <a:pt x="526333" y="1341005"/>
                  </a:lnTo>
                  <a:lnTo>
                    <a:pt x="538573" y="1331489"/>
                  </a:lnTo>
                  <a:lnTo>
                    <a:pt x="550813" y="1321915"/>
                  </a:lnTo>
                  <a:lnTo>
                    <a:pt x="563054" y="1312260"/>
                  </a:lnTo>
                  <a:lnTo>
                    <a:pt x="575294" y="1302503"/>
                  </a:lnTo>
                  <a:lnTo>
                    <a:pt x="587534" y="1292621"/>
                  </a:lnTo>
                  <a:lnTo>
                    <a:pt x="599774" y="1282591"/>
                  </a:lnTo>
                  <a:lnTo>
                    <a:pt x="612015" y="1272391"/>
                  </a:lnTo>
                  <a:lnTo>
                    <a:pt x="624255" y="1262000"/>
                  </a:lnTo>
                  <a:lnTo>
                    <a:pt x="636495" y="1251398"/>
                  </a:lnTo>
                  <a:lnTo>
                    <a:pt x="648736" y="1240583"/>
                  </a:lnTo>
                  <a:lnTo>
                    <a:pt x="660976" y="1229561"/>
                  </a:lnTo>
                  <a:lnTo>
                    <a:pt x="673216" y="1218337"/>
                  </a:lnTo>
                  <a:lnTo>
                    <a:pt x="685457" y="1206917"/>
                  </a:lnTo>
                  <a:lnTo>
                    <a:pt x="697697" y="1195305"/>
                  </a:lnTo>
                  <a:lnTo>
                    <a:pt x="709937" y="1183507"/>
                  </a:lnTo>
                  <a:lnTo>
                    <a:pt x="722177" y="1171528"/>
                  </a:lnTo>
                  <a:lnTo>
                    <a:pt x="734418" y="1159373"/>
                  </a:lnTo>
                  <a:lnTo>
                    <a:pt x="746658" y="1147047"/>
                  </a:lnTo>
                  <a:lnTo>
                    <a:pt x="758898" y="1134557"/>
                  </a:lnTo>
                  <a:lnTo>
                    <a:pt x="771139" y="1121906"/>
                  </a:lnTo>
                  <a:lnTo>
                    <a:pt x="783379" y="1109100"/>
                  </a:lnTo>
                  <a:lnTo>
                    <a:pt x="795619" y="1096145"/>
                  </a:lnTo>
                  <a:lnTo>
                    <a:pt x="807860" y="1083045"/>
                  </a:lnTo>
                  <a:lnTo>
                    <a:pt x="820100" y="1069806"/>
                  </a:lnTo>
                  <a:lnTo>
                    <a:pt x="832340" y="1056434"/>
                  </a:lnTo>
                  <a:lnTo>
                    <a:pt x="844581" y="1042932"/>
                  </a:lnTo>
                  <a:lnTo>
                    <a:pt x="856821" y="1029307"/>
                  </a:lnTo>
                  <a:lnTo>
                    <a:pt x="869061" y="1015564"/>
                  </a:lnTo>
                  <a:lnTo>
                    <a:pt x="881301" y="1001708"/>
                  </a:lnTo>
                  <a:lnTo>
                    <a:pt x="893542" y="987744"/>
                  </a:lnTo>
                  <a:lnTo>
                    <a:pt x="905782" y="973677"/>
                  </a:lnTo>
                  <a:lnTo>
                    <a:pt x="918022" y="959513"/>
                  </a:lnTo>
                  <a:lnTo>
                    <a:pt x="930263" y="945257"/>
                  </a:lnTo>
                  <a:lnTo>
                    <a:pt x="942503" y="930914"/>
                  </a:lnTo>
                  <a:lnTo>
                    <a:pt x="954743" y="916490"/>
                  </a:lnTo>
                  <a:lnTo>
                    <a:pt x="966984" y="901990"/>
                  </a:lnTo>
                  <a:lnTo>
                    <a:pt x="979224" y="887421"/>
                  </a:lnTo>
                  <a:lnTo>
                    <a:pt x="991464" y="872790"/>
                  </a:lnTo>
                  <a:lnTo>
                    <a:pt x="1003704" y="858101"/>
                  </a:lnTo>
                  <a:lnTo>
                    <a:pt x="1015945" y="843363"/>
                  </a:lnTo>
                  <a:lnTo>
                    <a:pt x="1028185" y="828580"/>
                  </a:lnTo>
                  <a:lnTo>
                    <a:pt x="1040425" y="813759"/>
                  </a:lnTo>
                  <a:lnTo>
                    <a:pt x="1052666" y="798906"/>
                  </a:lnTo>
                  <a:lnTo>
                    <a:pt x="1064906" y="784027"/>
                  </a:lnTo>
                  <a:lnTo>
                    <a:pt x="1077146" y="769128"/>
                  </a:lnTo>
                  <a:lnTo>
                    <a:pt x="1089387" y="754217"/>
                  </a:lnTo>
                  <a:lnTo>
                    <a:pt x="1101627" y="739298"/>
                  </a:lnTo>
                  <a:lnTo>
                    <a:pt x="1113867" y="724378"/>
                  </a:lnTo>
                  <a:lnTo>
                    <a:pt x="1126108" y="709464"/>
                  </a:lnTo>
                  <a:lnTo>
                    <a:pt x="1138348" y="694561"/>
                  </a:lnTo>
                  <a:lnTo>
                    <a:pt x="1150588" y="679675"/>
                  </a:lnTo>
                  <a:lnTo>
                    <a:pt x="1162828" y="664814"/>
                  </a:lnTo>
                  <a:lnTo>
                    <a:pt x="1175069" y="649982"/>
                  </a:lnTo>
                  <a:lnTo>
                    <a:pt x="1187309" y="635186"/>
                  </a:lnTo>
                  <a:lnTo>
                    <a:pt x="1199549" y="620433"/>
                  </a:lnTo>
                  <a:lnTo>
                    <a:pt x="1211790" y="605729"/>
                  </a:lnTo>
                  <a:lnTo>
                    <a:pt x="1224030" y="591079"/>
                  </a:lnTo>
                  <a:lnTo>
                    <a:pt x="1236270" y="576490"/>
                  </a:lnTo>
                  <a:lnTo>
                    <a:pt x="1248511" y="561969"/>
                  </a:lnTo>
                  <a:lnTo>
                    <a:pt x="1260751" y="547520"/>
                  </a:lnTo>
                  <a:lnTo>
                    <a:pt x="1272991" y="533147"/>
                  </a:lnTo>
                  <a:lnTo>
                    <a:pt x="1285231" y="518852"/>
                  </a:lnTo>
                  <a:lnTo>
                    <a:pt x="1297472" y="504635"/>
                  </a:lnTo>
                  <a:lnTo>
                    <a:pt x="1309712" y="490498"/>
                  </a:lnTo>
                  <a:lnTo>
                    <a:pt x="1321952" y="476443"/>
                  </a:lnTo>
                  <a:lnTo>
                    <a:pt x="1334193" y="462470"/>
                  </a:lnTo>
                  <a:lnTo>
                    <a:pt x="1346433" y="448582"/>
                  </a:lnTo>
                  <a:lnTo>
                    <a:pt x="1358673" y="434779"/>
                  </a:lnTo>
                  <a:lnTo>
                    <a:pt x="1370914" y="421063"/>
                  </a:lnTo>
                  <a:lnTo>
                    <a:pt x="1383154" y="407435"/>
                  </a:lnTo>
                  <a:lnTo>
                    <a:pt x="1395394" y="393897"/>
                  </a:lnTo>
                  <a:lnTo>
                    <a:pt x="1407635" y="380450"/>
                  </a:lnTo>
                  <a:lnTo>
                    <a:pt x="1419875" y="367094"/>
                  </a:lnTo>
                  <a:lnTo>
                    <a:pt x="1432115" y="353833"/>
                  </a:lnTo>
                  <a:lnTo>
                    <a:pt x="1444355" y="340667"/>
                  </a:lnTo>
                  <a:lnTo>
                    <a:pt x="1456596" y="327597"/>
                  </a:lnTo>
                  <a:lnTo>
                    <a:pt x="1468836" y="314625"/>
                  </a:lnTo>
                  <a:lnTo>
                    <a:pt x="1481076" y="301751"/>
                  </a:lnTo>
                  <a:lnTo>
                    <a:pt x="1493317" y="288979"/>
                  </a:lnTo>
                  <a:lnTo>
                    <a:pt x="1505557" y="276308"/>
                  </a:lnTo>
                  <a:lnTo>
                    <a:pt x="1517797" y="263740"/>
                  </a:lnTo>
                  <a:lnTo>
                    <a:pt x="1530038" y="251277"/>
                  </a:lnTo>
                  <a:lnTo>
                    <a:pt x="1542278" y="238921"/>
                  </a:lnTo>
                  <a:lnTo>
                    <a:pt x="1554518" y="226672"/>
                  </a:lnTo>
                  <a:lnTo>
                    <a:pt x="1566759" y="214534"/>
                  </a:lnTo>
                  <a:lnTo>
                    <a:pt x="1578999" y="202512"/>
                  </a:lnTo>
                  <a:lnTo>
                    <a:pt x="1591239" y="190627"/>
                  </a:lnTo>
                  <a:lnTo>
                    <a:pt x="1603479" y="178901"/>
                  </a:lnTo>
                  <a:lnTo>
                    <a:pt x="1615720" y="167358"/>
                  </a:lnTo>
                  <a:lnTo>
                    <a:pt x="1627960" y="156019"/>
                  </a:lnTo>
                  <a:lnTo>
                    <a:pt x="1640200" y="144907"/>
                  </a:lnTo>
                  <a:lnTo>
                    <a:pt x="1652441" y="134046"/>
                  </a:lnTo>
                  <a:lnTo>
                    <a:pt x="1664681" y="123456"/>
                  </a:lnTo>
                  <a:lnTo>
                    <a:pt x="1676921" y="113162"/>
                  </a:lnTo>
                  <a:lnTo>
                    <a:pt x="1689162" y="103185"/>
                  </a:lnTo>
                  <a:lnTo>
                    <a:pt x="1701402" y="93547"/>
                  </a:lnTo>
                  <a:lnTo>
                    <a:pt x="1713642" y="84273"/>
                  </a:lnTo>
                  <a:lnTo>
                    <a:pt x="1725882" y="75384"/>
                  </a:lnTo>
                  <a:lnTo>
                    <a:pt x="1738123" y="66902"/>
                  </a:lnTo>
                  <a:lnTo>
                    <a:pt x="1750363" y="58851"/>
                  </a:lnTo>
                  <a:lnTo>
                    <a:pt x="1762603" y="51252"/>
                  </a:lnTo>
                  <a:lnTo>
                    <a:pt x="1774844" y="44129"/>
                  </a:lnTo>
                  <a:lnTo>
                    <a:pt x="1787084" y="37504"/>
                  </a:lnTo>
                  <a:lnTo>
                    <a:pt x="1799324" y="31399"/>
                  </a:lnTo>
                  <a:lnTo>
                    <a:pt x="1811565" y="25838"/>
                  </a:lnTo>
                  <a:lnTo>
                    <a:pt x="1823805" y="20841"/>
                  </a:lnTo>
                  <a:lnTo>
                    <a:pt x="1836045" y="16431"/>
                  </a:lnTo>
                  <a:lnTo>
                    <a:pt x="1848286" y="12629"/>
                  </a:lnTo>
                  <a:lnTo>
                    <a:pt x="1860526" y="9454"/>
                  </a:lnTo>
                  <a:lnTo>
                    <a:pt x="1872766" y="6928"/>
                  </a:lnTo>
                  <a:lnTo>
                    <a:pt x="1885006" y="5070"/>
                  </a:lnTo>
                  <a:lnTo>
                    <a:pt x="1897247" y="3852"/>
                  </a:lnTo>
                  <a:lnTo>
                    <a:pt x="1909487" y="3212"/>
                  </a:lnTo>
                  <a:lnTo>
                    <a:pt x="1921727" y="3085"/>
                  </a:lnTo>
                  <a:lnTo>
                    <a:pt x="1933968" y="3406"/>
                  </a:lnTo>
                  <a:lnTo>
                    <a:pt x="1946208" y="4111"/>
                  </a:lnTo>
                  <a:lnTo>
                    <a:pt x="1958448" y="5135"/>
                  </a:lnTo>
                  <a:lnTo>
                    <a:pt x="1970689" y="6414"/>
                  </a:lnTo>
                  <a:lnTo>
                    <a:pt x="1982929" y="7884"/>
                  </a:lnTo>
                  <a:lnTo>
                    <a:pt x="1995169" y="9479"/>
                  </a:lnTo>
                  <a:lnTo>
                    <a:pt x="2007409" y="11135"/>
                  </a:lnTo>
                  <a:lnTo>
                    <a:pt x="2019650" y="12788"/>
                  </a:lnTo>
                  <a:lnTo>
                    <a:pt x="2031890" y="14374"/>
                  </a:lnTo>
                  <a:lnTo>
                    <a:pt x="2044130" y="15827"/>
                  </a:lnTo>
                  <a:lnTo>
                    <a:pt x="2056371" y="17083"/>
                  </a:lnTo>
                  <a:lnTo>
                    <a:pt x="2068611" y="18078"/>
                  </a:lnTo>
                  <a:lnTo>
                    <a:pt x="2080851" y="18747"/>
                  </a:lnTo>
                  <a:lnTo>
                    <a:pt x="2093092" y="19026"/>
                  </a:lnTo>
                  <a:lnTo>
                    <a:pt x="2105332" y="18850"/>
                  </a:lnTo>
                  <a:lnTo>
                    <a:pt x="2117572" y="18156"/>
                  </a:lnTo>
                  <a:lnTo>
                    <a:pt x="2129813" y="16898"/>
                  </a:lnTo>
                  <a:lnTo>
                    <a:pt x="2142053" y="15017"/>
                  </a:lnTo>
                  <a:lnTo>
                    <a:pt x="2154293" y="12450"/>
                  </a:lnTo>
                  <a:lnTo>
                    <a:pt x="2166533" y="9133"/>
                  </a:lnTo>
                  <a:lnTo>
                    <a:pt x="2178774" y="5004"/>
                  </a:lnTo>
                  <a:lnTo>
                    <a:pt x="2191014" y="0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3446243" y="801109"/>
              <a:ext cx="0" cy="2343514"/>
            </a:xfrm>
            <a:custGeom>
              <a:avLst/>
              <a:pathLst>
                <a:path w="0" h="2343514">
                  <a:moveTo>
                    <a:pt x="0" y="2343514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tx50"/>
            <p:cNvSpPr/>
            <p:nvPr/>
          </p:nvSpPr>
          <p:spPr>
            <a:xfrm>
              <a:off x="3209341" y="3103262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3209341" y="279073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3209341" y="247826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3209341" y="2166972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3209341" y="1855061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3209341" y="1540918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3209341" y="1228388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3209341" y="915919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58" name="pl58"/>
            <p:cNvSpPr/>
            <p:nvPr/>
          </p:nvSpPr>
          <p:spPr>
            <a:xfrm>
              <a:off x="3370327" y="314462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370327" y="283215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370327" y="251968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370327" y="220721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370327" y="1894749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370327" y="158228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370327" y="126981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370327" y="95734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446243" y="3144623"/>
              <a:ext cx="2676167" cy="0"/>
            </a:xfrm>
            <a:custGeom>
              <a:avLst/>
              <a:pathLst>
                <a:path w="2676167" h="0">
                  <a:moveTo>
                    <a:pt x="0" y="0"/>
                  </a:moveTo>
                  <a:lnTo>
                    <a:pt x="2676167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3774895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4166147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4557400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4948653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5339905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5731158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6122410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tx74"/>
            <p:cNvSpPr/>
            <p:nvPr/>
          </p:nvSpPr>
          <p:spPr>
            <a:xfrm>
              <a:off x="3707054" y="32461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20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4098307" y="3246216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25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4489559" y="32461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30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4880812" y="32461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5272064" y="32461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40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5663317" y="3246774"/>
              <a:ext cx="135681" cy="825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45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6054570" y="32461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50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4033012" y="3383949"/>
              <a:ext cx="621431" cy="1018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End-Tidal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4654444" y="348582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4692544" y="3382982"/>
              <a:ext cx="105519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4798063" y="3382982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4909685" y="3442327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4966671" y="348582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5004771" y="3357012"/>
              <a:ext cx="530869" cy="1288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(mmHg)</a:t>
              </a:r>
            </a:p>
          </p:txBody>
        </p:sp>
        <p:sp>
          <p:nvSpPr>
            <p:cNvPr id="88" name="tx88"/>
            <p:cNvSpPr/>
            <p:nvPr/>
          </p:nvSpPr>
          <p:spPr>
            <a:xfrm rot="-5400000">
              <a:off x="2946542" y="2259874"/>
              <a:ext cx="251593" cy="1015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Left</a:t>
              </a:r>
            </a:p>
          </p:txBody>
        </p:sp>
        <p:sp>
          <p:nvSpPr>
            <p:cNvPr id="89" name="tx89"/>
            <p:cNvSpPr/>
            <p:nvPr/>
          </p:nvSpPr>
          <p:spPr>
            <a:xfrm rot="-5400000">
              <a:off x="3104039" y="2165777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0" name="tx90"/>
            <p:cNvSpPr/>
            <p:nvPr/>
          </p:nvSpPr>
          <p:spPr>
            <a:xfrm rot="-5400000">
              <a:off x="3028546" y="2052184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91" name="tx91"/>
            <p:cNvSpPr/>
            <p:nvPr/>
          </p:nvSpPr>
          <p:spPr>
            <a:xfrm rot="-5400000">
              <a:off x="3045587" y="1982979"/>
              <a:ext cx="79995" cy="750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92" name="tx92"/>
            <p:cNvSpPr/>
            <p:nvPr/>
          </p:nvSpPr>
          <p:spPr>
            <a:xfrm rot="-5400000">
              <a:off x="3053921" y="1911318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93" name="tx93"/>
            <p:cNvSpPr/>
            <p:nvPr/>
          </p:nvSpPr>
          <p:spPr>
            <a:xfrm rot="-5400000">
              <a:off x="3015859" y="1823993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94" name="tx94"/>
            <p:cNvSpPr/>
            <p:nvPr/>
          </p:nvSpPr>
          <p:spPr>
            <a:xfrm rot="-5400000">
              <a:off x="3085533" y="1756678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95" name="tx95"/>
            <p:cNvSpPr/>
            <p:nvPr/>
          </p:nvSpPr>
          <p:spPr>
            <a:xfrm rot="-5400000">
              <a:off x="3104039" y="1743567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6" name="tx96"/>
            <p:cNvSpPr/>
            <p:nvPr/>
          </p:nvSpPr>
          <p:spPr>
            <a:xfrm rot="-5400000">
              <a:off x="2951825" y="1553253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2952000" y="731520"/>
            <a:ext cx="3240000" cy="2880000"/>
            <a:chOff x="2952000" y="731520"/>
            <a:chExt cx="3240000" cy="2880000"/>
          </a:xfrm>
        </p:grpSpPr>
        <p:sp>
          <p:nvSpPr>
            <p:cNvPr id="3" name="rc3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3446243" y="801109"/>
              <a:ext cx="2676167" cy="23418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3774895" y="3110380"/>
              <a:ext cx="97813" cy="3261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872708" y="3100409"/>
              <a:ext cx="97813" cy="4258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3970521" y="3086931"/>
              <a:ext cx="97813" cy="5606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4068334" y="3059781"/>
              <a:ext cx="97813" cy="8321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4166147" y="3045908"/>
              <a:ext cx="97813" cy="9708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4263961" y="3012614"/>
              <a:ext cx="97813" cy="13037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4361774" y="2972765"/>
              <a:ext cx="97813" cy="17022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4459587" y="2946863"/>
              <a:ext cx="97813" cy="19612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4557400" y="2910329"/>
              <a:ext cx="97813" cy="23266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4655213" y="2899466"/>
              <a:ext cx="97813" cy="2435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4753026" y="2861966"/>
              <a:ext cx="97813" cy="2810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4850840" y="2884056"/>
              <a:ext cx="97813" cy="25893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4948653" y="2883454"/>
              <a:ext cx="97813" cy="25953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5046466" y="2916221"/>
              <a:ext cx="97813" cy="22677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5144279" y="2963515"/>
              <a:ext cx="97813" cy="17947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5242092" y="2987626"/>
              <a:ext cx="97813" cy="15536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5339905" y="3021485"/>
              <a:ext cx="97813" cy="12150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5437718" y="3052662"/>
              <a:ext cx="97813" cy="9032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5535532" y="3088974"/>
              <a:ext cx="97813" cy="5401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5633345" y="3112335"/>
              <a:ext cx="97813" cy="3065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5731158" y="3125612"/>
              <a:ext cx="97813" cy="1737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5828971" y="3136884"/>
              <a:ext cx="97813" cy="610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5926784" y="3139031"/>
              <a:ext cx="97813" cy="396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6024597" y="3141833"/>
              <a:ext cx="97813" cy="115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3446243" y="2986866"/>
              <a:ext cx="191846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3446243" y="2830741"/>
              <a:ext cx="223718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3446243" y="2674615"/>
              <a:ext cx="247627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3446243" y="2518490"/>
              <a:ext cx="271155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3446243" y="2362364"/>
              <a:ext cx="306133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3446243" y="2206238"/>
              <a:ext cx="323425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3446243" y="2050113"/>
              <a:ext cx="32865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3446243" y="1893987"/>
              <a:ext cx="325163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3446243" y="1737862"/>
              <a:ext cx="312043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3446243" y="1581736"/>
              <a:ext cx="284587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3446243" y="1425611"/>
              <a:ext cx="246434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3446243" y="1269485"/>
              <a:ext cx="201720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3446243" y="1113360"/>
              <a:ext cx="170636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3446243" y="957234"/>
              <a:ext cx="139031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3446243" y="801109"/>
              <a:ext cx="179178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3774895" y="1683830"/>
              <a:ext cx="2340808" cy="1333050"/>
            </a:xfrm>
            <a:custGeom>
              <a:avLst/>
              <a:pathLst>
                <a:path w="2340808" h="1333050">
                  <a:moveTo>
                    <a:pt x="0" y="728155"/>
                  </a:moveTo>
                  <a:lnTo>
                    <a:pt x="13077" y="739830"/>
                  </a:lnTo>
                  <a:lnTo>
                    <a:pt x="26154" y="731623"/>
                  </a:lnTo>
                  <a:lnTo>
                    <a:pt x="39231" y="717643"/>
                  </a:lnTo>
                  <a:lnTo>
                    <a:pt x="52308" y="700572"/>
                  </a:lnTo>
                  <a:lnTo>
                    <a:pt x="65385" y="686066"/>
                  </a:lnTo>
                  <a:lnTo>
                    <a:pt x="78462" y="675011"/>
                  </a:lnTo>
                  <a:lnTo>
                    <a:pt x="91539" y="663710"/>
                  </a:lnTo>
                  <a:lnTo>
                    <a:pt x="104617" y="654567"/>
                  </a:lnTo>
                  <a:lnTo>
                    <a:pt x="117694" y="647438"/>
                  </a:lnTo>
                  <a:lnTo>
                    <a:pt x="130771" y="642178"/>
                  </a:lnTo>
                  <a:lnTo>
                    <a:pt x="143848" y="639073"/>
                  </a:lnTo>
                  <a:lnTo>
                    <a:pt x="156925" y="638011"/>
                  </a:lnTo>
                  <a:lnTo>
                    <a:pt x="170002" y="638378"/>
                  </a:lnTo>
                  <a:lnTo>
                    <a:pt x="183079" y="640015"/>
                  </a:lnTo>
                  <a:lnTo>
                    <a:pt x="196157" y="642759"/>
                  </a:lnTo>
                  <a:lnTo>
                    <a:pt x="209234" y="644721"/>
                  </a:lnTo>
                  <a:lnTo>
                    <a:pt x="222311" y="645755"/>
                  </a:lnTo>
                  <a:lnTo>
                    <a:pt x="235388" y="653912"/>
                  </a:lnTo>
                  <a:lnTo>
                    <a:pt x="248465" y="661586"/>
                  </a:lnTo>
                  <a:lnTo>
                    <a:pt x="261542" y="667710"/>
                  </a:lnTo>
                  <a:lnTo>
                    <a:pt x="274619" y="672498"/>
                  </a:lnTo>
                  <a:lnTo>
                    <a:pt x="287697" y="672805"/>
                  </a:lnTo>
                  <a:lnTo>
                    <a:pt x="300774" y="673643"/>
                  </a:lnTo>
                  <a:lnTo>
                    <a:pt x="313851" y="672776"/>
                  </a:lnTo>
                  <a:lnTo>
                    <a:pt x="326928" y="672321"/>
                  </a:lnTo>
                  <a:lnTo>
                    <a:pt x="340005" y="670727"/>
                  </a:lnTo>
                  <a:lnTo>
                    <a:pt x="353082" y="667717"/>
                  </a:lnTo>
                  <a:lnTo>
                    <a:pt x="366159" y="665686"/>
                  </a:lnTo>
                  <a:lnTo>
                    <a:pt x="379237" y="659855"/>
                  </a:lnTo>
                  <a:lnTo>
                    <a:pt x="392314" y="654843"/>
                  </a:lnTo>
                  <a:lnTo>
                    <a:pt x="405391" y="651564"/>
                  </a:lnTo>
                  <a:lnTo>
                    <a:pt x="418468" y="649736"/>
                  </a:lnTo>
                  <a:lnTo>
                    <a:pt x="431545" y="649364"/>
                  </a:lnTo>
                  <a:lnTo>
                    <a:pt x="444622" y="650840"/>
                  </a:lnTo>
                  <a:lnTo>
                    <a:pt x="457699" y="652692"/>
                  </a:lnTo>
                  <a:lnTo>
                    <a:pt x="470777" y="651320"/>
                  </a:lnTo>
                  <a:lnTo>
                    <a:pt x="483854" y="652638"/>
                  </a:lnTo>
                  <a:lnTo>
                    <a:pt x="496931" y="654350"/>
                  </a:lnTo>
                  <a:lnTo>
                    <a:pt x="510008" y="655839"/>
                  </a:lnTo>
                  <a:lnTo>
                    <a:pt x="523085" y="652850"/>
                  </a:lnTo>
                  <a:lnTo>
                    <a:pt x="536162" y="653159"/>
                  </a:lnTo>
                  <a:lnTo>
                    <a:pt x="549239" y="650768"/>
                  </a:lnTo>
                  <a:lnTo>
                    <a:pt x="562317" y="647603"/>
                  </a:lnTo>
                  <a:lnTo>
                    <a:pt x="575394" y="647747"/>
                  </a:lnTo>
                  <a:lnTo>
                    <a:pt x="588471" y="647805"/>
                  </a:lnTo>
                  <a:lnTo>
                    <a:pt x="601548" y="649239"/>
                  </a:lnTo>
                  <a:lnTo>
                    <a:pt x="614625" y="649887"/>
                  </a:lnTo>
                  <a:lnTo>
                    <a:pt x="627702" y="650419"/>
                  </a:lnTo>
                  <a:lnTo>
                    <a:pt x="640779" y="646997"/>
                  </a:lnTo>
                  <a:lnTo>
                    <a:pt x="653857" y="643827"/>
                  </a:lnTo>
                  <a:lnTo>
                    <a:pt x="666934" y="640663"/>
                  </a:lnTo>
                  <a:lnTo>
                    <a:pt x="680011" y="637750"/>
                  </a:lnTo>
                  <a:lnTo>
                    <a:pt x="693088" y="635181"/>
                  </a:lnTo>
                  <a:lnTo>
                    <a:pt x="706165" y="632940"/>
                  </a:lnTo>
                  <a:lnTo>
                    <a:pt x="719242" y="631014"/>
                  </a:lnTo>
                  <a:lnTo>
                    <a:pt x="732319" y="629388"/>
                  </a:lnTo>
                  <a:lnTo>
                    <a:pt x="745397" y="628049"/>
                  </a:lnTo>
                  <a:lnTo>
                    <a:pt x="758474" y="626981"/>
                  </a:lnTo>
                  <a:lnTo>
                    <a:pt x="771551" y="626169"/>
                  </a:lnTo>
                  <a:lnTo>
                    <a:pt x="784628" y="625601"/>
                  </a:lnTo>
                  <a:lnTo>
                    <a:pt x="797705" y="625261"/>
                  </a:lnTo>
                  <a:lnTo>
                    <a:pt x="810782" y="624352"/>
                  </a:lnTo>
                  <a:lnTo>
                    <a:pt x="823859" y="624085"/>
                  </a:lnTo>
                  <a:lnTo>
                    <a:pt x="836937" y="625468"/>
                  </a:lnTo>
                  <a:lnTo>
                    <a:pt x="850014" y="625897"/>
                  </a:lnTo>
                  <a:lnTo>
                    <a:pt x="863091" y="626483"/>
                  </a:lnTo>
                  <a:lnTo>
                    <a:pt x="876168" y="627212"/>
                  </a:lnTo>
                  <a:lnTo>
                    <a:pt x="889245" y="626231"/>
                  </a:lnTo>
                  <a:lnTo>
                    <a:pt x="902322" y="623992"/>
                  </a:lnTo>
                  <a:lnTo>
                    <a:pt x="915399" y="622068"/>
                  </a:lnTo>
                  <a:lnTo>
                    <a:pt x="928477" y="621502"/>
                  </a:lnTo>
                  <a:lnTo>
                    <a:pt x="941554" y="619189"/>
                  </a:lnTo>
                  <a:lnTo>
                    <a:pt x="954631" y="619291"/>
                  </a:lnTo>
                  <a:lnTo>
                    <a:pt x="967708" y="619293"/>
                  </a:lnTo>
                  <a:lnTo>
                    <a:pt x="980785" y="617793"/>
                  </a:lnTo>
                  <a:lnTo>
                    <a:pt x="993862" y="616885"/>
                  </a:lnTo>
                  <a:lnTo>
                    <a:pt x="1006939" y="616611"/>
                  </a:lnTo>
                  <a:lnTo>
                    <a:pt x="1020017" y="616993"/>
                  </a:lnTo>
                  <a:lnTo>
                    <a:pt x="1033094" y="617989"/>
                  </a:lnTo>
                  <a:lnTo>
                    <a:pt x="1046171" y="618625"/>
                  </a:lnTo>
                  <a:lnTo>
                    <a:pt x="1059248" y="619240"/>
                  </a:lnTo>
                  <a:lnTo>
                    <a:pt x="1072325" y="621656"/>
                  </a:lnTo>
                  <a:lnTo>
                    <a:pt x="1085402" y="624425"/>
                  </a:lnTo>
                  <a:lnTo>
                    <a:pt x="1098479" y="627502"/>
                  </a:lnTo>
                  <a:lnTo>
                    <a:pt x="1111557" y="627922"/>
                  </a:lnTo>
                  <a:lnTo>
                    <a:pt x="1124634" y="627600"/>
                  </a:lnTo>
                  <a:lnTo>
                    <a:pt x="1137711" y="627333"/>
                  </a:lnTo>
                  <a:lnTo>
                    <a:pt x="1150788" y="627113"/>
                  </a:lnTo>
                  <a:lnTo>
                    <a:pt x="1163865" y="626932"/>
                  </a:lnTo>
                  <a:lnTo>
                    <a:pt x="1176942" y="626782"/>
                  </a:lnTo>
                  <a:lnTo>
                    <a:pt x="1190019" y="628315"/>
                  </a:lnTo>
                  <a:lnTo>
                    <a:pt x="1203097" y="629124"/>
                  </a:lnTo>
                  <a:lnTo>
                    <a:pt x="1216174" y="626910"/>
                  </a:lnTo>
                  <a:lnTo>
                    <a:pt x="1229251" y="626348"/>
                  </a:lnTo>
                  <a:lnTo>
                    <a:pt x="1242328" y="626242"/>
                  </a:lnTo>
                  <a:lnTo>
                    <a:pt x="1255405" y="625313"/>
                  </a:lnTo>
                  <a:lnTo>
                    <a:pt x="1268482" y="622660"/>
                  </a:lnTo>
                  <a:lnTo>
                    <a:pt x="1281559" y="620061"/>
                  </a:lnTo>
                  <a:lnTo>
                    <a:pt x="1294637" y="617531"/>
                  </a:lnTo>
                  <a:lnTo>
                    <a:pt x="1307714" y="615084"/>
                  </a:lnTo>
                  <a:lnTo>
                    <a:pt x="1320791" y="612738"/>
                  </a:lnTo>
                  <a:lnTo>
                    <a:pt x="1333868" y="610507"/>
                  </a:lnTo>
                  <a:lnTo>
                    <a:pt x="1346945" y="608406"/>
                  </a:lnTo>
                  <a:lnTo>
                    <a:pt x="1360022" y="607454"/>
                  </a:lnTo>
                  <a:lnTo>
                    <a:pt x="1373099" y="607168"/>
                  </a:lnTo>
                  <a:lnTo>
                    <a:pt x="1386177" y="606870"/>
                  </a:lnTo>
                  <a:lnTo>
                    <a:pt x="1399254" y="606558"/>
                  </a:lnTo>
                  <a:lnTo>
                    <a:pt x="1412331" y="606229"/>
                  </a:lnTo>
                  <a:lnTo>
                    <a:pt x="1425408" y="605882"/>
                  </a:lnTo>
                  <a:lnTo>
                    <a:pt x="1438485" y="605514"/>
                  </a:lnTo>
                  <a:lnTo>
                    <a:pt x="1451562" y="605124"/>
                  </a:lnTo>
                  <a:lnTo>
                    <a:pt x="1464639" y="604709"/>
                  </a:lnTo>
                  <a:lnTo>
                    <a:pt x="1477717" y="604064"/>
                  </a:lnTo>
                  <a:lnTo>
                    <a:pt x="1490794" y="601964"/>
                  </a:lnTo>
                  <a:lnTo>
                    <a:pt x="1503871" y="599865"/>
                  </a:lnTo>
                  <a:lnTo>
                    <a:pt x="1516948" y="597782"/>
                  </a:lnTo>
                  <a:lnTo>
                    <a:pt x="1530025" y="595990"/>
                  </a:lnTo>
                  <a:lnTo>
                    <a:pt x="1543102" y="596505"/>
                  </a:lnTo>
                  <a:lnTo>
                    <a:pt x="1556179" y="597232"/>
                  </a:lnTo>
                  <a:lnTo>
                    <a:pt x="1569257" y="595140"/>
                  </a:lnTo>
                  <a:lnTo>
                    <a:pt x="1582334" y="594944"/>
                  </a:lnTo>
                  <a:lnTo>
                    <a:pt x="1595411" y="595847"/>
                  </a:lnTo>
                  <a:lnTo>
                    <a:pt x="1608488" y="595966"/>
                  </a:lnTo>
                  <a:lnTo>
                    <a:pt x="1621565" y="594937"/>
                  </a:lnTo>
                  <a:lnTo>
                    <a:pt x="1634642" y="593674"/>
                  </a:lnTo>
                  <a:lnTo>
                    <a:pt x="1647719" y="592255"/>
                  </a:lnTo>
                  <a:lnTo>
                    <a:pt x="1660797" y="591306"/>
                  </a:lnTo>
                  <a:lnTo>
                    <a:pt x="1673874" y="590155"/>
                  </a:lnTo>
                  <a:lnTo>
                    <a:pt x="1686951" y="588691"/>
                  </a:lnTo>
                  <a:lnTo>
                    <a:pt x="1700028" y="587391"/>
                  </a:lnTo>
                  <a:lnTo>
                    <a:pt x="1713105" y="587271"/>
                  </a:lnTo>
                  <a:lnTo>
                    <a:pt x="1726182" y="588428"/>
                  </a:lnTo>
                  <a:lnTo>
                    <a:pt x="1739259" y="587523"/>
                  </a:lnTo>
                  <a:lnTo>
                    <a:pt x="1752337" y="586818"/>
                  </a:lnTo>
                  <a:lnTo>
                    <a:pt x="1765414" y="586369"/>
                  </a:lnTo>
                  <a:lnTo>
                    <a:pt x="1778491" y="590314"/>
                  </a:lnTo>
                  <a:lnTo>
                    <a:pt x="1791568" y="595562"/>
                  </a:lnTo>
                  <a:lnTo>
                    <a:pt x="1804645" y="601382"/>
                  </a:lnTo>
                  <a:lnTo>
                    <a:pt x="1817722" y="598102"/>
                  </a:lnTo>
                  <a:lnTo>
                    <a:pt x="1830799" y="594886"/>
                  </a:lnTo>
                  <a:lnTo>
                    <a:pt x="1843877" y="596641"/>
                  </a:lnTo>
                  <a:lnTo>
                    <a:pt x="1856954" y="600497"/>
                  </a:lnTo>
                  <a:lnTo>
                    <a:pt x="1870031" y="598631"/>
                  </a:lnTo>
                  <a:lnTo>
                    <a:pt x="1883108" y="602843"/>
                  </a:lnTo>
                  <a:lnTo>
                    <a:pt x="1896185" y="605146"/>
                  </a:lnTo>
                  <a:lnTo>
                    <a:pt x="1909262" y="606603"/>
                  </a:lnTo>
                  <a:lnTo>
                    <a:pt x="1922339" y="607601"/>
                  </a:lnTo>
                  <a:lnTo>
                    <a:pt x="1935417" y="608970"/>
                  </a:lnTo>
                  <a:lnTo>
                    <a:pt x="1948494" y="610731"/>
                  </a:lnTo>
                  <a:lnTo>
                    <a:pt x="1961571" y="615087"/>
                  </a:lnTo>
                  <a:lnTo>
                    <a:pt x="1974648" y="615512"/>
                  </a:lnTo>
                  <a:lnTo>
                    <a:pt x="1987725" y="609684"/>
                  </a:lnTo>
                  <a:lnTo>
                    <a:pt x="2000802" y="611779"/>
                  </a:lnTo>
                  <a:lnTo>
                    <a:pt x="2013879" y="608033"/>
                  </a:lnTo>
                  <a:lnTo>
                    <a:pt x="2026956" y="593856"/>
                  </a:lnTo>
                  <a:lnTo>
                    <a:pt x="2040034" y="581739"/>
                  </a:lnTo>
                  <a:lnTo>
                    <a:pt x="2053111" y="572377"/>
                  </a:lnTo>
                  <a:lnTo>
                    <a:pt x="2066188" y="560130"/>
                  </a:lnTo>
                  <a:lnTo>
                    <a:pt x="2079265" y="548194"/>
                  </a:lnTo>
                  <a:lnTo>
                    <a:pt x="2092342" y="529231"/>
                  </a:lnTo>
                  <a:lnTo>
                    <a:pt x="2105419" y="510828"/>
                  </a:lnTo>
                  <a:lnTo>
                    <a:pt x="2118496" y="494543"/>
                  </a:lnTo>
                  <a:lnTo>
                    <a:pt x="2131574" y="480993"/>
                  </a:lnTo>
                  <a:lnTo>
                    <a:pt x="2144651" y="470793"/>
                  </a:lnTo>
                  <a:lnTo>
                    <a:pt x="2157728" y="464561"/>
                  </a:lnTo>
                  <a:lnTo>
                    <a:pt x="2170805" y="454230"/>
                  </a:lnTo>
                  <a:lnTo>
                    <a:pt x="2183882" y="458383"/>
                  </a:lnTo>
                  <a:lnTo>
                    <a:pt x="2196959" y="433585"/>
                  </a:lnTo>
                  <a:lnTo>
                    <a:pt x="2210036" y="412647"/>
                  </a:lnTo>
                  <a:lnTo>
                    <a:pt x="2223114" y="375635"/>
                  </a:lnTo>
                  <a:lnTo>
                    <a:pt x="2236191" y="357460"/>
                  </a:lnTo>
                  <a:lnTo>
                    <a:pt x="2249268" y="375365"/>
                  </a:lnTo>
                  <a:lnTo>
                    <a:pt x="2262345" y="355440"/>
                  </a:lnTo>
                  <a:lnTo>
                    <a:pt x="2275422" y="315786"/>
                  </a:lnTo>
                  <a:lnTo>
                    <a:pt x="2288499" y="262561"/>
                  </a:lnTo>
                  <a:lnTo>
                    <a:pt x="2301576" y="204571"/>
                  </a:lnTo>
                  <a:lnTo>
                    <a:pt x="2314654" y="141613"/>
                  </a:lnTo>
                  <a:lnTo>
                    <a:pt x="2327731" y="73489"/>
                  </a:lnTo>
                  <a:lnTo>
                    <a:pt x="2340808" y="0"/>
                  </a:lnTo>
                  <a:lnTo>
                    <a:pt x="2340808" y="1333050"/>
                  </a:lnTo>
                  <a:lnTo>
                    <a:pt x="2327731" y="1243793"/>
                  </a:lnTo>
                  <a:lnTo>
                    <a:pt x="2314654" y="1182383"/>
                  </a:lnTo>
                  <a:lnTo>
                    <a:pt x="2301576" y="1120973"/>
                  </a:lnTo>
                  <a:lnTo>
                    <a:pt x="2288499" y="1078560"/>
                  </a:lnTo>
                  <a:lnTo>
                    <a:pt x="2275422" y="1051989"/>
                  </a:lnTo>
                  <a:lnTo>
                    <a:pt x="2262345" y="1028642"/>
                  </a:lnTo>
                  <a:lnTo>
                    <a:pt x="2249268" y="1007346"/>
                  </a:lnTo>
                  <a:lnTo>
                    <a:pt x="2236191" y="996644"/>
                  </a:lnTo>
                  <a:lnTo>
                    <a:pt x="2223114" y="991699"/>
                  </a:lnTo>
                  <a:lnTo>
                    <a:pt x="2210036" y="984943"/>
                  </a:lnTo>
                  <a:lnTo>
                    <a:pt x="2196959" y="976440"/>
                  </a:lnTo>
                  <a:lnTo>
                    <a:pt x="2183882" y="966374"/>
                  </a:lnTo>
                  <a:lnTo>
                    <a:pt x="2170805" y="963323"/>
                  </a:lnTo>
                  <a:lnTo>
                    <a:pt x="2157728" y="957971"/>
                  </a:lnTo>
                  <a:lnTo>
                    <a:pt x="2144651" y="952544"/>
                  </a:lnTo>
                  <a:lnTo>
                    <a:pt x="2131574" y="947023"/>
                  </a:lnTo>
                  <a:lnTo>
                    <a:pt x="2118496" y="941389"/>
                  </a:lnTo>
                  <a:lnTo>
                    <a:pt x="2105419" y="932198"/>
                  </a:lnTo>
                  <a:lnTo>
                    <a:pt x="2092342" y="924497"/>
                  </a:lnTo>
                  <a:lnTo>
                    <a:pt x="2079265" y="923625"/>
                  </a:lnTo>
                  <a:lnTo>
                    <a:pt x="2066188" y="913499"/>
                  </a:lnTo>
                  <a:lnTo>
                    <a:pt x="2053111" y="900968"/>
                  </a:lnTo>
                  <a:lnTo>
                    <a:pt x="2040034" y="887361"/>
                  </a:lnTo>
                  <a:lnTo>
                    <a:pt x="2026956" y="882144"/>
                  </a:lnTo>
                  <a:lnTo>
                    <a:pt x="2013879" y="871331"/>
                  </a:lnTo>
                  <a:lnTo>
                    <a:pt x="2000802" y="863238"/>
                  </a:lnTo>
                  <a:lnTo>
                    <a:pt x="1987725" y="860768"/>
                  </a:lnTo>
                  <a:lnTo>
                    <a:pt x="1974648" y="858058"/>
                  </a:lnTo>
                  <a:lnTo>
                    <a:pt x="1961571" y="858741"/>
                  </a:lnTo>
                  <a:lnTo>
                    <a:pt x="1948494" y="850470"/>
                  </a:lnTo>
                  <a:lnTo>
                    <a:pt x="1935417" y="847920"/>
                  </a:lnTo>
                  <a:lnTo>
                    <a:pt x="1922339" y="839195"/>
                  </a:lnTo>
                  <a:lnTo>
                    <a:pt x="1909262" y="830259"/>
                  </a:lnTo>
                  <a:lnTo>
                    <a:pt x="1896185" y="823670"/>
                  </a:lnTo>
                  <a:lnTo>
                    <a:pt x="1883108" y="817132"/>
                  </a:lnTo>
                  <a:lnTo>
                    <a:pt x="1870031" y="812269"/>
                  </a:lnTo>
                  <a:lnTo>
                    <a:pt x="1856954" y="806587"/>
                  </a:lnTo>
                  <a:lnTo>
                    <a:pt x="1843877" y="798005"/>
                  </a:lnTo>
                  <a:lnTo>
                    <a:pt x="1830799" y="787151"/>
                  </a:lnTo>
                  <a:lnTo>
                    <a:pt x="1817722" y="780380"/>
                  </a:lnTo>
                  <a:lnTo>
                    <a:pt x="1804645" y="777989"/>
                  </a:lnTo>
                  <a:lnTo>
                    <a:pt x="1791568" y="770639"/>
                  </a:lnTo>
                  <a:lnTo>
                    <a:pt x="1778491" y="766636"/>
                  </a:lnTo>
                  <a:lnTo>
                    <a:pt x="1765414" y="762736"/>
                  </a:lnTo>
                  <a:lnTo>
                    <a:pt x="1752337" y="759180"/>
                  </a:lnTo>
                  <a:lnTo>
                    <a:pt x="1739259" y="755569"/>
                  </a:lnTo>
                  <a:lnTo>
                    <a:pt x="1726182" y="752311"/>
                  </a:lnTo>
                  <a:lnTo>
                    <a:pt x="1713105" y="749306"/>
                  </a:lnTo>
                  <a:lnTo>
                    <a:pt x="1700028" y="746347"/>
                  </a:lnTo>
                  <a:lnTo>
                    <a:pt x="1686951" y="743548"/>
                  </a:lnTo>
                  <a:lnTo>
                    <a:pt x="1673874" y="740904"/>
                  </a:lnTo>
                  <a:lnTo>
                    <a:pt x="1660797" y="741834"/>
                  </a:lnTo>
                  <a:lnTo>
                    <a:pt x="1647719" y="743261"/>
                  </a:lnTo>
                  <a:lnTo>
                    <a:pt x="1634642" y="740941"/>
                  </a:lnTo>
                  <a:lnTo>
                    <a:pt x="1621565" y="737672"/>
                  </a:lnTo>
                  <a:lnTo>
                    <a:pt x="1608488" y="734809"/>
                  </a:lnTo>
                  <a:lnTo>
                    <a:pt x="1595411" y="734097"/>
                  </a:lnTo>
                  <a:lnTo>
                    <a:pt x="1582334" y="733369"/>
                  </a:lnTo>
                  <a:lnTo>
                    <a:pt x="1569257" y="732543"/>
                  </a:lnTo>
                  <a:lnTo>
                    <a:pt x="1556179" y="731633"/>
                  </a:lnTo>
                  <a:lnTo>
                    <a:pt x="1543102" y="730655"/>
                  </a:lnTo>
                  <a:lnTo>
                    <a:pt x="1530025" y="729624"/>
                  </a:lnTo>
                  <a:lnTo>
                    <a:pt x="1516948" y="728556"/>
                  </a:lnTo>
                  <a:lnTo>
                    <a:pt x="1503871" y="727465"/>
                  </a:lnTo>
                  <a:lnTo>
                    <a:pt x="1490794" y="726368"/>
                  </a:lnTo>
                  <a:lnTo>
                    <a:pt x="1477717" y="726601"/>
                  </a:lnTo>
                  <a:lnTo>
                    <a:pt x="1464639" y="728209"/>
                  </a:lnTo>
                  <a:lnTo>
                    <a:pt x="1451562" y="730635"/>
                  </a:lnTo>
                  <a:lnTo>
                    <a:pt x="1438485" y="732019"/>
                  </a:lnTo>
                  <a:lnTo>
                    <a:pt x="1425408" y="733741"/>
                  </a:lnTo>
                  <a:lnTo>
                    <a:pt x="1412331" y="735281"/>
                  </a:lnTo>
                  <a:lnTo>
                    <a:pt x="1399254" y="736603"/>
                  </a:lnTo>
                  <a:lnTo>
                    <a:pt x="1386177" y="739155"/>
                  </a:lnTo>
                  <a:lnTo>
                    <a:pt x="1373099" y="742128"/>
                  </a:lnTo>
                  <a:lnTo>
                    <a:pt x="1360022" y="744804"/>
                  </a:lnTo>
                  <a:lnTo>
                    <a:pt x="1346945" y="747135"/>
                  </a:lnTo>
                  <a:lnTo>
                    <a:pt x="1333868" y="748497"/>
                  </a:lnTo>
                  <a:lnTo>
                    <a:pt x="1320791" y="747764"/>
                  </a:lnTo>
                  <a:lnTo>
                    <a:pt x="1307714" y="747246"/>
                  </a:lnTo>
                  <a:lnTo>
                    <a:pt x="1294637" y="747279"/>
                  </a:lnTo>
                  <a:lnTo>
                    <a:pt x="1281559" y="748137"/>
                  </a:lnTo>
                  <a:lnTo>
                    <a:pt x="1268482" y="748806"/>
                  </a:lnTo>
                  <a:lnTo>
                    <a:pt x="1255405" y="749814"/>
                  </a:lnTo>
                  <a:lnTo>
                    <a:pt x="1242328" y="749611"/>
                  </a:lnTo>
                  <a:lnTo>
                    <a:pt x="1229251" y="749507"/>
                  </a:lnTo>
                  <a:lnTo>
                    <a:pt x="1216174" y="749262"/>
                  </a:lnTo>
                  <a:lnTo>
                    <a:pt x="1203097" y="748987"/>
                  </a:lnTo>
                  <a:lnTo>
                    <a:pt x="1190019" y="749029"/>
                  </a:lnTo>
                  <a:lnTo>
                    <a:pt x="1176942" y="747710"/>
                  </a:lnTo>
                  <a:lnTo>
                    <a:pt x="1163865" y="747229"/>
                  </a:lnTo>
                  <a:lnTo>
                    <a:pt x="1150788" y="747579"/>
                  </a:lnTo>
                  <a:lnTo>
                    <a:pt x="1137711" y="747150"/>
                  </a:lnTo>
                  <a:lnTo>
                    <a:pt x="1124634" y="746691"/>
                  </a:lnTo>
                  <a:lnTo>
                    <a:pt x="1111557" y="746201"/>
                  </a:lnTo>
                  <a:lnTo>
                    <a:pt x="1098479" y="745680"/>
                  </a:lnTo>
                  <a:lnTo>
                    <a:pt x="1085402" y="745129"/>
                  </a:lnTo>
                  <a:lnTo>
                    <a:pt x="1072325" y="744547"/>
                  </a:lnTo>
                  <a:lnTo>
                    <a:pt x="1059248" y="743934"/>
                  </a:lnTo>
                  <a:lnTo>
                    <a:pt x="1046171" y="745035"/>
                  </a:lnTo>
                  <a:lnTo>
                    <a:pt x="1033094" y="744006"/>
                  </a:lnTo>
                  <a:lnTo>
                    <a:pt x="1020017" y="742314"/>
                  </a:lnTo>
                  <a:lnTo>
                    <a:pt x="1006939" y="741178"/>
                  </a:lnTo>
                  <a:lnTo>
                    <a:pt x="993862" y="740412"/>
                  </a:lnTo>
                  <a:lnTo>
                    <a:pt x="980785" y="739621"/>
                  </a:lnTo>
                  <a:lnTo>
                    <a:pt x="967708" y="738811"/>
                  </a:lnTo>
                  <a:lnTo>
                    <a:pt x="954631" y="737990"/>
                  </a:lnTo>
                  <a:lnTo>
                    <a:pt x="941554" y="737163"/>
                  </a:lnTo>
                  <a:lnTo>
                    <a:pt x="928477" y="736464"/>
                  </a:lnTo>
                  <a:lnTo>
                    <a:pt x="915399" y="735522"/>
                  </a:lnTo>
                  <a:lnTo>
                    <a:pt x="902322" y="735427"/>
                  </a:lnTo>
                  <a:lnTo>
                    <a:pt x="889245" y="736651"/>
                  </a:lnTo>
                  <a:lnTo>
                    <a:pt x="876168" y="737975"/>
                  </a:lnTo>
                  <a:lnTo>
                    <a:pt x="863091" y="739388"/>
                  </a:lnTo>
                  <a:lnTo>
                    <a:pt x="850014" y="740878"/>
                  </a:lnTo>
                  <a:lnTo>
                    <a:pt x="836937" y="742474"/>
                  </a:lnTo>
                  <a:lnTo>
                    <a:pt x="823859" y="744933"/>
                  </a:lnTo>
                  <a:lnTo>
                    <a:pt x="810782" y="745784"/>
                  </a:lnTo>
                  <a:lnTo>
                    <a:pt x="797705" y="746780"/>
                  </a:lnTo>
                  <a:lnTo>
                    <a:pt x="784628" y="748635"/>
                  </a:lnTo>
                  <a:lnTo>
                    <a:pt x="771551" y="750494"/>
                  </a:lnTo>
                  <a:lnTo>
                    <a:pt x="758474" y="749823"/>
                  </a:lnTo>
                  <a:lnTo>
                    <a:pt x="745397" y="751477"/>
                  </a:lnTo>
                  <a:lnTo>
                    <a:pt x="732319" y="752938"/>
                  </a:lnTo>
                  <a:lnTo>
                    <a:pt x="719242" y="755020"/>
                  </a:lnTo>
                  <a:lnTo>
                    <a:pt x="706165" y="756946"/>
                  </a:lnTo>
                  <a:lnTo>
                    <a:pt x="693088" y="758084"/>
                  </a:lnTo>
                  <a:lnTo>
                    <a:pt x="680011" y="759440"/>
                  </a:lnTo>
                  <a:lnTo>
                    <a:pt x="666934" y="760370"/>
                  </a:lnTo>
                  <a:lnTo>
                    <a:pt x="653857" y="761450"/>
                  </a:lnTo>
                  <a:lnTo>
                    <a:pt x="640779" y="762607"/>
                  </a:lnTo>
                  <a:lnTo>
                    <a:pt x="627702" y="763968"/>
                  </a:lnTo>
                  <a:lnTo>
                    <a:pt x="614625" y="766690"/>
                  </a:lnTo>
                  <a:lnTo>
                    <a:pt x="601548" y="766987"/>
                  </a:lnTo>
                  <a:lnTo>
                    <a:pt x="588471" y="768439"/>
                  </a:lnTo>
                  <a:lnTo>
                    <a:pt x="575394" y="769605"/>
                  </a:lnTo>
                  <a:lnTo>
                    <a:pt x="562317" y="770756"/>
                  </a:lnTo>
                  <a:lnTo>
                    <a:pt x="549239" y="771624"/>
                  </a:lnTo>
                  <a:lnTo>
                    <a:pt x="536162" y="773283"/>
                  </a:lnTo>
                  <a:lnTo>
                    <a:pt x="523085" y="778276"/>
                  </a:lnTo>
                  <a:lnTo>
                    <a:pt x="510008" y="783694"/>
                  </a:lnTo>
                  <a:lnTo>
                    <a:pt x="496931" y="786508"/>
                  </a:lnTo>
                  <a:lnTo>
                    <a:pt x="483854" y="790620"/>
                  </a:lnTo>
                  <a:lnTo>
                    <a:pt x="470777" y="795199"/>
                  </a:lnTo>
                  <a:lnTo>
                    <a:pt x="457699" y="799499"/>
                  </a:lnTo>
                  <a:lnTo>
                    <a:pt x="444622" y="804710"/>
                  </a:lnTo>
                  <a:lnTo>
                    <a:pt x="431545" y="810917"/>
                  </a:lnTo>
                  <a:lnTo>
                    <a:pt x="418468" y="815772"/>
                  </a:lnTo>
                  <a:lnTo>
                    <a:pt x="405391" y="818282"/>
                  </a:lnTo>
                  <a:lnTo>
                    <a:pt x="392314" y="820106"/>
                  </a:lnTo>
                  <a:lnTo>
                    <a:pt x="379237" y="821182"/>
                  </a:lnTo>
                  <a:lnTo>
                    <a:pt x="366159" y="821452"/>
                  </a:lnTo>
                  <a:lnTo>
                    <a:pt x="353082" y="822738"/>
                  </a:lnTo>
                  <a:lnTo>
                    <a:pt x="340005" y="822732"/>
                  </a:lnTo>
                  <a:lnTo>
                    <a:pt x="326928" y="820643"/>
                  </a:lnTo>
                  <a:lnTo>
                    <a:pt x="313851" y="820472"/>
                  </a:lnTo>
                  <a:lnTo>
                    <a:pt x="300774" y="824377"/>
                  </a:lnTo>
                  <a:lnTo>
                    <a:pt x="287697" y="826851"/>
                  </a:lnTo>
                  <a:lnTo>
                    <a:pt x="274619" y="826589"/>
                  </a:lnTo>
                  <a:lnTo>
                    <a:pt x="261542" y="827462"/>
                  </a:lnTo>
                  <a:lnTo>
                    <a:pt x="248465" y="830179"/>
                  </a:lnTo>
                  <a:lnTo>
                    <a:pt x="235388" y="833848"/>
                  </a:lnTo>
                  <a:lnTo>
                    <a:pt x="222311" y="835470"/>
                  </a:lnTo>
                  <a:lnTo>
                    <a:pt x="209234" y="840074"/>
                  </a:lnTo>
                  <a:lnTo>
                    <a:pt x="196157" y="845854"/>
                  </a:lnTo>
                  <a:lnTo>
                    <a:pt x="183079" y="851848"/>
                  </a:lnTo>
                  <a:lnTo>
                    <a:pt x="170002" y="856608"/>
                  </a:lnTo>
                  <a:lnTo>
                    <a:pt x="156925" y="858955"/>
                  </a:lnTo>
                  <a:lnTo>
                    <a:pt x="143848" y="863631"/>
                  </a:lnTo>
                  <a:lnTo>
                    <a:pt x="130771" y="867276"/>
                  </a:lnTo>
                  <a:lnTo>
                    <a:pt x="117694" y="872498"/>
                  </a:lnTo>
                  <a:lnTo>
                    <a:pt x="104617" y="881773"/>
                  </a:lnTo>
                  <a:lnTo>
                    <a:pt x="91539" y="890394"/>
                  </a:lnTo>
                  <a:lnTo>
                    <a:pt x="78462" y="889353"/>
                  </a:lnTo>
                  <a:lnTo>
                    <a:pt x="65385" y="889641"/>
                  </a:lnTo>
                  <a:lnTo>
                    <a:pt x="52308" y="891444"/>
                  </a:lnTo>
                  <a:lnTo>
                    <a:pt x="39231" y="916541"/>
                  </a:lnTo>
                  <a:lnTo>
                    <a:pt x="26154" y="928349"/>
                  </a:lnTo>
                  <a:lnTo>
                    <a:pt x="13077" y="941418"/>
                  </a:lnTo>
                  <a:lnTo>
                    <a:pt x="0" y="963133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3774895" y="1683830"/>
              <a:ext cx="2340808" cy="739830"/>
            </a:xfrm>
            <a:custGeom>
              <a:avLst/>
              <a:pathLst>
                <a:path w="2340808" h="739830">
                  <a:moveTo>
                    <a:pt x="0" y="728155"/>
                  </a:moveTo>
                  <a:lnTo>
                    <a:pt x="13077" y="739830"/>
                  </a:lnTo>
                  <a:lnTo>
                    <a:pt x="26154" y="731623"/>
                  </a:lnTo>
                  <a:lnTo>
                    <a:pt x="39231" y="717643"/>
                  </a:lnTo>
                  <a:lnTo>
                    <a:pt x="52308" y="700572"/>
                  </a:lnTo>
                  <a:lnTo>
                    <a:pt x="65385" y="686066"/>
                  </a:lnTo>
                  <a:lnTo>
                    <a:pt x="78462" y="675011"/>
                  </a:lnTo>
                  <a:lnTo>
                    <a:pt x="91539" y="663710"/>
                  </a:lnTo>
                  <a:lnTo>
                    <a:pt x="104617" y="654567"/>
                  </a:lnTo>
                  <a:lnTo>
                    <a:pt x="117694" y="647438"/>
                  </a:lnTo>
                  <a:lnTo>
                    <a:pt x="130771" y="642178"/>
                  </a:lnTo>
                  <a:lnTo>
                    <a:pt x="143848" y="639073"/>
                  </a:lnTo>
                  <a:lnTo>
                    <a:pt x="156925" y="638011"/>
                  </a:lnTo>
                  <a:lnTo>
                    <a:pt x="170002" y="638378"/>
                  </a:lnTo>
                  <a:lnTo>
                    <a:pt x="183079" y="640015"/>
                  </a:lnTo>
                  <a:lnTo>
                    <a:pt x="196157" y="642759"/>
                  </a:lnTo>
                  <a:lnTo>
                    <a:pt x="209234" y="644721"/>
                  </a:lnTo>
                  <a:lnTo>
                    <a:pt x="222311" y="645755"/>
                  </a:lnTo>
                  <a:lnTo>
                    <a:pt x="235388" y="653912"/>
                  </a:lnTo>
                  <a:lnTo>
                    <a:pt x="248465" y="661586"/>
                  </a:lnTo>
                  <a:lnTo>
                    <a:pt x="261542" y="667710"/>
                  </a:lnTo>
                  <a:lnTo>
                    <a:pt x="274619" y="672498"/>
                  </a:lnTo>
                  <a:lnTo>
                    <a:pt x="287697" y="672805"/>
                  </a:lnTo>
                  <a:lnTo>
                    <a:pt x="300774" y="673643"/>
                  </a:lnTo>
                  <a:lnTo>
                    <a:pt x="313851" y="672776"/>
                  </a:lnTo>
                  <a:lnTo>
                    <a:pt x="326928" y="672321"/>
                  </a:lnTo>
                  <a:lnTo>
                    <a:pt x="340005" y="670727"/>
                  </a:lnTo>
                  <a:lnTo>
                    <a:pt x="353082" y="667717"/>
                  </a:lnTo>
                  <a:lnTo>
                    <a:pt x="366159" y="665686"/>
                  </a:lnTo>
                  <a:lnTo>
                    <a:pt x="379237" y="659855"/>
                  </a:lnTo>
                  <a:lnTo>
                    <a:pt x="392314" y="654843"/>
                  </a:lnTo>
                  <a:lnTo>
                    <a:pt x="405391" y="651564"/>
                  </a:lnTo>
                  <a:lnTo>
                    <a:pt x="418468" y="649736"/>
                  </a:lnTo>
                  <a:lnTo>
                    <a:pt x="431545" y="649364"/>
                  </a:lnTo>
                  <a:lnTo>
                    <a:pt x="444622" y="650840"/>
                  </a:lnTo>
                  <a:lnTo>
                    <a:pt x="457699" y="652692"/>
                  </a:lnTo>
                  <a:lnTo>
                    <a:pt x="470777" y="651320"/>
                  </a:lnTo>
                  <a:lnTo>
                    <a:pt x="483854" y="652638"/>
                  </a:lnTo>
                  <a:lnTo>
                    <a:pt x="496931" y="654350"/>
                  </a:lnTo>
                  <a:lnTo>
                    <a:pt x="510008" y="655839"/>
                  </a:lnTo>
                  <a:lnTo>
                    <a:pt x="523085" y="652850"/>
                  </a:lnTo>
                  <a:lnTo>
                    <a:pt x="536162" y="653159"/>
                  </a:lnTo>
                  <a:lnTo>
                    <a:pt x="549239" y="650768"/>
                  </a:lnTo>
                  <a:lnTo>
                    <a:pt x="562317" y="647603"/>
                  </a:lnTo>
                  <a:lnTo>
                    <a:pt x="575394" y="647747"/>
                  </a:lnTo>
                  <a:lnTo>
                    <a:pt x="588471" y="647805"/>
                  </a:lnTo>
                  <a:lnTo>
                    <a:pt x="601548" y="649239"/>
                  </a:lnTo>
                  <a:lnTo>
                    <a:pt x="614625" y="649887"/>
                  </a:lnTo>
                  <a:lnTo>
                    <a:pt x="627702" y="650419"/>
                  </a:lnTo>
                  <a:lnTo>
                    <a:pt x="640779" y="646997"/>
                  </a:lnTo>
                  <a:lnTo>
                    <a:pt x="653857" y="643827"/>
                  </a:lnTo>
                  <a:lnTo>
                    <a:pt x="666934" y="640663"/>
                  </a:lnTo>
                  <a:lnTo>
                    <a:pt x="680011" y="637750"/>
                  </a:lnTo>
                  <a:lnTo>
                    <a:pt x="693088" y="635181"/>
                  </a:lnTo>
                  <a:lnTo>
                    <a:pt x="706165" y="632940"/>
                  </a:lnTo>
                  <a:lnTo>
                    <a:pt x="719242" y="631014"/>
                  </a:lnTo>
                  <a:lnTo>
                    <a:pt x="732319" y="629388"/>
                  </a:lnTo>
                  <a:lnTo>
                    <a:pt x="745397" y="628049"/>
                  </a:lnTo>
                  <a:lnTo>
                    <a:pt x="758474" y="626981"/>
                  </a:lnTo>
                  <a:lnTo>
                    <a:pt x="771551" y="626169"/>
                  </a:lnTo>
                  <a:lnTo>
                    <a:pt x="784628" y="625601"/>
                  </a:lnTo>
                  <a:lnTo>
                    <a:pt x="797705" y="625261"/>
                  </a:lnTo>
                  <a:lnTo>
                    <a:pt x="810782" y="624352"/>
                  </a:lnTo>
                  <a:lnTo>
                    <a:pt x="823859" y="624085"/>
                  </a:lnTo>
                  <a:lnTo>
                    <a:pt x="836937" y="625468"/>
                  </a:lnTo>
                  <a:lnTo>
                    <a:pt x="850014" y="625897"/>
                  </a:lnTo>
                  <a:lnTo>
                    <a:pt x="863091" y="626483"/>
                  </a:lnTo>
                  <a:lnTo>
                    <a:pt x="876168" y="627212"/>
                  </a:lnTo>
                  <a:lnTo>
                    <a:pt x="889245" y="626231"/>
                  </a:lnTo>
                  <a:lnTo>
                    <a:pt x="902322" y="623992"/>
                  </a:lnTo>
                  <a:lnTo>
                    <a:pt x="915399" y="622068"/>
                  </a:lnTo>
                  <a:lnTo>
                    <a:pt x="928477" y="621502"/>
                  </a:lnTo>
                  <a:lnTo>
                    <a:pt x="941554" y="619189"/>
                  </a:lnTo>
                  <a:lnTo>
                    <a:pt x="954631" y="619291"/>
                  </a:lnTo>
                  <a:lnTo>
                    <a:pt x="967708" y="619293"/>
                  </a:lnTo>
                  <a:lnTo>
                    <a:pt x="980785" y="617793"/>
                  </a:lnTo>
                  <a:lnTo>
                    <a:pt x="993862" y="616885"/>
                  </a:lnTo>
                  <a:lnTo>
                    <a:pt x="1006939" y="616611"/>
                  </a:lnTo>
                  <a:lnTo>
                    <a:pt x="1020017" y="616993"/>
                  </a:lnTo>
                  <a:lnTo>
                    <a:pt x="1033094" y="617989"/>
                  </a:lnTo>
                  <a:lnTo>
                    <a:pt x="1046171" y="618625"/>
                  </a:lnTo>
                  <a:lnTo>
                    <a:pt x="1059248" y="619240"/>
                  </a:lnTo>
                  <a:lnTo>
                    <a:pt x="1072325" y="621656"/>
                  </a:lnTo>
                  <a:lnTo>
                    <a:pt x="1085402" y="624425"/>
                  </a:lnTo>
                  <a:lnTo>
                    <a:pt x="1098479" y="627502"/>
                  </a:lnTo>
                  <a:lnTo>
                    <a:pt x="1111557" y="627922"/>
                  </a:lnTo>
                  <a:lnTo>
                    <a:pt x="1124634" y="627600"/>
                  </a:lnTo>
                  <a:lnTo>
                    <a:pt x="1137711" y="627333"/>
                  </a:lnTo>
                  <a:lnTo>
                    <a:pt x="1150788" y="627113"/>
                  </a:lnTo>
                  <a:lnTo>
                    <a:pt x="1163865" y="626932"/>
                  </a:lnTo>
                  <a:lnTo>
                    <a:pt x="1176942" y="626782"/>
                  </a:lnTo>
                  <a:lnTo>
                    <a:pt x="1190019" y="628315"/>
                  </a:lnTo>
                  <a:lnTo>
                    <a:pt x="1203097" y="629124"/>
                  </a:lnTo>
                  <a:lnTo>
                    <a:pt x="1216174" y="626910"/>
                  </a:lnTo>
                  <a:lnTo>
                    <a:pt x="1229251" y="626348"/>
                  </a:lnTo>
                  <a:lnTo>
                    <a:pt x="1242328" y="626242"/>
                  </a:lnTo>
                  <a:lnTo>
                    <a:pt x="1255405" y="625313"/>
                  </a:lnTo>
                  <a:lnTo>
                    <a:pt x="1268482" y="622660"/>
                  </a:lnTo>
                  <a:lnTo>
                    <a:pt x="1281559" y="620061"/>
                  </a:lnTo>
                  <a:lnTo>
                    <a:pt x="1294637" y="617531"/>
                  </a:lnTo>
                  <a:lnTo>
                    <a:pt x="1307714" y="615084"/>
                  </a:lnTo>
                  <a:lnTo>
                    <a:pt x="1320791" y="612738"/>
                  </a:lnTo>
                  <a:lnTo>
                    <a:pt x="1333868" y="610507"/>
                  </a:lnTo>
                  <a:lnTo>
                    <a:pt x="1346945" y="608406"/>
                  </a:lnTo>
                  <a:lnTo>
                    <a:pt x="1360022" y="607454"/>
                  </a:lnTo>
                  <a:lnTo>
                    <a:pt x="1373099" y="607168"/>
                  </a:lnTo>
                  <a:lnTo>
                    <a:pt x="1386177" y="606870"/>
                  </a:lnTo>
                  <a:lnTo>
                    <a:pt x="1399254" y="606558"/>
                  </a:lnTo>
                  <a:lnTo>
                    <a:pt x="1412331" y="606229"/>
                  </a:lnTo>
                  <a:lnTo>
                    <a:pt x="1425408" y="605882"/>
                  </a:lnTo>
                  <a:lnTo>
                    <a:pt x="1438485" y="605514"/>
                  </a:lnTo>
                  <a:lnTo>
                    <a:pt x="1451562" y="605124"/>
                  </a:lnTo>
                  <a:lnTo>
                    <a:pt x="1464639" y="604709"/>
                  </a:lnTo>
                  <a:lnTo>
                    <a:pt x="1477717" y="604064"/>
                  </a:lnTo>
                  <a:lnTo>
                    <a:pt x="1490794" y="601964"/>
                  </a:lnTo>
                  <a:lnTo>
                    <a:pt x="1503871" y="599865"/>
                  </a:lnTo>
                  <a:lnTo>
                    <a:pt x="1516948" y="597782"/>
                  </a:lnTo>
                  <a:lnTo>
                    <a:pt x="1530025" y="595990"/>
                  </a:lnTo>
                  <a:lnTo>
                    <a:pt x="1543102" y="596505"/>
                  </a:lnTo>
                  <a:lnTo>
                    <a:pt x="1556179" y="597232"/>
                  </a:lnTo>
                  <a:lnTo>
                    <a:pt x="1569257" y="595140"/>
                  </a:lnTo>
                  <a:lnTo>
                    <a:pt x="1582334" y="594944"/>
                  </a:lnTo>
                  <a:lnTo>
                    <a:pt x="1595411" y="595847"/>
                  </a:lnTo>
                  <a:lnTo>
                    <a:pt x="1608488" y="595966"/>
                  </a:lnTo>
                  <a:lnTo>
                    <a:pt x="1621565" y="594937"/>
                  </a:lnTo>
                  <a:lnTo>
                    <a:pt x="1634642" y="593674"/>
                  </a:lnTo>
                  <a:lnTo>
                    <a:pt x="1647719" y="592255"/>
                  </a:lnTo>
                  <a:lnTo>
                    <a:pt x="1660797" y="591306"/>
                  </a:lnTo>
                  <a:lnTo>
                    <a:pt x="1673874" y="590155"/>
                  </a:lnTo>
                  <a:lnTo>
                    <a:pt x="1686951" y="588691"/>
                  </a:lnTo>
                  <a:lnTo>
                    <a:pt x="1700028" y="587391"/>
                  </a:lnTo>
                  <a:lnTo>
                    <a:pt x="1713105" y="587271"/>
                  </a:lnTo>
                  <a:lnTo>
                    <a:pt x="1726182" y="588428"/>
                  </a:lnTo>
                  <a:lnTo>
                    <a:pt x="1739259" y="587523"/>
                  </a:lnTo>
                  <a:lnTo>
                    <a:pt x="1752337" y="586818"/>
                  </a:lnTo>
                  <a:lnTo>
                    <a:pt x="1765414" y="586369"/>
                  </a:lnTo>
                  <a:lnTo>
                    <a:pt x="1778491" y="590314"/>
                  </a:lnTo>
                  <a:lnTo>
                    <a:pt x="1791568" y="595562"/>
                  </a:lnTo>
                  <a:lnTo>
                    <a:pt x="1804645" y="601382"/>
                  </a:lnTo>
                  <a:lnTo>
                    <a:pt x="1817722" y="598102"/>
                  </a:lnTo>
                  <a:lnTo>
                    <a:pt x="1830799" y="594886"/>
                  </a:lnTo>
                  <a:lnTo>
                    <a:pt x="1843877" y="596641"/>
                  </a:lnTo>
                  <a:lnTo>
                    <a:pt x="1856954" y="600497"/>
                  </a:lnTo>
                  <a:lnTo>
                    <a:pt x="1870031" y="598631"/>
                  </a:lnTo>
                  <a:lnTo>
                    <a:pt x="1883108" y="602843"/>
                  </a:lnTo>
                  <a:lnTo>
                    <a:pt x="1896185" y="605146"/>
                  </a:lnTo>
                  <a:lnTo>
                    <a:pt x="1909262" y="606603"/>
                  </a:lnTo>
                  <a:lnTo>
                    <a:pt x="1922339" y="607601"/>
                  </a:lnTo>
                  <a:lnTo>
                    <a:pt x="1935417" y="608970"/>
                  </a:lnTo>
                  <a:lnTo>
                    <a:pt x="1948494" y="610731"/>
                  </a:lnTo>
                  <a:lnTo>
                    <a:pt x="1961571" y="615087"/>
                  </a:lnTo>
                  <a:lnTo>
                    <a:pt x="1974648" y="615512"/>
                  </a:lnTo>
                  <a:lnTo>
                    <a:pt x="1987725" y="609684"/>
                  </a:lnTo>
                  <a:lnTo>
                    <a:pt x="2000802" y="611779"/>
                  </a:lnTo>
                  <a:lnTo>
                    <a:pt x="2013879" y="608033"/>
                  </a:lnTo>
                  <a:lnTo>
                    <a:pt x="2026956" y="593856"/>
                  </a:lnTo>
                  <a:lnTo>
                    <a:pt x="2040034" y="581739"/>
                  </a:lnTo>
                  <a:lnTo>
                    <a:pt x="2053111" y="572377"/>
                  </a:lnTo>
                  <a:lnTo>
                    <a:pt x="2066188" y="560130"/>
                  </a:lnTo>
                  <a:lnTo>
                    <a:pt x="2079265" y="548194"/>
                  </a:lnTo>
                  <a:lnTo>
                    <a:pt x="2092342" y="529231"/>
                  </a:lnTo>
                  <a:lnTo>
                    <a:pt x="2105419" y="510828"/>
                  </a:lnTo>
                  <a:lnTo>
                    <a:pt x="2118496" y="494543"/>
                  </a:lnTo>
                  <a:lnTo>
                    <a:pt x="2131574" y="480993"/>
                  </a:lnTo>
                  <a:lnTo>
                    <a:pt x="2144651" y="470793"/>
                  </a:lnTo>
                  <a:lnTo>
                    <a:pt x="2157728" y="464561"/>
                  </a:lnTo>
                  <a:lnTo>
                    <a:pt x="2170805" y="454230"/>
                  </a:lnTo>
                  <a:lnTo>
                    <a:pt x="2183882" y="458383"/>
                  </a:lnTo>
                  <a:lnTo>
                    <a:pt x="2196959" y="433585"/>
                  </a:lnTo>
                  <a:lnTo>
                    <a:pt x="2210036" y="412647"/>
                  </a:lnTo>
                  <a:lnTo>
                    <a:pt x="2223114" y="375635"/>
                  </a:lnTo>
                  <a:lnTo>
                    <a:pt x="2236191" y="357460"/>
                  </a:lnTo>
                  <a:lnTo>
                    <a:pt x="2249268" y="375365"/>
                  </a:lnTo>
                  <a:lnTo>
                    <a:pt x="2262345" y="355440"/>
                  </a:lnTo>
                  <a:lnTo>
                    <a:pt x="2275422" y="315786"/>
                  </a:lnTo>
                  <a:lnTo>
                    <a:pt x="2288499" y="262561"/>
                  </a:lnTo>
                  <a:lnTo>
                    <a:pt x="2301576" y="204571"/>
                  </a:lnTo>
                  <a:lnTo>
                    <a:pt x="2314654" y="141613"/>
                  </a:lnTo>
                  <a:lnTo>
                    <a:pt x="2327731" y="73489"/>
                  </a:lnTo>
                  <a:lnTo>
                    <a:pt x="2340808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3774895" y="2410198"/>
              <a:ext cx="2340808" cy="606682"/>
            </a:xfrm>
            <a:custGeom>
              <a:avLst/>
              <a:pathLst>
                <a:path w="2340808" h="606682">
                  <a:moveTo>
                    <a:pt x="2340808" y="606682"/>
                  </a:moveTo>
                  <a:lnTo>
                    <a:pt x="2327731" y="517425"/>
                  </a:lnTo>
                  <a:lnTo>
                    <a:pt x="2314654" y="456015"/>
                  </a:lnTo>
                  <a:lnTo>
                    <a:pt x="2301576" y="394605"/>
                  </a:lnTo>
                  <a:lnTo>
                    <a:pt x="2288499" y="352192"/>
                  </a:lnTo>
                  <a:lnTo>
                    <a:pt x="2275422" y="325621"/>
                  </a:lnTo>
                  <a:lnTo>
                    <a:pt x="2262345" y="302274"/>
                  </a:lnTo>
                  <a:lnTo>
                    <a:pt x="2249268" y="280978"/>
                  </a:lnTo>
                  <a:lnTo>
                    <a:pt x="2236191" y="270276"/>
                  </a:lnTo>
                  <a:lnTo>
                    <a:pt x="2223114" y="265331"/>
                  </a:lnTo>
                  <a:lnTo>
                    <a:pt x="2210036" y="258575"/>
                  </a:lnTo>
                  <a:lnTo>
                    <a:pt x="2196959" y="250072"/>
                  </a:lnTo>
                  <a:lnTo>
                    <a:pt x="2183882" y="240006"/>
                  </a:lnTo>
                  <a:lnTo>
                    <a:pt x="2170805" y="236955"/>
                  </a:lnTo>
                  <a:lnTo>
                    <a:pt x="2157728" y="231603"/>
                  </a:lnTo>
                  <a:lnTo>
                    <a:pt x="2144651" y="226176"/>
                  </a:lnTo>
                  <a:lnTo>
                    <a:pt x="2131574" y="220654"/>
                  </a:lnTo>
                  <a:lnTo>
                    <a:pt x="2118496" y="215021"/>
                  </a:lnTo>
                  <a:lnTo>
                    <a:pt x="2105419" y="205830"/>
                  </a:lnTo>
                  <a:lnTo>
                    <a:pt x="2092342" y="198129"/>
                  </a:lnTo>
                  <a:lnTo>
                    <a:pt x="2079265" y="197257"/>
                  </a:lnTo>
                  <a:lnTo>
                    <a:pt x="2066188" y="187131"/>
                  </a:lnTo>
                  <a:lnTo>
                    <a:pt x="2053111" y="174600"/>
                  </a:lnTo>
                  <a:lnTo>
                    <a:pt x="2040034" y="160993"/>
                  </a:lnTo>
                  <a:lnTo>
                    <a:pt x="2026956" y="155776"/>
                  </a:lnTo>
                  <a:lnTo>
                    <a:pt x="2013879" y="144963"/>
                  </a:lnTo>
                  <a:lnTo>
                    <a:pt x="2000802" y="136870"/>
                  </a:lnTo>
                  <a:lnTo>
                    <a:pt x="1987725" y="134400"/>
                  </a:lnTo>
                  <a:lnTo>
                    <a:pt x="1974648" y="131690"/>
                  </a:lnTo>
                  <a:lnTo>
                    <a:pt x="1961571" y="132373"/>
                  </a:lnTo>
                  <a:lnTo>
                    <a:pt x="1948494" y="124102"/>
                  </a:lnTo>
                  <a:lnTo>
                    <a:pt x="1935417" y="121552"/>
                  </a:lnTo>
                  <a:lnTo>
                    <a:pt x="1922339" y="112827"/>
                  </a:lnTo>
                  <a:lnTo>
                    <a:pt x="1909262" y="103891"/>
                  </a:lnTo>
                  <a:lnTo>
                    <a:pt x="1896185" y="97302"/>
                  </a:lnTo>
                  <a:lnTo>
                    <a:pt x="1883108" y="90764"/>
                  </a:lnTo>
                  <a:lnTo>
                    <a:pt x="1870031" y="85901"/>
                  </a:lnTo>
                  <a:lnTo>
                    <a:pt x="1856954" y="80218"/>
                  </a:lnTo>
                  <a:lnTo>
                    <a:pt x="1843877" y="71637"/>
                  </a:lnTo>
                  <a:lnTo>
                    <a:pt x="1830799" y="60783"/>
                  </a:lnTo>
                  <a:lnTo>
                    <a:pt x="1817722" y="54012"/>
                  </a:lnTo>
                  <a:lnTo>
                    <a:pt x="1804645" y="51621"/>
                  </a:lnTo>
                  <a:lnTo>
                    <a:pt x="1791568" y="44271"/>
                  </a:lnTo>
                  <a:lnTo>
                    <a:pt x="1778491" y="40268"/>
                  </a:lnTo>
                  <a:lnTo>
                    <a:pt x="1765414" y="36368"/>
                  </a:lnTo>
                  <a:lnTo>
                    <a:pt x="1752337" y="32812"/>
                  </a:lnTo>
                  <a:lnTo>
                    <a:pt x="1739259" y="29201"/>
                  </a:lnTo>
                  <a:lnTo>
                    <a:pt x="1726182" y="25943"/>
                  </a:lnTo>
                  <a:lnTo>
                    <a:pt x="1713105" y="22938"/>
                  </a:lnTo>
                  <a:lnTo>
                    <a:pt x="1700028" y="19979"/>
                  </a:lnTo>
                  <a:lnTo>
                    <a:pt x="1686951" y="17180"/>
                  </a:lnTo>
                  <a:lnTo>
                    <a:pt x="1673874" y="14536"/>
                  </a:lnTo>
                  <a:lnTo>
                    <a:pt x="1660797" y="15465"/>
                  </a:lnTo>
                  <a:lnTo>
                    <a:pt x="1647719" y="16893"/>
                  </a:lnTo>
                  <a:lnTo>
                    <a:pt x="1634642" y="14573"/>
                  </a:lnTo>
                  <a:lnTo>
                    <a:pt x="1621565" y="11303"/>
                  </a:lnTo>
                  <a:lnTo>
                    <a:pt x="1608488" y="8441"/>
                  </a:lnTo>
                  <a:lnTo>
                    <a:pt x="1595411" y="7729"/>
                  </a:lnTo>
                  <a:lnTo>
                    <a:pt x="1582334" y="7001"/>
                  </a:lnTo>
                  <a:lnTo>
                    <a:pt x="1569257" y="6175"/>
                  </a:lnTo>
                  <a:lnTo>
                    <a:pt x="1556179" y="5265"/>
                  </a:lnTo>
                  <a:lnTo>
                    <a:pt x="1543102" y="4287"/>
                  </a:lnTo>
                  <a:lnTo>
                    <a:pt x="1530025" y="3256"/>
                  </a:lnTo>
                  <a:lnTo>
                    <a:pt x="1516948" y="2188"/>
                  </a:lnTo>
                  <a:lnTo>
                    <a:pt x="1503871" y="1097"/>
                  </a:lnTo>
                  <a:lnTo>
                    <a:pt x="1490794" y="0"/>
                  </a:lnTo>
                  <a:lnTo>
                    <a:pt x="1477717" y="233"/>
                  </a:lnTo>
                  <a:lnTo>
                    <a:pt x="1464639" y="1841"/>
                  </a:lnTo>
                  <a:lnTo>
                    <a:pt x="1451562" y="4267"/>
                  </a:lnTo>
                  <a:lnTo>
                    <a:pt x="1438485" y="5651"/>
                  </a:lnTo>
                  <a:lnTo>
                    <a:pt x="1425408" y="7373"/>
                  </a:lnTo>
                  <a:lnTo>
                    <a:pt x="1412331" y="8913"/>
                  </a:lnTo>
                  <a:lnTo>
                    <a:pt x="1399254" y="10235"/>
                  </a:lnTo>
                  <a:lnTo>
                    <a:pt x="1386177" y="12787"/>
                  </a:lnTo>
                  <a:lnTo>
                    <a:pt x="1373099" y="15760"/>
                  </a:lnTo>
                  <a:lnTo>
                    <a:pt x="1360022" y="18436"/>
                  </a:lnTo>
                  <a:lnTo>
                    <a:pt x="1346945" y="20767"/>
                  </a:lnTo>
                  <a:lnTo>
                    <a:pt x="1333868" y="22129"/>
                  </a:lnTo>
                  <a:lnTo>
                    <a:pt x="1320791" y="21396"/>
                  </a:lnTo>
                  <a:lnTo>
                    <a:pt x="1307714" y="20878"/>
                  </a:lnTo>
                  <a:lnTo>
                    <a:pt x="1294637" y="20910"/>
                  </a:lnTo>
                  <a:lnTo>
                    <a:pt x="1281559" y="21769"/>
                  </a:lnTo>
                  <a:lnTo>
                    <a:pt x="1268482" y="22438"/>
                  </a:lnTo>
                  <a:lnTo>
                    <a:pt x="1255405" y="23445"/>
                  </a:lnTo>
                  <a:lnTo>
                    <a:pt x="1242328" y="23243"/>
                  </a:lnTo>
                  <a:lnTo>
                    <a:pt x="1229251" y="23139"/>
                  </a:lnTo>
                  <a:lnTo>
                    <a:pt x="1216174" y="22894"/>
                  </a:lnTo>
                  <a:lnTo>
                    <a:pt x="1203097" y="22619"/>
                  </a:lnTo>
                  <a:lnTo>
                    <a:pt x="1190019" y="22661"/>
                  </a:lnTo>
                  <a:lnTo>
                    <a:pt x="1176942" y="21342"/>
                  </a:lnTo>
                  <a:lnTo>
                    <a:pt x="1163865" y="20861"/>
                  </a:lnTo>
                  <a:lnTo>
                    <a:pt x="1150788" y="21211"/>
                  </a:lnTo>
                  <a:lnTo>
                    <a:pt x="1137711" y="20782"/>
                  </a:lnTo>
                  <a:lnTo>
                    <a:pt x="1124634" y="20323"/>
                  </a:lnTo>
                  <a:lnTo>
                    <a:pt x="1111557" y="19833"/>
                  </a:lnTo>
                  <a:lnTo>
                    <a:pt x="1098479" y="19312"/>
                  </a:lnTo>
                  <a:lnTo>
                    <a:pt x="1085402" y="18761"/>
                  </a:lnTo>
                  <a:lnTo>
                    <a:pt x="1072325" y="18179"/>
                  </a:lnTo>
                  <a:lnTo>
                    <a:pt x="1059248" y="17566"/>
                  </a:lnTo>
                  <a:lnTo>
                    <a:pt x="1046171" y="18667"/>
                  </a:lnTo>
                  <a:lnTo>
                    <a:pt x="1033094" y="17638"/>
                  </a:lnTo>
                  <a:lnTo>
                    <a:pt x="1020017" y="15946"/>
                  </a:lnTo>
                  <a:lnTo>
                    <a:pt x="1006939" y="14809"/>
                  </a:lnTo>
                  <a:lnTo>
                    <a:pt x="993862" y="14044"/>
                  </a:lnTo>
                  <a:lnTo>
                    <a:pt x="980785" y="13253"/>
                  </a:lnTo>
                  <a:lnTo>
                    <a:pt x="967708" y="12443"/>
                  </a:lnTo>
                  <a:lnTo>
                    <a:pt x="954631" y="11622"/>
                  </a:lnTo>
                  <a:lnTo>
                    <a:pt x="941554" y="10795"/>
                  </a:lnTo>
                  <a:lnTo>
                    <a:pt x="928477" y="10096"/>
                  </a:lnTo>
                  <a:lnTo>
                    <a:pt x="915399" y="9154"/>
                  </a:lnTo>
                  <a:lnTo>
                    <a:pt x="902322" y="9059"/>
                  </a:lnTo>
                  <a:lnTo>
                    <a:pt x="889245" y="10283"/>
                  </a:lnTo>
                  <a:lnTo>
                    <a:pt x="876168" y="11607"/>
                  </a:lnTo>
                  <a:lnTo>
                    <a:pt x="863091" y="13020"/>
                  </a:lnTo>
                  <a:lnTo>
                    <a:pt x="850014" y="14510"/>
                  </a:lnTo>
                  <a:lnTo>
                    <a:pt x="836937" y="16106"/>
                  </a:lnTo>
                  <a:lnTo>
                    <a:pt x="823859" y="18565"/>
                  </a:lnTo>
                  <a:lnTo>
                    <a:pt x="810782" y="19416"/>
                  </a:lnTo>
                  <a:lnTo>
                    <a:pt x="797705" y="20412"/>
                  </a:lnTo>
                  <a:lnTo>
                    <a:pt x="784628" y="22267"/>
                  </a:lnTo>
                  <a:lnTo>
                    <a:pt x="771551" y="24125"/>
                  </a:lnTo>
                  <a:lnTo>
                    <a:pt x="758474" y="23455"/>
                  </a:lnTo>
                  <a:lnTo>
                    <a:pt x="745397" y="25109"/>
                  </a:lnTo>
                  <a:lnTo>
                    <a:pt x="732319" y="26570"/>
                  </a:lnTo>
                  <a:lnTo>
                    <a:pt x="719242" y="28652"/>
                  </a:lnTo>
                  <a:lnTo>
                    <a:pt x="706165" y="30578"/>
                  </a:lnTo>
                  <a:lnTo>
                    <a:pt x="693088" y="31716"/>
                  </a:lnTo>
                  <a:lnTo>
                    <a:pt x="680011" y="33072"/>
                  </a:lnTo>
                  <a:lnTo>
                    <a:pt x="666934" y="34002"/>
                  </a:lnTo>
                  <a:lnTo>
                    <a:pt x="653857" y="35082"/>
                  </a:lnTo>
                  <a:lnTo>
                    <a:pt x="640779" y="36239"/>
                  </a:lnTo>
                  <a:lnTo>
                    <a:pt x="627702" y="37600"/>
                  </a:lnTo>
                  <a:lnTo>
                    <a:pt x="614625" y="40322"/>
                  </a:lnTo>
                  <a:lnTo>
                    <a:pt x="601548" y="40619"/>
                  </a:lnTo>
                  <a:lnTo>
                    <a:pt x="588471" y="42071"/>
                  </a:lnTo>
                  <a:lnTo>
                    <a:pt x="575394" y="43237"/>
                  </a:lnTo>
                  <a:lnTo>
                    <a:pt x="562317" y="44388"/>
                  </a:lnTo>
                  <a:lnTo>
                    <a:pt x="549239" y="45255"/>
                  </a:lnTo>
                  <a:lnTo>
                    <a:pt x="536162" y="46915"/>
                  </a:lnTo>
                  <a:lnTo>
                    <a:pt x="523085" y="51908"/>
                  </a:lnTo>
                  <a:lnTo>
                    <a:pt x="510008" y="57326"/>
                  </a:lnTo>
                  <a:lnTo>
                    <a:pt x="496931" y="60140"/>
                  </a:lnTo>
                  <a:lnTo>
                    <a:pt x="483854" y="64252"/>
                  </a:lnTo>
                  <a:lnTo>
                    <a:pt x="470777" y="68831"/>
                  </a:lnTo>
                  <a:lnTo>
                    <a:pt x="457699" y="73131"/>
                  </a:lnTo>
                  <a:lnTo>
                    <a:pt x="444622" y="78342"/>
                  </a:lnTo>
                  <a:lnTo>
                    <a:pt x="431545" y="84549"/>
                  </a:lnTo>
                  <a:lnTo>
                    <a:pt x="418468" y="89404"/>
                  </a:lnTo>
                  <a:lnTo>
                    <a:pt x="405391" y="91914"/>
                  </a:lnTo>
                  <a:lnTo>
                    <a:pt x="392314" y="93738"/>
                  </a:lnTo>
                  <a:lnTo>
                    <a:pt x="379237" y="94814"/>
                  </a:lnTo>
                  <a:lnTo>
                    <a:pt x="366159" y="95084"/>
                  </a:lnTo>
                  <a:lnTo>
                    <a:pt x="353082" y="96370"/>
                  </a:lnTo>
                  <a:lnTo>
                    <a:pt x="340005" y="96364"/>
                  </a:lnTo>
                  <a:lnTo>
                    <a:pt x="326928" y="94275"/>
                  </a:lnTo>
                  <a:lnTo>
                    <a:pt x="313851" y="94103"/>
                  </a:lnTo>
                  <a:lnTo>
                    <a:pt x="300774" y="98009"/>
                  </a:lnTo>
                  <a:lnTo>
                    <a:pt x="287697" y="100483"/>
                  </a:lnTo>
                  <a:lnTo>
                    <a:pt x="274619" y="100221"/>
                  </a:lnTo>
                  <a:lnTo>
                    <a:pt x="261542" y="101094"/>
                  </a:lnTo>
                  <a:lnTo>
                    <a:pt x="248465" y="103810"/>
                  </a:lnTo>
                  <a:lnTo>
                    <a:pt x="235388" y="107480"/>
                  </a:lnTo>
                  <a:lnTo>
                    <a:pt x="222311" y="109102"/>
                  </a:lnTo>
                  <a:lnTo>
                    <a:pt x="209234" y="113706"/>
                  </a:lnTo>
                  <a:lnTo>
                    <a:pt x="196157" y="119486"/>
                  </a:lnTo>
                  <a:lnTo>
                    <a:pt x="183079" y="125480"/>
                  </a:lnTo>
                  <a:lnTo>
                    <a:pt x="170002" y="130240"/>
                  </a:lnTo>
                  <a:lnTo>
                    <a:pt x="156925" y="132587"/>
                  </a:lnTo>
                  <a:lnTo>
                    <a:pt x="143848" y="137263"/>
                  </a:lnTo>
                  <a:lnTo>
                    <a:pt x="130771" y="140908"/>
                  </a:lnTo>
                  <a:lnTo>
                    <a:pt x="117694" y="146130"/>
                  </a:lnTo>
                  <a:lnTo>
                    <a:pt x="104617" y="155405"/>
                  </a:lnTo>
                  <a:lnTo>
                    <a:pt x="91539" y="164026"/>
                  </a:lnTo>
                  <a:lnTo>
                    <a:pt x="78462" y="162985"/>
                  </a:lnTo>
                  <a:lnTo>
                    <a:pt x="65385" y="163273"/>
                  </a:lnTo>
                  <a:lnTo>
                    <a:pt x="52308" y="165076"/>
                  </a:lnTo>
                  <a:lnTo>
                    <a:pt x="39231" y="190173"/>
                  </a:lnTo>
                  <a:lnTo>
                    <a:pt x="26154" y="201981"/>
                  </a:lnTo>
                  <a:lnTo>
                    <a:pt x="13077" y="215050"/>
                  </a:lnTo>
                  <a:lnTo>
                    <a:pt x="0" y="23676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3774895" y="2342694"/>
              <a:ext cx="2340808" cy="179975"/>
            </a:xfrm>
            <a:custGeom>
              <a:avLst/>
              <a:pathLst>
                <a:path w="2340808" h="179975">
                  <a:moveTo>
                    <a:pt x="0" y="179975"/>
                  </a:moveTo>
                  <a:lnTo>
                    <a:pt x="13077" y="170110"/>
                  </a:lnTo>
                  <a:lnTo>
                    <a:pt x="26154" y="161070"/>
                  </a:lnTo>
                  <a:lnTo>
                    <a:pt x="39231" y="152815"/>
                  </a:lnTo>
                  <a:lnTo>
                    <a:pt x="52308" y="145305"/>
                  </a:lnTo>
                  <a:lnTo>
                    <a:pt x="65385" y="138502"/>
                  </a:lnTo>
                  <a:lnTo>
                    <a:pt x="78462" y="132366"/>
                  </a:lnTo>
                  <a:lnTo>
                    <a:pt x="91539" y="126858"/>
                  </a:lnTo>
                  <a:lnTo>
                    <a:pt x="104617" y="121939"/>
                  </a:lnTo>
                  <a:lnTo>
                    <a:pt x="117694" y="117568"/>
                  </a:lnTo>
                  <a:lnTo>
                    <a:pt x="130771" y="113707"/>
                  </a:lnTo>
                  <a:lnTo>
                    <a:pt x="143848" y="110316"/>
                  </a:lnTo>
                  <a:lnTo>
                    <a:pt x="156925" y="107357"/>
                  </a:lnTo>
                  <a:lnTo>
                    <a:pt x="170002" y="104789"/>
                  </a:lnTo>
                  <a:lnTo>
                    <a:pt x="183079" y="102574"/>
                  </a:lnTo>
                  <a:lnTo>
                    <a:pt x="196157" y="100672"/>
                  </a:lnTo>
                  <a:lnTo>
                    <a:pt x="209234" y="99043"/>
                  </a:lnTo>
                  <a:lnTo>
                    <a:pt x="222311" y="97649"/>
                  </a:lnTo>
                  <a:lnTo>
                    <a:pt x="235388" y="96450"/>
                  </a:lnTo>
                  <a:lnTo>
                    <a:pt x="248465" y="95407"/>
                  </a:lnTo>
                  <a:lnTo>
                    <a:pt x="261542" y="94480"/>
                  </a:lnTo>
                  <a:lnTo>
                    <a:pt x="274619" y="93630"/>
                  </a:lnTo>
                  <a:lnTo>
                    <a:pt x="287697" y="92818"/>
                  </a:lnTo>
                  <a:lnTo>
                    <a:pt x="300774" y="92004"/>
                  </a:lnTo>
                  <a:lnTo>
                    <a:pt x="313851" y="91149"/>
                  </a:lnTo>
                  <a:lnTo>
                    <a:pt x="326928" y="90214"/>
                  </a:lnTo>
                  <a:lnTo>
                    <a:pt x="340005" y="89163"/>
                  </a:lnTo>
                  <a:lnTo>
                    <a:pt x="353082" y="87980"/>
                  </a:lnTo>
                  <a:lnTo>
                    <a:pt x="366159" y="86672"/>
                  </a:lnTo>
                  <a:lnTo>
                    <a:pt x="379237" y="85248"/>
                  </a:lnTo>
                  <a:lnTo>
                    <a:pt x="392314" y="83714"/>
                  </a:lnTo>
                  <a:lnTo>
                    <a:pt x="405391" y="82081"/>
                  </a:lnTo>
                  <a:lnTo>
                    <a:pt x="418468" y="80356"/>
                  </a:lnTo>
                  <a:lnTo>
                    <a:pt x="431545" y="78547"/>
                  </a:lnTo>
                  <a:lnTo>
                    <a:pt x="444622" y="76663"/>
                  </a:lnTo>
                  <a:lnTo>
                    <a:pt x="457699" y="74711"/>
                  </a:lnTo>
                  <a:lnTo>
                    <a:pt x="470777" y="72701"/>
                  </a:lnTo>
                  <a:lnTo>
                    <a:pt x="483854" y="70640"/>
                  </a:lnTo>
                  <a:lnTo>
                    <a:pt x="496931" y="68537"/>
                  </a:lnTo>
                  <a:lnTo>
                    <a:pt x="510008" y="66400"/>
                  </a:lnTo>
                  <a:lnTo>
                    <a:pt x="523085" y="64237"/>
                  </a:lnTo>
                  <a:lnTo>
                    <a:pt x="536162" y="62057"/>
                  </a:lnTo>
                  <a:lnTo>
                    <a:pt x="549239" y="59867"/>
                  </a:lnTo>
                  <a:lnTo>
                    <a:pt x="562317" y="57677"/>
                  </a:lnTo>
                  <a:lnTo>
                    <a:pt x="575394" y="55494"/>
                  </a:lnTo>
                  <a:lnTo>
                    <a:pt x="588471" y="53327"/>
                  </a:lnTo>
                  <a:lnTo>
                    <a:pt x="601548" y="51184"/>
                  </a:lnTo>
                  <a:lnTo>
                    <a:pt x="614625" y="49072"/>
                  </a:lnTo>
                  <a:lnTo>
                    <a:pt x="627702" y="47002"/>
                  </a:lnTo>
                  <a:lnTo>
                    <a:pt x="640779" y="44980"/>
                  </a:lnTo>
                  <a:lnTo>
                    <a:pt x="653857" y="43015"/>
                  </a:lnTo>
                  <a:lnTo>
                    <a:pt x="666934" y="41113"/>
                  </a:lnTo>
                  <a:lnTo>
                    <a:pt x="680011" y="39282"/>
                  </a:lnTo>
                  <a:lnTo>
                    <a:pt x="693088" y="37524"/>
                  </a:lnTo>
                  <a:lnTo>
                    <a:pt x="706165" y="35840"/>
                  </a:lnTo>
                  <a:lnTo>
                    <a:pt x="719242" y="34231"/>
                  </a:lnTo>
                  <a:lnTo>
                    <a:pt x="732319" y="32699"/>
                  </a:lnTo>
                  <a:lnTo>
                    <a:pt x="745397" y="31244"/>
                  </a:lnTo>
                  <a:lnTo>
                    <a:pt x="758474" y="29867"/>
                  </a:lnTo>
                  <a:lnTo>
                    <a:pt x="771551" y="28570"/>
                  </a:lnTo>
                  <a:lnTo>
                    <a:pt x="784628" y="27354"/>
                  </a:lnTo>
                  <a:lnTo>
                    <a:pt x="797705" y="26219"/>
                  </a:lnTo>
                  <a:lnTo>
                    <a:pt x="810782" y="25167"/>
                  </a:lnTo>
                  <a:lnTo>
                    <a:pt x="823859" y="24199"/>
                  </a:lnTo>
                  <a:lnTo>
                    <a:pt x="836937" y="23316"/>
                  </a:lnTo>
                  <a:lnTo>
                    <a:pt x="850014" y="22519"/>
                  </a:lnTo>
                  <a:lnTo>
                    <a:pt x="863091" y="21810"/>
                  </a:lnTo>
                  <a:lnTo>
                    <a:pt x="876168" y="21188"/>
                  </a:lnTo>
                  <a:lnTo>
                    <a:pt x="889245" y="20656"/>
                  </a:lnTo>
                  <a:lnTo>
                    <a:pt x="902322" y="20214"/>
                  </a:lnTo>
                  <a:lnTo>
                    <a:pt x="915399" y="19864"/>
                  </a:lnTo>
                  <a:lnTo>
                    <a:pt x="928477" y="19606"/>
                  </a:lnTo>
                  <a:lnTo>
                    <a:pt x="941554" y="19442"/>
                  </a:lnTo>
                  <a:lnTo>
                    <a:pt x="954631" y="19372"/>
                  </a:lnTo>
                  <a:lnTo>
                    <a:pt x="967708" y="19399"/>
                  </a:lnTo>
                  <a:lnTo>
                    <a:pt x="980785" y="19522"/>
                  </a:lnTo>
                  <a:lnTo>
                    <a:pt x="993862" y="19742"/>
                  </a:lnTo>
                  <a:lnTo>
                    <a:pt x="1006939" y="20060"/>
                  </a:lnTo>
                  <a:lnTo>
                    <a:pt x="1020017" y="20472"/>
                  </a:lnTo>
                  <a:lnTo>
                    <a:pt x="1033094" y="20966"/>
                  </a:lnTo>
                  <a:lnTo>
                    <a:pt x="1046171" y="21532"/>
                  </a:lnTo>
                  <a:lnTo>
                    <a:pt x="1059248" y="22157"/>
                  </a:lnTo>
                  <a:lnTo>
                    <a:pt x="1072325" y="22831"/>
                  </a:lnTo>
                  <a:lnTo>
                    <a:pt x="1085402" y="23541"/>
                  </a:lnTo>
                  <a:lnTo>
                    <a:pt x="1098479" y="24275"/>
                  </a:lnTo>
                  <a:lnTo>
                    <a:pt x="1111557" y="25022"/>
                  </a:lnTo>
                  <a:lnTo>
                    <a:pt x="1124634" y="25771"/>
                  </a:lnTo>
                  <a:lnTo>
                    <a:pt x="1137711" y="26509"/>
                  </a:lnTo>
                  <a:lnTo>
                    <a:pt x="1150788" y="27225"/>
                  </a:lnTo>
                  <a:lnTo>
                    <a:pt x="1163865" y="27908"/>
                  </a:lnTo>
                  <a:lnTo>
                    <a:pt x="1176942" y="28545"/>
                  </a:lnTo>
                  <a:lnTo>
                    <a:pt x="1190019" y="29124"/>
                  </a:lnTo>
                  <a:lnTo>
                    <a:pt x="1203097" y="29635"/>
                  </a:lnTo>
                  <a:lnTo>
                    <a:pt x="1216174" y="30065"/>
                  </a:lnTo>
                  <a:lnTo>
                    <a:pt x="1229251" y="30403"/>
                  </a:lnTo>
                  <a:lnTo>
                    <a:pt x="1242328" y="30638"/>
                  </a:lnTo>
                  <a:lnTo>
                    <a:pt x="1255405" y="30756"/>
                  </a:lnTo>
                  <a:lnTo>
                    <a:pt x="1268482" y="30747"/>
                  </a:lnTo>
                  <a:lnTo>
                    <a:pt x="1281559" y="30599"/>
                  </a:lnTo>
                  <a:lnTo>
                    <a:pt x="1294637" y="30301"/>
                  </a:lnTo>
                  <a:lnTo>
                    <a:pt x="1307714" y="29842"/>
                  </a:lnTo>
                  <a:lnTo>
                    <a:pt x="1320791" y="29213"/>
                  </a:lnTo>
                  <a:lnTo>
                    <a:pt x="1333868" y="28404"/>
                  </a:lnTo>
                  <a:lnTo>
                    <a:pt x="1346945" y="27412"/>
                  </a:lnTo>
                  <a:lnTo>
                    <a:pt x="1360022" y="26243"/>
                  </a:lnTo>
                  <a:lnTo>
                    <a:pt x="1373099" y="24919"/>
                  </a:lnTo>
                  <a:lnTo>
                    <a:pt x="1386177" y="23463"/>
                  </a:lnTo>
                  <a:lnTo>
                    <a:pt x="1399254" y="21897"/>
                  </a:lnTo>
                  <a:lnTo>
                    <a:pt x="1412331" y="20243"/>
                  </a:lnTo>
                  <a:lnTo>
                    <a:pt x="1425408" y="18523"/>
                  </a:lnTo>
                  <a:lnTo>
                    <a:pt x="1438485" y="16760"/>
                  </a:lnTo>
                  <a:lnTo>
                    <a:pt x="1451562" y="14976"/>
                  </a:lnTo>
                  <a:lnTo>
                    <a:pt x="1464639" y="13193"/>
                  </a:lnTo>
                  <a:lnTo>
                    <a:pt x="1477717" y="11433"/>
                  </a:lnTo>
                  <a:lnTo>
                    <a:pt x="1490794" y="9720"/>
                  </a:lnTo>
                  <a:lnTo>
                    <a:pt x="1503871" y="8074"/>
                  </a:lnTo>
                  <a:lnTo>
                    <a:pt x="1516948" y="6519"/>
                  </a:lnTo>
                  <a:lnTo>
                    <a:pt x="1530025" y="5076"/>
                  </a:lnTo>
                  <a:lnTo>
                    <a:pt x="1543102" y="3768"/>
                  </a:lnTo>
                  <a:lnTo>
                    <a:pt x="1556179" y="2618"/>
                  </a:lnTo>
                  <a:lnTo>
                    <a:pt x="1569257" y="1646"/>
                  </a:lnTo>
                  <a:lnTo>
                    <a:pt x="1582334" y="877"/>
                  </a:lnTo>
                  <a:lnTo>
                    <a:pt x="1595411" y="331"/>
                  </a:lnTo>
                  <a:lnTo>
                    <a:pt x="1608488" y="32"/>
                  </a:lnTo>
                  <a:lnTo>
                    <a:pt x="1621565" y="0"/>
                  </a:lnTo>
                  <a:lnTo>
                    <a:pt x="1634642" y="254"/>
                  </a:lnTo>
                  <a:lnTo>
                    <a:pt x="1647719" y="814"/>
                  </a:lnTo>
                  <a:lnTo>
                    <a:pt x="1660797" y="1698"/>
                  </a:lnTo>
                  <a:lnTo>
                    <a:pt x="1673874" y="2922"/>
                  </a:lnTo>
                  <a:lnTo>
                    <a:pt x="1686951" y="4496"/>
                  </a:lnTo>
                  <a:lnTo>
                    <a:pt x="1700028" y="6401"/>
                  </a:lnTo>
                  <a:lnTo>
                    <a:pt x="1713105" y="8607"/>
                  </a:lnTo>
                  <a:lnTo>
                    <a:pt x="1726182" y="11083"/>
                  </a:lnTo>
                  <a:lnTo>
                    <a:pt x="1739259" y="13799"/>
                  </a:lnTo>
                  <a:lnTo>
                    <a:pt x="1752337" y="16725"/>
                  </a:lnTo>
                  <a:lnTo>
                    <a:pt x="1765414" y="19829"/>
                  </a:lnTo>
                  <a:lnTo>
                    <a:pt x="1778491" y="23083"/>
                  </a:lnTo>
                  <a:lnTo>
                    <a:pt x="1791568" y="26454"/>
                  </a:lnTo>
                  <a:lnTo>
                    <a:pt x="1804645" y="29914"/>
                  </a:lnTo>
                  <a:lnTo>
                    <a:pt x="1817722" y="33431"/>
                  </a:lnTo>
                  <a:lnTo>
                    <a:pt x="1830799" y="36976"/>
                  </a:lnTo>
                  <a:lnTo>
                    <a:pt x="1843877" y="40517"/>
                  </a:lnTo>
                  <a:lnTo>
                    <a:pt x="1856954" y="44025"/>
                  </a:lnTo>
                  <a:lnTo>
                    <a:pt x="1870031" y="47469"/>
                  </a:lnTo>
                  <a:lnTo>
                    <a:pt x="1883108" y="50819"/>
                  </a:lnTo>
                  <a:lnTo>
                    <a:pt x="1896185" y="54044"/>
                  </a:lnTo>
                  <a:lnTo>
                    <a:pt x="1909262" y="57114"/>
                  </a:lnTo>
                  <a:lnTo>
                    <a:pt x="1922339" y="59997"/>
                  </a:lnTo>
                  <a:lnTo>
                    <a:pt x="1935417" y="62662"/>
                  </a:lnTo>
                  <a:lnTo>
                    <a:pt x="1948494" y="65081"/>
                  </a:lnTo>
                  <a:lnTo>
                    <a:pt x="1961571" y="67224"/>
                  </a:lnTo>
                  <a:lnTo>
                    <a:pt x="1974648" y="69063"/>
                  </a:lnTo>
                  <a:lnTo>
                    <a:pt x="1987725" y="70564"/>
                  </a:lnTo>
                  <a:lnTo>
                    <a:pt x="2000802" y="71688"/>
                  </a:lnTo>
                  <a:lnTo>
                    <a:pt x="2013879" y="72397"/>
                  </a:lnTo>
                  <a:lnTo>
                    <a:pt x="2026956" y="72690"/>
                  </a:lnTo>
                  <a:lnTo>
                    <a:pt x="2040034" y="72626"/>
                  </a:lnTo>
                  <a:lnTo>
                    <a:pt x="2053111" y="72274"/>
                  </a:lnTo>
                  <a:lnTo>
                    <a:pt x="2066188" y="71701"/>
                  </a:lnTo>
                  <a:lnTo>
                    <a:pt x="2079265" y="70976"/>
                  </a:lnTo>
                  <a:lnTo>
                    <a:pt x="2092342" y="70166"/>
                  </a:lnTo>
                  <a:lnTo>
                    <a:pt x="2105419" y="69340"/>
                  </a:lnTo>
                  <a:lnTo>
                    <a:pt x="2118496" y="68567"/>
                  </a:lnTo>
                  <a:lnTo>
                    <a:pt x="2131574" y="67912"/>
                  </a:lnTo>
                  <a:lnTo>
                    <a:pt x="2144651" y="67446"/>
                  </a:lnTo>
                  <a:lnTo>
                    <a:pt x="2157728" y="67237"/>
                  </a:lnTo>
                  <a:lnTo>
                    <a:pt x="2170805" y="67351"/>
                  </a:lnTo>
                  <a:lnTo>
                    <a:pt x="2183882" y="67857"/>
                  </a:lnTo>
                  <a:lnTo>
                    <a:pt x="2196959" y="68824"/>
                  </a:lnTo>
                  <a:lnTo>
                    <a:pt x="2210036" y="70320"/>
                  </a:lnTo>
                  <a:lnTo>
                    <a:pt x="2223114" y="72413"/>
                  </a:lnTo>
                  <a:lnTo>
                    <a:pt x="2236191" y="75213"/>
                  </a:lnTo>
                  <a:lnTo>
                    <a:pt x="2249268" y="78781"/>
                  </a:lnTo>
                  <a:lnTo>
                    <a:pt x="2262345" y="83170"/>
                  </a:lnTo>
                  <a:lnTo>
                    <a:pt x="2275422" y="88442"/>
                  </a:lnTo>
                  <a:lnTo>
                    <a:pt x="2288499" y="94664"/>
                  </a:lnTo>
                  <a:lnTo>
                    <a:pt x="2301576" y="101979"/>
                  </a:lnTo>
                  <a:lnTo>
                    <a:pt x="2314654" y="110588"/>
                  </a:lnTo>
                  <a:lnTo>
                    <a:pt x="2327731" y="120671"/>
                  </a:lnTo>
                  <a:lnTo>
                    <a:pt x="2340808" y="132286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3446243" y="801109"/>
              <a:ext cx="0" cy="2341883"/>
            </a:xfrm>
            <a:custGeom>
              <a:avLst/>
              <a:pathLst>
                <a:path w="0" h="2341883">
                  <a:moveTo>
                    <a:pt x="0" y="2341883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tx50"/>
            <p:cNvSpPr/>
            <p:nvPr/>
          </p:nvSpPr>
          <p:spPr>
            <a:xfrm>
              <a:off x="3209341" y="3101630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3209341" y="2789317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3209341" y="2477066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3209341" y="2165993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3209341" y="1854300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3209341" y="1540374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3209341" y="122806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3209341" y="915810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58" name="pl58"/>
            <p:cNvSpPr/>
            <p:nvPr/>
          </p:nvSpPr>
          <p:spPr>
            <a:xfrm>
              <a:off x="3370327" y="314299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370327" y="2830741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370327" y="251849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370327" y="220623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370327" y="1893987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370327" y="158173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370327" y="126948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370327" y="957234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446243" y="3142992"/>
              <a:ext cx="2676167" cy="0"/>
            </a:xfrm>
            <a:custGeom>
              <a:avLst/>
              <a:pathLst>
                <a:path w="2676167" h="0">
                  <a:moveTo>
                    <a:pt x="0" y="0"/>
                  </a:moveTo>
                  <a:lnTo>
                    <a:pt x="2676167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3774895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4110254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4445614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4780973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5116332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5451692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5787051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6122410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tx75"/>
            <p:cNvSpPr/>
            <p:nvPr/>
          </p:nvSpPr>
          <p:spPr>
            <a:xfrm>
              <a:off x="3654995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34.0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3990355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34.5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4325714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35.0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4661073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35.5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4996433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36.0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5331792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36.5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5667151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37.0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6002511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37.5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4214084" y="3360435"/>
              <a:ext cx="846608" cy="1268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Temperature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5060693" y="3487236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5098793" y="3359914"/>
              <a:ext cx="44648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5143441" y="3440602"/>
              <a:ext cx="60960" cy="4663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°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5204401" y="3359170"/>
              <a:ext cx="150167" cy="128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C)</a:t>
              </a:r>
            </a:p>
          </p:txBody>
        </p:sp>
        <p:sp>
          <p:nvSpPr>
            <p:cNvPr id="88" name="tx88"/>
            <p:cNvSpPr/>
            <p:nvPr/>
          </p:nvSpPr>
          <p:spPr>
            <a:xfrm rot="-5400000">
              <a:off x="2946542" y="2259058"/>
              <a:ext cx="251593" cy="1015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Left</a:t>
              </a:r>
            </a:p>
          </p:txBody>
        </p:sp>
        <p:sp>
          <p:nvSpPr>
            <p:cNvPr id="89" name="tx89"/>
            <p:cNvSpPr/>
            <p:nvPr/>
          </p:nvSpPr>
          <p:spPr>
            <a:xfrm rot="-5400000">
              <a:off x="3104039" y="2164961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0" name="tx90"/>
            <p:cNvSpPr/>
            <p:nvPr/>
          </p:nvSpPr>
          <p:spPr>
            <a:xfrm rot="-5400000">
              <a:off x="3028546" y="2051368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91" name="tx91"/>
            <p:cNvSpPr/>
            <p:nvPr/>
          </p:nvSpPr>
          <p:spPr>
            <a:xfrm rot="-5400000">
              <a:off x="3045587" y="1982163"/>
              <a:ext cx="79995" cy="750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92" name="tx92"/>
            <p:cNvSpPr/>
            <p:nvPr/>
          </p:nvSpPr>
          <p:spPr>
            <a:xfrm rot="-5400000">
              <a:off x="3053921" y="1910502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93" name="tx93"/>
            <p:cNvSpPr/>
            <p:nvPr/>
          </p:nvSpPr>
          <p:spPr>
            <a:xfrm rot="-5400000">
              <a:off x="3015859" y="1823177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94" name="tx94"/>
            <p:cNvSpPr/>
            <p:nvPr/>
          </p:nvSpPr>
          <p:spPr>
            <a:xfrm rot="-5400000">
              <a:off x="3085533" y="1755862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95" name="tx95"/>
            <p:cNvSpPr/>
            <p:nvPr/>
          </p:nvSpPr>
          <p:spPr>
            <a:xfrm rot="-5400000">
              <a:off x="3104039" y="1742751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6" name="tx96"/>
            <p:cNvSpPr/>
            <p:nvPr/>
          </p:nvSpPr>
          <p:spPr>
            <a:xfrm rot="-5400000">
              <a:off x="2951825" y="1552437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2952000" y="731520"/>
            <a:ext cx="3240000" cy="2880000"/>
            <a:chOff x="2952000" y="731520"/>
            <a:chExt cx="3240000" cy="2880000"/>
          </a:xfrm>
        </p:grpSpPr>
        <p:sp>
          <p:nvSpPr>
            <p:cNvPr id="3" name="rc3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3446243" y="801109"/>
              <a:ext cx="2676167" cy="234500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3774895" y="3144348"/>
              <a:ext cx="97813" cy="176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872708" y="3143124"/>
              <a:ext cx="97813" cy="298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3970521" y="3140285"/>
              <a:ext cx="97813" cy="582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4068334" y="3127543"/>
              <a:ext cx="97813" cy="1856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4166147" y="3102353"/>
              <a:ext cx="97813" cy="4375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4263961" y="3092980"/>
              <a:ext cx="97813" cy="5313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4361774" y="3086856"/>
              <a:ext cx="97813" cy="5925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4459587" y="3062652"/>
              <a:ext cx="97813" cy="8345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4557400" y="2974404"/>
              <a:ext cx="97813" cy="17170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4655213" y="2864711"/>
              <a:ext cx="97813" cy="28140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4753026" y="2884853"/>
              <a:ext cx="97813" cy="26125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4850840" y="3020047"/>
              <a:ext cx="97813" cy="12606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4948653" y="3001805"/>
              <a:ext cx="97813" cy="14430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5046466" y="3027303"/>
              <a:ext cx="97813" cy="11880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5144279" y="3073076"/>
              <a:ext cx="97813" cy="7303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5242092" y="3091179"/>
              <a:ext cx="97813" cy="5493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5339905" y="3111134"/>
              <a:ext cx="97813" cy="3497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5437718" y="3120931"/>
              <a:ext cx="97813" cy="2518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5535532" y="3125072"/>
              <a:ext cx="97813" cy="2103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5633345" y="3126873"/>
              <a:ext cx="97813" cy="1923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5731158" y="3115583"/>
              <a:ext cx="97813" cy="3052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5828971" y="3066454"/>
              <a:ext cx="97813" cy="7965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5926784" y="3050785"/>
              <a:ext cx="97813" cy="9532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6024597" y="3090844"/>
              <a:ext cx="97813" cy="5526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3446243" y="2989778"/>
              <a:ext cx="191846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3446243" y="2833445"/>
              <a:ext cx="223718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3446243" y="2677111"/>
              <a:ext cx="247627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3446243" y="2520778"/>
              <a:ext cx="271155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3446243" y="2364444"/>
              <a:ext cx="306133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3446243" y="2208110"/>
              <a:ext cx="323425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3446243" y="2051777"/>
              <a:ext cx="32865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3446243" y="1895443"/>
              <a:ext cx="325163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3446243" y="1739110"/>
              <a:ext cx="312043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3446243" y="1582776"/>
              <a:ext cx="284587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3446243" y="1426443"/>
              <a:ext cx="246434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3446243" y="1270109"/>
              <a:ext cx="201720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3446243" y="1113776"/>
              <a:ext cx="170636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3446243" y="957442"/>
              <a:ext cx="139031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3446243" y="801109"/>
              <a:ext cx="179178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3774895" y="2072743"/>
              <a:ext cx="2347515" cy="541110"/>
            </a:xfrm>
            <a:custGeom>
              <a:avLst/>
              <a:pathLst>
                <a:path w="2347515" h="541110">
                  <a:moveTo>
                    <a:pt x="0" y="210779"/>
                  </a:moveTo>
                  <a:lnTo>
                    <a:pt x="13114" y="210587"/>
                  </a:lnTo>
                  <a:lnTo>
                    <a:pt x="26229" y="210395"/>
                  </a:lnTo>
                  <a:lnTo>
                    <a:pt x="39343" y="210202"/>
                  </a:lnTo>
                  <a:lnTo>
                    <a:pt x="52458" y="210010"/>
                  </a:lnTo>
                  <a:lnTo>
                    <a:pt x="65573" y="209816"/>
                  </a:lnTo>
                  <a:lnTo>
                    <a:pt x="78687" y="209622"/>
                  </a:lnTo>
                  <a:lnTo>
                    <a:pt x="91802" y="209427"/>
                  </a:lnTo>
                  <a:lnTo>
                    <a:pt x="104916" y="209230"/>
                  </a:lnTo>
                  <a:lnTo>
                    <a:pt x="118031" y="209031"/>
                  </a:lnTo>
                  <a:lnTo>
                    <a:pt x="131146" y="208831"/>
                  </a:lnTo>
                  <a:lnTo>
                    <a:pt x="144260" y="208628"/>
                  </a:lnTo>
                  <a:lnTo>
                    <a:pt x="157375" y="208422"/>
                  </a:lnTo>
                  <a:lnTo>
                    <a:pt x="170489" y="208214"/>
                  </a:lnTo>
                  <a:lnTo>
                    <a:pt x="183604" y="208002"/>
                  </a:lnTo>
                  <a:lnTo>
                    <a:pt x="196719" y="207786"/>
                  </a:lnTo>
                  <a:lnTo>
                    <a:pt x="209833" y="207566"/>
                  </a:lnTo>
                  <a:lnTo>
                    <a:pt x="222948" y="207342"/>
                  </a:lnTo>
                  <a:lnTo>
                    <a:pt x="236063" y="207113"/>
                  </a:lnTo>
                  <a:lnTo>
                    <a:pt x="249177" y="206878"/>
                  </a:lnTo>
                  <a:lnTo>
                    <a:pt x="262292" y="206639"/>
                  </a:lnTo>
                  <a:lnTo>
                    <a:pt x="275406" y="206393"/>
                  </a:lnTo>
                  <a:lnTo>
                    <a:pt x="288521" y="206141"/>
                  </a:lnTo>
                  <a:lnTo>
                    <a:pt x="301636" y="205882"/>
                  </a:lnTo>
                  <a:lnTo>
                    <a:pt x="314750" y="205617"/>
                  </a:lnTo>
                  <a:lnTo>
                    <a:pt x="327865" y="205344"/>
                  </a:lnTo>
                  <a:lnTo>
                    <a:pt x="340979" y="205064"/>
                  </a:lnTo>
                  <a:lnTo>
                    <a:pt x="354094" y="204775"/>
                  </a:lnTo>
                  <a:lnTo>
                    <a:pt x="367209" y="204479"/>
                  </a:lnTo>
                  <a:lnTo>
                    <a:pt x="380323" y="204173"/>
                  </a:lnTo>
                  <a:lnTo>
                    <a:pt x="393438" y="203859"/>
                  </a:lnTo>
                  <a:lnTo>
                    <a:pt x="406552" y="203535"/>
                  </a:lnTo>
                  <a:lnTo>
                    <a:pt x="419667" y="203201"/>
                  </a:lnTo>
                  <a:lnTo>
                    <a:pt x="432782" y="202857"/>
                  </a:lnTo>
                  <a:lnTo>
                    <a:pt x="445896" y="202503"/>
                  </a:lnTo>
                  <a:lnTo>
                    <a:pt x="459011" y="202139"/>
                  </a:lnTo>
                  <a:lnTo>
                    <a:pt x="472126" y="201763"/>
                  </a:lnTo>
                  <a:lnTo>
                    <a:pt x="485240" y="201376"/>
                  </a:lnTo>
                  <a:lnTo>
                    <a:pt x="498355" y="200977"/>
                  </a:lnTo>
                  <a:lnTo>
                    <a:pt x="511469" y="200566"/>
                  </a:lnTo>
                  <a:lnTo>
                    <a:pt x="524584" y="200143"/>
                  </a:lnTo>
                  <a:lnTo>
                    <a:pt x="537699" y="199707"/>
                  </a:lnTo>
                  <a:lnTo>
                    <a:pt x="550813" y="199259"/>
                  </a:lnTo>
                  <a:lnTo>
                    <a:pt x="563928" y="198797"/>
                  </a:lnTo>
                  <a:lnTo>
                    <a:pt x="577042" y="198322"/>
                  </a:lnTo>
                  <a:lnTo>
                    <a:pt x="590157" y="197833"/>
                  </a:lnTo>
                  <a:lnTo>
                    <a:pt x="603272" y="197330"/>
                  </a:lnTo>
                  <a:lnTo>
                    <a:pt x="616386" y="196813"/>
                  </a:lnTo>
                  <a:lnTo>
                    <a:pt x="629501" y="196281"/>
                  </a:lnTo>
                  <a:lnTo>
                    <a:pt x="642615" y="195735"/>
                  </a:lnTo>
                  <a:lnTo>
                    <a:pt x="655730" y="195173"/>
                  </a:lnTo>
                  <a:lnTo>
                    <a:pt x="668845" y="194597"/>
                  </a:lnTo>
                  <a:lnTo>
                    <a:pt x="681959" y="194004"/>
                  </a:lnTo>
                  <a:lnTo>
                    <a:pt x="695074" y="193396"/>
                  </a:lnTo>
                  <a:lnTo>
                    <a:pt x="708189" y="192772"/>
                  </a:lnTo>
                  <a:lnTo>
                    <a:pt x="721303" y="192132"/>
                  </a:lnTo>
                  <a:lnTo>
                    <a:pt x="734418" y="191476"/>
                  </a:lnTo>
                  <a:lnTo>
                    <a:pt x="747532" y="190803"/>
                  </a:lnTo>
                  <a:lnTo>
                    <a:pt x="760647" y="190114"/>
                  </a:lnTo>
                  <a:lnTo>
                    <a:pt x="773762" y="189407"/>
                  </a:lnTo>
                  <a:lnTo>
                    <a:pt x="786876" y="188684"/>
                  </a:lnTo>
                  <a:lnTo>
                    <a:pt x="799991" y="187944"/>
                  </a:lnTo>
                  <a:lnTo>
                    <a:pt x="813105" y="187186"/>
                  </a:lnTo>
                  <a:lnTo>
                    <a:pt x="826220" y="186411"/>
                  </a:lnTo>
                  <a:lnTo>
                    <a:pt x="839335" y="185619"/>
                  </a:lnTo>
                  <a:lnTo>
                    <a:pt x="852449" y="184809"/>
                  </a:lnTo>
                  <a:lnTo>
                    <a:pt x="865564" y="183981"/>
                  </a:lnTo>
                  <a:lnTo>
                    <a:pt x="878679" y="183136"/>
                  </a:lnTo>
                  <a:lnTo>
                    <a:pt x="891793" y="182272"/>
                  </a:lnTo>
                  <a:lnTo>
                    <a:pt x="904908" y="181391"/>
                  </a:lnTo>
                  <a:lnTo>
                    <a:pt x="918022" y="180492"/>
                  </a:lnTo>
                  <a:lnTo>
                    <a:pt x="931137" y="179576"/>
                  </a:lnTo>
                  <a:lnTo>
                    <a:pt x="944252" y="178641"/>
                  </a:lnTo>
                  <a:lnTo>
                    <a:pt x="957366" y="177688"/>
                  </a:lnTo>
                  <a:lnTo>
                    <a:pt x="970481" y="176717"/>
                  </a:lnTo>
                  <a:lnTo>
                    <a:pt x="983595" y="175729"/>
                  </a:lnTo>
                  <a:lnTo>
                    <a:pt x="996710" y="174722"/>
                  </a:lnTo>
                  <a:lnTo>
                    <a:pt x="1009825" y="173697"/>
                  </a:lnTo>
                  <a:lnTo>
                    <a:pt x="1022939" y="172655"/>
                  </a:lnTo>
                  <a:lnTo>
                    <a:pt x="1036054" y="171594"/>
                  </a:lnTo>
                  <a:lnTo>
                    <a:pt x="1049168" y="170516"/>
                  </a:lnTo>
                  <a:lnTo>
                    <a:pt x="1062283" y="169420"/>
                  </a:lnTo>
                  <a:lnTo>
                    <a:pt x="1075398" y="168306"/>
                  </a:lnTo>
                  <a:lnTo>
                    <a:pt x="1088512" y="167174"/>
                  </a:lnTo>
                  <a:lnTo>
                    <a:pt x="1101627" y="166025"/>
                  </a:lnTo>
                  <a:lnTo>
                    <a:pt x="1114742" y="164858"/>
                  </a:lnTo>
                  <a:lnTo>
                    <a:pt x="1127856" y="163674"/>
                  </a:lnTo>
                  <a:lnTo>
                    <a:pt x="1140971" y="162472"/>
                  </a:lnTo>
                  <a:lnTo>
                    <a:pt x="1154085" y="161253"/>
                  </a:lnTo>
                  <a:lnTo>
                    <a:pt x="1167200" y="160017"/>
                  </a:lnTo>
                  <a:lnTo>
                    <a:pt x="1180315" y="158764"/>
                  </a:lnTo>
                  <a:lnTo>
                    <a:pt x="1193429" y="157493"/>
                  </a:lnTo>
                  <a:lnTo>
                    <a:pt x="1206544" y="156206"/>
                  </a:lnTo>
                  <a:lnTo>
                    <a:pt x="1219658" y="154901"/>
                  </a:lnTo>
                  <a:lnTo>
                    <a:pt x="1232773" y="153580"/>
                  </a:lnTo>
                  <a:lnTo>
                    <a:pt x="1245888" y="152242"/>
                  </a:lnTo>
                  <a:lnTo>
                    <a:pt x="1259002" y="150888"/>
                  </a:lnTo>
                  <a:lnTo>
                    <a:pt x="1272117" y="149517"/>
                  </a:lnTo>
                  <a:lnTo>
                    <a:pt x="1285231" y="148130"/>
                  </a:lnTo>
                  <a:lnTo>
                    <a:pt x="1298346" y="146726"/>
                  </a:lnTo>
                  <a:lnTo>
                    <a:pt x="1311461" y="145306"/>
                  </a:lnTo>
                  <a:lnTo>
                    <a:pt x="1324575" y="143871"/>
                  </a:lnTo>
                  <a:lnTo>
                    <a:pt x="1337690" y="142419"/>
                  </a:lnTo>
                  <a:lnTo>
                    <a:pt x="1350805" y="140951"/>
                  </a:lnTo>
                  <a:lnTo>
                    <a:pt x="1363919" y="139468"/>
                  </a:lnTo>
                  <a:lnTo>
                    <a:pt x="1377034" y="137969"/>
                  </a:lnTo>
                  <a:lnTo>
                    <a:pt x="1390148" y="136455"/>
                  </a:lnTo>
                  <a:lnTo>
                    <a:pt x="1403263" y="134925"/>
                  </a:lnTo>
                  <a:lnTo>
                    <a:pt x="1416378" y="133380"/>
                  </a:lnTo>
                  <a:lnTo>
                    <a:pt x="1429492" y="131820"/>
                  </a:lnTo>
                  <a:lnTo>
                    <a:pt x="1442607" y="130245"/>
                  </a:lnTo>
                  <a:lnTo>
                    <a:pt x="1455721" y="128655"/>
                  </a:lnTo>
                  <a:lnTo>
                    <a:pt x="1468836" y="127051"/>
                  </a:lnTo>
                  <a:lnTo>
                    <a:pt x="1481951" y="125432"/>
                  </a:lnTo>
                  <a:lnTo>
                    <a:pt x="1495065" y="123798"/>
                  </a:lnTo>
                  <a:lnTo>
                    <a:pt x="1508180" y="122151"/>
                  </a:lnTo>
                  <a:lnTo>
                    <a:pt x="1521295" y="120489"/>
                  </a:lnTo>
                  <a:lnTo>
                    <a:pt x="1534409" y="118814"/>
                  </a:lnTo>
                  <a:lnTo>
                    <a:pt x="1547524" y="117125"/>
                  </a:lnTo>
                  <a:lnTo>
                    <a:pt x="1560638" y="115422"/>
                  </a:lnTo>
                  <a:lnTo>
                    <a:pt x="1573753" y="113707"/>
                  </a:lnTo>
                  <a:lnTo>
                    <a:pt x="1586868" y="111978"/>
                  </a:lnTo>
                  <a:lnTo>
                    <a:pt x="1599982" y="110237"/>
                  </a:lnTo>
                  <a:lnTo>
                    <a:pt x="1613097" y="108483"/>
                  </a:lnTo>
                  <a:lnTo>
                    <a:pt x="1626211" y="106717"/>
                  </a:lnTo>
                  <a:lnTo>
                    <a:pt x="1639326" y="104939"/>
                  </a:lnTo>
                  <a:lnTo>
                    <a:pt x="1652441" y="103150"/>
                  </a:lnTo>
                  <a:lnTo>
                    <a:pt x="1665555" y="101349"/>
                  </a:lnTo>
                  <a:lnTo>
                    <a:pt x="1678670" y="99537"/>
                  </a:lnTo>
                  <a:lnTo>
                    <a:pt x="1691784" y="97715"/>
                  </a:lnTo>
                  <a:lnTo>
                    <a:pt x="1704899" y="95882"/>
                  </a:lnTo>
                  <a:lnTo>
                    <a:pt x="1718014" y="94039"/>
                  </a:lnTo>
                  <a:lnTo>
                    <a:pt x="1731128" y="92186"/>
                  </a:lnTo>
                  <a:lnTo>
                    <a:pt x="1744243" y="90324"/>
                  </a:lnTo>
                  <a:lnTo>
                    <a:pt x="1757358" y="88453"/>
                  </a:lnTo>
                  <a:lnTo>
                    <a:pt x="1770472" y="86574"/>
                  </a:lnTo>
                  <a:lnTo>
                    <a:pt x="1783587" y="84686"/>
                  </a:lnTo>
                  <a:lnTo>
                    <a:pt x="1796701" y="82791"/>
                  </a:lnTo>
                  <a:lnTo>
                    <a:pt x="1809816" y="80888"/>
                  </a:lnTo>
                  <a:lnTo>
                    <a:pt x="1822931" y="78978"/>
                  </a:lnTo>
                  <a:lnTo>
                    <a:pt x="1836045" y="77061"/>
                  </a:lnTo>
                  <a:lnTo>
                    <a:pt x="1849160" y="75138"/>
                  </a:lnTo>
                  <a:lnTo>
                    <a:pt x="1862274" y="73209"/>
                  </a:lnTo>
                  <a:lnTo>
                    <a:pt x="1875389" y="71274"/>
                  </a:lnTo>
                  <a:lnTo>
                    <a:pt x="1888504" y="69335"/>
                  </a:lnTo>
                  <a:lnTo>
                    <a:pt x="1901618" y="67390"/>
                  </a:lnTo>
                  <a:lnTo>
                    <a:pt x="1914733" y="65441"/>
                  </a:lnTo>
                  <a:lnTo>
                    <a:pt x="1927847" y="63487"/>
                  </a:lnTo>
                  <a:lnTo>
                    <a:pt x="1940962" y="61530"/>
                  </a:lnTo>
                  <a:lnTo>
                    <a:pt x="1954077" y="59569"/>
                  </a:lnTo>
                  <a:lnTo>
                    <a:pt x="1967191" y="57605"/>
                  </a:lnTo>
                  <a:lnTo>
                    <a:pt x="1980306" y="55637"/>
                  </a:lnTo>
                  <a:lnTo>
                    <a:pt x="1993421" y="53667"/>
                  </a:lnTo>
                  <a:lnTo>
                    <a:pt x="2006535" y="51695"/>
                  </a:lnTo>
                  <a:lnTo>
                    <a:pt x="2019650" y="49720"/>
                  </a:lnTo>
                  <a:lnTo>
                    <a:pt x="2032764" y="47743"/>
                  </a:lnTo>
                  <a:lnTo>
                    <a:pt x="2045879" y="45764"/>
                  </a:lnTo>
                  <a:lnTo>
                    <a:pt x="2058994" y="43783"/>
                  </a:lnTo>
                  <a:lnTo>
                    <a:pt x="2072108" y="41801"/>
                  </a:lnTo>
                  <a:lnTo>
                    <a:pt x="2085223" y="39817"/>
                  </a:lnTo>
                  <a:lnTo>
                    <a:pt x="2098337" y="37832"/>
                  </a:lnTo>
                  <a:lnTo>
                    <a:pt x="2111452" y="35846"/>
                  </a:lnTo>
                  <a:lnTo>
                    <a:pt x="2124567" y="33859"/>
                  </a:lnTo>
                  <a:lnTo>
                    <a:pt x="2137681" y="31871"/>
                  </a:lnTo>
                  <a:lnTo>
                    <a:pt x="2150796" y="29882"/>
                  </a:lnTo>
                  <a:lnTo>
                    <a:pt x="2163911" y="27893"/>
                  </a:lnTo>
                  <a:lnTo>
                    <a:pt x="2177025" y="25902"/>
                  </a:lnTo>
                  <a:lnTo>
                    <a:pt x="2190140" y="23912"/>
                  </a:lnTo>
                  <a:lnTo>
                    <a:pt x="2203254" y="21920"/>
                  </a:lnTo>
                  <a:lnTo>
                    <a:pt x="2216369" y="19929"/>
                  </a:lnTo>
                  <a:lnTo>
                    <a:pt x="2229484" y="17937"/>
                  </a:lnTo>
                  <a:lnTo>
                    <a:pt x="2242598" y="15944"/>
                  </a:lnTo>
                  <a:lnTo>
                    <a:pt x="2255713" y="13952"/>
                  </a:lnTo>
                  <a:lnTo>
                    <a:pt x="2268827" y="11959"/>
                  </a:lnTo>
                  <a:lnTo>
                    <a:pt x="2281942" y="9966"/>
                  </a:lnTo>
                  <a:lnTo>
                    <a:pt x="2295057" y="7973"/>
                  </a:lnTo>
                  <a:lnTo>
                    <a:pt x="2308171" y="5979"/>
                  </a:lnTo>
                  <a:lnTo>
                    <a:pt x="2321286" y="3986"/>
                  </a:lnTo>
                  <a:lnTo>
                    <a:pt x="2334400" y="1993"/>
                  </a:lnTo>
                  <a:lnTo>
                    <a:pt x="2347515" y="0"/>
                  </a:lnTo>
                  <a:lnTo>
                    <a:pt x="2347515" y="136641"/>
                  </a:lnTo>
                  <a:lnTo>
                    <a:pt x="2334400" y="139074"/>
                  </a:lnTo>
                  <a:lnTo>
                    <a:pt x="2321286" y="141508"/>
                  </a:lnTo>
                  <a:lnTo>
                    <a:pt x="2308171" y="143941"/>
                  </a:lnTo>
                  <a:lnTo>
                    <a:pt x="2295057" y="146375"/>
                  </a:lnTo>
                  <a:lnTo>
                    <a:pt x="2281942" y="148808"/>
                  </a:lnTo>
                  <a:lnTo>
                    <a:pt x="2268827" y="151242"/>
                  </a:lnTo>
                  <a:lnTo>
                    <a:pt x="2255713" y="153675"/>
                  </a:lnTo>
                  <a:lnTo>
                    <a:pt x="2242598" y="156108"/>
                  </a:lnTo>
                  <a:lnTo>
                    <a:pt x="2229484" y="158542"/>
                  </a:lnTo>
                  <a:lnTo>
                    <a:pt x="2216369" y="160975"/>
                  </a:lnTo>
                  <a:lnTo>
                    <a:pt x="2203254" y="163408"/>
                  </a:lnTo>
                  <a:lnTo>
                    <a:pt x="2190140" y="165841"/>
                  </a:lnTo>
                  <a:lnTo>
                    <a:pt x="2177025" y="168274"/>
                  </a:lnTo>
                  <a:lnTo>
                    <a:pt x="2163911" y="170708"/>
                  </a:lnTo>
                  <a:lnTo>
                    <a:pt x="2150796" y="173141"/>
                  </a:lnTo>
                  <a:lnTo>
                    <a:pt x="2137681" y="175573"/>
                  </a:lnTo>
                  <a:lnTo>
                    <a:pt x="2124567" y="178006"/>
                  </a:lnTo>
                  <a:lnTo>
                    <a:pt x="2111452" y="180439"/>
                  </a:lnTo>
                  <a:lnTo>
                    <a:pt x="2098337" y="182871"/>
                  </a:lnTo>
                  <a:lnTo>
                    <a:pt x="2085223" y="185304"/>
                  </a:lnTo>
                  <a:lnTo>
                    <a:pt x="2072108" y="187736"/>
                  </a:lnTo>
                  <a:lnTo>
                    <a:pt x="2058994" y="190167"/>
                  </a:lnTo>
                  <a:lnTo>
                    <a:pt x="2045879" y="192598"/>
                  </a:lnTo>
                  <a:lnTo>
                    <a:pt x="2032764" y="195029"/>
                  </a:lnTo>
                  <a:lnTo>
                    <a:pt x="2019650" y="197460"/>
                  </a:lnTo>
                  <a:lnTo>
                    <a:pt x="2006535" y="199889"/>
                  </a:lnTo>
                  <a:lnTo>
                    <a:pt x="1993421" y="202318"/>
                  </a:lnTo>
                  <a:lnTo>
                    <a:pt x="1980306" y="204746"/>
                  </a:lnTo>
                  <a:lnTo>
                    <a:pt x="1967191" y="207174"/>
                  </a:lnTo>
                  <a:lnTo>
                    <a:pt x="1954077" y="209600"/>
                  </a:lnTo>
                  <a:lnTo>
                    <a:pt x="1940962" y="212025"/>
                  </a:lnTo>
                  <a:lnTo>
                    <a:pt x="1927847" y="214449"/>
                  </a:lnTo>
                  <a:lnTo>
                    <a:pt x="1914733" y="216871"/>
                  </a:lnTo>
                  <a:lnTo>
                    <a:pt x="1901618" y="219292"/>
                  </a:lnTo>
                  <a:lnTo>
                    <a:pt x="1888504" y="221711"/>
                  </a:lnTo>
                  <a:lnTo>
                    <a:pt x="1875389" y="224128"/>
                  </a:lnTo>
                  <a:lnTo>
                    <a:pt x="1862274" y="226543"/>
                  </a:lnTo>
                  <a:lnTo>
                    <a:pt x="1849160" y="228956"/>
                  </a:lnTo>
                  <a:lnTo>
                    <a:pt x="1836045" y="231366"/>
                  </a:lnTo>
                  <a:lnTo>
                    <a:pt x="1822931" y="233774"/>
                  </a:lnTo>
                  <a:lnTo>
                    <a:pt x="1809816" y="236180"/>
                  </a:lnTo>
                  <a:lnTo>
                    <a:pt x="1796701" y="238582"/>
                  </a:lnTo>
                  <a:lnTo>
                    <a:pt x="1783587" y="240981"/>
                  </a:lnTo>
                  <a:lnTo>
                    <a:pt x="1770472" y="243378"/>
                  </a:lnTo>
                  <a:lnTo>
                    <a:pt x="1757358" y="245770"/>
                  </a:lnTo>
                  <a:lnTo>
                    <a:pt x="1744243" y="248160"/>
                  </a:lnTo>
                  <a:lnTo>
                    <a:pt x="1731128" y="250546"/>
                  </a:lnTo>
                  <a:lnTo>
                    <a:pt x="1718014" y="252928"/>
                  </a:lnTo>
                  <a:lnTo>
                    <a:pt x="1704899" y="255306"/>
                  </a:lnTo>
                  <a:lnTo>
                    <a:pt x="1691784" y="257680"/>
                  </a:lnTo>
                  <a:lnTo>
                    <a:pt x="1678670" y="260050"/>
                  </a:lnTo>
                  <a:lnTo>
                    <a:pt x="1665555" y="262416"/>
                  </a:lnTo>
                  <a:lnTo>
                    <a:pt x="1652441" y="264778"/>
                  </a:lnTo>
                  <a:lnTo>
                    <a:pt x="1639326" y="267136"/>
                  </a:lnTo>
                  <a:lnTo>
                    <a:pt x="1626211" y="269489"/>
                  </a:lnTo>
                  <a:lnTo>
                    <a:pt x="1613097" y="271837"/>
                  </a:lnTo>
                  <a:lnTo>
                    <a:pt x="1599982" y="274181"/>
                  </a:lnTo>
                  <a:lnTo>
                    <a:pt x="1586868" y="276521"/>
                  </a:lnTo>
                  <a:lnTo>
                    <a:pt x="1573753" y="278856"/>
                  </a:lnTo>
                  <a:lnTo>
                    <a:pt x="1560638" y="281187"/>
                  </a:lnTo>
                  <a:lnTo>
                    <a:pt x="1547524" y="283513"/>
                  </a:lnTo>
                  <a:lnTo>
                    <a:pt x="1534409" y="285834"/>
                  </a:lnTo>
                  <a:lnTo>
                    <a:pt x="1521295" y="288151"/>
                  </a:lnTo>
                  <a:lnTo>
                    <a:pt x="1508180" y="290464"/>
                  </a:lnTo>
                  <a:lnTo>
                    <a:pt x="1495065" y="292773"/>
                  </a:lnTo>
                  <a:lnTo>
                    <a:pt x="1481951" y="295077"/>
                  </a:lnTo>
                  <a:lnTo>
                    <a:pt x="1468836" y="297376"/>
                  </a:lnTo>
                  <a:lnTo>
                    <a:pt x="1455721" y="299672"/>
                  </a:lnTo>
                  <a:lnTo>
                    <a:pt x="1442607" y="301963"/>
                  </a:lnTo>
                  <a:lnTo>
                    <a:pt x="1429492" y="304251"/>
                  </a:lnTo>
                  <a:lnTo>
                    <a:pt x="1416378" y="306534"/>
                  </a:lnTo>
                  <a:lnTo>
                    <a:pt x="1403263" y="308814"/>
                  </a:lnTo>
                  <a:lnTo>
                    <a:pt x="1390148" y="311089"/>
                  </a:lnTo>
                  <a:lnTo>
                    <a:pt x="1377034" y="313361"/>
                  </a:lnTo>
                  <a:lnTo>
                    <a:pt x="1363919" y="315630"/>
                  </a:lnTo>
                  <a:lnTo>
                    <a:pt x="1350805" y="317895"/>
                  </a:lnTo>
                  <a:lnTo>
                    <a:pt x="1337690" y="320156"/>
                  </a:lnTo>
                  <a:lnTo>
                    <a:pt x="1324575" y="322414"/>
                  </a:lnTo>
                  <a:lnTo>
                    <a:pt x="1311461" y="324668"/>
                  </a:lnTo>
                  <a:lnTo>
                    <a:pt x="1298346" y="326919"/>
                  </a:lnTo>
                  <a:lnTo>
                    <a:pt x="1285231" y="329168"/>
                  </a:lnTo>
                  <a:lnTo>
                    <a:pt x="1272117" y="331412"/>
                  </a:lnTo>
                  <a:lnTo>
                    <a:pt x="1259002" y="333654"/>
                  </a:lnTo>
                  <a:lnTo>
                    <a:pt x="1245888" y="335893"/>
                  </a:lnTo>
                  <a:lnTo>
                    <a:pt x="1232773" y="338129"/>
                  </a:lnTo>
                  <a:lnTo>
                    <a:pt x="1219658" y="340362"/>
                  </a:lnTo>
                  <a:lnTo>
                    <a:pt x="1206544" y="342593"/>
                  </a:lnTo>
                  <a:lnTo>
                    <a:pt x="1193429" y="344820"/>
                  </a:lnTo>
                  <a:lnTo>
                    <a:pt x="1180315" y="347045"/>
                  </a:lnTo>
                  <a:lnTo>
                    <a:pt x="1167200" y="349267"/>
                  </a:lnTo>
                  <a:lnTo>
                    <a:pt x="1154085" y="351487"/>
                  </a:lnTo>
                  <a:lnTo>
                    <a:pt x="1140971" y="353704"/>
                  </a:lnTo>
                  <a:lnTo>
                    <a:pt x="1127856" y="355918"/>
                  </a:lnTo>
                  <a:lnTo>
                    <a:pt x="1114742" y="358130"/>
                  </a:lnTo>
                  <a:lnTo>
                    <a:pt x="1101627" y="360339"/>
                  </a:lnTo>
                  <a:lnTo>
                    <a:pt x="1088512" y="362546"/>
                  </a:lnTo>
                  <a:lnTo>
                    <a:pt x="1075398" y="364750"/>
                  </a:lnTo>
                  <a:lnTo>
                    <a:pt x="1062283" y="366952"/>
                  </a:lnTo>
                  <a:lnTo>
                    <a:pt x="1049168" y="369152"/>
                  </a:lnTo>
                  <a:lnTo>
                    <a:pt x="1036054" y="371349"/>
                  </a:lnTo>
                  <a:lnTo>
                    <a:pt x="1022939" y="373544"/>
                  </a:lnTo>
                  <a:lnTo>
                    <a:pt x="1009825" y="375737"/>
                  </a:lnTo>
                  <a:lnTo>
                    <a:pt x="996710" y="377927"/>
                  </a:lnTo>
                  <a:lnTo>
                    <a:pt x="983595" y="380115"/>
                  </a:lnTo>
                  <a:lnTo>
                    <a:pt x="970481" y="382301"/>
                  </a:lnTo>
                  <a:lnTo>
                    <a:pt x="957366" y="384484"/>
                  </a:lnTo>
                  <a:lnTo>
                    <a:pt x="944252" y="386666"/>
                  </a:lnTo>
                  <a:lnTo>
                    <a:pt x="931137" y="388845"/>
                  </a:lnTo>
                  <a:lnTo>
                    <a:pt x="918022" y="391022"/>
                  </a:lnTo>
                  <a:lnTo>
                    <a:pt x="904908" y="393197"/>
                  </a:lnTo>
                  <a:lnTo>
                    <a:pt x="891793" y="395370"/>
                  </a:lnTo>
                  <a:lnTo>
                    <a:pt x="878679" y="397541"/>
                  </a:lnTo>
                  <a:lnTo>
                    <a:pt x="865564" y="399710"/>
                  </a:lnTo>
                  <a:lnTo>
                    <a:pt x="852449" y="401878"/>
                  </a:lnTo>
                  <a:lnTo>
                    <a:pt x="839335" y="404043"/>
                  </a:lnTo>
                  <a:lnTo>
                    <a:pt x="826220" y="406206"/>
                  </a:lnTo>
                  <a:lnTo>
                    <a:pt x="813105" y="408368"/>
                  </a:lnTo>
                  <a:lnTo>
                    <a:pt x="799991" y="410528"/>
                  </a:lnTo>
                  <a:lnTo>
                    <a:pt x="786876" y="412686"/>
                  </a:lnTo>
                  <a:lnTo>
                    <a:pt x="773762" y="414843"/>
                  </a:lnTo>
                  <a:lnTo>
                    <a:pt x="760647" y="416998"/>
                  </a:lnTo>
                  <a:lnTo>
                    <a:pt x="747532" y="419152"/>
                  </a:lnTo>
                  <a:lnTo>
                    <a:pt x="734418" y="421304"/>
                  </a:lnTo>
                  <a:lnTo>
                    <a:pt x="721303" y="423455"/>
                  </a:lnTo>
                  <a:lnTo>
                    <a:pt x="708189" y="425605"/>
                  </a:lnTo>
                  <a:lnTo>
                    <a:pt x="695074" y="427753"/>
                  </a:lnTo>
                  <a:lnTo>
                    <a:pt x="681959" y="429901"/>
                  </a:lnTo>
                  <a:lnTo>
                    <a:pt x="668845" y="432047"/>
                  </a:lnTo>
                  <a:lnTo>
                    <a:pt x="655730" y="434192"/>
                  </a:lnTo>
                  <a:lnTo>
                    <a:pt x="642615" y="436336"/>
                  </a:lnTo>
                  <a:lnTo>
                    <a:pt x="629501" y="438480"/>
                  </a:lnTo>
                  <a:lnTo>
                    <a:pt x="616386" y="440623"/>
                  </a:lnTo>
                  <a:lnTo>
                    <a:pt x="603272" y="442765"/>
                  </a:lnTo>
                  <a:lnTo>
                    <a:pt x="590157" y="444906"/>
                  </a:lnTo>
                  <a:lnTo>
                    <a:pt x="577042" y="447047"/>
                  </a:lnTo>
                  <a:lnTo>
                    <a:pt x="563928" y="449188"/>
                  </a:lnTo>
                  <a:lnTo>
                    <a:pt x="550813" y="451328"/>
                  </a:lnTo>
                  <a:lnTo>
                    <a:pt x="537699" y="453467"/>
                  </a:lnTo>
                  <a:lnTo>
                    <a:pt x="524584" y="455607"/>
                  </a:lnTo>
                  <a:lnTo>
                    <a:pt x="511469" y="457746"/>
                  </a:lnTo>
                  <a:lnTo>
                    <a:pt x="498355" y="459885"/>
                  </a:lnTo>
                  <a:lnTo>
                    <a:pt x="485240" y="462023"/>
                  </a:lnTo>
                  <a:lnTo>
                    <a:pt x="472126" y="464162"/>
                  </a:lnTo>
                  <a:lnTo>
                    <a:pt x="459011" y="466301"/>
                  </a:lnTo>
                  <a:lnTo>
                    <a:pt x="445896" y="468439"/>
                  </a:lnTo>
                  <a:lnTo>
                    <a:pt x="432782" y="470578"/>
                  </a:lnTo>
                  <a:lnTo>
                    <a:pt x="419667" y="472716"/>
                  </a:lnTo>
                  <a:lnTo>
                    <a:pt x="406552" y="474855"/>
                  </a:lnTo>
                  <a:lnTo>
                    <a:pt x="393438" y="476993"/>
                  </a:lnTo>
                  <a:lnTo>
                    <a:pt x="380323" y="479132"/>
                  </a:lnTo>
                  <a:lnTo>
                    <a:pt x="367209" y="481270"/>
                  </a:lnTo>
                  <a:lnTo>
                    <a:pt x="354094" y="483409"/>
                  </a:lnTo>
                  <a:lnTo>
                    <a:pt x="340979" y="485548"/>
                  </a:lnTo>
                  <a:lnTo>
                    <a:pt x="327865" y="487686"/>
                  </a:lnTo>
                  <a:lnTo>
                    <a:pt x="314750" y="489825"/>
                  </a:lnTo>
                  <a:lnTo>
                    <a:pt x="301636" y="491964"/>
                  </a:lnTo>
                  <a:lnTo>
                    <a:pt x="288521" y="494102"/>
                  </a:lnTo>
                  <a:lnTo>
                    <a:pt x="275406" y="496241"/>
                  </a:lnTo>
                  <a:lnTo>
                    <a:pt x="262292" y="498379"/>
                  </a:lnTo>
                  <a:lnTo>
                    <a:pt x="249177" y="500517"/>
                  </a:lnTo>
                  <a:lnTo>
                    <a:pt x="236063" y="502656"/>
                  </a:lnTo>
                  <a:lnTo>
                    <a:pt x="222948" y="504793"/>
                  </a:lnTo>
                  <a:lnTo>
                    <a:pt x="209833" y="506931"/>
                  </a:lnTo>
                  <a:lnTo>
                    <a:pt x="196719" y="509069"/>
                  </a:lnTo>
                  <a:lnTo>
                    <a:pt x="183604" y="511206"/>
                  </a:lnTo>
                  <a:lnTo>
                    <a:pt x="170489" y="513343"/>
                  </a:lnTo>
                  <a:lnTo>
                    <a:pt x="157375" y="515480"/>
                  </a:lnTo>
                  <a:lnTo>
                    <a:pt x="144260" y="517616"/>
                  </a:lnTo>
                  <a:lnTo>
                    <a:pt x="131146" y="519753"/>
                  </a:lnTo>
                  <a:lnTo>
                    <a:pt x="118031" y="521889"/>
                  </a:lnTo>
                  <a:lnTo>
                    <a:pt x="104916" y="524025"/>
                  </a:lnTo>
                  <a:lnTo>
                    <a:pt x="91802" y="526161"/>
                  </a:lnTo>
                  <a:lnTo>
                    <a:pt x="78687" y="528296"/>
                  </a:lnTo>
                  <a:lnTo>
                    <a:pt x="65573" y="530432"/>
                  </a:lnTo>
                  <a:lnTo>
                    <a:pt x="52458" y="532568"/>
                  </a:lnTo>
                  <a:lnTo>
                    <a:pt x="39343" y="534703"/>
                  </a:lnTo>
                  <a:lnTo>
                    <a:pt x="26229" y="536839"/>
                  </a:lnTo>
                  <a:lnTo>
                    <a:pt x="13114" y="538974"/>
                  </a:lnTo>
                  <a:lnTo>
                    <a:pt x="0" y="541110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3774895" y="2072743"/>
              <a:ext cx="2347515" cy="210779"/>
            </a:xfrm>
            <a:custGeom>
              <a:avLst/>
              <a:pathLst>
                <a:path w="2347515" h="210779">
                  <a:moveTo>
                    <a:pt x="0" y="210779"/>
                  </a:moveTo>
                  <a:lnTo>
                    <a:pt x="13114" y="210587"/>
                  </a:lnTo>
                  <a:lnTo>
                    <a:pt x="26229" y="210395"/>
                  </a:lnTo>
                  <a:lnTo>
                    <a:pt x="39343" y="210202"/>
                  </a:lnTo>
                  <a:lnTo>
                    <a:pt x="52458" y="210010"/>
                  </a:lnTo>
                  <a:lnTo>
                    <a:pt x="65573" y="209816"/>
                  </a:lnTo>
                  <a:lnTo>
                    <a:pt x="78687" y="209622"/>
                  </a:lnTo>
                  <a:lnTo>
                    <a:pt x="91802" y="209427"/>
                  </a:lnTo>
                  <a:lnTo>
                    <a:pt x="104916" y="209230"/>
                  </a:lnTo>
                  <a:lnTo>
                    <a:pt x="118031" y="209031"/>
                  </a:lnTo>
                  <a:lnTo>
                    <a:pt x="131146" y="208831"/>
                  </a:lnTo>
                  <a:lnTo>
                    <a:pt x="144260" y="208628"/>
                  </a:lnTo>
                  <a:lnTo>
                    <a:pt x="157375" y="208422"/>
                  </a:lnTo>
                  <a:lnTo>
                    <a:pt x="170489" y="208214"/>
                  </a:lnTo>
                  <a:lnTo>
                    <a:pt x="183604" y="208002"/>
                  </a:lnTo>
                  <a:lnTo>
                    <a:pt x="196719" y="207786"/>
                  </a:lnTo>
                  <a:lnTo>
                    <a:pt x="209833" y="207566"/>
                  </a:lnTo>
                  <a:lnTo>
                    <a:pt x="222948" y="207342"/>
                  </a:lnTo>
                  <a:lnTo>
                    <a:pt x="236063" y="207113"/>
                  </a:lnTo>
                  <a:lnTo>
                    <a:pt x="249177" y="206878"/>
                  </a:lnTo>
                  <a:lnTo>
                    <a:pt x="262292" y="206639"/>
                  </a:lnTo>
                  <a:lnTo>
                    <a:pt x="275406" y="206393"/>
                  </a:lnTo>
                  <a:lnTo>
                    <a:pt x="288521" y="206141"/>
                  </a:lnTo>
                  <a:lnTo>
                    <a:pt x="301636" y="205882"/>
                  </a:lnTo>
                  <a:lnTo>
                    <a:pt x="314750" y="205617"/>
                  </a:lnTo>
                  <a:lnTo>
                    <a:pt x="327865" y="205344"/>
                  </a:lnTo>
                  <a:lnTo>
                    <a:pt x="340979" y="205064"/>
                  </a:lnTo>
                  <a:lnTo>
                    <a:pt x="354094" y="204775"/>
                  </a:lnTo>
                  <a:lnTo>
                    <a:pt x="367209" y="204479"/>
                  </a:lnTo>
                  <a:lnTo>
                    <a:pt x="380323" y="204173"/>
                  </a:lnTo>
                  <a:lnTo>
                    <a:pt x="393438" y="203859"/>
                  </a:lnTo>
                  <a:lnTo>
                    <a:pt x="406552" y="203535"/>
                  </a:lnTo>
                  <a:lnTo>
                    <a:pt x="419667" y="203201"/>
                  </a:lnTo>
                  <a:lnTo>
                    <a:pt x="432782" y="202857"/>
                  </a:lnTo>
                  <a:lnTo>
                    <a:pt x="445896" y="202503"/>
                  </a:lnTo>
                  <a:lnTo>
                    <a:pt x="459011" y="202139"/>
                  </a:lnTo>
                  <a:lnTo>
                    <a:pt x="472126" y="201763"/>
                  </a:lnTo>
                  <a:lnTo>
                    <a:pt x="485240" y="201376"/>
                  </a:lnTo>
                  <a:lnTo>
                    <a:pt x="498355" y="200977"/>
                  </a:lnTo>
                  <a:lnTo>
                    <a:pt x="511469" y="200566"/>
                  </a:lnTo>
                  <a:lnTo>
                    <a:pt x="524584" y="200143"/>
                  </a:lnTo>
                  <a:lnTo>
                    <a:pt x="537699" y="199707"/>
                  </a:lnTo>
                  <a:lnTo>
                    <a:pt x="550813" y="199259"/>
                  </a:lnTo>
                  <a:lnTo>
                    <a:pt x="563928" y="198797"/>
                  </a:lnTo>
                  <a:lnTo>
                    <a:pt x="577042" y="198322"/>
                  </a:lnTo>
                  <a:lnTo>
                    <a:pt x="590157" y="197833"/>
                  </a:lnTo>
                  <a:lnTo>
                    <a:pt x="603272" y="197330"/>
                  </a:lnTo>
                  <a:lnTo>
                    <a:pt x="616386" y="196813"/>
                  </a:lnTo>
                  <a:lnTo>
                    <a:pt x="629501" y="196281"/>
                  </a:lnTo>
                  <a:lnTo>
                    <a:pt x="642615" y="195735"/>
                  </a:lnTo>
                  <a:lnTo>
                    <a:pt x="655730" y="195173"/>
                  </a:lnTo>
                  <a:lnTo>
                    <a:pt x="668845" y="194597"/>
                  </a:lnTo>
                  <a:lnTo>
                    <a:pt x="681959" y="194004"/>
                  </a:lnTo>
                  <a:lnTo>
                    <a:pt x="695074" y="193396"/>
                  </a:lnTo>
                  <a:lnTo>
                    <a:pt x="708189" y="192772"/>
                  </a:lnTo>
                  <a:lnTo>
                    <a:pt x="721303" y="192132"/>
                  </a:lnTo>
                  <a:lnTo>
                    <a:pt x="734418" y="191476"/>
                  </a:lnTo>
                  <a:lnTo>
                    <a:pt x="747532" y="190803"/>
                  </a:lnTo>
                  <a:lnTo>
                    <a:pt x="760647" y="190114"/>
                  </a:lnTo>
                  <a:lnTo>
                    <a:pt x="773762" y="189407"/>
                  </a:lnTo>
                  <a:lnTo>
                    <a:pt x="786876" y="188684"/>
                  </a:lnTo>
                  <a:lnTo>
                    <a:pt x="799991" y="187944"/>
                  </a:lnTo>
                  <a:lnTo>
                    <a:pt x="813105" y="187186"/>
                  </a:lnTo>
                  <a:lnTo>
                    <a:pt x="826220" y="186411"/>
                  </a:lnTo>
                  <a:lnTo>
                    <a:pt x="839335" y="185619"/>
                  </a:lnTo>
                  <a:lnTo>
                    <a:pt x="852449" y="184809"/>
                  </a:lnTo>
                  <a:lnTo>
                    <a:pt x="865564" y="183981"/>
                  </a:lnTo>
                  <a:lnTo>
                    <a:pt x="878679" y="183136"/>
                  </a:lnTo>
                  <a:lnTo>
                    <a:pt x="891793" y="182272"/>
                  </a:lnTo>
                  <a:lnTo>
                    <a:pt x="904908" y="181391"/>
                  </a:lnTo>
                  <a:lnTo>
                    <a:pt x="918022" y="180492"/>
                  </a:lnTo>
                  <a:lnTo>
                    <a:pt x="931137" y="179576"/>
                  </a:lnTo>
                  <a:lnTo>
                    <a:pt x="944252" y="178641"/>
                  </a:lnTo>
                  <a:lnTo>
                    <a:pt x="957366" y="177688"/>
                  </a:lnTo>
                  <a:lnTo>
                    <a:pt x="970481" y="176717"/>
                  </a:lnTo>
                  <a:lnTo>
                    <a:pt x="983595" y="175729"/>
                  </a:lnTo>
                  <a:lnTo>
                    <a:pt x="996710" y="174722"/>
                  </a:lnTo>
                  <a:lnTo>
                    <a:pt x="1009825" y="173697"/>
                  </a:lnTo>
                  <a:lnTo>
                    <a:pt x="1022939" y="172655"/>
                  </a:lnTo>
                  <a:lnTo>
                    <a:pt x="1036054" y="171594"/>
                  </a:lnTo>
                  <a:lnTo>
                    <a:pt x="1049168" y="170516"/>
                  </a:lnTo>
                  <a:lnTo>
                    <a:pt x="1062283" y="169420"/>
                  </a:lnTo>
                  <a:lnTo>
                    <a:pt x="1075398" y="168306"/>
                  </a:lnTo>
                  <a:lnTo>
                    <a:pt x="1088512" y="167174"/>
                  </a:lnTo>
                  <a:lnTo>
                    <a:pt x="1101627" y="166025"/>
                  </a:lnTo>
                  <a:lnTo>
                    <a:pt x="1114742" y="164858"/>
                  </a:lnTo>
                  <a:lnTo>
                    <a:pt x="1127856" y="163674"/>
                  </a:lnTo>
                  <a:lnTo>
                    <a:pt x="1140971" y="162472"/>
                  </a:lnTo>
                  <a:lnTo>
                    <a:pt x="1154085" y="161253"/>
                  </a:lnTo>
                  <a:lnTo>
                    <a:pt x="1167200" y="160017"/>
                  </a:lnTo>
                  <a:lnTo>
                    <a:pt x="1180315" y="158764"/>
                  </a:lnTo>
                  <a:lnTo>
                    <a:pt x="1193429" y="157493"/>
                  </a:lnTo>
                  <a:lnTo>
                    <a:pt x="1206544" y="156206"/>
                  </a:lnTo>
                  <a:lnTo>
                    <a:pt x="1219658" y="154901"/>
                  </a:lnTo>
                  <a:lnTo>
                    <a:pt x="1232773" y="153580"/>
                  </a:lnTo>
                  <a:lnTo>
                    <a:pt x="1245888" y="152242"/>
                  </a:lnTo>
                  <a:lnTo>
                    <a:pt x="1259002" y="150888"/>
                  </a:lnTo>
                  <a:lnTo>
                    <a:pt x="1272117" y="149517"/>
                  </a:lnTo>
                  <a:lnTo>
                    <a:pt x="1285231" y="148130"/>
                  </a:lnTo>
                  <a:lnTo>
                    <a:pt x="1298346" y="146726"/>
                  </a:lnTo>
                  <a:lnTo>
                    <a:pt x="1311461" y="145306"/>
                  </a:lnTo>
                  <a:lnTo>
                    <a:pt x="1324575" y="143871"/>
                  </a:lnTo>
                  <a:lnTo>
                    <a:pt x="1337690" y="142419"/>
                  </a:lnTo>
                  <a:lnTo>
                    <a:pt x="1350805" y="140951"/>
                  </a:lnTo>
                  <a:lnTo>
                    <a:pt x="1363919" y="139468"/>
                  </a:lnTo>
                  <a:lnTo>
                    <a:pt x="1377034" y="137969"/>
                  </a:lnTo>
                  <a:lnTo>
                    <a:pt x="1390148" y="136455"/>
                  </a:lnTo>
                  <a:lnTo>
                    <a:pt x="1403263" y="134925"/>
                  </a:lnTo>
                  <a:lnTo>
                    <a:pt x="1416378" y="133380"/>
                  </a:lnTo>
                  <a:lnTo>
                    <a:pt x="1429492" y="131820"/>
                  </a:lnTo>
                  <a:lnTo>
                    <a:pt x="1442607" y="130245"/>
                  </a:lnTo>
                  <a:lnTo>
                    <a:pt x="1455721" y="128655"/>
                  </a:lnTo>
                  <a:lnTo>
                    <a:pt x="1468836" y="127051"/>
                  </a:lnTo>
                  <a:lnTo>
                    <a:pt x="1481951" y="125432"/>
                  </a:lnTo>
                  <a:lnTo>
                    <a:pt x="1495065" y="123798"/>
                  </a:lnTo>
                  <a:lnTo>
                    <a:pt x="1508180" y="122151"/>
                  </a:lnTo>
                  <a:lnTo>
                    <a:pt x="1521295" y="120489"/>
                  </a:lnTo>
                  <a:lnTo>
                    <a:pt x="1534409" y="118814"/>
                  </a:lnTo>
                  <a:lnTo>
                    <a:pt x="1547524" y="117125"/>
                  </a:lnTo>
                  <a:lnTo>
                    <a:pt x="1560638" y="115422"/>
                  </a:lnTo>
                  <a:lnTo>
                    <a:pt x="1573753" y="113707"/>
                  </a:lnTo>
                  <a:lnTo>
                    <a:pt x="1586868" y="111978"/>
                  </a:lnTo>
                  <a:lnTo>
                    <a:pt x="1599982" y="110237"/>
                  </a:lnTo>
                  <a:lnTo>
                    <a:pt x="1613097" y="108483"/>
                  </a:lnTo>
                  <a:lnTo>
                    <a:pt x="1626211" y="106717"/>
                  </a:lnTo>
                  <a:lnTo>
                    <a:pt x="1639326" y="104939"/>
                  </a:lnTo>
                  <a:lnTo>
                    <a:pt x="1652441" y="103150"/>
                  </a:lnTo>
                  <a:lnTo>
                    <a:pt x="1665555" y="101349"/>
                  </a:lnTo>
                  <a:lnTo>
                    <a:pt x="1678670" y="99537"/>
                  </a:lnTo>
                  <a:lnTo>
                    <a:pt x="1691784" y="97715"/>
                  </a:lnTo>
                  <a:lnTo>
                    <a:pt x="1704899" y="95882"/>
                  </a:lnTo>
                  <a:lnTo>
                    <a:pt x="1718014" y="94039"/>
                  </a:lnTo>
                  <a:lnTo>
                    <a:pt x="1731128" y="92186"/>
                  </a:lnTo>
                  <a:lnTo>
                    <a:pt x="1744243" y="90324"/>
                  </a:lnTo>
                  <a:lnTo>
                    <a:pt x="1757358" y="88453"/>
                  </a:lnTo>
                  <a:lnTo>
                    <a:pt x="1770472" y="86574"/>
                  </a:lnTo>
                  <a:lnTo>
                    <a:pt x="1783587" y="84686"/>
                  </a:lnTo>
                  <a:lnTo>
                    <a:pt x="1796701" y="82791"/>
                  </a:lnTo>
                  <a:lnTo>
                    <a:pt x="1809816" y="80888"/>
                  </a:lnTo>
                  <a:lnTo>
                    <a:pt x="1822931" y="78978"/>
                  </a:lnTo>
                  <a:lnTo>
                    <a:pt x="1836045" y="77061"/>
                  </a:lnTo>
                  <a:lnTo>
                    <a:pt x="1849160" y="75138"/>
                  </a:lnTo>
                  <a:lnTo>
                    <a:pt x="1862274" y="73209"/>
                  </a:lnTo>
                  <a:lnTo>
                    <a:pt x="1875389" y="71274"/>
                  </a:lnTo>
                  <a:lnTo>
                    <a:pt x="1888504" y="69335"/>
                  </a:lnTo>
                  <a:lnTo>
                    <a:pt x="1901618" y="67390"/>
                  </a:lnTo>
                  <a:lnTo>
                    <a:pt x="1914733" y="65441"/>
                  </a:lnTo>
                  <a:lnTo>
                    <a:pt x="1927847" y="63487"/>
                  </a:lnTo>
                  <a:lnTo>
                    <a:pt x="1940962" y="61530"/>
                  </a:lnTo>
                  <a:lnTo>
                    <a:pt x="1954077" y="59569"/>
                  </a:lnTo>
                  <a:lnTo>
                    <a:pt x="1967191" y="57605"/>
                  </a:lnTo>
                  <a:lnTo>
                    <a:pt x="1980306" y="55637"/>
                  </a:lnTo>
                  <a:lnTo>
                    <a:pt x="1993421" y="53667"/>
                  </a:lnTo>
                  <a:lnTo>
                    <a:pt x="2006535" y="51695"/>
                  </a:lnTo>
                  <a:lnTo>
                    <a:pt x="2019650" y="49720"/>
                  </a:lnTo>
                  <a:lnTo>
                    <a:pt x="2032764" y="47743"/>
                  </a:lnTo>
                  <a:lnTo>
                    <a:pt x="2045879" y="45764"/>
                  </a:lnTo>
                  <a:lnTo>
                    <a:pt x="2058994" y="43783"/>
                  </a:lnTo>
                  <a:lnTo>
                    <a:pt x="2072108" y="41801"/>
                  </a:lnTo>
                  <a:lnTo>
                    <a:pt x="2085223" y="39817"/>
                  </a:lnTo>
                  <a:lnTo>
                    <a:pt x="2098337" y="37832"/>
                  </a:lnTo>
                  <a:lnTo>
                    <a:pt x="2111452" y="35846"/>
                  </a:lnTo>
                  <a:lnTo>
                    <a:pt x="2124567" y="33859"/>
                  </a:lnTo>
                  <a:lnTo>
                    <a:pt x="2137681" y="31871"/>
                  </a:lnTo>
                  <a:lnTo>
                    <a:pt x="2150796" y="29882"/>
                  </a:lnTo>
                  <a:lnTo>
                    <a:pt x="2163911" y="27893"/>
                  </a:lnTo>
                  <a:lnTo>
                    <a:pt x="2177025" y="25902"/>
                  </a:lnTo>
                  <a:lnTo>
                    <a:pt x="2190140" y="23912"/>
                  </a:lnTo>
                  <a:lnTo>
                    <a:pt x="2203254" y="21920"/>
                  </a:lnTo>
                  <a:lnTo>
                    <a:pt x="2216369" y="19929"/>
                  </a:lnTo>
                  <a:lnTo>
                    <a:pt x="2229484" y="17937"/>
                  </a:lnTo>
                  <a:lnTo>
                    <a:pt x="2242598" y="15944"/>
                  </a:lnTo>
                  <a:lnTo>
                    <a:pt x="2255713" y="13952"/>
                  </a:lnTo>
                  <a:lnTo>
                    <a:pt x="2268827" y="11959"/>
                  </a:lnTo>
                  <a:lnTo>
                    <a:pt x="2281942" y="9966"/>
                  </a:lnTo>
                  <a:lnTo>
                    <a:pt x="2295057" y="7973"/>
                  </a:lnTo>
                  <a:lnTo>
                    <a:pt x="2308171" y="5979"/>
                  </a:lnTo>
                  <a:lnTo>
                    <a:pt x="2321286" y="3986"/>
                  </a:lnTo>
                  <a:lnTo>
                    <a:pt x="2334400" y="1993"/>
                  </a:lnTo>
                  <a:lnTo>
                    <a:pt x="2347515" y="0"/>
                  </a:lnTo>
                  <a:lnTo>
                    <a:pt x="2347515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3774895" y="2209384"/>
              <a:ext cx="2347515" cy="404468"/>
            </a:xfrm>
            <a:custGeom>
              <a:avLst/>
              <a:pathLst>
                <a:path w="2347515" h="404468">
                  <a:moveTo>
                    <a:pt x="2347515" y="0"/>
                  </a:moveTo>
                  <a:lnTo>
                    <a:pt x="2334400" y="2433"/>
                  </a:lnTo>
                  <a:lnTo>
                    <a:pt x="2321286" y="4866"/>
                  </a:lnTo>
                  <a:lnTo>
                    <a:pt x="2308171" y="7300"/>
                  </a:lnTo>
                  <a:lnTo>
                    <a:pt x="2295057" y="9733"/>
                  </a:lnTo>
                  <a:lnTo>
                    <a:pt x="2281942" y="12167"/>
                  </a:lnTo>
                  <a:lnTo>
                    <a:pt x="2268827" y="14600"/>
                  </a:lnTo>
                  <a:lnTo>
                    <a:pt x="2255713" y="17033"/>
                  </a:lnTo>
                  <a:lnTo>
                    <a:pt x="2242598" y="19467"/>
                  </a:lnTo>
                  <a:lnTo>
                    <a:pt x="2229484" y="21900"/>
                  </a:lnTo>
                  <a:lnTo>
                    <a:pt x="2216369" y="24333"/>
                  </a:lnTo>
                  <a:lnTo>
                    <a:pt x="2203254" y="26767"/>
                  </a:lnTo>
                  <a:lnTo>
                    <a:pt x="2190140" y="29200"/>
                  </a:lnTo>
                  <a:lnTo>
                    <a:pt x="2177025" y="31633"/>
                  </a:lnTo>
                  <a:lnTo>
                    <a:pt x="2163911" y="34066"/>
                  </a:lnTo>
                  <a:lnTo>
                    <a:pt x="2150796" y="36499"/>
                  </a:lnTo>
                  <a:lnTo>
                    <a:pt x="2137681" y="38932"/>
                  </a:lnTo>
                  <a:lnTo>
                    <a:pt x="2124567" y="41365"/>
                  </a:lnTo>
                  <a:lnTo>
                    <a:pt x="2111452" y="43797"/>
                  </a:lnTo>
                  <a:lnTo>
                    <a:pt x="2098337" y="46230"/>
                  </a:lnTo>
                  <a:lnTo>
                    <a:pt x="2085223" y="48662"/>
                  </a:lnTo>
                  <a:lnTo>
                    <a:pt x="2072108" y="51094"/>
                  </a:lnTo>
                  <a:lnTo>
                    <a:pt x="2058994" y="53526"/>
                  </a:lnTo>
                  <a:lnTo>
                    <a:pt x="2045879" y="55957"/>
                  </a:lnTo>
                  <a:lnTo>
                    <a:pt x="2032764" y="58388"/>
                  </a:lnTo>
                  <a:lnTo>
                    <a:pt x="2019650" y="60818"/>
                  </a:lnTo>
                  <a:lnTo>
                    <a:pt x="2006535" y="63248"/>
                  </a:lnTo>
                  <a:lnTo>
                    <a:pt x="1993421" y="65677"/>
                  </a:lnTo>
                  <a:lnTo>
                    <a:pt x="1980306" y="68105"/>
                  </a:lnTo>
                  <a:lnTo>
                    <a:pt x="1967191" y="70532"/>
                  </a:lnTo>
                  <a:lnTo>
                    <a:pt x="1954077" y="72958"/>
                  </a:lnTo>
                  <a:lnTo>
                    <a:pt x="1940962" y="75383"/>
                  </a:lnTo>
                  <a:lnTo>
                    <a:pt x="1927847" y="77807"/>
                  </a:lnTo>
                  <a:lnTo>
                    <a:pt x="1914733" y="80230"/>
                  </a:lnTo>
                  <a:lnTo>
                    <a:pt x="1901618" y="82650"/>
                  </a:lnTo>
                  <a:lnTo>
                    <a:pt x="1888504" y="85069"/>
                  </a:lnTo>
                  <a:lnTo>
                    <a:pt x="1875389" y="87486"/>
                  </a:lnTo>
                  <a:lnTo>
                    <a:pt x="1862274" y="89901"/>
                  </a:lnTo>
                  <a:lnTo>
                    <a:pt x="1849160" y="92314"/>
                  </a:lnTo>
                  <a:lnTo>
                    <a:pt x="1836045" y="94725"/>
                  </a:lnTo>
                  <a:lnTo>
                    <a:pt x="1822931" y="97133"/>
                  </a:lnTo>
                  <a:lnTo>
                    <a:pt x="1809816" y="99538"/>
                  </a:lnTo>
                  <a:lnTo>
                    <a:pt x="1796701" y="101940"/>
                  </a:lnTo>
                  <a:lnTo>
                    <a:pt x="1783587" y="104340"/>
                  </a:lnTo>
                  <a:lnTo>
                    <a:pt x="1770472" y="106736"/>
                  </a:lnTo>
                  <a:lnTo>
                    <a:pt x="1757358" y="109129"/>
                  </a:lnTo>
                  <a:lnTo>
                    <a:pt x="1744243" y="111518"/>
                  </a:lnTo>
                  <a:lnTo>
                    <a:pt x="1731128" y="113904"/>
                  </a:lnTo>
                  <a:lnTo>
                    <a:pt x="1718014" y="116286"/>
                  </a:lnTo>
                  <a:lnTo>
                    <a:pt x="1704899" y="118665"/>
                  </a:lnTo>
                  <a:lnTo>
                    <a:pt x="1691784" y="121039"/>
                  </a:lnTo>
                  <a:lnTo>
                    <a:pt x="1678670" y="123409"/>
                  </a:lnTo>
                  <a:lnTo>
                    <a:pt x="1665555" y="125775"/>
                  </a:lnTo>
                  <a:lnTo>
                    <a:pt x="1652441" y="128137"/>
                  </a:lnTo>
                  <a:lnTo>
                    <a:pt x="1639326" y="130494"/>
                  </a:lnTo>
                  <a:lnTo>
                    <a:pt x="1626211" y="132847"/>
                  </a:lnTo>
                  <a:lnTo>
                    <a:pt x="1613097" y="135196"/>
                  </a:lnTo>
                  <a:lnTo>
                    <a:pt x="1599982" y="137540"/>
                  </a:lnTo>
                  <a:lnTo>
                    <a:pt x="1586868" y="139879"/>
                  </a:lnTo>
                  <a:lnTo>
                    <a:pt x="1573753" y="142214"/>
                  </a:lnTo>
                  <a:lnTo>
                    <a:pt x="1560638" y="144545"/>
                  </a:lnTo>
                  <a:lnTo>
                    <a:pt x="1547524" y="146871"/>
                  </a:lnTo>
                  <a:lnTo>
                    <a:pt x="1534409" y="149193"/>
                  </a:lnTo>
                  <a:lnTo>
                    <a:pt x="1521295" y="151510"/>
                  </a:lnTo>
                  <a:lnTo>
                    <a:pt x="1508180" y="153823"/>
                  </a:lnTo>
                  <a:lnTo>
                    <a:pt x="1495065" y="156131"/>
                  </a:lnTo>
                  <a:lnTo>
                    <a:pt x="1481951" y="158435"/>
                  </a:lnTo>
                  <a:lnTo>
                    <a:pt x="1468836" y="160735"/>
                  </a:lnTo>
                  <a:lnTo>
                    <a:pt x="1455721" y="163030"/>
                  </a:lnTo>
                  <a:lnTo>
                    <a:pt x="1442607" y="165322"/>
                  </a:lnTo>
                  <a:lnTo>
                    <a:pt x="1429492" y="167609"/>
                  </a:lnTo>
                  <a:lnTo>
                    <a:pt x="1416378" y="169893"/>
                  </a:lnTo>
                  <a:lnTo>
                    <a:pt x="1403263" y="172172"/>
                  </a:lnTo>
                  <a:lnTo>
                    <a:pt x="1390148" y="174448"/>
                  </a:lnTo>
                  <a:lnTo>
                    <a:pt x="1377034" y="176720"/>
                  </a:lnTo>
                  <a:lnTo>
                    <a:pt x="1363919" y="178988"/>
                  </a:lnTo>
                  <a:lnTo>
                    <a:pt x="1350805" y="181253"/>
                  </a:lnTo>
                  <a:lnTo>
                    <a:pt x="1337690" y="183514"/>
                  </a:lnTo>
                  <a:lnTo>
                    <a:pt x="1324575" y="185772"/>
                  </a:lnTo>
                  <a:lnTo>
                    <a:pt x="1311461" y="188027"/>
                  </a:lnTo>
                  <a:lnTo>
                    <a:pt x="1298346" y="190278"/>
                  </a:lnTo>
                  <a:lnTo>
                    <a:pt x="1285231" y="192526"/>
                  </a:lnTo>
                  <a:lnTo>
                    <a:pt x="1272117" y="194771"/>
                  </a:lnTo>
                  <a:lnTo>
                    <a:pt x="1259002" y="197013"/>
                  </a:lnTo>
                  <a:lnTo>
                    <a:pt x="1245888" y="199252"/>
                  </a:lnTo>
                  <a:lnTo>
                    <a:pt x="1232773" y="201488"/>
                  </a:lnTo>
                  <a:lnTo>
                    <a:pt x="1219658" y="203721"/>
                  </a:lnTo>
                  <a:lnTo>
                    <a:pt x="1206544" y="205951"/>
                  </a:lnTo>
                  <a:lnTo>
                    <a:pt x="1193429" y="208179"/>
                  </a:lnTo>
                  <a:lnTo>
                    <a:pt x="1180315" y="210404"/>
                  </a:lnTo>
                  <a:lnTo>
                    <a:pt x="1167200" y="212626"/>
                  </a:lnTo>
                  <a:lnTo>
                    <a:pt x="1154085" y="214845"/>
                  </a:lnTo>
                  <a:lnTo>
                    <a:pt x="1140971" y="217062"/>
                  </a:lnTo>
                  <a:lnTo>
                    <a:pt x="1127856" y="219276"/>
                  </a:lnTo>
                  <a:lnTo>
                    <a:pt x="1114742" y="221488"/>
                  </a:lnTo>
                  <a:lnTo>
                    <a:pt x="1101627" y="223698"/>
                  </a:lnTo>
                  <a:lnTo>
                    <a:pt x="1088512" y="225904"/>
                  </a:lnTo>
                  <a:lnTo>
                    <a:pt x="1075398" y="228109"/>
                  </a:lnTo>
                  <a:lnTo>
                    <a:pt x="1062283" y="230311"/>
                  </a:lnTo>
                  <a:lnTo>
                    <a:pt x="1049168" y="232510"/>
                  </a:lnTo>
                  <a:lnTo>
                    <a:pt x="1036054" y="234708"/>
                  </a:lnTo>
                  <a:lnTo>
                    <a:pt x="1022939" y="236903"/>
                  </a:lnTo>
                  <a:lnTo>
                    <a:pt x="1009825" y="239095"/>
                  </a:lnTo>
                  <a:lnTo>
                    <a:pt x="996710" y="241285"/>
                  </a:lnTo>
                  <a:lnTo>
                    <a:pt x="983595" y="243473"/>
                  </a:lnTo>
                  <a:lnTo>
                    <a:pt x="970481" y="245659"/>
                  </a:lnTo>
                  <a:lnTo>
                    <a:pt x="957366" y="247843"/>
                  </a:lnTo>
                  <a:lnTo>
                    <a:pt x="944252" y="250024"/>
                  </a:lnTo>
                  <a:lnTo>
                    <a:pt x="931137" y="252204"/>
                  </a:lnTo>
                  <a:lnTo>
                    <a:pt x="918022" y="254381"/>
                  </a:lnTo>
                  <a:lnTo>
                    <a:pt x="904908" y="256556"/>
                  </a:lnTo>
                  <a:lnTo>
                    <a:pt x="891793" y="258729"/>
                  </a:lnTo>
                  <a:lnTo>
                    <a:pt x="878679" y="260900"/>
                  </a:lnTo>
                  <a:lnTo>
                    <a:pt x="865564" y="263069"/>
                  </a:lnTo>
                  <a:lnTo>
                    <a:pt x="852449" y="265236"/>
                  </a:lnTo>
                  <a:lnTo>
                    <a:pt x="839335" y="267401"/>
                  </a:lnTo>
                  <a:lnTo>
                    <a:pt x="826220" y="269565"/>
                  </a:lnTo>
                  <a:lnTo>
                    <a:pt x="813105" y="271727"/>
                  </a:lnTo>
                  <a:lnTo>
                    <a:pt x="799991" y="273887"/>
                  </a:lnTo>
                  <a:lnTo>
                    <a:pt x="786876" y="276045"/>
                  </a:lnTo>
                  <a:lnTo>
                    <a:pt x="773762" y="278202"/>
                  </a:lnTo>
                  <a:lnTo>
                    <a:pt x="760647" y="280357"/>
                  </a:lnTo>
                  <a:lnTo>
                    <a:pt x="747532" y="282510"/>
                  </a:lnTo>
                  <a:lnTo>
                    <a:pt x="734418" y="284663"/>
                  </a:lnTo>
                  <a:lnTo>
                    <a:pt x="721303" y="286814"/>
                  </a:lnTo>
                  <a:lnTo>
                    <a:pt x="708189" y="288963"/>
                  </a:lnTo>
                  <a:lnTo>
                    <a:pt x="695074" y="291112"/>
                  </a:lnTo>
                  <a:lnTo>
                    <a:pt x="681959" y="293259"/>
                  </a:lnTo>
                  <a:lnTo>
                    <a:pt x="668845" y="295405"/>
                  </a:lnTo>
                  <a:lnTo>
                    <a:pt x="655730" y="297551"/>
                  </a:lnTo>
                  <a:lnTo>
                    <a:pt x="642615" y="299695"/>
                  </a:lnTo>
                  <a:lnTo>
                    <a:pt x="629501" y="301838"/>
                  </a:lnTo>
                  <a:lnTo>
                    <a:pt x="616386" y="303981"/>
                  </a:lnTo>
                  <a:lnTo>
                    <a:pt x="603272" y="306123"/>
                  </a:lnTo>
                  <a:lnTo>
                    <a:pt x="590157" y="308265"/>
                  </a:lnTo>
                  <a:lnTo>
                    <a:pt x="577042" y="310406"/>
                  </a:lnTo>
                  <a:lnTo>
                    <a:pt x="563928" y="312546"/>
                  </a:lnTo>
                  <a:lnTo>
                    <a:pt x="550813" y="314686"/>
                  </a:lnTo>
                  <a:lnTo>
                    <a:pt x="537699" y="316826"/>
                  </a:lnTo>
                  <a:lnTo>
                    <a:pt x="524584" y="318965"/>
                  </a:lnTo>
                  <a:lnTo>
                    <a:pt x="511469" y="321104"/>
                  </a:lnTo>
                  <a:lnTo>
                    <a:pt x="498355" y="323243"/>
                  </a:lnTo>
                  <a:lnTo>
                    <a:pt x="485240" y="325382"/>
                  </a:lnTo>
                  <a:lnTo>
                    <a:pt x="472126" y="327520"/>
                  </a:lnTo>
                  <a:lnTo>
                    <a:pt x="459011" y="329659"/>
                  </a:lnTo>
                  <a:lnTo>
                    <a:pt x="445896" y="331798"/>
                  </a:lnTo>
                  <a:lnTo>
                    <a:pt x="432782" y="333936"/>
                  </a:lnTo>
                  <a:lnTo>
                    <a:pt x="419667" y="336075"/>
                  </a:lnTo>
                  <a:lnTo>
                    <a:pt x="406552" y="338213"/>
                  </a:lnTo>
                  <a:lnTo>
                    <a:pt x="393438" y="340352"/>
                  </a:lnTo>
                  <a:lnTo>
                    <a:pt x="380323" y="342490"/>
                  </a:lnTo>
                  <a:lnTo>
                    <a:pt x="367209" y="344629"/>
                  </a:lnTo>
                  <a:lnTo>
                    <a:pt x="354094" y="346768"/>
                  </a:lnTo>
                  <a:lnTo>
                    <a:pt x="340979" y="348906"/>
                  </a:lnTo>
                  <a:lnTo>
                    <a:pt x="327865" y="351045"/>
                  </a:lnTo>
                  <a:lnTo>
                    <a:pt x="314750" y="353184"/>
                  </a:lnTo>
                  <a:lnTo>
                    <a:pt x="301636" y="355322"/>
                  </a:lnTo>
                  <a:lnTo>
                    <a:pt x="288521" y="357461"/>
                  </a:lnTo>
                  <a:lnTo>
                    <a:pt x="275406" y="359599"/>
                  </a:lnTo>
                  <a:lnTo>
                    <a:pt x="262292" y="361738"/>
                  </a:lnTo>
                  <a:lnTo>
                    <a:pt x="249177" y="363876"/>
                  </a:lnTo>
                  <a:lnTo>
                    <a:pt x="236063" y="366014"/>
                  </a:lnTo>
                  <a:lnTo>
                    <a:pt x="222948" y="368152"/>
                  </a:lnTo>
                  <a:lnTo>
                    <a:pt x="209833" y="370290"/>
                  </a:lnTo>
                  <a:lnTo>
                    <a:pt x="196719" y="372427"/>
                  </a:lnTo>
                  <a:lnTo>
                    <a:pt x="183604" y="374564"/>
                  </a:lnTo>
                  <a:lnTo>
                    <a:pt x="170489" y="376701"/>
                  </a:lnTo>
                  <a:lnTo>
                    <a:pt x="157375" y="378838"/>
                  </a:lnTo>
                  <a:lnTo>
                    <a:pt x="144260" y="380975"/>
                  </a:lnTo>
                  <a:lnTo>
                    <a:pt x="131146" y="383111"/>
                  </a:lnTo>
                  <a:lnTo>
                    <a:pt x="118031" y="385247"/>
                  </a:lnTo>
                  <a:lnTo>
                    <a:pt x="104916" y="387383"/>
                  </a:lnTo>
                  <a:lnTo>
                    <a:pt x="91802" y="389519"/>
                  </a:lnTo>
                  <a:lnTo>
                    <a:pt x="78687" y="391655"/>
                  </a:lnTo>
                  <a:lnTo>
                    <a:pt x="65573" y="393791"/>
                  </a:lnTo>
                  <a:lnTo>
                    <a:pt x="52458" y="395926"/>
                  </a:lnTo>
                  <a:lnTo>
                    <a:pt x="39343" y="398062"/>
                  </a:lnTo>
                  <a:lnTo>
                    <a:pt x="26229" y="400197"/>
                  </a:lnTo>
                  <a:lnTo>
                    <a:pt x="13114" y="402333"/>
                  </a:lnTo>
                  <a:lnTo>
                    <a:pt x="0" y="40446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3774895" y="2136438"/>
              <a:ext cx="2347515" cy="316928"/>
            </a:xfrm>
            <a:custGeom>
              <a:avLst/>
              <a:pathLst>
                <a:path w="2347515" h="316928">
                  <a:moveTo>
                    <a:pt x="0" y="316928"/>
                  </a:moveTo>
                  <a:lnTo>
                    <a:pt x="13114" y="315693"/>
                  </a:lnTo>
                  <a:lnTo>
                    <a:pt x="26229" y="314457"/>
                  </a:lnTo>
                  <a:lnTo>
                    <a:pt x="39343" y="313221"/>
                  </a:lnTo>
                  <a:lnTo>
                    <a:pt x="52458" y="311986"/>
                  </a:lnTo>
                  <a:lnTo>
                    <a:pt x="65573" y="310749"/>
                  </a:lnTo>
                  <a:lnTo>
                    <a:pt x="78687" y="309513"/>
                  </a:lnTo>
                  <a:lnTo>
                    <a:pt x="91802" y="308276"/>
                  </a:lnTo>
                  <a:lnTo>
                    <a:pt x="104916" y="307038"/>
                  </a:lnTo>
                  <a:lnTo>
                    <a:pt x="118031" y="305799"/>
                  </a:lnTo>
                  <a:lnTo>
                    <a:pt x="131146" y="304560"/>
                  </a:lnTo>
                  <a:lnTo>
                    <a:pt x="144260" y="303319"/>
                  </a:lnTo>
                  <a:lnTo>
                    <a:pt x="157375" y="302077"/>
                  </a:lnTo>
                  <a:lnTo>
                    <a:pt x="170489" y="300834"/>
                  </a:lnTo>
                  <a:lnTo>
                    <a:pt x="183604" y="299589"/>
                  </a:lnTo>
                  <a:lnTo>
                    <a:pt x="196719" y="298342"/>
                  </a:lnTo>
                  <a:lnTo>
                    <a:pt x="209833" y="297093"/>
                  </a:lnTo>
                  <a:lnTo>
                    <a:pt x="222948" y="295842"/>
                  </a:lnTo>
                  <a:lnTo>
                    <a:pt x="236063" y="294589"/>
                  </a:lnTo>
                  <a:lnTo>
                    <a:pt x="249177" y="293333"/>
                  </a:lnTo>
                  <a:lnTo>
                    <a:pt x="262292" y="292075"/>
                  </a:lnTo>
                  <a:lnTo>
                    <a:pt x="275406" y="290814"/>
                  </a:lnTo>
                  <a:lnTo>
                    <a:pt x="288521" y="289550"/>
                  </a:lnTo>
                  <a:lnTo>
                    <a:pt x="301636" y="288283"/>
                  </a:lnTo>
                  <a:lnTo>
                    <a:pt x="314750" y="287012"/>
                  </a:lnTo>
                  <a:lnTo>
                    <a:pt x="327865" y="285739"/>
                  </a:lnTo>
                  <a:lnTo>
                    <a:pt x="340979" y="284462"/>
                  </a:lnTo>
                  <a:lnTo>
                    <a:pt x="354094" y="283181"/>
                  </a:lnTo>
                  <a:lnTo>
                    <a:pt x="367209" y="281896"/>
                  </a:lnTo>
                  <a:lnTo>
                    <a:pt x="380323" y="280607"/>
                  </a:lnTo>
                  <a:lnTo>
                    <a:pt x="393438" y="279314"/>
                  </a:lnTo>
                  <a:lnTo>
                    <a:pt x="406552" y="278017"/>
                  </a:lnTo>
                  <a:lnTo>
                    <a:pt x="419667" y="276715"/>
                  </a:lnTo>
                  <a:lnTo>
                    <a:pt x="432782" y="275409"/>
                  </a:lnTo>
                  <a:lnTo>
                    <a:pt x="445896" y="274097"/>
                  </a:lnTo>
                  <a:lnTo>
                    <a:pt x="459011" y="272781"/>
                  </a:lnTo>
                  <a:lnTo>
                    <a:pt x="472126" y="271459"/>
                  </a:lnTo>
                  <a:lnTo>
                    <a:pt x="485240" y="270132"/>
                  </a:lnTo>
                  <a:lnTo>
                    <a:pt x="498355" y="268799"/>
                  </a:lnTo>
                  <a:lnTo>
                    <a:pt x="511469" y="267461"/>
                  </a:lnTo>
                  <a:lnTo>
                    <a:pt x="524584" y="266117"/>
                  </a:lnTo>
                  <a:lnTo>
                    <a:pt x="537699" y="264766"/>
                  </a:lnTo>
                  <a:lnTo>
                    <a:pt x="550813" y="263409"/>
                  </a:lnTo>
                  <a:lnTo>
                    <a:pt x="563928" y="262046"/>
                  </a:lnTo>
                  <a:lnTo>
                    <a:pt x="577042" y="260676"/>
                  </a:lnTo>
                  <a:lnTo>
                    <a:pt x="590157" y="259300"/>
                  </a:lnTo>
                  <a:lnTo>
                    <a:pt x="603272" y="257916"/>
                  </a:lnTo>
                  <a:lnTo>
                    <a:pt x="616386" y="256525"/>
                  </a:lnTo>
                  <a:lnTo>
                    <a:pt x="629501" y="255127"/>
                  </a:lnTo>
                  <a:lnTo>
                    <a:pt x="642615" y="253722"/>
                  </a:lnTo>
                  <a:lnTo>
                    <a:pt x="655730" y="252308"/>
                  </a:lnTo>
                  <a:lnTo>
                    <a:pt x="668845" y="250887"/>
                  </a:lnTo>
                  <a:lnTo>
                    <a:pt x="681959" y="249458"/>
                  </a:lnTo>
                  <a:lnTo>
                    <a:pt x="695074" y="248021"/>
                  </a:lnTo>
                  <a:lnTo>
                    <a:pt x="708189" y="246576"/>
                  </a:lnTo>
                  <a:lnTo>
                    <a:pt x="721303" y="245122"/>
                  </a:lnTo>
                  <a:lnTo>
                    <a:pt x="734418" y="243660"/>
                  </a:lnTo>
                  <a:lnTo>
                    <a:pt x="747532" y="242189"/>
                  </a:lnTo>
                  <a:lnTo>
                    <a:pt x="760647" y="240709"/>
                  </a:lnTo>
                  <a:lnTo>
                    <a:pt x="773762" y="239220"/>
                  </a:lnTo>
                  <a:lnTo>
                    <a:pt x="786876" y="237723"/>
                  </a:lnTo>
                  <a:lnTo>
                    <a:pt x="799991" y="236216"/>
                  </a:lnTo>
                  <a:lnTo>
                    <a:pt x="813105" y="234700"/>
                  </a:lnTo>
                  <a:lnTo>
                    <a:pt x="826220" y="233175"/>
                  </a:lnTo>
                  <a:lnTo>
                    <a:pt x="839335" y="231641"/>
                  </a:lnTo>
                  <a:lnTo>
                    <a:pt x="852449" y="230097"/>
                  </a:lnTo>
                  <a:lnTo>
                    <a:pt x="865564" y="228544"/>
                  </a:lnTo>
                  <a:lnTo>
                    <a:pt x="878679" y="226981"/>
                  </a:lnTo>
                  <a:lnTo>
                    <a:pt x="891793" y="225409"/>
                  </a:lnTo>
                  <a:lnTo>
                    <a:pt x="904908" y="223827"/>
                  </a:lnTo>
                  <a:lnTo>
                    <a:pt x="918022" y="222235"/>
                  </a:lnTo>
                  <a:lnTo>
                    <a:pt x="931137" y="220633"/>
                  </a:lnTo>
                  <a:lnTo>
                    <a:pt x="944252" y="219022"/>
                  </a:lnTo>
                  <a:lnTo>
                    <a:pt x="957366" y="217401"/>
                  </a:lnTo>
                  <a:lnTo>
                    <a:pt x="970481" y="215770"/>
                  </a:lnTo>
                  <a:lnTo>
                    <a:pt x="983595" y="214129"/>
                  </a:lnTo>
                  <a:lnTo>
                    <a:pt x="996710" y="212479"/>
                  </a:lnTo>
                  <a:lnTo>
                    <a:pt x="1009825" y="210819"/>
                  </a:lnTo>
                  <a:lnTo>
                    <a:pt x="1022939" y="209148"/>
                  </a:lnTo>
                  <a:lnTo>
                    <a:pt x="1036054" y="207468"/>
                  </a:lnTo>
                  <a:lnTo>
                    <a:pt x="1049168" y="205778"/>
                  </a:lnTo>
                  <a:lnTo>
                    <a:pt x="1062283" y="204079"/>
                  </a:lnTo>
                  <a:lnTo>
                    <a:pt x="1075398" y="202369"/>
                  </a:lnTo>
                  <a:lnTo>
                    <a:pt x="1088512" y="200650"/>
                  </a:lnTo>
                  <a:lnTo>
                    <a:pt x="1101627" y="198921"/>
                  </a:lnTo>
                  <a:lnTo>
                    <a:pt x="1114742" y="197182"/>
                  </a:lnTo>
                  <a:lnTo>
                    <a:pt x="1127856" y="195433"/>
                  </a:lnTo>
                  <a:lnTo>
                    <a:pt x="1140971" y="193675"/>
                  </a:lnTo>
                  <a:lnTo>
                    <a:pt x="1154085" y="191906"/>
                  </a:lnTo>
                  <a:lnTo>
                    <a:pt x="1167200" y="190129"/>
                  </a:lnTo>
                  <a:lnTo>
                    <a:pt x="1180315" y="188341"/>
                  </a:lnTo>
                  <a:lnTo>
                    <a:pt x="1193429" y="186544"/>
                  </a:lnTo>
                  <a:lnTo>
                    <a:pt x="1206544" y="184737"/>
                  </a:lnTo>
                  <a:lnTo>
                    <a:pt x="1219658" y="182921"/>
                  </a:lnTo>
                  <a:lnTo>
                    <a:pt x="1232773" y="181095"/>
                  </a:lnTo>
                  <a:lnTo>
                    <a:pt x="1245888" y="179260"/>
                  </a:lnTo>
                  <a:lnTo>
                    <a:pt x="1259002" y="177415"/>
                  </a:lnTo>
                  <a:lnTo>
                    <a:pt x="1272117" y="175560"/>
                  </a:lnTo>
                  <a:lnTo>
                    <a:pt x="1285231" y="173696"/>
                  </a:lnTo>
                  <a:lnTo>
                    <a:pt x="1298346" y="171822"/>
                  </a:lnTo>
                  <a:lnTo>
                    <a:pt x="1311461" y="169939"/>
                  </a:lnTo>
                  <a:lnTo>
                    <a:pt x="1324575" y="168047"/>
                  </a:lnTo>
                  <a:lnTo>
                    <a:pt x="1337690" y="166145"/>
                  </a:lnTo>
                  <a:lnTo>
                    <a:pt x="1350805" y="164234"/>
                  </a:lnTo>
                  <a:lnTo>
                    <a:pt x="1363919" y="162313"/>
                  </a:lnTo>
                  <a:lnTo>
                    <a:pt x="1377034" y="160383"/>
                  </a:lnTo>
                  <a:lnTo>
                    <a:pt x="1390148" y="158443"/>
                  </a:lnTo>
                  <a:lnTo>
                    <a:pt x="1403263" y="156494"/>
                  </a:lnTo>
                  <a:lnTo>
                    <a:pt x="1416378" y="154536"/>
                  </a:lnTo>
                  <a:lnTo>
                    <a:pt x="1429492" y="152568"/>
                  </a:lnTo>
                  <a:lnTo>
                    <a:pt x="1442607" y="150591"/>
                  </a:lnTo>
                  <a:lnTo>
                    <a:pt x="1455721" y="148605"/>
                  </a:lnTo>
                  <a:lnTo>
                    <a:pt x="1468836" y="146610"/>
                  </a:lnTo>
                  <a:lnTo>
                    <a:pt x="1481951" y="144605"/>
                  </a:lnTo>
                  <a:lnTo>
                    <a:pt x="1495065" y="142592"/>
                  </a:lnTo>
                  <a:lnTo>
                    <a:pt x="1508180" y="140569"/>
                  </a:lnTo>
                  <a:lnTo>
                    <a:pt x="1521295" y="138537"/>
                  </a:lnTo>
                  <a:lnTo>
                    <a:pt x="1534409" y="136497"/>
                  </a:lnTo>
                  <a:lnTo>
                    <a:pt x="1547524" y="134447"/>
                  </a:lnTo>
                  <a:lnTo>
                    <a:pt x="1560638" y="132389"/>
                  </a:lnTo>
                  <a:lnTo>
                    <a:pt x="1573753" y="130322"/>
                  </a:lnTo>
                  <a:lnTo>
                    <a:pt x="1586868" y="128246"/>
                  </a:lnTo>
                  <a:lnTo>
                    <a:pt x="1599982" y="126162"/>
                  </a:lnTo>
                  <a:lnTo>
                    <a:pt x="1613097" y="124069"/>
                  </a:lnTo>
                  <a:lnTo>
                    <a:pt x="1626211" y="121969"/>
                  </a:lnTo>
                  <a:lnTo>
                    <a:pt x="1639326" y="119860"/>
                  </a:lnTo>
                  <a:lnTo>
                    <a:pt x="1652441" y="117744"/>
                  </a:lnTo>
                  <a:lnTo>
                    <a:pt x="1665555" y="115620"/>
                  </a:lnTo>
                  <a:lnTo>
                    <a:pt x="1678670" y="113488"/>
                  </a:lnTo>
                  <a:lnTo>
                    <a:pt x="1691784" y="111349"/>
                  </a:lnTo>
                  <a:lnTo>
                    <a:pt x="1704899" y="109203"/>
                  </a:lnTo>
                  <a:lnTo>
                    <a:pt x="1718014" y="107050"/>
                  </a:lnTo>
                  <a:lnTo>
                    <a:pt x="1731128" y="104891"/>
                  </a:lnTo>
                  <a:lnTo>
                    <a:pt x="1744243" y="102725"/>
                  </a:lnTo>
                  <a:lnTo>
                    <a:pt x="1757358" y="100553"/>
                  </a:lnTo>
                  <a:lnTo>
                    <a:pt x="1770472" y="98375"/>
                  </a:lnTo>
                  <a:lnTo>
                    <a:pt x="1783587" y="96192"/>
                  </a:lnTo>
                  <a:lnTo>
                    <a:pt x="1796701" y="94003"/>
                  </a:lnTo>
                  <a:lnTo>
                    <a:pt x="1809816" y="91809"/>
                  </a:lnTo>
                  <a:lnTo>
                    <a:pt x="1822931" y="89610"/>
                  </a:lnTo>
                  <a:lnTo>
                    <a:pt x="1836045" y="87406"/>
                  </a:lnTo>
                  <a:lnTo>
                    <a:pt x="1849160" y="85199"/>
                  </a:lnTo>
                  <a:lnTo>
                    <a:pt x="1862274" y="82987"/>
                  </a:lnTo>
                  <a:lnTo>
                    <a:pt x="1875389" y="80772"/>
                  </a:lnTo>
                  <a:lnTo>
                    <a:pt x="1888504" y="78553"/>
                  </a:lnTo>
                  <a:lnTo>
                    <a:pt x="1901618" y="76330"/>
                  </a:lnTo>
                  <a:lnTo>
                    <a:pt x="1914733" y="74105"/>
                  </a:lnTo>
                  <a:lnTo>
                    <a:pt x="1927847" y="71877"/>
                  </a:lnTo>
                  <a:lnTo>
                    <a:pt x="1940962" y="69647"/>
                  </a:lnTo>
                  <a:lnTo>
                    <a:pt x="1954077" y="67414"/>
                  </a:lnTo>
                  <a:lnTo>
                    <a:pt x="1967191" y="65179"/>
                  </a:lnTo>
                  <a:lnTo>
                    <a:pt x="1980306" y="62942"/>
                  </a:lnTo>
                  <a:lnTo>
                    <a:pt x="1993421" y="60704"/>
                  </a:lnTo>
                  <a:lnTo>
                    <a:pt x="2006535" y="58464"/>
                  </a:lnTo>
                  <a:lnTo>
                    <a:pt x="2019650" y="56222"/>
                  </a:lnTo>
                  <a:lnTo>
                    <a:pt x="2032764" y="53979"/>
                  </a:lnTo>
                  <a:lnTo>
                    <a:pt x="2045879" y="51736"/>
                  </a:lnTo>
                  <a:lnTo>
                    <a:pt x="2058994" y="49491"/>
                  </a:lnTo>
                  <a:lnTo>
                    <a:pt x="2072108" y="47245"/>
                  </a:lnTo>
                  <a:lnTo>
                    <a:pt x="2085223" y="44999"/>
                  </a:lnTo>
                  <a:lnTo>
                    <a:pt x="2098337" y="42752"/>
                  </a:lnTo>
                  <a:lnTo>
                    <a:pt x="2111452" y="40504"/>
                  </a:lnTo>
                  <a:lnTo>
                    <a:pt x="2124567" y="38256"/>
                  </a:lnTo>
                  <a:lnTo>
                    <a:pt x="2137681" y="36008"/>
                  </a:lnTo>
                  <a:lnTo>
                    <a:pt x="2150796" y="33759"/>
                  </a:lnTo>
                  <a:lnTo>
                    <a:pt x="2163911" y="31509"/>
                  </a:lnTo>
                  <a:lnTo>
                    <a:pt x="2177025" y="29260"/>
                  </a:lnTo>
                  <a:lnTo>
                    <a:pt x="2190140" y="27010"/>
                  </a:lnTo>
                  <a:lnTo>
                    <a:pt x="2203254" y="24760"/>
                  </a:lnTo>
                  <a:lnTo>
                    <a:pt x="2216369" y="22509"/>
                  </a:lnTo>
                  <a:lnTo>
                    <a:pt x="2229484" y="20259"/>
                  </a:lnTo>
                  <a:lnTo>
                    <a:pt x="2242598" y="18008"/>
                  </a:lnTo>
                  <a:lnTo>
                    <a:pt x="2255713" y="15757"/>
                  </a:lnTo>
                  <a:lnTo>
                    <a:pt x="2268827" y="13506"/>
                  </a:lnTo>
                  <a:lnTo>
                    <a:pt x="2281942" y="11255"/>
                  </a:lnTo>
                  <a:lnTo>
                    <a:pt x="2295057" y="9004"/>
                  </a:lnTo>
                  <a:lnTo>
                    <a:pt x="2308171" y="6753"/>
                  </a:lnTo>
                  <a:lnTo>
                    <a:pt x="2321286" y="4502"/>
                  </a:lnTo>
                  <a:lnTo>
                    <a:pt x="2334400" y="2251"/>
                  </a:lnTo>
                  <a:lnTo>
                    <a:pt x="2347515" y="0"/>
                  </a:lnTo>
                  <a:lnTo>
                    <a:pt x="2347515" y="0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3446243" y="801109"/>
              <a:ext cx="0" cy="2345003"/>
            </a:xfrm>
            <a:custGeom>
              <a:avLst/>
              <a:pathLst>
                <a:path w="0" h="2345003">
                  <a:moveTo>
                    <a:pt x="0" y="2345003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tx50"/>
            <p:cNvSpPr/>
            <p:nvPr/>
          </p:nvSpPr>
          <p:spPr>
            <a:xfrm>
              <a:off x="3209341" y="3104750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3209341" y="279202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3209341" y="24793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3209341" y="2167865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3209341" y="1855756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3209341" y="1541414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3209341" y="1228685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3209341" y="916018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58" name="pl58"/>
            <p:cNvSpPr/>
            <p:nvPr/>
          </p:nvSpPr>
          <p:spPr>
            <a:xfrm>
              <a:off x="3370327" y="314611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370327" y="283344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370327" y="252077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370327" y="220811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370327" y="189544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370327" y="158277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370327" y="1270109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370327" y="95744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446243" y="3146112"/>
              <a:ext cx="2676167" cy="0"/>
            </a:xfrm>
            <a:custGeom>
              <a:avLst/>
              <a:pathLst>
                <a:path w="2676167" h="0">
                  <a:moveTo>
                    <a:pt x="0" y="0"/>
                  </a:moveTo>
                  <a:lnTo>
                    <a:pt x="2676167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3774895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4110254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4445614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4780973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5116332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5451692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5787051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6122410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tx75"/>
            <p:cNvSpPr/>
            <p:nvPr/>
          </p:nvSpPr>
          <p:spPr>
            <a:xfrm>
              <a:off x="3707054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30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4042413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40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4377773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50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4713132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60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5048492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5383851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5719210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90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6020649" y="3247642"/>
              <a:ext cx="203522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100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4515216" y="3387149"/>
              <a:ext cx="79920" cy="1001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F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4595136" y="3386777"/>
              <a:ext cx="36388" cy="1005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i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4631525" y="3384470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4743146" y="3443816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4800132" y="3487311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4838232" y="3359988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  <p:sp>
          <p:nvSpPr>
            <p:cNvPr id="89" name="tx89"/>
            <p:cNvSpPr/>
            <p:nvPr/>
          </p:nvSpPr>
          <p:spPr>
            <a:xfrm rot="-5400000">
              <a:off x="2946542" y="2260618"/>
              <a:ext cx="251593" cy="1015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Left</a:t>
              </a:r>
            </a:p>
          </p:txBody>
        </p:sp>
        <p:sp>
          <p:nvSpPr>
            <p:cNvPr id="90" name="tx90"/>
            <p:cNvSpPr/>
            <p:nvPr/>
          </p:nvSpPr>
          <p:spPr>
            <a:xfrm rot="-5400000">
              <a:off x="3104039" y="2166521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1" name="tx91"/>
            <p:cNvSpPr/>
            <p:nvPr/>
          </p:nvSpPr>
          <p:spPr>
            <a:xfrm rot="-5400000">
              <a:off x="3028546" y="2052928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92" name="tx92"/>
            <p:cNvSpPr/>
            <p:nvPr/>
          </p:nvSpPr>
          <p:spPr>
            <a:xfrm rot="-5400000">
              <a:off x="3045587" y="1983723"/>
              <a:ext cx="79995" cy="750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93" name="tx93"/>
            <p:cNvSpPr/>
            <p:nvPr/>
          </p:nvSpPr>
          <p:spPr>
            <a:xfrm rot="-5400000">
              <a:off x="3053921" y="1912062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94" name="tx94"/>
            <p:cNvSpPr/>
            <p:nvPr/>
          </p:nvSpPr>
          <p:spPr>
            <a:xfrm rot="-5400000">
              <a:off x="3015859" y="1824737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95" name="tx95"/>
            <p:cNvSpPr/>
            <p:nvPr/>
          </p:nvSpPr>
          <p:spPr>
            <a:xfrm rot="-5400000">
              <a:off x="3085533" y="1757422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96" name="tx96"/>
            <p:cNvSpPr/>
            <p:nvPr/>
          </p:nvSpPr>
          <p:spPr>
            <a:xfrm rot="-5400000">
              <a:off x="3104039" y="1744311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7" name="tx97"/>
            <p:cNvSpPr/>
            <p:nvPr/>
          </p:nvSpPr>
          <p:spPr>
            <a:xfrm rot="-5400000">
              <a:off x="2951825" y="1553997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2952000" y="731520"/>
            <a:ext cx="3240000" cy="2880000"/>
            <a:chOff x="2952000" y="731520"/>
            <a:chExt cx="3240000" cy="2880000"/>
          </a:xfrm>
        </p:grpSpPr>
        <p:sp>
          <p:nvSpPr>
            <p:cNvPr id="3" name="rc3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3447731" y="801109"/>
              <a:ext cx="2674679" cy="234351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3776200" y="3130374"/>
              <a:ext cx="97758" cy="1424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873959" y="3129405"/>
              <a:ext cx="97758" cy="1521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3971718" y="3119176"/>
              <a:ext cx="97758" cy="2544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4069477" y="3105452"/>
              <a:ext cx="97758" cy="3917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4167235" y="3010860"/>
              <a:ext cx="97758" cy="13376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4264994" y="3046118"/>
              <a:ext cx="97758" cy="9850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4362753" y="3017766"/>
              <a:ext cx="97758" cy="12685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4460512" y="2999329"/>
              <a:ext cx="97758" cy="14529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4558270" y="2863402"/>
              <a:ext cx="97758" cy="28122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4656029" y="3034998"/>
              <a:ext cx="97758" cy="1096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4753788" y="3058066"/>
              <a:ext cx="97758" cy="8655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4851547" y="3079085"/>
              <a:ext cx="97758" cy="6553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4949305" y="3065495"/>
              <a:ext cx="97758" cy="7912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5047064" y="3121644"/>
              <a:ext cx="97758" cy="2297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5144823" y="3127802"/>
              <a:ext cx="97758" cy="1682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5242582" y="3132600"/>
              <a:ext cx="97758" cy="1202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5340340" y="3129607"/>
              <a:ext cx="97758" cy="1501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5438099" y="3140110"/>
              <a:ext cx="97758" cy="451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5535858" y="3141285"/>
              <a:ext cx="97758" cy="333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5633617" y="3142176"/>
              <a:ext cx="97758" cy="244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5731375" y="3141428"/>
              <a:ext cx="97758" cy="319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5829134" y="3143589"/>
              <a:ext cx="97758" cy="103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5926893" y="3143843"/>
              <a:ext cx="97758" cy="78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6024652" y="3143563"/>
              <a:ext cx="97758" cy="106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3447731" y="2988389"/>
              <a:ext cx="171409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3447731" y="2832155"/>
              <a:ext cx="197525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3447731" y="2675920"/>
              <a:ext cx="231229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3447731" y="2519686"/>
              <a:ext cx="26117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3447731" y="2363452"/>
              <a:ext cx="306674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3447731" y="2207218"/>
              <a:ext cx="322586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3447731" y="2050983"/>
              <a:ext cx="328469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3447731" y="1894749"/>
              <a:ext cx="32353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3447731" y="1738515"/>
              <a:ext cx="32199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3447731" y="1582280"/>
              <a:ext cx="287464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3447731" y="1426046"/>
              <a:ext cx="23799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3447731" y="1269812"/>
              <a:ext cx="196987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3447731" y="1113577"/>
              <a:ext cx="161579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3447731" y="957343"/>
              <a:ext cx="133285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3447731" y="801109"/>
              <a:ext cx="171739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3854407" y="801109"/>
              <a:ext cx="2189796" cy="2150009"/>
            </a:xfrm>
            <a:custGeom>
              <a:avLst/>
              <a:pathLst>
                <a:path w="2189796" h="2150009">
                  <a:moveTo>
                    <a:pt x="0" y="1862207"/>
                  </a:moveTo>
                  <a:lnTo>
                    <a:pt x="12233" y="1870502"/>
                  </a:lnTo>
                  <a:lnTo>
                    <a:pt x="24466" y="1877832"/>
                  </a:lnTo>
                  <a:lnTo>
                    <a:pt x="36700" y="1882934"/>
                  </a:lnTo>
                  <a:lnTo>
                    <a:pt x="48933" y="1887454"/>
                  </a:lnTo>
                  <a:lnTo>
                    <a:pt x="61167" y="1891401"/>
                  </a:lnTo>
                  <a:lnTo>
                    <a:pt x="73400" y="1894785"/>
                  </a:lnTo>
                  <a:lnTo>
                    <a:pt x="85634" y="1897615"/>
                  </a:lnTo>
                  <a:lnTo>
                    <a:pt x="97867" y="1899902"/>
                  </a:lnTo>
                  <a:lnTo>
                    <a:pt x="110101" y="1901002"/>
                  </a:lnTo>
                  <a:lnTo>
                    <a:pt x="122334" y="1898767"/>
                  </a:lnTo>
                  <a:lnTo>
                    <a:pt x="134568" y="1896299"/>
                  </a:lnTo>
                  <a:lnTo>
                    <a:pt x="146801" y="1894339"/>
                  </a:lnTo>
                  <a:lnTo>
                    <a:pt x="159035" y="1891905"/>
                  </a:lnTo>
                  <a:lnTo>
                    <a:pt x="171268" y="1888046"/>
                  </a:lnTo>
                  <a:lnTo>
                    <a:pt x="183502" y="1884140"/>
                  </a:lnTo>
                  <a:lnTo>
                    <a:pt x="195735" y="1880536"/>
                  </a:lnTo>
                  <a:lnTo>
                    <a:pt x="207969" y="1876711"/>
                  </a:lnTo>
                  <a:lnTo>
                    <a:pt x="220202" y="1872665"/>
                  </a:lnTo>
                  <a:lnTo>
                    <a:pt x="232436" y="1868400"/>
                  </a:lnTo>
                  <a:lnTo>
                    <a:pt x="244669" y="1863918"/>
                  </a:lnTo>
                  <a:lnTo>
                    <a:pt x="256903" y="1859221"/>
                  </a:lnTo>
                  <a:lnTo>
                    <a:pt x="269136" y="1856596"/>
                  </a:lnTo>
                  <a:lnTo>
                    <a:pt x="281370" y="1853853"/>
                  </a:lnTo>
                  <a:lnTo>
                    <a:pt x="293603" y="1850689"/>
                  </a:lnTo>
                  <a:lnTo>
                    <a:pt x="305837" y="1847000"/>
                  </a:lnTo>
                  <a:lnTo>
                    <a:pt x="318070" y="1840820"/>
                  </a:lnTo>
                  <a:lnTo>
                    <a:pt x="330304" y="1834447"/>
                  </a:lnTo>
                  <a:lnTo>
                    <a:pt x="342537" y="1827883"/>
                  </a:lnTo>
                  <a:lnTo>
                    <a:pt x="354771" y="1820734"/>
                  </a:lnTo>
                  <a:lnTo>
                    <a:pt x="367004" y="1813120"/>
                  </a:lnTo>
                  <a:lnTo>
                    <a:pt x="379238" y="1805233"/>
                  </a:lnTo>
                  <a:lnTo>
                    <a:pt x="391471" y="1797081"/>
                  </a:lnTo>
                  <a:lnTo>
                    <a:pt x="403705" y="1788675"/>
                  </a:lnTo>
                  <a:lnTo>
                    <a:pt x="415938" y="1780023"/>
                  </a:lnTo>
                  <a:lnTo>
                    <a:pt x="428172" y="1771823"/>
                  </a:lnTo>
                  <a:lnTo>
                    <a:pt x="440405" y="1764103"/>
                  </a:lnTo>
                  <a:lnTo>
                    <a:pt x="452639" y="1757125"/>
                  </a:lnTo>
                  <a:lnTo>
                    <a:pt x="464872" y="1750052"/>
                  </a:lnTo>
                  <a:lnTo>
                    <a:pt x="477106" y="1742795"/>
                  </a:lnTo>
                  <a:lnTo>
                    <a:pt x="489339" y="1734159"/>
                  </a:lnTo>
                  <a:lnTo>
                    <a:pt x="501573" y="1723650"/>
                  </a:lnTo>
                  <a:lnTo>
                    <a:pt x="513806" y="1713898"/>
                  </a:lnTo>
                  <a:lnTo>
                    <a:pt x="526040" y="1703297"/>
                  </a:lnTo>
                  <a:lnTo>
                    <a:pt x="538273" y="1693935"/>
                  </a:lnTo>
                  <a:lnTo>
                    <a:pt x="550507" y="1684875"/>
                  </a:lnTo>
                  <a:lnTo>
                    <a:pt x="562740" y="1675650"/>
                  </a:lnTo>
                  <a:lnTo>
                    <a:pt x="574974" y="1665318"/>
                  </a:lnTo>
                  <a:lnTo>
                    <a:pt x="587207" y="1653981"/>
                  </a:lnTo>
                  <a:lnTo>
                    <a:pt x="599441" y="1642541"/>
                  </a:lnTo>
                  <a:lnTo>
                    <a:pt x="611674" y="1631011"/>
                  </a:lnTo>
                  <a:lnTo>
                    <a:pt x="623908" y="1620819"/>
                  </a:lnTo>
                  <a:lnTo>
                    <a:pt x="636141" y="1610203"/>
                  </a:lnTo>
                  <a:lnTo>
                    <a:pt x="648375" y="1599317"/>
                  </a:lnTo>
                  <a:lnTo>
                    <a:pt x="660608" y="1587515"/>
                  </a:lnTo>
                  <a:lnTo>
                    <a:pt x="672842" y="1575380"/>
                  </a:lnTo>
                  <a:lnTo>
                    <a:pt x="685075" y="1563296"/>
                  </a:lnTo>
                  <a:lnTo>
                    <a:pt x="697309" y="1551273"/>
                  </a:lnTo>
                  <a:lnTo>
                    <a:pt x="709542" y="1539324"/>
                  </a:lnTo>
                  <a:lnTo>
                    <a:pt x="721776" y="1527458"/>
                  </a:lnTo>
                  <a:lnTo>
                    <a:pt x="734009" y="1515688"/>
                  </a:lnTo>
                  <a:lnTo>
                    <a:pt x="746243" y="1504017"/>
                  </a:lnTo>
                  <a:lnTo>
                    <a:pt x="758476" y="1491590"/>
                  </a:lnTo>
                  <a:lnTo>
                    <a:pt x="770710" y="1478793"/>
                  </a:lnTo>
                  <a:lnTo>
                    <a:pt x="782943" y="1466420"/>
                  </a:lnTo>
                  <a:lnTo>
                    <a:pt x="795177" y="1454752"/>
                  </a:lnTo>
                  <a:lnTo>
                    <a:pt x="807410" y="1443097"/>
                  </a:lnTo>
                  <a:lnTo>
                    <a:pt x="819644" y="1431452"/>
                  </a:lnTo>
                  <a:lnTo>
                    <a:pt x="831877" y="1418990"/>
                  </a:lnTo>
                  <a:lnTo>
                    <a:pt x="844111" y="1405996"/>
                  </a:lnTo>
                  <a:lnTo>
                    <a:pt x="856344" y="1393513"/>
                  </a:lnTo>
                  <a:lnTo>
                    <a:pt x="868578" y="1382076"/>
                  </a:lnTo>
                  <a:lnTo>
                    <a:pt x="880811" y="1369803"/>
                  </a:lnTo>
                  <a:lnTo>
                    <a:pt x="893045" y="1355968"/>
                  </a:lnTo>
                  <a:lnTo>
                    <a:pt x="905278" y="1342041"/>
                  </a:lnTo>
                  <a:lnTo>
                    <a:pt x="917512" y="1328533"/>
                  </a:lnTo>
                  <a:lnTo>
                    <a:pt x="929745" y="1315694"/>
                  </a:lnTo>
                  <a:lnTo>
                    <a:pt x="941979" y="1302872"/>
                  </a:lnTo>
                  <a:lnTo>
                    <a:pt x="954212" y="1290065"/>
                  </a:lnTo>
                  <a:lnTo>
                    <a:pt x="966446" y="1277272"/>
                  </a:lnTo>
                  <a:lnTo>
                    <a:pt x="978679" y="1264224"/>
                  </a:lnTo>
                  <a:lnTo>
                    <a:pt x="990913" y="1250020"/>
                  </a:lnTo>
                  <a:lnTo>
                    <a:pt x="1003146" y="1235791"/>
                  </a:lnTo>
                  <a:lnTo>
                    <a:pt x="1015380" y="1223687"/>
                  </a:lnTo>
                  <a:lnTo>
                    <a:pt x="1027613" y="1209803"/>
                  </a:lnTo>
                  <a:lnTo>
                    <a:pt x="1039847" y="1196873"/>
                  </a:lnTo>
                  <a:lnTo>
                    <a:pt x="1052080" y="1183922"/>
                  </a:lnTo>
                  <a:lnTo>
                    <a:pt x="1064314" y="1170722"/>
                  </a:lnTo>
                  <a:lnTo>
                    <a:pt x="1076547" y="1156823"/>
                  </a:lnTo>
                  <a:lnTo>
                    <a:pt x="1088781" y="1142922"/>
                  </a:lnTo>
                  <a:lnTo>
                    <a:pt x="1101014" y="1129024"/>
                  </a:lnTo>
                  <a:lnTo>
                    <a:pt x="1113248" y="1115134"/>
                  </a:lnTo>
                  <a:lnTo>
                    <a:pt x="1125481" y="1101256"/>
                  </a:lnTo>
                  <a:lnTo>
                    <a:pt x="1137715" y="1087397"/>
                  </a:lnTo>
                  <a:lnTo>
                    <a:pt x="1149948" y="1073561"/>
                  </a:lnTo>
                  <a:lnTo>
                    <a:pt x="1162182" y="1059754"/>
                  </a:lnTo>
                  <a:lnTo>
                    <a:pt x="1174415" y="1045980"/>
                  </a:lnTo>
                  <a:lnTo>
                    <a:pt x="1186649" y="1032244"/>
                  </a:lnTo>
                  <a:lnTo>
                    <a:pt x="1198882" y="1018552"/>
                  </a:lnTo>
                  <a:lnTo>
                    <a:pt x="1211116" y="1004909"/>
                  </a:lnTo>
                  <a:lnTo>
                    <a:pt x="1223349" y="991320"/>
                  </a:lnTo>
                  <a:lnTo>
                    <a:pt x="1235583" y="977791"/>
                  </a:lnTo>
                  <a:lnTo>
                    <a:pt x="1247816" y="963893"/>
                  </a:lnTo>
                  <a:lnTo>
                    <a:pt x="1260050" y="949644"/>
                  </a:lnTo>
                  <a:lnTo>
                    <a:pt x="1272283" y="934729"/>
                  </a:lnTo>
                  <a:lnTo>
                    <a:pt x="1284517" y="919813"/>
                  </a:lnTo>
                  <a:lnTo>
                    <a:pt x="1296750" y="904514"/>
                  </a:lnTo>
                  <a:lnTo>
                    <a:pt x="1308984" y="889991"/>
                  </a:lnTo>
                  <a:lnTo>
                    <a:pt x="1321217" y="875093"/>
                  </a:lnTo>
                  <a:lnTo>
                    <a:pt x="1333451" y="860210"/>
                  </a:lnTo>
                  <a:lnTo>
                    <a:pt x="1345684" y="845346"/>
                  </a:lnTo>
                  <a:lnTo>
                    <a:pt x="1357918" y="831278"/>
                  </a:lnTo>
                  <a:lnTo>
                    <a:pt x="1370151" y="818559"/>
                  </a:lnTo>
                  <a:lnTo>
                    <a:pt x="1382385" y="804358"/>
                  </a:lnTo>
                  <a:lnTo>
                    <a:pt x="1394618" y="789329"/>
                  </a:lnTo>
                  <a:lnTo>
                    <a:pt x="1406852" y="774793"/>
                  </a:lnTo>
                  <a:lnTo>
                    <a:pt x="1419085" y="758988"/>
                  </a:lnTo>
                  <a:lnTo>
                    <a:pt x="1431319" y="743673"/>
                  </a:lnTo>
                  <a:lnTo>
                    <a:pt x="1443552" y="728260"/>
                  </a:lnTo>
                  <a:lnTo>
                    <a:pt x="1455786" y="712747"/>
                  </a:lnTo>
                  <a:lnTo>
                    <a:pt x="1468019" y="697134"/>
                  </a:lnTo>
                  <a:lnTo>
                    <a:pt x="1480253" y="681434"/>
                  </a:lnTo>
                  <a:lnTo>
                    <a:pt x="1492486" y="665669"/>
                  </a:lnTo>
                  <a:lnTo>
                    <a:pt x="1504720" y="649860"/>
                  </a:lnTo>
                  <a:lnTo>
                    <a:pt x="1516953" y="633003"/>
                  </a:lnTo>
                  <a:lnTo>
                    <a:pt x="1529187" y="617142"/>
                  </a:lnTo>
                  <a:lnTo>
                    <a:pt x="1541420" y="601330"/>
                  </a:lnTo>
                  <a:lnTo>
                    <a:pt x="1553654" y="585584"/>
                  </a:lnTo>
                  <a:lnTo>
                    <a:pt x="1565887" y="569919"/>
                  </a:lnTo>
                  <a:lnTo>
                    <a:pt x="1578121" y="555303"/>
                  </a:lnTo>
                  <a:lnTo>
                    <a:pt x="1590354" y="539795"/>
                  </a:lnTo>
                  <a:lnTo>
                    <a:pt x="1602588" y="524417"/>
                  </a:lnTo>
                  <a:lnTo>
                    <a:pt x="1614821" y="509191"/>
                  </a:lnTo>
                  <a:lnTo>
                    <a:pt x="1627055" y="493967"/>
                  </a:lnTo>
                  <a:lnTo>
                    <a:pt x="1639288" y="479281"/>
                  </a:lnTo>
                  <a:lnTo>
                    <a:pt x="1651522" y="464640"/>
                  </a:lnTo>
                  <a:lnTo>
                    <a:pt x="1663755" y="450237"/>
                  </a:lnTo>
                  <a:lnTo>
                    <a:pt x="1675989" y="435257"/>
                  </a:lnTo>
                  <a:lnTo>
                    <a:pt x="1688222" y="420106"/>
                  </a:lnTo>
                  <a:lnTo>
                    <a:pt x="1700456" y="403794"/>
                  </a:lnTo>
                  <a:lnTo>
                    <a:pt x="1712689" y="388625"/>
                  </a:lnTo>
                  <a:lnTo>
                    <a:pt x="1724923" y="374957"/>
                  </a:lnTo>
                  <a:lnTo>
                    <a:pt x="1737156" y="366298"/>
                  </a:lnTo>
                  <a:lnTo>
                    <a:pt x="1749390" y="355685"/>
                  </a:lnTo>
                  <a:lnTo>
                    <a:pt x="1761623" y="343518"/>
                  </a:lnTo>
                  <a:lnTo>
                    <a:pt x="1773857" y="331707"/>
                  </a:lnTo>
                  <a:lnTo>
                    <a:pt x="1786090" y="316530"/>
                  </a:lnTo>
                  <a:lnTo>
                    <a:pt x="1798324" y="306426"/>
                  </a:lnTo>
                  <a:lnTo>
                    <a:pt x="1810557" y="296847"/>
                  </a:lnTo>
                  <a:lnTo>
                    <a:pt x="1822791" y="287814"/>
                  </a:lnTo>
                  <a:lnTo>
                    <a:pt x="1835024" y="276905"/>
                  </a:lnTo>
                  <a:lnTo>
                    <a:pt x="1847258" y="265715"/>
                  </a:lnTo>
                  <a:lnTo>
                    <a:pt x="1859491" y="254927"/>
                  </a:lnTo>
                  <a:lnTo>
                    <a:pt x="1871725" y="244557"/>
                  </a:lnTo>
                  <a:lnTo>
                    <a:pt x="1883958" y="234619"/>
                  </a:lnTo>
                  <a:lnTo>
                    <a:pt x="1896192" y="227602"/>
                  </a:lnTo>
                  <a:lnTo>
                    <a:pt x="1908425" y="219117"/>
                  </a:lnTo>
                  <a:lnTo>
                    <a:pt x="1920659" y="214860"/>
                  </a:lnTo>
                  <a:lnTo>
                    <a:pt x="1932892" y="209159"/>
                  </a:lnTo>
                  <a:lnTo>
                    <a:pt x="1945126" y="202390"/>
                  </a:lnTo>
                  <a:lnTo>
                    <a:pt x="1957359" y="196133"/>
                  </a:lnTo>
                  <a:lnTo>
                    <a:pt x="1969593" y="190403"/>
                  </a:lnTo>
                  <a:lnTo>
                    <a:pt x="1981826" y="185214"/>
                  </a:lnTo>
                  <a:lnTo>
                    <a:pt x="1994060" y="179694"/>
                  </a:lnTo>
                  <a:lnTo>
                    <a:pt x="2006293" y="174293"/>
                  </a:lnTo>
                  <a:lnTo>
                    <a:pt x="2018527" y="166514"/>
                  </a:lnTo>
                  <a:lnTo>
                    <a:pt x="2030760" y="154710"/>
                  </a:lnTo>
                  <a:lnTo>
                    <a:pt x="2042994" y="151797"/>
                  </a:lnTo>
                  <a:lnTo>
                    <a:pt x="2055227" y="149533"/>
                  </a:lnTo>
                  <a:lnTo>
                    <a:pt x="2067461" y="135909"/>
                  </a:lnTo>
                  <a:lnTo>
                    <a:pt x="2079694" y="122414"/>
                  </a:lnTo>
                  <a:lnTo>
                    <a:pt x="2091928" y="112154"/>
                  </a:lnTo>
                  <a:lnTo>
                    <a:pt x="2104161" y="99669"/>
                  </a:lnTo>
                  <a:lnTo>
                    <a:pt x="2116395" y="86562"/>
                  </a:lnTo>
                  <a:lnTo>
                    <a:pt x="2128628" y="67651"/>
                  </a:lnTo>
                  <a:lnTo>
                    <a:pt x="2140862" y="47646"/>
                  </a:lnTo>
                  <a:lnTo>
                    <a:pt x="2153095" y="27209"/>
                  </a:lnTo>
                  <a:lnTo>
                    <a:pt x="2165329" y="6341"/>
                  </a:lnTo>
                  <a:lnTo>
                    <a:pt x="2168963" y="0"/>
                  </a:lnTo>
                  <a:lnTo>
                    <a:pt x="2189796" y="0"/>
                  </a:lnTo>
                  <a:lnTo>
                    <a:pt x="2189796" y="830086"/>
                  </a:lnTo>
                  <a:lnTo>
                    <a:pt x="2177562" y="790245"/>
                  </a:lnTo>
                  <a:lnTo>
                    <a:pt x="2165329" y="752403"/>
                  </a:lnTo>
                  <a:lnTo>
                    <a:pt x="2153095" y="716522"/>
                  </a:lnTo>
                  <a:lnTo>
                    <a:pt x="2140862" y="684738"/>
                  </a:lnTo>
                  <a:lnTo>
                    <a:pt x="2128628" y="663693"/>
                  </a:lnTo>
                  <a:lnTo>
                    <a:pt x="2116395" y="647635"/>
                  </a:lnTo>
                  <a:lnTo>
                    <a:pt x="2104161" y="632547"/>
                  </a:lnTo>
                  <a:lnTo>
                    <a:pt x="2091928" y="617644"/>
                  </a:lnTo>
                  <a:lnTo>
                    <a:pt x="2079694" y="591684"/>
                  </a:lnTo>
                  <a:lnTo>
                    <a:pt x="2067461" y="567520"/>
                  </a:lnTo>
                  <a:lnTo>
                    <a:pt x="2055227" y="545112"/>
                  </a:lnTo>
                  <a:lnTo>
                    <a:pt x="2042994" y="542765"/>
                  </a:lnTo>
                  <a:lnTo>
                    <a:pt x="2030760" y="539174"/>
                  </a:lnTo>
                  <a:lnTo>
                    <a:pt x="2018527" y="534514"/>
                  </a:lnTo>
                  <a:lnTo>
                    <a:pt x="2006293" y="541691"/>
                  </a:lnTo>
                  <a:lnTo>
                    <a:pt x="1994060" y="537792"/>
                  </a:lnTo>
                  <a:lnTo>
                    <a:pt x="1981826" y="531528"/>
                  </a:lnTo>
                  <a:lnTo>
                    <a:pt x="1969593" y="526058"/>
                  </a:lnTo>
                  <a:lnTo>
                    <a:pt x="1957359" y="521366"/>
                  </a:lnTo>
                  <a:lnTo>
                    <a:pt x="1945126" y="522204"/>
                  </a:lnTo>
                  <a:lnTo>
                    <a:pt x="1932892" y="524765"/>
                  </a:lnTo>
                  <a:lnTo>
                    <a:pt x="1920659" y="527595"/>
                  </a:lnTo>
                  <a:lnTo>
                    <a:pt x="1908425" y="530691"/>
                  </a:lnTo>
                  <a:lnTo>
                    <a:pt x="1896192" y="534051"/>
                  </a:lnTo>
                  <a:lnTo>
                    <a:pt x="1883958" y="537672"/>
                  </a:lnTo>
                  <a:lnTo>
                    <a:pt x="1871725" y="541552"/>
                  </a:lnTo>
                  <a:lnTo>
                    <a:pt x="1859491" y="544369"/>
                  </a:lnTo>
                  <a:lnTo>
                    <a:pt x="1847258" y="546248"/>
                  </a:lnTo>
                  <a:lnTo>
                    <a:pt x="1835024" y="554103"/>
                  </a:lnTo>
                  <a:lnTo>
                    <a:pt x="1822791" y="559590"/>
                  </a:lnTo>
                  <a:lnTo>
                    <a:pt x="1810557" y="564528"/>
                  </a:lnTo>
                  <a:lnTo>
                    <a:pt x="1798324" y="563967"/>
                  </a:lnTo>
                  <a:lnTo>
                    <a:pt x="1786090" y="573259"/>
                  </a:lnTo>
                  <a:lnTo>
                    <a:pt x="1773857" y="578669"/>
                  </a:lnTo>
                  <a:lnTo>
                    <a:pt x="1761623" y="585383"/>
                  </a:lnTo>
                  <a:lnTo>
                    <a:pt x="1749390" y="591206"/>
                  </a:lnTo>
                  <a:lnTo>
                    <a:pt x="1737156" y="597087"/>
                  </a:lnTo>
                  <a:lnTo>
                    <a:pt x="1724923" y="604601"/>
                  </a:lnTo>
                  <a:lnTo>
                    <a:pt x="1712689" y="614045"/>
                  </a:lnTo>
                  <a:lnTo>
                    <a:pt x="1700456" y="621338"/>
                  </a:lnTo>
                  <a:lnTo>
                    <a:pt x="1688222" y="630469"/>
                  </a:lnTo>
                  <a:lnTo>
                    <a:pt x="1675989" y="640081"/>
                  </a:lnTo>
                  <a:lnTo>
                    <a:pt x="1663755" y="649869"/>
                  </a:lnTo>
                  <a:lnTo>
                    <a:pt x="1651522" y="659829"/>
                  </a:lnTo>
                  <a:lnTo>
                    <a:pt x="1639288" y="670117"/>
                  </a:lnTo>
                  <a:lnTo>
                    <a:pt x="1627055" y="682933"/>
                  </a:lnTo>
                  <a:lnTo>
                    <a:pt x="1614821" y="695773"/>
                  </a:lnTo>
                  <a:lnTo>
                    <a:pt x="1602588" y="704388"/>
                  </a:lnTo>
                  <a:lnTo>
                    <a:pt x="1590354" y="712416"/>
                  </a:lnTo>
                  <a:lnTo>
                    <a:pt x="1578121" y="722867"/>
                  </a:lnTo>
                  <a:lnTo>
                    <a:pt x="1565887" y="733868"/>
                  </a:lnTo>
                  <a:lnTo>
                    <a:pt x="1553654" y="744996"/>
                  </a:lnTo>
                  <a:lnTo>
                    <a:pt x="1541420" y="756650"/>
                  </a:lnTo>
                  <a:lnTo>
                    <a:pt x="1529187" y="767608"/>
                  </a:lnTo>
                  <a:lnTo>
                    <a:pt x="1516953" y="779081"/>
                  </a:lnTo>
                  <a:lnTo>
                    <a:pt x="1504720" y="792595"/>
                  </a:lnTo>
                  <a:lnTo>
                    <a:pt x="1492486" y="805906"/>
                  </a:lnTo>
                  <a:lnTo>
                    <a:pt x="1480253" y="818677"/>
                  </a:lnTo>
                  <a:lnTo>
                    <a:pt x="1468019" y="834083"/>
                  </a:lnTo>
                  <a:lnTo>
                    <a:pt x="1455786" y="847618"/>
                  </a:lnTo>
                  <a:lnTo>
                    <a:pt x="1443552" y="859404"/>
                  </a:lnTo>
                  <a:lnTo>
                    <a:pt x="1431319" y="871943"/>
                  </a:lnTo>
                  <a:lnTo>
                    <a:pt x="1419085" y="887736"/>
                  </a:lnTo>
                  <a:lnTo>
                    <a:pt x="1406852" y="903410"/>
                  </a:lnTo>
                  <a:lnTo>
                    <a:pt x="1394618" y="918965"/>
                  </a:lnTo>
                  <a:lnTo>
                    <a:pt x="1382385" y="933626"/>
                  </a:lnTo>
                  <a:lnTo>
                    <a:pt x="1370151" y="947606"/>
                  </a:lnTo>
                  <a:lnTo>
                    <a:pt x="1357918" y="961534"/>
                  </a:lnTo>
                  <a:lnTo>
                    <a:pt x="1345684" y="975434"/>
                  </a:lnTo>
                  <a:lnTo>
                    <a:pt x="1333451" y="989306"/>
                  </a:lnTo>
                  <a:lnTo>
                    <a:pt x="1321217" y="1001844"/>
                  </a:lnTo>
                  <a:lnTo>
                    <a:pt x="1308984" y="1014283"/>
                  </a:lnTo>
                  <a:lnTo>
                    <a:pt x="1296750" y="1027397"/>
                  </a:lnTo>
                  <a:lnTo>
                    <a:pt x="1284517" y="1041014"/>
                  </a:lnTo>
                  <a:lnTo>
                    <a:pt x="1272283" y="1054658"/>
                  </a:lnTo>
                  <a:lnTo>
                    <a:pt x="1260050" y="1068324"/>
                  </a:lnTo>
                  <a:lnTo>
                    <a:pt x="1247816" y="1082008"/>
                  </a:lnTo>
                  <a:lnTo>
                    <a:pt x="1235583" y="1095705"/>
                  </a:lnTo>
                  <a:lnTo>
                    <a:pt x="1223349" y="1109412"/>
                  </a:lnTo>
                  <a:lnTo>
                    <a:pt x="1211116" y="1123123"/>
                  </a:lnTo>
                  <a:lnTo>
                    <a:pt x="1198882" y="1136834"/>
                  </a:lnTo>
                  <a:lnTo>
                    <a:pt x="1186649" y="1150541"/>
                  </a:lnTo>
                  <a:lnTo>
                    <a:pt x="1174415" y="1164239"/>
                  </a:lnTo>
                  <a:lnTo>
                    <a:pt x="1162182" y="1177425"/>
                  </a:lnTo>
                  <a:lnTo>
                    <a:pt x="1149948" y="1191591"/>
                  </a:lnTo>
                  <a:lnTo>
                    <a:pt x="1137715" y="1205236"/>
                  </a:lnTo>
                  <a:lnTo>
                    <a:pt x="1125481" y="1218855"/>
                  </a:lnTo>
                  <a:lnTo>
                    <a:pt x="1113248" y="1232443"/>
                  </a:lnTo>
                  <a:lnTo>
                    <a:pt x="1101014" y="1245996"/>
                  </a:lnTo>
                  <a:lnTo>
                    <a:pt x="1088781" y="1259508"/>
                  </a:lnTo>
                  <a:lnTo>
                    <a:pt x="1076547" y="1273116"/>
                  </a:lnTo>
                  <a:lnTo>
                    <a:pt x="1064314" y="1286667"/>
                  </a:lnTo>
                  <a:lnTo>
                    <a:pt x="1052080" y="1299764"/>
                  </a:lnTo>
                  <a:lnTo>
                    <a:pt x="1039847" y="1313073"/>
                  </a:lnTo>
                  <a:lnTo>
                    <a:pt x="1027613" y="1326321"/>
                  </a:lnTo>
                  <a:lnTo>
                    <a:pt x="1015380" y="1339502"/>
                  </a:lnTo>
                  <a:lnTo>
                    <a:pt x="1003146" y="1352612"/>
                  </a:lnTo>
                  <a:lnTo>
                    <a:pt x="990913" y="1365647"/>
                  </a:lnTo>
                  <a:lnTo>
                    <a:pt x="978679" y="1378602"/>
                  </a:lnTo>
                  <a:lnTo>
                    <a:pt x="966446" y="1391474"/>
                  </a:lnTo>
                  <a:lnTo>
                    <a:pt x="954212" y="1404256"/>
                  </a:lnTo>
                  <a:lnTo>
                    <a:pt x="941979" y="1416946"/>
                  </a:lnTo>
                  <a:lnTo>
                    <a:pt x="929745" y="1429538"/>
                  </a:lnTo>
                  <a:lnTo>
                    <a:pt x="917512" y="1442029"/>
                  </a:lnTo>
                  <a:lnTo>
                    <a:pt x="905278" y="1454413"/>
                  </a:lnTo>
                  <a:lnTo>
                    <a:pt x="893045" y="1466687"/>
                  </a:lnTo>
                  <a:lnTo>
                    <a:pt x="880811" y="1478845"/>
                  </a:lnTo>
                  <a:lnTo>
                    <a:pt x="868578" y="1490884"/>
                  </a:lnTo>
                  <a:lnTo>
                    <a:pt x="856344" y="1502799"/>
                  </a:lnTo>
                  <a:lnTo>
                    <a:pt x="844111" y="1514585"/>
                  </a:lnTo>
                  <a:lnTo>
                    <a:pt x="831877" y="1526238"/>
                  </a:lnTo>
                  <a:lnTo>
                    <a:pt x="819644" y="1538843"/>
                  </a:lnTo>
                  <a:lnTo>
                    <a:pt x="807410" y="1551723"/>
                  </a:lnTo>
                  <a:lnTo>
                    <a:pt x="795177" y="1564473"/>
                  </a:lnTo>
                  <a:lnTo>
                    <a:pt x="782943" y="1577087"/>
                  </a:lnTo>
                  <a:lnTo>
                    <a:pt x="770710" y="1589563"/>
                  </a:lnTo>
                  <a:lnTo>
                    <a:pt x="758476" y="1601623"/>
                  </a:lnTo>
                  <a:lnTo>
                    <a:pt x="746243" y="1613879"/>
                  </a:lnTo>
                  <a:lnTo>
                    <a:pt x="734009" y="1625469"/>
                  </a:lnTo>
                  <a:lnTo>
                    <a:pt x="721776" y="1636932"/>
                  </a:lnTo>
                  <a:lnTo>
                    <a:pt x="709542" y="1648308"/>
                  </a:lnTo>
                  <a:lnTo>
                    <a:pt x="697309" y="1660318"/>
                  </a:lnTo>
                  <a:lnTo>
                    <a:pt x="685075" y="1672472"/>
                  </a:lnTo>
                  <a:lnTo>
                    <a:pt x="672842" y="1684277"/>
                  </a:lnTo>
                  <a:lnTo>
                    <a:pt x="660608" y="1696404"/>
                  </a:lnTo>
                  <a:lnTo>
                    <a:pt x="648375" y="1707629"/>
                  </a:lnTo>
                  <a:lnTo>
                    <a:pt x="636141" y="1718699"/>
                  </a:lnTo>
                  <a:lnTo>
                    <a:pt x="623908" y="1729628"/>
                  </a:lnTo>
                  <a:lnTo>
                    <a:pt x="611674" y="1740417"/>
                  </a:lnTo>
                  <a:lnTo>
                    <a:pt x="599441" y="1751386"/>
                  </a:lnTo>
                  <a:lnTo>
                    <a:pt x="587207" y="1763663"/>
                  </a:lnTo>
                  <a:lnTo>
                    <a:pt x="574974" y="1775803"/>
                  </a:lnTo>
                  <a:lnTo>
                    <a:pt x="562740" y="1787173"/>
                  </a:lnTo>
                  <a:lnTo>
                    <a:pt x="550507" y="1797722"/>
                  </a:lnTo>
                  <a:lnTo>
                    <a:pt x="538273" y="1808140"/>
                  </a:lnTo>
                  <a:lnTo>
                    <a:pt x="526040" y="1818417"/>
                  </a:lnTo>
                  <a:lnTo>
                    <a:pt x="513806" y="1828548"/>
                  </a:lnTo>
                  <a:lnTo>
                    <a:pt x="501573" y="1837578"/>
                  </a:lnTo>
                  <a:lnTo>
                    <a:pt x="489339" y="1846119"/>
                  </a:lnTo>
                  <a:lnTo>
                    <a:pt x="477106" y="1855084"/>
                  </a:lnTo>
                  <a:lnTo>
                    <a:pt x="464872" y="1864340"/>
                  </a:lnTo>
                  <a:lnTo>
                    <a:pt x="452639" y="1873346"/>
                  </a:lnTo>
                  <a:lnTo>
                    <a:pt x="440405" y="1882095"/>
                  </a:lnTo>
                  <a:lnTo>
                    <a:pt x="428172" y="1890578"/>
                  </a:lnTo>
                  <a:lnTo>
                    <a:pt x="415938" y="1898787"/>
                  </a:lnTo>
                  <a:lnTo>
                    <a:pt x="403705" y="1906715"/>
                  </a:lnTo>
                  <a:lnTo>
                    <a:pt x="391471" y="1914353"/>
                  </a:lnTo>
                  <a:lnTo>
                    <a:pt x="379238" y="1921693"/>
                  </a:lnTo>
                  <a:lnTo>
                    <a:pt x="367004" y="1928728"/>
                  </a:lnTo>
                  <a:lnTo>
                    <a:pt x="354771" y="1936412"/>
                  </a:lnTo>
                  <a:lnTo>
                    <a:pt x="342537" y="1944372"/>
                  </a:lnTo>
                  <a:lnTo>
                    <a:pt x="330304" y="1952215"/>
                  </a:lnTo>
                  <a:lnTo>
                    <a:pt x="318070" y="1959942"/>
                  </a:lnTo>
                  <a:lnTo>
                    <a:pt x="305837" y="1967554"/>
                  </a:lnTo>
                  <a:lnTo>
                    <a:pt x="293603" y="1975052"/>
                  </a:lnTo>
                  <a:lnTo>
                    <a:pt x="281370" y="1982436"/>
                  </a:lnTo>
                  <a:lnTo>
                    <a:pt x="269136" y="1989394"/>
                  </a:lnTo>
                  <a:lnTo>
                    <a:pt x="256903" y="1996869"/>
                  </a:lnTo>
                  <a:lnTo>
                    <a:pt x="244669" y="2003919"/>
                  </a:lnTo>
                  <a:lnTo>
                    <a:pt x="232436" y="2010861"/>
                  </a:lnTo>
                  <a:lnTo>
                    <a:pt x="220202" y="2017693"/>
                  </a:lnTo>
                  <a:lnTo>
                    <a:pt x="207969" y="2024419"/>
                  </a:lnTo>
                  <a:lnTo>
                    <a:pt x="195735" y="2030252"/>
                  </a:lnTo>
                  <a:lnTo>
                    <a:pt x="183502" y="2036351"/>
                  </a:lnTo>
                  <a:lnTo>
                    <a:pt x="171268" y="2043962"/>
                  </a:lnTo>
                  <a:lnTo>
                    <a:pt x="159035" y="2050814"/>
                  </a:lnTo>
                  <a:lnTo>
                    <a:pt x="146801" y="2056802"/>
                  </a:lnTo>
                  <a:lnTo>
                    <a:pt x="134568" y="2062574"/>
                  </a:lnTo>
                  <a:lnTo>
                    <a:pt x="122334" y="2067564"/>
                  </a:lnTo>
                  <a:lnTo>
                    <a:pt x="110101" y="2072580"/>
                  </a:lnTo>
                  <a:lnTo>
                    <a:pt x="97867" y="2078523"/>
                  </a:lnTo>
                  <a:lnTo>
                    <a:pt x="85634" y="2085990"/>
                  </a:lnTo>
                  <a:lnTo>
                    <a:pt x="73400" y="2091600"/>
                  </a:lnTo>
                  <a:lnTo>
                    <a:pt x="61167" y="2099154"/>
                  </a:lnTo>
                  <a:lnTo>
                    <a:pt x="48933" y="2109578"/>
                  </a:lnTo>
                  <a:lnTo>
                    <a:pt x="36700" y="2117089"/>
                  </a:lnTo>
                  <a:lnTo>
                    <a:pt x="24466" y="2129979"/>
                  </a:lnTo>
                  <a:lnTo>
                    <a:pt x="12233" y="2140986"/>
                  </a:lnTo>
                  <a:lnTo>
                    <a:pt x="0" y="2150009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3854407" y="801109"/>
              <a:ext cx="2168963" cy="1901002"/>
            </a:xfrm>
            <a:custGeom>
              <a:avLst/>
              <a:pathLst>
                <a:path w="2168963" h="1901002">
                  <a:moveTo>
                    <a:pt x="0" y="1862207"/>
                  </a:moveTo>
                  <a:lnTo>
                    <a:pt x="12233" y="1870502"/>
                  </a:lnTo>
                  <a:lnTo>
                    <a:pt x="24466" y="1877832"/>
                  </a:lnTo>
                  <a:lnTo>
                    <a:pt x="36700" y="1882934"/>
                  </a:lnTo>
                  <a:lnTo>
                    <a:pt x="48933" y="1887454"/>
                  </a:lnTo>
                  <a:lnTo>
                    <a:pt x="61167" y="1891401"/>
                  </a:lnTo>
                  <a:lnTo>
                    <a:pt x="73400" y="1894785"/>
                  </a:lnTo>
                  <a:lnTo>
                    <a:pt x="85634" y="1897615"/>
                  </a:lnTo>
                  <a:lnTo>
                    <a:pt x="97867" y="1899902"/>
                  </a:lnTo>
                  <a:lnTo>
                    <a:pt x="110101" y="1901002"/>
                  </a:lnTo>
                  <a:lnTo>
                    <a:pt x="122334" y="1898767"/>
                  </a:lnTo>
                  <a:lnTo>
                    <a:pt x="134568" y="1896299"/>
                  </a:lnTo>
                  <a:lnTo>
                    <a:pt x="146801" y="1894339"/>
                  </a:lnTo>
                  <a:lnTo>
                    <a:pt x="159035" y="1891905"/>
                  </a:lnTo>
                  <a:lnTo>
                    <a:pt x="171268" y="1888046"/>
                  </a:lnTo>
                  <a:lnTo>
                    <a:pt x="183502" y="1884140"/>
                  </a:lnTo>
                  <a:lnTo>
                    <a:pt x="195735" y="1880536"/>
                  </a:lnTo>
                  <a:lnTo>
                    <a:pt x="207969" y="1876711"/>
                  </a:lnTo>
                  <a:lnTo>
                    <a:pt x="220202" y="1872665"/>
                  </a:lnTo>
                  <a:lnTo>
                    <a:pt x="232436" y="1868400"/>
                  </a:lnTo>
                  <a:lnTo>
                    <a:pt x="244669" y="1863918"/>
                  </a:lnTo>
                  <a:lnTo>
                    <a:pt x="256903" y="1859221"/>
                  </a:lnTo>
                  <a:lnTo>
                    <a:pt x="269136" y="1856596"/>
                  </a:lnTo>
                  <a:lnTo>
                    <a:pt x="281370" y="1853853"/>
                  </a:lnTo>
                  <a:lnTo>
                    <a:pt x="293603" y="1850689"/>
                  </a:lnTo>
                  <a:lnTo>
                    <a:pt x="305837" y="1847000"/>
                  </a:lnTo>
                  <a:lnTo>
                    <a:pt x="318070" y="1840820"/>
                  </a:lnTo>
                  <a:lnTo>
                    <a:pt x="330304" y="1834447"/>
                  </a:lnTo>
                  <a:lnTo>
                    <a:pt x="342537" y="1827883"/>
                  </a:lnTo>
                  <a:lnTo>
                    <a:pt x="354771" y="1820734"/>
                  </a:lnTo>
                  <a:lnTo>
                    <a:pt x="367004" y="1813120"/>
                  </a:lnTo>
                  <a:lnTo>
                    <a:pt x="379238" y="1805233"/>
                  </a:lnTo>
                  <a:lnTo>
                    <a:pt x="391471" y="1797081"/>
                  </a:lnTo>
                  <a:lnTo>
                    <a:pt x="403705" y="1788675"/>
                  </a:lnTo>
                  <a:lnTo>
                    <a:pt x="415938" y="1780023"/>
                  </a:lnTo>
                  <a:lnTo>
                    <a:pt x="428172" y="1771823"/>
                  </a:lnTo>
                  <a:lnTo>
                    <a:pt x="440405" y="1764103"/>
                  </a:lnTo>
                  <a:lnTo>
                    <a:pt x="452639" y="1757125"/>
                  </a:lnTo>
                  <a:lnTo>
                    <a:pt x="464872" y="1750052"/>
                  </a:lnTo>
                  <a:lnTo>
                    <a:pt x="477106" y="1742795"/>
                  </a:lnTo>
                  <a:lnTo>
                    <a:pt x="489339" y="1734159"/>
                  </a:lnTo>
                  <a:lnTo>
                    <a:pt x="501573" y="1723650"/>
                  </a:lnTo>
                  <a:lnTo>
                    <a:pt x="513806" y="1713898"/>
                  </a:lnTo>
                  <a:lnTo>
                    <a:pt x="526040" y="1703297"/>
                  </a:lnTo>
                  <a:lnTo>
                    <a:pt x="538273" y="1693935"/>
                  </a:lnTo>
                  <a:lnTo>
                    <a:pt x="550507" y="1684875"/>
                  </a:lnTo>
                  <a:lnTo>
                    <a:pt x="562740" y="1675650"/>
                  </a:lnTo>
                  <a:lnTo>
                    <a:pt x="574974" y="1665318"/>
                  </a:lnTo>
                  <a:lnTo>
                    <a:pt x="587207" y="1653981"/>
                  </a:lnTo>
                  <a:lnTo>
                    <a:pt x="599441" y="1642541"/>
                  </a:lnTo>
                  <a:lnTo>
                    <a:pt x="611674" y="1631011"/>
                  </a:lnTo>
                  <a:lnTo>
                    <a:pt x="623908" y="1620819"/>
                  </a:lnTo>
                  <a:lnTo>
                    <a:pt x="636141" y="1610203"/>
                  </a:lnTo>
                  <a:lnTo>
                    <a:pt x="648375" y="1599317"/>
                  </a:lnTo>
                  <a:lnTo>
                    <a:pt x="660608" y="1587515"/>
                  </a:lnTo>
                  <a:lnTo>
                    <a:pt x="672842" y="1575380"/>
                  </a:lnTo>
                  <a:lnTo>
                    <a:pt x="685075" y="1563296"/>
                  </a:lnTo>
                  <a:lnTo>
                    <a:pt x="697309" y="1551273"/>
                  </a:lnTo>
                  <a:lnTo>
                    <a:pt x="709542" y="1539324"/>
                  </a:lnTo>
                  <a:lnTo>
                    <a:pt x="721776" y="1527458"/>
                  </a:lnTo>
                  <a:lnTo>
                    <a:pt x="734009" y="1515688"/>
                  </a:lnTo>
                  <a:lnTo>
                    <a:pt x="746243" y="1504017"/>
                  </a:lnTo>
                  <a:lnTo>
                    <a:pt x="758476" y="1491590"/>
                  </a:lnTo>
                  <a:lnTo>
                    <a:pt x="770710" y="1478793"/>
                  </a:lnTo>
                  <a:lnTo>
                    <a:pt x="782943" y="1466420"/>
                  </a:lnTo>
                  <a:lnTo>
                    <a:pt x="795177" y="1454752"/>
                  </a:lnTo>
                  <a:lnTo>
                    <a:pt x="807410" y="1443097"/>
                  </a:lnTo>
                  <a:lnTo>
                    <a:pt x="819644" y="1431452"/>
                  </a:lnTo>
                  <a:lnTo>
                    <a:pt x="831877" y="1418990"/>
                  </a:lnTo>
                  <a:lnTo>
                    <a:pt x="844111" y="1405996"/>
                  </a:lnTo>
                  <a:lnTo>
                    <a:pt x="856344" y="1393513"/>
                  </a:lnTo>
                  <a:lnTo>
                    <a:pt x="868578" y="1382076"/>
                  </a:lnTo>
                  <a:lnTo>
                    <a:pt x="880811" y="1369803"/>
                  </a:lnTo>
                  <a:lnTo>
                    <a:pt x="893045" y="1355968"/>
                  </a:lnTo>
                  <a:lnTo>
                    <a:pt x="905278" y="1342041"/>
                  </a:lnTo>
                  <a:lnTo>
                    <a:pt x="917512" y="1328533"/>
                  </a:lnTo>
                  <a:lnTo>
                    <a:pt x="929745" y="1315694"/>
                  </a:lnTo>
                  <a:lnTo>
                    <a:pt x="941979" y="1302872"/>
                  </a:lnTo>
                  <a:lnTo>
                    <a:pt x="954212" y="1290065"/>
                  </a:lnTo>
                  <a:lnTo>
                    <a:pt x="966446" y="1277272"/>
                  </a:lnTo>
                  <a:lnTo>
                    <a:pt x="978679" y="1264224"/>
                  </a:lnTo>
                  <a:lnTo>
                    <a:pt x="990913" y="1250020"/>
                  </a:lnTo>
                  <a:lnTo>
                    <a:pt x="1003146" y="1235791"/>
                  </a:lnTo>
                  <a:lnTo>
                    <a:pt x="1015380" y="1223687"/>
                  </a:lnTo>
                  <a:lnTo>
                    <a:pt x="1027613" y="1209803"/>
                  </a:lnTo>
                  <a:lnTo>
                    <a:pt x="1039847" y="1196873"/>
                  </a:lnTo>
                  <a:lnTo>
                    <a:pt x="1052080" y="1183922"/>
                  </a:lnTo>
                  <a:lnTo>
                    <a:pt x="1064314" y="1170722"/>
                  </a:lnTo>
                  <a:lnTo>
                    <a:pt x="1076547" y="1156823"/>
                  </a:lnTo>
                  <a:lnTo>
                    <a:pt x="1088781" y="1142922"/>
                  </a:lnTo>
                  <a:lnTo>
                    <a:pt x="1101014" y="1129024"/>
                  </a:lnTo>
                  <a:lnTo>
                    <a:pt x="1113248" y="1115134"/>
                  </a:lnTo>
                  <a:lnTo>
                    <a:pt x="1125481" y="1101256"/>
                  </a:lnTo>
                  <a:lnTo>
                    <a:pt x="1137715" y="1087397"/>
                  </a:lnTo>
                  <a:lnTo>
                    <a:pt x="1149948" y="1073561"/>
                  </a:lnTo>
                  <a:lnTo>
                    <a:pt x="1162182" y="1059754"/>
                  </a:lnTo>
                  <a:lnTo>
                    <a:pt x="1174415" y="1045980"/>
                  </a:lnTo>
                  <a:lnTo>
                    <a:pt x="1186649" y="1032244"/>
                  </a:lnTo>
                  <a:lnTo>
                    <a:pt x="1198882" y="1018552"/>
                  </a:lnTo>
                  <a:lnTo>
                    <a:pt x="1211116" y="1004909"/>
                  </a:lnTo>
                  <a:lnTo>
                    <a:pt x="1223349" y="991320"/>
                  </a:lnTo>
                  <a:lnTo>
                    <a:pt x="1235583" y="977791"/>
                  </a:lnTo>
                  <a:lnTo>
                    <a:pt x="1247816" y="963893"/>
                  </a:lnTo>
                  <a:lnTo>
                    <a:pt x="1260050" y="949644"/>
                  </a:lnTo>
                  <a:lnTo>
                    <a:pt x="1272283" y="934729"/>
                  </a:lnTo>
                  <a:lnTo>
                    <a:pt x="1284517" y="919813"/>
                  </a:lnTo>
                  <a:lnTo>
                    <a:pt x="1296750" y="904514"/>
                  </a:lnTo>
                  <a:lnTo>
                    <a:pt x="1308984" y="889991"/>
                  </a:lnTo>
                  <a:lnTo>
                    <a:pt x="1321217" y="875093"/>
                  </a:lnTo>
                  <a:lnTo>
                    <a:pt x="1333451" y="860210"/>
                  </a:lnTo>
                  <a:lnTo>
                    <a:pt x="1345684" y="845346"/>
                  </a:lnTo>
                  <a:lnTo>
                    <a:pt x="1357918" y="831278"/>
                  </a:lnTo>
                  <a:lnTo>
                    <a:pt x="1370151" y="818559"/>
                  </a:lnTo>
                  <a:lnTo>
                    <a:pt x="1382385" y="804358"/>
                  </a:lnTo>
                  <a:lnTo>
                    <a:pt x="1394618" y="789329"/>
                  </a:lnTo>
                  <a:lnTo>
                    <a:pt x="1406852" y="774793"/>
                  </a:lnTo>
                  <a:lnTo>
                    <a:pt x="1419085" y="758988"/>
                  </a:lnTo>
                  <a:lnTo>
                    <a:pt x="1431319" y="743673"/>
                  </a:lnTo>
                  <a:lnTo>
                    <a:pt x="1443552" y="728260"/>
                  </a:lnTo>
                  <a:lnTo>
                    <a:pt x="1455786" y="712747"/>
                  </a:lnTo>
                  <a:lnTo>
                    <a:pt x="1468019" y="697134"/>
                  </a:lnTo>
                  <a:lnTo>
                    <a:pt x="1480253" y="681434"/>
                  </a:lnTo>
                  <a:lnTo>
                    <a:pt x="1492486" y="665669"/>
                  </a:lnTo>
                  <a:lnTo>
                    <a:pt x="1504720" y="649860"/>
                  </a:lnTo>
                  <a:lnTo>
                    <a:pt x="1516953" y="633003"/>
                  </a:lnTo>
                  <a:lnTo>
                    <a:pt x="1529187" y="617142"/>
                  </a:lnTo>
                  <a:lnTo>
                    <a:pt x="1541420" y="601330"/>
                  </a:lnTo>
                  <a:lnTo>
                    <a:pt x="1553654" y="585584"/>
                  </a:lnTo>
                  <a:lnTo>
                    <a:pt x="1565887" y="569919"/>
                  </a:lnTo>
                  <a:lnTo>
                    <a:pt x="1578121" y="555303"/>
                  </a:lnTo>
                  <a:lnTo>
                    <a:pt x="1590354" y="539795"/>
                  </a:lnTo>
                  <a:lnTo>
                    <a:pt x="1602588" y="524417"/>
                  </a:lnTo>
                  <a:lnTo>
                    <a:pt x="1614821" y="509191"/>
                  </a:lnTo>
                  <a:lnTo>
                    <a:pt x="1627055" y="493967"/>
                  </a:lnTo>
                  <a:lnTo>
                    <a:pt x="1639288" y="479281"/>
                  </a:lnTo>
                  <a:lnTo>
                    <a:pt x="1651522" y="464640"/>
                  </a:lnTo>
                  <a:lnTo>
                    <a:pt x="1663755" y="450237"/>
                  </a:lnTo>
                  <a:lnTo>
                    <a:pt x="1675989" y="435257"/>
                  </a:lnTo>
                  <a:lnTo>
                    <a:pt x="1688222" y="420106"/>
                  </a:lnTo>
                  <a:lnTo>
                    <a:pt x="1700456" y="403794"/>
                  </a:lnTo>
                  <a:lnTo>
                    <a:pt x="1712689" y="388625"/>
                  </a:lnTo>
                  <a:lnTo>
                    <a:pt x="1724923" y="374957"/>
                  </a:lnTo>
                  <a:lnTo>
                    <a:pt x="1737156" y="366298"/>
                  </a:lnTo>
                  <a:lnTo>
                    <a:pt x="1749390" y="355685"/>
                  </a:lnTo>
                  <a:lnTo>
                    <a:pt x="1761623" y="343518"/>
                  </a:lnTo>
                  <a:lnTo>
                    <a:pt x="1773857" y="331707"/>
                  </a:lnTo>
                  <a:lnTo>
                    <a:pt x="1786090" y="316530"/>
                  </a:lnTo>
                  <a:lnTo>
                    <a:pt x="1798324" y="306426"/>
                  </a:lnTo>
                  <a:lnTo>
                    <a:pt x="1810557" y="296847"/>
                  </a:lnTo>
                  <a:lnTo>
                    <a:pt x="1822791" y="287814"/>
                  </a:lnTo>
                  <a:lnTo>
                    <a:pt x="1835024" y="276905"/>
                  </a:lnTo>
                  <a:lnTo>
                    <a:pt x="1847258" y="265715"/>
                  </a:lnTo>
                  <a:lnTo>
                    <a:pt x="1859491" y="254927"/>
                  </a:lnTo>
                  <a:lnTo>
                    <a:pt x="1871725" y="244557"/>
                  </a:lnTo>
                  <a:lnTo>
                    <a:pt x="1883958" y="234619"/>
                  </a:lnTo>
                  <a:lnTo>
                    <a:pt x="1896192" y="227602"/>
                  </a:lnTo>
                  <a:lnTo>
                    <a:pt x="1908425" y="219117"/>
                  </a:lnTo>
                  <a:lnTo>
                    <a:pt x="1920659" y="214860"/>
                  </a:lnTo>
                  <a:lnTo>
                    <a:pt x="1932892" y="209159"/>
                  </a:lnTo>
                  <a:lnTo>
                    <a:pt x="1945126" y="202390"/>
                  </a:lnTo>
                  <a:lnTo>
                    <a:pt x="1957359" y="196133"/>
                  </a:lnTo>
                  <a:lnTo>
                    <a:pt x="1969593" y="190403"/>
                  </a:lnTo>
                  <a:lnTo>
                    <a:pt x="1981826" y="185214"/>
                  </a:lnTo>
                  <a:lnTo>
                    <a:pt x="1994060" y="179694"/>
                  </a:lnTo>
                  <a:lnTo>
                    <a:pt x="2006293" y="174293"/>
                  </a:lnTo>
                  <a:lnTo>
                    <a:pt x="2018527" y="166514"/>
                  </a:lnTo>
                  <a:lnTo>
                    <a:pt x="2030760" y="154710"/>
                  </a:lnTo>
                  <a:lnTo>
                    <a:pt x="2042994" y="151797"/>
                  </a:lnTo>
                  <a:lnTo>
                    <a:pt x="2055227" y="149533"/>
                  </a:lnTo>
                  <a:lnTo>
                    <a:pt x="2067461" y="135909"/>
                  </a:lnTo>
                  <a:lnTo>
                    <a:pt x="2079694" y="122414"/>
                  </a:lnTo>
                  <a:lnTo>
                    <a:pt x="2091928" y="112154"/>
                  </a:lnTo>
                  <a:lnTo>
                    <a:pt x="2104161" y="99669"/>
                  </a:lnTo>
                  <a:lnTo>
                    <a:pt x="2116395" y="86562"/>
                  </a:lnTo>
                  <a:lnTo>
                    <a:pt x="2128628" y="67651"/>
                  </a:lnTo>
                  <a:lnTo>
                    <a:pt x="2140862" y="47646"/>
                  </a:lnTo>
                  <a:lnTo>
                    <a:pt x="2153095" y="27209"/>
                  </a:lnTo>
                  <a:lnTo>
                    <a:pt x="2165329" y="6341"/>
                  </a:lnTo>
                  <a:lnTo>
                    <a:pt x="2168963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3854407" y="1322475"/>
              <a:ext cx="2189796" cy="1628642"/>
            </a:xfrm>
            <a:custGeom>
              <a:avLst/>
              <a:pathLst>
                <a:path w="2189796" h="1628642">
                  <a:moveTo>
                    <a:pt x="2189796" y="308719"/>
                  </a:moveTo>
                  <a:lnTo>
                    <a:pt x="2177562" y="268879"/>
                  </a:lnTo>
                  <a:lnTo>
                    <a:pt x="2165329" y="231036"/>
                  </a:lnTo>
                  <a:lnTo>
                    <a:pt x="2153095" y="195156"/>
                  </a:lnTo>
                  <a:lnTo>
                    <a:pt x="2140862" y="163371"/>
                  </a:lnTo>
                  <a:lnTo>
                    <a:pt x="2128628" y="142326"/>
                  </a:lnTo>
                  <a:lnTo>
                    <a:pt x="2116395" y="126268"/>
                  </a:lnTo>
                  <a:lnTo>
                    <a:pt x="2104161" y="111181"/>
                  </a:lnTo>
                  <a:lnTo>
                    <a:pt x="2091928" y="96277"/>
                  </a:lnTo>
                  <a:lnTo>
                    <a:pt x="2079694" y="70318"/>
                  </a:lnTo>
                  <a:lnTo>
                    <a:pt x="2067461" y="46153"/>
                  </a:lnTo>
                  <a:lnTo>
                    <a:pt x="2055227" y="23746"/>
                  </a:lnTo>
                  <a:lnTo>
                    <a:pt x="2042994" y="21399"/>
                  </a:lnTo>
                  <a:lnTo>
                    <a:pt x="2030760" y="17807"/>
                  </a:lnTo>
                  <a:lnTo>
                    <a:pt x="2018527" y="13147"/>
                  </a:lnTo>
                  <a:lnTo>
                    <a:pt x="2006293" y="20325"/>
                  </a:lnTo>
                  <a:lnTo>
                    <a:pt x="1994060" y="16425"/>
                  </a:lnTo>
                  <a:lnTo>
                    <a:pt x="1981826" y="10161"/>
                  </a:lnTo>
                  <a:lnTo>
                    <a:pt x="1969593" y="4691"/>
                  </a:lnTo>
                  <a:lnTo>
                    <a:pt x="1957359" y="0"/>
                  </a:lnTo>
                  <a:lnTo>
                    <a:pt x="1945126" y="837"/>
                  </a:lnTo>
                  <a:lnTo>
                    <a:pt x="1932892" y="3398"/>
                  </a:lnTo>
                  <a:lnTo>
                    <a:pt x="1920659" y="6228"/>
                  </a:lnTo>
                  <a:lnTo>
                    <a:pt x="1908425" y="9324"/>
                  </a:lnTo>
                  <a:lnTo>
                    <a:pt x="1896192" y="12685"/>
                  </a:lnTo>
                  <a:lnTo>
                    <a:pt x="1883958" y="16306"/>
                  </a:lnTo>
                  <a:lnTo>
                    <a:pt x="1871725" y="20185"/>
                  </a:lnTo>
                  <a:lnTo>
                    <a:pt x="1859491" y="23003"/>
                  </a:lnTo>
                  <a:lnTo>
                    <a:pt x="1847258" y="24881"/>
                  </a:lnTo>
                  <a:lnTo>
                    <a:pt x="1835024" y="32736"/>
                  </a:lnTo>
                  <a:lnTo>
                    <a:pt x="1822791" y="38224"/>
                  </a:lnTo>
                  <a:lnTo>
                    <a:pt x="1810557" y="43161"/>
                  </a:lnTo>
                  <a:lnTo>
                    <a:pt x="1798324" y="42600"/>
                  </a:lnTo>
                  <a:lnTo>
                    <a:pt x="1786090" y="51892"/>
                  </a:lnTo>
                  <a:lnTo>
                    <a:pt x="1773857" y="57302"/>
                  </a:lnTo>
                  <a:lnTo>
                    <a:pt x="1761623" y="64016"/>
                  </a:lnTo>
                  <a:lnTo>
                    <a:pt x="1749390" y="69839"/>
                  </a:lnTo>
                  <a:lnTo>
                    <a:pt x="1737156" y="75720"/>
                  </a:lnTo>
                  <a:lnTo>
                    <a:pt x="1724923" y="83234"/>
                  </a:lnTo>
                  <a:lnTo>
                    <a:pt x="1712689" y="92678"/>
                  </a:lnTo>
                  <a:lnTo>
                    <a:pt x="1700456" y="99972"/>
                  </a:lnTo>
                  <a:lnTo>
                    <a:pt x="1688222" y="109102"/>
                  </a:lnTo>
                  <a:lnTo>
                    <a:pt x="1675989" y="118714"/>
                  </a:lnTo>
                  <a:lnTo>
                    <a:pt x="1663755" y="128503"/>
                  </a:lnTo>
                  <a:lnTo>
                    <a:pt x="1651522" y="138462"/>
                  </a:lnTo>
                  <a:lnTo>
                    <a:pt x="1639288" y="148750"/>
                  </a:lnTo>
                  <a:lnTo>
                    <a:pt x="1627055" y="161566"/>
                  </a:lnTo>
                  <a:lnTo>
                    <a:pt x="1614821" y="174407"/>
                  </a:lnTo>
                  <a:lnTo>
                    <a:pt x="1602588" y="183021"/>
                  </a:lnTo>
                  <a:lnTo>
                    <a:pt x="1590354" y="191049"/>
                  </a:lnTo>
                  <a:lnTo>
                    <a:pt x="1578121" y="201500"/>
                  </a:lnTo>
                  <a:lnTo>
                    <a:pt x="1565887" y="212501"/>
                  </a:lnTo>
                  <a:lnTo>
                    <a:pt x="1553654" y="223629"/>
                  </a:lnTo>
                  <a:lnTo>
                    <a:pt x="1541420" y="235284"/>
                  </a:lnTo>
                  <a:lnTo>
                    <a:pt x="1529187" y="246241"/>
                  </a:lnTo>
                  <a:lnTo>
                    <a:pt x="1516953" y="257714"/>
                  </a:lnTo>
                  <a:lnTo>
                    <a:pt x="1504720" y="271228"/>
                  </a:lnTo>
                  <a:lnTo>
                    <a:pt x="1492486" y="284539"/>
                  </a:lnTo>
                  <a:lnTo>
                    <a:pt x="1480253" y="297310"/>
                  </a:lnTo>
                  <a:lnTo>
                    <a:pt x="1468019" y="312716"/>
                  </a:lnTo>
                  <a:lnTo>
                    <a:pt x="1455786" y="326252"/>
                  </a:lnTo>
                  <a:lnTo>
                    <a:pt x="1443552" y="338037"/>
                  </a:lnTo>
                  <a:lnTo>
                    <a:pt x="1431319" y="350576"/>
                  </a:lnTo>
                  <a:lnTo>
                    <a:pt x="1419085" y="366370"/>
                  </a:lnTo>
                  <a:lnTo>
                    <a:pt x="1406852" y="382043"/>
                  </a:lnTo>
                  <a:lnTo>
                    <a:pt x="1394618" y="397598"/>
                  </a:lnTo>
                  <a:lnTo>
                    <a:pt x="1382385" y="412259"/>
                  </a:lnTo>
                  <a:lnTo>
                    <a:pt x="1370151" y="426240"/>
                  </a:lnTo>
                  <a:lnTo>
                    <a:pt x="1357918" y="440167"/>
                  </a:lnTo>
                  <a:lnTo>
                    <a:pt x="1345684" y="454067"/>
                  </a:lnTo>
                  <a:lnTo>
                    <a:pt x="1333451" y="467939"/>
                  </a:lnTo>
                  <a:lnTo>
                    <a:pt x="1321217" y="480477"/>
                  </a:lnTo>
                  <a:lnTo>
                    <a:pt x="1308984" y="492917"/>
                  </a:lnTo>
                  <a:lnTo>
                    <a:pt x="1296750" y="506030"/>
                  </a:lnTo>
                  <a:lnTo>
                    <a:pt x="1284517" y="519647"/>
                  </a:lnTo>
                  <a:lnTo>
                    <a:pt x="1272283" y="533291"/>
                  </a:lnTo>
                  <a:lnTo>
                    <a:pt x="1260050" y="546957"/>
                  </a:lnTo>
                  <a:lnTo>
                    <a:pt x="1247816" y="560641"/>
                  </a:lnTo>
                  <a:lnTo>
                    <a:pt x="1235583" y="574339"/>
                  </a:lnTo>
                  <a:lnTo>
                    <a:pt x="1223349" y="588045"/>
                  </a:lnTo>
                  <a:lnTo>
                    <a:pt x="1211116" y="601756"/>
                  </a:lnTo>
                  <a:lnTo>
                    <a:pt x="1198882" y="615467"/>
                  </a:lnTo>
                  <a:lnTo>
                    <a:pt x="1186649" y="629174"/>
                  </a:lnTo>
                  <a:lnTo>
                    <a:pt x="1174415" y="642872"/>
                  </a:lnTo>
                  <a:lnTo>
                    <a:pt x="1162182" y="656058"/>
                  </a:lnTo>
                  <a:lnTo>
                    <a:pt x="1149948" y="670224"/>
                  </a:lnTo>
                  <a:lnTo>
                    <a:pt x="1137715" y="683870"/>
                  </a:lnTo>
                  <a:lnTo>
                    <a:pt x="1125481" y="697488"/>
                  </a:lnTo>
                  <a:lnTo>
                    <a:pt x="1113248" y="711076"/>
                  </a:lnTo>
                  <a:lnTo>
                    <a:pt x="1101014" y="724629"/>
                  </a:lnTo>
                  <a:lnTo>
                    <a:pt x="1088781" y="738142"/>
                  </a:lnTo>
                  <a:lnTo>
                    <a:pt x="1076547" y="751750"/>
                  </a:lnTo>
                  <a:lnTo>
                    <a:pt x="1064314" y="765301"/>
                  </a:lnTo>
                  <a:lnTo>
                    <a:pt x="1052080" y="778397"/>
                  </a:lnTo>
                  <a:lnTo>
                    <a:pt x="1039847" y="791707"/>
                  </a:lnTo>
                  <a:lnTo>
                    <a:pt x="1027613" y="804954"/>
                  </a:lnTo>
                  <a:lnTo>
                    <a:pt x="1015380" y="818135"/>
                  </a:lnTo>
                  <a:lnTo>
                    <a:pt x="1003146" y="831245"/>
                  </a:lnTo>
                  <a:lnTo>
                    <a:pt x="990913" y="844280"/>
                  </a:lnTo>
                  <a:lnTo>
                    <a:pt x="978679" y="857236"/>
                  </a:lnTo>
                  <a:lnTo>
                    <a:pt x="966446" y="870107"/>
                  </a:lnTo>
                  <a:lnTo>
                    <a:pt x="954212" y="882890"/>
                  </a:lnTo>
                  <a:lnTo>
                    <a:pt x="941979" y="895579"/>
                  </a:lnTo>
                  <a:lnTo>
                    <a:pt x="929745" y="908172"/>
                  </a:lnTo>
                  <a:lnTo>
                    <a:pt x="917512" y="920662"/>
                  </a:lnTo>
                  <a:lnTo>
                    <a:pt x="905278" y="933046"/>
                  </a:lnTo>
                  <a:lnTo>
                    <a:pt x="893045" y="945320"/>
                  </a:lnTo>
                  <a:lnTo>
                    <a:pt x="880811" y="957478"/>
                  </a:lnTo>
                  <a:lnTo>
                    <a:pt x="868578" y="969517"/>
                  </a:lnTo>
                  <a:lnTo>
                    <a:pt x="856344" y="981432"/>
                  </a:lnTo>
                  <a:lnTo>
                    <a:pt x="844111" y="993218"/>
                  </a:lnTo>
                  <a:lnTo>
                    <a:pt x="831877" y="1004872"/>
                  </a:lnTo>
                  <a:lnTo>
                    <a:pt x="819644" y="1017477"/>
                  </a:lnTo>
                  <a:lnTo>
                    <a:pt x="807410" y="1030357"/>
                  </a:lnTo>
                  <a:lnTo>
                    <a:pt x="795177" y="1043106"/>
                  </a:lnTo>
                  <a:lnTo>
                    <a:pt x="782943" y="1055721"/>
                  </a:lnTo>
                  <a:lnTo>
                    <a:pt x="770710" y="1068196"/>
                  </a:lnTo>
                  <a:lnTo>
                    <a:pt x="758476" y="1080257"/>
                  </a:lnTo>
                  <a:lnTo>
                    <a:pt x="746243" y="1092512"/>
                  </a:lnTo>
                  <a:lnTo>
                    <a:pt x="734009" y="1104102"/>
                  </a:lnTo>
                  <a:lnTo>
                    <a:pt x="721776" y="1115565"/>
                  </a:lnTo>
                  <a:lnTo>
                    <a:pt x="709542" y="1126942"/>
                  </a:lnTo>
                  <a:lnTo>
                    <a:pt x="697309" y="1138951"/>
                  </a:lnTo>
                  <a:lnTo>
                    <a:pt x="685075" y="1151105"/>
                  </a:lnTo>
                  <a:lnTo>
                    <a:pt x="672842" y="1162911"/>
                  </a:lnTo>
                  <a:lnTo>
                    <a:pt x="660608" y="1175037"/>
                  </a:lnTo>
                  <a:lnTo>
                    <a:pt x="648375" y="1186262"/>
                  </a:lnTo>
                  <a:lnTo>
                    <a:pt x="636141" y="1197332"/>
                  </a:lnTo>
                  <a:lnTo>
                    <a:pt x="623908" y="1208261"/>
                  </a:lnTo>
                  <a:lnTo>
                    <a:pt x="611674" y="1219050"/>
                  </a:lnTo>
                  <a:lnTo>
                    <a:pt x="599441" y="1230019"/>
                  </a:lnTo>
                  <a:lnTo>
                    <a:pt x="587207" y="1242296"/>
                  </a:lnTo>
                  <a:lnTo>
                    <a:pt x="574974" y="1254436"/>
                  </a:lnTo>
                  <a:lnTo>
                    <a:pt x="562740" y="1265806"/>
                  </a:lnTo>
                  <a:lnTo>
                    <a:pt x="550507" y="1276356"/>
                  </a:lnTo>
                  <a:lnTo>
                    <a:pt x="538273" y="1286773"/>
                  </a:lnTo>
                  <a:lnTo>
                    <a:pt x="526040" y="1297051"/>
                  </a:lnTo>
                  <a:lnTo>
                    <a:pt x="513806" y="1307181"/>
                  </a:lnTo>
                  <a:lnTo>
                    <a:pt x="501573" y="1316211"/>
                  </a:lnTo>
                  <a:lnTo>
                    <a:pt x="489339" y="1324752"/>
                  </a:lnTo>
                  <a:lnTo>
                    <a:pt x="477106" y="1333718"/>
                  </a:lnTo>
                  <a:lnTo>
                    <a:pt x="464872" y="1342973"/>
                  </a:lnTo>
                  <a:lnTo>
                    <a:pt x="452639" y="1351980"/>
                  </a:lnTo>
                  <a:lnTo>
                    <a:pt x="440405" y="1360728"/>
                  </a:lnTo>
                  <a:lnTo>
                    <a:pt x="428172" y="1369211"/>
                  </a:lnTo>
                  <a:lnTo>
                    <a:pt x="415938" y="1377420"/>
                  </a:lnTo>
                  <a:lnTo>
                    <a:pt x="403705" y="1385348"/>
                  </a:lnTo>
                  <a:lnTo>
                    <a:pt x="391471" y="1392986"/>
                  </a:lnTo>
                  <a:lnTo>
                    <a:pt x="379238" y="1400326"/>
                  </a:lnTo>
                  <a:lnTo>
                    <a:pt x="367004" y="1407361"/>
                  </a:lnTo>
                  <a:lnTo>
                    <a:pt x="354771" y="1415045"/>
                  </a:lnTo>
                  <a:lnTo>
                    <a:pt x="342537" y="1423005"/>
                  </a:lnTo>
                  <a:lnTo>
                    <a:pt x="330304" y="1430849"/>
                  </a:lnTo>
                  <a:lnTo>
                    <a:pt x="318070" y="1438576"/>
                  </a:lnTo>
                  <a:lnTo>
                    <a:pt x="305837" y="1446187"/>
                  </a:lnTo>
                  <a:lnTo>
                    <a:pt x="293603" y="1453685"/>
                  </a:lnTo>
                  <a:lnTo>
                    <a:pt x="281370" y="1461069"/>
                  </a:lnTo>
                  <a:lnTo>
                    <a:pt x="269136" y="1468028"/>
                  </a:lnTo>
                  <a:lnTo>
                    <a:pt x="256903" y="1475502"/>
                  </a:lnTo>
                  <a:lnTo>
                    <a:pt x="244669" y="1482553"/>
                  </a:lnTo>
                  <a:lnTo>
                    <a:pt x="232436" y="1489494"/>
                  </a:lnTo>
                  <a:lnTo>
                    <a:pt x="220202" y="1496327"/>
                  </a:lnTo>
                  <a:lnTo>
                    <a:pt x="207969" y="1503052"/>
                  </a:lnTo>
                  <a:lnTo>
                    <a:pt x="195735" y="1508885"/>
                  </a:lnTo>
                  <a:lnTo>
                    <a:pt x="183502" y="1514984"/>
                  </a:lnTo>
                  <a:lnTo>
                    <a:pt x="171268" y="1522595"/>
                  </a:lnTo>
                  <a:lnTo>
                    <a:pt x="159035" y="1529447"/>
                  </a:lnTo>
                  <a:lnTo>
                    <a:pt x="146801" y="1535435"/>
                  </a:lnTo>
                  <a:lnTo>
                    <a:pt x="134568" y="1541208"/>
                  </a:lnTo>
                  <a:lnTo>
                    <a:pt x="122334" y="1546197"/>
                  </a:lnTo>
                  <a:lnTo>
                    <a:pt x="110101" y="1551213"/>
                  </a:lnTo>
                  <a:lnTo>
                    <a:pt x="97867" y="1557156"/>
                  </a:lnTo>
                  <a:lnTo>
                    <a:pt x="85634" y="1564623"/>
                  </a:lnTo>
                  <a:lnTo>
                    <a:pt x="73400" y="1570234"/>
                  </a:lnTo>
                  <a:lnTo>
                    <a:pt x="61167" y="1577787"/>
                  </a:lnTo>
                  <a:lnTo>
                    <a:pt x="48933" y="1588211"/>
                  </a:lnTo>
                  <a:lnTo>
                    <a:pt x="36700" y="1595722"/>
                  </a:lnTo>
                  <a:lnTo>
                    <a:pt x="24466" y="1608612"/>
                  </a:lnTo>
                  <a:lnTo>
                    <a:pt x="12233" y="1619619"/>
                  </a:lnTo>
                  <a:lnTo>
                    <a:pt x="0" y="162864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3854407" y="1159400"/>
              <a:ext cx="2189796" cy="1636378"/>
            </a:xfrm>
            <a:custGeom>
              <a:avLst/>
              <a:pathLst>
                <a:path w="2189796" h="1636378">
                  <a:moveTo>
                    <a:pt x="0" y="1636378"/>
                  </a:moveTo>
                  <a:lnTo>
                    <a:pt x="12233" y="1635818"/>
                  </a:lnTo>
                  <a:lnTo>
                    <a:pt x="24466" y="1634976"/>
                  </a:lnTo>
                  <a:lnTo>
                    <a:pt x="36700" y="1633857"/>
                  </a:lnTo>
                  <a:lnTo>
                    <a:pt x="48933" y="1632462"/>
                  </a:lnTo>
                  <a:lnTo>
                    <a:pt x="61167" y="1630797"/>
                  </a:lnTo>
                  <a:lnTo>
                    <a:pt x="73400" y="1628863"/>
                  </a:lnTo>
                  <a:lnTo>
                    <a:pt x="85634" y="1626664"/>
                  </a:lnTo>
                  <a:lnTo>
                    <a:pt x="97867" y="1624203"/>
                  </a:lnTo>
                  <a:lnTo>
                    <a:pt x="110101" y="1621483"/>
                  </a:lnTo>
                  <a:lnTo>
                    <a:pt x="122334" y="1618507"/>
                  </a:lnTo>
                  <a:lnTo>
                    <a:pt x="134568" y="1615278"/>
                  </a:lnTo>
                  <a:lnTo>
                    <a:pt x="146801" y="1611801"/>
                  </a:lnTo>
                  <a:lnTo>
                    <a:pt x="159035" y="1608077"/>
                  </a:lnTo>
                  <a:lnTo>
                    <a:pt x="171268" y="1604110"/>
                  </a:lnTo>
                  <a:lnTo>
                    <a:pt x="183502" y="1599903"/>
                  </a:lnTo>
                  <a:lnTo>
                    <a:pt x="195735" y="1595459"/>
                  </a:lnTo>
                  <a:lnTo>
                    <a:pt x="207969" y="1590781"/>
                  </a:lnTo>
                  <a:lnTo>
                    <a:pt x="220202" y="1585874"/>
                  </a:lnTo>
                  <a:lnTo>
                    <a:pt x="232436" y="1580738"/>
                  </a:lnTo>
                  <a:lnTo>
                    <a:pt x="244669" y="1575379"/>
                  </a:lnTo>
                  <a:lnTo>
                    <a:pt x="256903" y="1569799"/>
                  </a:lnTo>
                  <a:lnTo>
                    <a:pt x="269136" y="1564001"/>
                  </a:lnTo>
                  <a:lnTo>
                    <a:pt x="281370" y="1557988"/>
                  </a:lnTo>
                  <a:lnTo>
                    <a:pt x="293603" y="1551764"/>
                  </a:lnTo>
                  <a:lnTo>
                    <a:pt x="305837" y="1545331"/>
                  </a:lnTo>
                  <a:lnTo>
                    <a:pt x="318070" y="1538694"/>
                  </a:lnTo>
                  <a:lnTo>
                    <a:pt x="330304" y="1531854"/>
                  </a:lnTo>
                  <a:lnTo>
                    <a:pt x="342537" y="1524815"/>
                  </a:lnTo>
                  <a:lnTo>
                    <a:pt x="354771" y="1517581"/>
                  </a:lnTo>
                  <a:lnTo>
                    <a:pt x="367004" y="1510154"/>
                  </a:lnTo>
                  <a:lnTo>
                    <a:pt x="379238" y="1502538"/>
                  </a:lnTo>
                  <a:lnTo>
                    <a:pt x="391471" y="1494735"/>
                  </a:lnTo>
                  <a:lnTo>
                    <a:pt x="403705" y="1486749"/>
                  </a:lnTo>
                  <a:lnTo>
                    <a:pt x="415938" y="1478584"/>
                  </a:lnTo>
                  <a:lnTo>
                    <a:pt x="428172" y="1470242"/>
                  </a:lnTo>
                  <a:lnTo>
                    <a:pt x="440405" y="1461726"/>
                  </a:lnTo>
                  <a:lnTo>
                    <a:pt x="452639" y="1453039"/>
                  </a:lnTo>
                  <a:lnTo>
                    <a:pt x="464872" y="1444186"/>
                  </a:lnTo>
                  <a:lnTo>
                    <a:pt x="477106" y="1435168"/>
                  </a:lnTo>
                  <a:lnTo>
                    <a:pt x="489339" y="1425989"/>
                  </a:lnTo>
                  <a:lnTo>
                    <a:pt x="501573" y="1416653"/>
                  </a:lnTo>
                  <a:lnTo>
                    <a:pt x="513806" y="1407162"/>
                  </a:lnTo>
                  <a:lnTo>
                    <a:pt x="526040" y="1397519"/>
                  </a:lnTo>
                  <a:lnTo>
                    <a:pt x="538273" y="1387728"/>
                  </a:lnTo>
                  <a:lnTo>
                    <a:pt x="550507" y="1377792"/>
                  </a:lnTo>
                  <a:lnTo>
                    <a:pt x="562740" y="1367714"/>
                  </a:lnTo>
                  <a:lnTo>
                    <a:pt x="574974" y="1357497"/>
                  </a:lnTo>
                  <a:lnTo>
                    <a:pt x="587207" y="1347144"/>
                  </a:lnTo>
                  <a:lnTo>
                    <a:pt x="599441" y="1336659"/>
                  </a:lnTo>
                  <a:lnTo>
                    <a:pt x="611674" y="1326044"/>
                  </a:lnTo>
                  <a:lnTo>
                    <a:pt x="623908" y="1315303"/>
                  </a:lnTo>
                  <a:lnTo>
                    <a:pt x="636141" y="1304440"/>
                  </a:lnTo>
                  <a:lnTo>
                    <a:pt x="648375" y="1293456"/>
                  </a:lnTo>
                  <a:lnTo>
                    <a:pt x="660608" y="1282355"/>
                  </a:lnTo>
                  <a:lnTo>
                    <a:pt x="672842" y="1271141"/>
                  </a:lnTo>
                  <a:lnTo>
                    <a:pt x="685075" y="1259817"/>
                  </a:lnTo>
                  <a:lnTo>
                    <a:pt x="697309" y="1248385"/>
                  </a:lnTo>
                  <a:lnTo>
                    <a:pt x="709542" y="1236849"/>
                  </a:lnTo>
                  <a:lnTo>
                    <a:pt x="721776" y="1225212"/>
                  </a:lnTo>
                  <a:lnTo>
                    <a:pt x="734009" y="1213477"/>
                  </a:lnTo>
                  <a:lnTo>
                    <a:pt x="746243" y="1201647"/>
                  </a:lnTo>
                  <a:lnTo>
                    <a:pt x="758476" y="1189724"/>
                  </a:lnTo>
                  <a:lnTo>
                    <a:pt x="770710" y="1177710"/>
                  </a:lnTo>
                  <a:lnTo>
                    <a:pt x="782943" y="1165607"/>
                  </a:lnTo>
                  <a:lnTo>
                    <a:pt x="795177" y="1153416"/>
                  </a:lnTo>
                  <a:lnTo>
                    <a:pt x="807410" y="1141141"/>
                  </a:lnTo>
                  <a:lnTo>
                    <a:pt x="819644" y="1128782"/>
                  </a:lnTo>
                  <a:lnTo>
                    <a:pt x="831877" y="1116342"/>
                  </a:lnTo>
                  <a:lnTo>
                    <a:pt x="844111" y="1103822"/>
                  </a:lnTo>
                  <a:lnTo>
                    <a:pt x="856344" y="1091226"/>
                  </a:lnTo>
                  <a:lnTo>
                    <a:pt x="868578" y="1078554"/>
                  </a:lnTo>
                  <a:lnTo>
                    <a:pt x="880811" y="1065808"/>
                  </a:lnTo>
                  <a:lnTo>
                    <a:pt x="893045" y="1052991"/>
                  </a:lnTo>
                  <a:lnTo>
                    <a:pt x="905278" y="1040105"/>
                  </a:lnTo>
                  <a:lnTo>
                    <a:pt x="917512" y="1027151"/>
                  </a:lnTo>
                  <a:lnTo>
                    <a:pt x="929745" y="1014132"/>
                  </a:lnTo>
                  <a:lnTo>
                    <a:pt x="941979" y="1001049"/>
                  </a:lnTo>
                  <a:lnTo>
                    <a:pt x="954212" y="987905"/>
                  </a:lnTo>
                  <a:lnTo>
                    <a:pt x="966446" y="974701"/>
                  </a:lnTo>
                  <a:lnTo>
                    <a:pt x="978679" y="961440"/>
                  </a:lnTo>
                  <a:lnTo>
                    <a:pt x="990913" y="948123"/>
                  </a:lnTo>
                  <a:lnTo>
                    <a:pt x="1003146" y="934753"/>
                  </a:lnTo>
                  <a:lnTo>
                    <a:pt x="1015380" y="921330"/>
                  </a:lnTo>
                  <a:lnTo>
                    <a:pt x="1027613" y="907859"/>
                  </a:lnTo>
                  <a:lnTo>
                    <a:pt x="1039847" y="894339"/>
                  </a:lnTo>
                  <a:lnTo>
                    <a:pt x="1052080" y="880774"/>
                  </a:lnTo>
                  <a:lnTo>
                    <a:pt x="1064314" y="867165"/>
                  </a:lnTo>
                  <a:lnTo>
                    <a:pt x="1076547" y="853514"/>
                  </a:lnTo>
                  <a:lnTo>
                    <a:pt x="1088781" y="839823"/>
                  </a:lnTo>
                  <a:lnTo>
                    <a:pt x="1101014" y="826095"/>
                  </a:lnTo>
                  <a:lnTo>
                    <a:pt x="1113248" y="812330"/>
                  </a:lnTo>
                  <a:lnTo>
                    <a:pt x="1125481" y="798532"/>
                  </a:lnTo>
                  <a:lnTo>
                    <a:pt x="1137715" y="784702"/>
                  </a:lnTo>
                  <a:lnTo>
                    <a:pt x="1149948" y="770842"/>
                  </a:lnTo>
                  <a:lnTo>
                    <a:pt x="1162182" y="756954"/>
                  </a:lnTo>
                  <a:lnTo>
                    <a:pt x="1174415" y="743040"/>
                  </a:lnTo>
                  <a:lnTo>
                    <a:pt x="1186649" y="729102"/>
                  </a:lnTo>
                  <a:lnTo>
                    <a:pt x="1198882" y="715142"/>
                  </a:lnTo>
                  <a:lnTo>
                    <a:pt x="1211116" y="701161"/>
                  </a:lnTo>
                  <a:lnTo>
                    <a:pt x="1223349" y="687163"/>
                  </a:lnTo>
                  <a:lnTo>
                    <a:pt x="1235583" y="673149"/>
                  </a:lnTo>
                  <a:lnTo>
                    <a:pt x="1247816" y="659120"/>
                  </a:lnTo>
                  <a:lnTo>
                    <a:pt x="1260050" y="645079"/>
                  </a:lnTo>
                  <a:lnTo>
                    <a:pt x="1272283" y="631028"/>
                  </a:lnTo>
                  <a:lnTo>
                    <a:pt x="1284517" y="616969"/>
                  </a:lnTo>
                  <a:lnTo>
                    <a:pt x="1296750" y="602904"/>
                  </a:lnTo>
                  <a:lnTo>
                    <a:pt x="1308984" y="588834"/>
                  </a:lnTo>
                  <a:lnTo>
                    <a:pt x="1321217" y="574762"/>
                  </a:lnTo>
                  <a:lnTo>
                    <a:pt x="1333451" y="560690"/>
                  </a:lnTo>
                  <a:lnTo>
                    <a:pt x="1345684" y="546619"/>
                  </a:lnTo>
                  <a:lnTo>
                    <a:pt x="1357918" y="532552"/>
                  </a:lnTo>
                  <a:lnTo>
                    <a:pt x="1370151" y="518491"/>
                  </a:lnTo>
                  <a:lnTo>
                    <a:pt x="1382385" y="504437"/>
                  </a:lnTo>
                  <a:lnTo>
                    <a:pt x="1394618" y="490392"/>
                  </a:lnTo>
                  <a:lnTo>
                    <a:pt x="1406852" y="476360"/>
                  </a:lnTo>
                  <a:lnTo>
                    <a:pt x="1419085" y="462340"/>
                  </a:lnTo>
                  <a:lnTo>
                    <a:pt x="1431319" y="448336"/>
                  </a:lnTo>
                  <a:lnTo>
                    <a:pt x="1443552" y="434350"/>
                  </a:lnTo>
                  <a:lnTo>
                    <a:pt x="1455786" y="420383"/>
                  </a:lnTo>
                  <a:lnTo>
                    <a:pt x="1468019" y="406439"/>
                  </a:lnTo>
                  <a:lnTo>
                    <a:pt x="1480253" y="392524"/>
                  </a:lnTo>
                  <a:lnTo>
                    <a:pt x="1492486" y="378653"/>
                  </a:lnTo>
                  <a:lnTo>
                    <a:pt x="1504720" y="364838"/>
                  </a:lnTo>
                  <a:lnTo>
                    <a:pt x="1516953" y="351091"/>
                  </a:lnTo>
                  <a:lnTo>
                    <a:pt x="1529187" y="337424"/>
                  </a:lnTo>
                  <a:lnTo>
                    <a:pt x="1541420" y="323850"/>
                  </a:lnTo>
                  <a:lnTo>
                    <a:pt x="1553654" y="310381"/>
                  </a:lnTo>
                  <a:lnTo>
                    <a:pt x="1565887" y="297031"/>
                  </a:lnTo>
                  <a:lnTo>
                    <a:pt x="1578121" y="283810"/>
                  </a:lnTo>
                  <a:lnTo>
                    <a:pt x="1590354" y="270733"/>
                  </a:lnTo>
                  <a:lnTo>
                    <a:pt x="1602588" y="257811"/>
                  </a:lnTo>
                  <a:lnTo>
                    <a:pt x="1614821" y="245057"/>
                  </a:lnTo>
                  <a:lnTo>
                    <a:pt x="1627055" y="232483"/>
                  </a:lnTo>
                  <a:lnTo>
                    <a:pt x="1639288" y="220102"/>
                  </a:lnTo>
                  <a:lnTo>
                    <a:pt x="1651522" y="207926"/>
                  </a:lnTo>
                  <a:lnTo>
                    <a:pt x="1663755" y="195968"/>
                  </a:lnTo>
                  <a:lnTo>
                    <a:pt x="1675989" y="184241"/>
                  </a:lnTo>
                  <a:lnTo>
                    <a:pt x="1688222" y="172755"/>
                  </a:lnTo>
                  <a:lnTo>
                    <a:pt x="1700456" y="161526"/>
                  </a:lnTo>
                  <a:lnTo>
                    <a:pt x="1712689" y="150563"/>
                  </a:lnTo>
                  <a:lnTo>
                    <a:pt x="1724923" y="139881"/>
                  </a:lnTo>
                  <a:lnTo>
                    <a:pt x="1737156" y="129492"/>
                  </a:lnTo>
                  <a:lnTo>
                    <a:pt x="1749390" y="119408"/>
                  </a:lnTo>
                  <a:lnTo>
                    <a:pt x="1761623" y="109641"/>
                  </a:lnTo>
                  <a:lnTo>
                    <a:pt x="1773857" y="100204"/>
                  </a:lnTo>
                  <a:lnTo>
                    <a:pt x="1786090" y="91110"/>
                  </a:lnTo>
                  <a:lnTo>
                    <a:pt x="1798324" y="82371"/>
                  </a:lnTo>
                  <a:lnTo>
                    <a:pt x="1810557" y="73999"/>
                  </a:lnTo>
                  <a:lnTo>
                    <a:pt x="1822791" y="66008"/>
                  </a:lnTo>
                  <a:lnTo>
                    <a:pt x="1835024" y="58408"/>
                  </a:lnTo>
                  <a:lnTo>
                    <a:pt x="1847258" y="51214"/>
                  </a:lnTo>
                  <a:lnTo>
                    <a:pt x="1859491" y="44437"/>
                  </a:lnTo>
                  <a:lnTo>
                    <a:pt x="1871725" y="38090"/>
                  </a:lnTo>
                  <a:lnTo>
                    <a:pt x="1883958" y="32185"/>
                  </a:lnTo>
                  <a:lnTo>
                    <a:pt x="1896192" y="26736"/>
                  </a:lnTo>
                  <a:lnTo>
                    <a:pt x="1908425" y="21753"/>
                  </a:lnTo>
                  <a:lnTo>
                    <a:pt x="1920659" y="17251"/>
                  </a:lnTo>
                  <a:lnTo>
                    <a:pt x="1932892" y="13240"/>
                  </a:lnTo>
                  <a:lnTo>
                    <a:pt x="1945126" y="9735"/>
                  </a:lnTo>
                  <a:lnTo>
                    <a:pt x="1957359" y="6746"/>
                  </a:lnTo>
                  <a:lnTo>
                    <a:pt x="1969593" y="4287"/>
                  </a:lnTo>
                  <a:lnTo>
                    <a:pt x="1981826" y="2371"/>
                  </a:lnTo>
                  <a:lnTo>
                    <a:pt x="1994060" y="1009"/>
                  </a:lnTo>
                  <a:lnTo>
                    <a:pt x="2006293" y="215"/>
                  </a:lnTo>
                  <a:lnTo>
                    <a:pt x="2018527" y="0"/>
                  </a:lnTo>
                  <a:lnTo>
                    <a:pt x="2030760" y="377"/>
                  </a:lnTo>
                  <a:lnTo>
                    <a:pt x="2042994" y="1358"/>
                  </a:lnTo>
                  <a:lnTo>
                    <a:pt x="2055227" y="2957"/>
                  </a:lnTo>
                  <a:lnTo>
                    <a:pt x="2067461" y="5185"/>
                  </a:lnTo>
                  <a:lnTo>
                    <a:pt x="2079694" y="8056"/>
                  </a:lnTo>
                  <a:lnTo>
                    <a:pt x="2091928" y="11580"/>
                  </a:lnTo>
                  <a:lnTo>
                    <a:pt x="2104161" y="15772"/>
                  </a:lnTo>
                  <a:lnTo>
                    <a:pt x="2116395" y="20643"/>
                  </a:lnTo>
                  <a:lnTo>
                    <a:pt x="2128628" y="26204"/>
                  </a:lnTo>
                  <a:lnTo>
                    <a:pt x="2140862" y="32466"/>
                  </a:lnTo>
                  <a:lnTo>
                    <a:pt x="2153095" y="39443"/>
                  </a:lnTo>
                  <a:lnTo>
                    <a:pt x="2165329" y="47147"/>
                  </a:lnTo>
                  <a:lnTo>
                    <a:pt x="2177562" y="55589"/>
                  </a:lnTo>
                  <a:lnTo>
                    <a:pt x="2189796" y="64783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3447731" y="801109"/>
              <a:ext cx="0" cy="2343514"/>
            </a:xfrm>
            <a:custGeom>
              <a:avLst/>
              <a:pathLst>
                <a:path w="0" h="2343514">
                  <a:moveTo>
                    <a:pt x="0" y="2343514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tx50"/>
            <p:cNvSpPr/>
            <p:nvPr/>
          </p:nvSpPr>
          <p:spPr>
            <a:xfrm>
              <a:off x="3210829" y="3103262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3210829" y="279073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3210829" y="247826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3210829" y="2166972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3210829" y="1855061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3210829" y="1540918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3210829" y="1228388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3210829" y="915919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58" name="pl58"/>
            <p:cNvSpPr/>
            <p:nvPr/>
          </p:nvSpPr>
          <p:spPr>
            <a:xfrm>
              <a:off x="3371816" y="314462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371816" y="283215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371816" y="251968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371816" y="220721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371816" y="1894749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371816" y="158228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371816" y="126981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371816" y="95734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447731" y="3144623"/>
              <a:ext cx="2674679" cy="0"/>
            </a:xfrm>
            <a:custGeom>
              <a:avLst/>
              <a:pathLst>
                <a:path w="2674679" h="0">
                  <a:moveTo>
                    <a:pt x="0" y="0"/>
                  </a:moveTo>
                  <a:lnTo>
                    <a:pt x="2674679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3776200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4167235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4558270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4949305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5340340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5731375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6122410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tx74"/>
            <p:cNvSpPr/>
            <p:nvPr/>
          </p:nvSpPr>
          <p:spPr>
            <a:xfrm>
              <a:off x="3708360" y="32461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20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4099395" y="3246216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25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4490430" y="32461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30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4881465" y="32461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5272500" y="32461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40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5663535" y="3246774"/>
              <a:ext cx="135681" cy="825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45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6054570" y="32461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50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4033757" y="3383949"/>
              <a:ext cx="621431" cy="1018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End-Tidal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4655188" y="348582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4693288" y="3382982"/>
              <a:ext cx="105519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4798808" y="3382982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4910429" y="3442327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4967415" y="348582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5005515" y="3357012"/>
              <a:ext cx="530869" cy="1288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(mmHg)</a:t>
              </a:r>
            </a:p>
          </p:txBody>
        </p:sp>
        <p:sp>
          <p:nvSpPr>
            <p:cNvPr id="88" name="tx88"/>
            <p:cNvSpPr/>
            <p:nvPr/>
          </p:nvSpPr>
          <p:spPr>
            <a:xfrm rot="-5400000">
              <a:off x="2890880" y="2246330"/>
              <a:ext cx="335830" cy="1285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Right</a:t>
              </a:r>
            </a:p>
          </p:txBody>
        </p:sp>
        <p:sp>
          <p:nvSpPr>
            <p:cNvPr id="89" name="tx89"/>
            <p:cNvSpPr/>
            <p:nvPr/>
          </p:nvSpPr>
          <p:spPr>
            <a:xfrm rot="-5400000">
              <a:off x="3104039" y="2123659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0" name="tx90"/>
            <p:cNvSpPr/>
            <p:nvPr/>
          </p:nvSpPr>
          <p:spPr>
            <a:xfrm rot="-5400000">
              <a:off x="3028546" y="2010066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91" name="tx91"/>
            <p:cNvSpPr/>
            <p:nvPr/>
          </p:nvSpPr>
          <p:spPr>
            <a:xfrm rot="-5400000">
              <a:off x="3045587" y="1940861"/>
              <a:ext cx="79995" cy="750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92" name="tx92"/>
            <p:cNvSpPr/>
            <p:nvPr/>
          </p:nvSpPr>
          <p:spPr>
            <a:xfrm rot="-5400000">
              <a:off x="3053921" y="1869200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93" name="tx93"/>
            <p:cNvSpPr/>
            <p:nvPr/>
          </p:nvSpPr>
          <p:spPr>
            <a:xfrm rot="-5400000">
              <a:off x="3015859" y="1781875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94" name="tx94"/>
            <p:cNvSpPr/>
            <p:nvPr/>
          </p:nvSpPr>
          <p:spPr>
            <a:xfrm rot="-5400000">
              <a:off x="3085533" y="1714560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95" name="tx95"/>
            <p:cNvSpPr/>
            <p:nvPr/>
          </p:nvSpPr>
          <p:spPr>
            <a:xfrm rot="-5400000">
              <a:off x="3104039" y="1701448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6" name="tx96"/>
            <p:cNvSpPr/>
            <p:nvPr/>
          </p:nvSpPr>
          <p:spPr>
            <a:xfrm rot="-5400000">
              <a:off x="2951825" y="1511134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2952000" y="731520"/>
            <a:ext cx="3240000" cy="2880000"/>
            <a:chOff x="2952000" y="731520"/>
            <a:chExt cx="3240000" cy="2880000"/>
          </a:xfrm>
        </p:grpSpPr>
        <p:sp>
          <p:nvSpPr>
            <p:cNvPr id="3" name="rc3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3447731" y="801109"/>
              <a:ext cx="2674679" cy="23418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3776200" y="3109445"/>
              <a:ext cx="97758" cy="3354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873959" y="3100675"/>
              <a:ext cx="97758" cy="4231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3971718" y="3087982"/>
              <a:ext cx="97758" cy="5501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4069477" y="3057801"/>
              <a:ext cx="97758" cy="8519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4167235" y="3045405"/>
              <a:ext cx="97758" cy="9758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4264994" y="3012125"/>
              <a:ext cx="97758" cy="13086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4362753" y="2971198"/>
              <a:ext cx="97758" cy="17179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4460512" y="2947766"/>
              <a:ext cx="97758" cy="1952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4558270" y="2909804"/>
              <a:ext cx="97758" cy="23318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4656029" y="2899006"/>
              <a:ext cx="97758" cy="24398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4753788" y="2861966"/>
              <a:ext cx="97758" cy="2810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4851547" y="2884469"/>
              <a:ext cx="97758" cy="25852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4949305" y="2883525"/>
              <a:ext cx="97758" cy="25946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5047064" y="2917028"/>
              <a:ext cx="97758" cy="22596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5144823" y="2964896"/>
              <a:ext cx="97758" cy="17809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5242582" y="2986374"/>
              <a:ext cx="97758" cy="15661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5340340" y="3021385"/>
              <a:ext cx="97758" cy="12160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5438099" y="3053676"/>
              <a:ext cx="97758" cy="8931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5535858" y="3089446"/>
              <a:ext cx="97758" cy="5354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5633617" y="3112841"/>
              <a:ext cx="97758" cy="3015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5731375" y="3125913"/>
              <a:ext cx="97758" cy="1707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5829134" y="3136377"/>
              <a:ext cx="97758" cy="661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5926893" y="3139365"/>
              <a:ext cx="97758" cy="362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6024652" y="3141855"/>
              <a:ext cx="97758" cy="113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3447731" y="2986866"/>
              <a:ext cx="171409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3447731" y="2830741"/>
              <a:ext cx="197525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3447731" y="2674615"/>
              <a:ext cx="231229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3447731" y="2518490"/>
              <a:ext cx="26117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3447731" y="2362364"/>
              <a:ext cx="306674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3447731" y="2206238"/>
              <a:ext cx="322586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3447731" y="2050113"/>
              <a:ext cx="328469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3447731" y="1893987"/>
              <a:ext cx="32353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3447731" y="1737862"/>
              <a:ext cx="32199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3447731" y="1581736"/>
              <a:ext cx="287464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3447731" y="1425611"/>
              <a:ext cx="23799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3447731" y="1269485"/>
              <a:ext cx="196987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3447731" y="1113360"/>
              <a:ext cx="161579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3447731" y="957234"/>
              <a:ext cx="133285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3447731" y="801109"/>
              <a:ext cx="171739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3776200" y="2169565"/>
              <a:ext cx="2305989" cy="939892"/>
            </a:xfrm>
            <a:custGeom>
              <a:avLst/>
              <a:pathLst>
                <a:path w="2305989" h="939892">
                  <a:moveTo>
                    <a:pt x="0" y="368568"/>
                  </a:moveTo>
                  <a:lnTo>
                    <a:pt x="12882" y="360440"/>
                  </a:lnTo>
                  <a:lnTo>
                    <a:pt x="25765" y="353160"/>
                  </a:lnTo>
                  <a:lnTo>
                    <a:pt x="38647" y="347101"/>
                  </a:lnTo>
                  <a:lnTo>
                    <a:pt x="51530" y="337083"/>
                  </a:lnTo>
                  <a:lnTo>
                    <a:pt x="64413" y="325233"/>
                  </a:lnTo>
                  <a:lnTo>
                    <a:pt x="77295" y="313842"/>
                  </a:lnTo>
                  <a:lnTo>
                    <a:pt x="90178" y="302497"/>
                  </a:lnTo>
                  <a:lnTo>
                    <a:pt x="103060" y="292536"/>
                  </a:lnTo>
                  <a:lnTo>
                    <a:pt x="115943" y="282585"/>
                  </a:lnTo>
                  <a:lnTo>
                    <a:pt x="128826" y="273089"/>
                  </a:lnTo>
                  <a:lnTo>
                    <a:pt x="141708" y="264038"/>
                  </a:lnTo>
                  <a:lnTo>
                    <a:pt x="154591" y="254975"/>
                  </a:lnTo>
                  <a:lnTo>
                    <a:pt x="167474" y="248093"/>
                  </a:lnTo>
                  <a:lnTo>
                    <a:pt x="180356" y="242289"/>
                  </a:lnTo>
                  <a:lnTo>
                    <a:pt x="193239" y="236748"/>
                  </a:lnTo>
                  <a:lnTo>
                    <a:pt x="206121" y="231466"/>
                  </a:lnTo>
                  <a:lnTo>
                    <a:pt x="219004" y="224789"/>
                  </a:lnTo>
                  <a:lnTo>
                    <a:pt x="231887" y="217511"/>
                  </a:lnTo>
                  <a:lnTo>
                    <a:pt x="244769" y="210664"/>
                  </a:lnTo>
                  <a:lnTo>
                    <a:pt x="257652" y="204237"/>
                  </a:lnTo>
                  <a:lnTo>
                    <a:pt x="270535" y="198219"/>
                  </a:lnTo>
                  <a:lnTo>
                    <a:pt x="283417" y="192602"/>
                  </a:lnTo>
                  <a:lnTo>
                    <a:pt x="296300" y="187374"/>
                  </a:lnTo>
                  <a:lnTo>
                    <a:pt x="309182" y="182524"/>
                  </a:lnTo>
                  <a:lnTo>
                    <a:pt x="322065" y="178663"/>
                  </a:lnTo>
                  <a:lnTo>
                    <a:pt x="334948" y="175131"/>
                  </a:lnTo>
                  <a:lnTo>
                    <a:pt x="347830" y="171890"/>
                  </a:lnTo>
                  <a:lnTo>
                    <a:pt x="360713" y="168929"/>
                  </a:lnTo>
                  <a:lnTo>
                    <a:pt x="373596" y="166136"/>
                  </a:lnTo>
                  <a:lnTo>
                    <a:pt x="386478" y="163163"/>
                  </a:lnTo>
                  <a:lnTo>
                    <a:pt x="399361" y="161636"/>
                  </a:lnTo>
                  <a:lnTo>
                    <a:pt x="412243" y="159703"/>
                  </a:lnTo>
                  <a:lnTo>
                    <a:pt x="425126" y="158002"/>
                  </a:lnTo>
                  <a:lnTo>
                    <a:pt x="438009" y="156524"/>
                  </a:lnTo>
                  <a:lnTo>
                    <a:pt x="450891" y="155259"/>
                  </a:lnTo>
                  <a:lnTo>
                    <a:pt x="463774" y="154198"/>
                  </a:lnTo>
                  <a:lnTo>
                    <a:pt x="476657" y="153457"/>
                  </a:lnTo>
                  <a:lnTo>
                    <a:pt x="489539" y="154176"/>
                  </a:lnTo>
                  <a:lnTo>
                    <a:pt x="502422" y="153724"/>
                  </a:lnTo>
                  <a:lnTo>
                    <a:pt x="515304" y="153462"/>
                  </a:lnTo>
                  <a:lnTo>
                    <a:pt x="528187" y="153426"/>
                  </a:lnTo>
                  <a:lnTo>
                    <a:pt x="541070" y="153604"/>
                  </a:lnTo>
                  <a:lnTo>
                    <a:pt x="553952" y="152097"/>
                  </a:lnTo>
                  <a:lnTo>
                    <a:pt x="566835" y="151880"/>
                  </a:lnTo>
                  <a:lnTo>
                    <a:pt x="579717" y="152216"/>
                  </a:lnTo>
                  <a:lnTo>
                    <a:pt x="592600" y="152660"/>
                  </a:lnTo>
                  <a:lnTo>
                    <a:pt x="605483" y="151794"/>
                  </a:lnTo>
                  <a:lnTo>
                    <a:pt x="618365" y="152584"/>
                  </a:lnTo>
                  <a:lnTo>
                    <a:pt x="631248" y="151557"/>
                  </a:lnTo>
                  <a:lnTo>
                    <a:pt x="644131" y="150698"/>
                  </a:lnTo>
                  <a:lnTo>
                    <a:pt x="657013" y="150008"/>
                  </a:lnTo>
                  <a:lnTo>
                    <a:pt x="669896" y="149502"/>
                  </a:lnTo>
                  <a:lnTo>
                    <a:pt x="682778" y="151416"/>
                  </a:lnTo>
                  <a:lnTo>
                    <a:pt x="695661" y="153364"/>
                  </a:lnTo>
                  <a:lnTo>
                    <a:pt x="708544" y="155335"/>
                  </a:lnTo>
                  <a:lnTo>
                    <a:pt x="721426" y="156271"/>
                  </a:lnTo>
                  <a:lnTo>
                    <a:pt x="734309" y="156930"/>
                  </a:lnTo>
                  <a:lnTo>
                    <a:pt x="747192" y="157625"/>
                  </a:lnTo>
                  <a:lnTo>
                    <a:pt x="760074" y="158232"/>
                  </a:lnTo>
                  <a:lnTo>
                    <a:pt x="772957" y="158832"/>
                  </a:lnTo>
                  <a:lnTo>
                    <a:pt x="785839" y="159416"/>
                  </a:lnTo>
                  <a:lnTo>
                    <a:pt x="798722" y="159975"/>
                  </a:lnTo>
                  <a:lnTo>
                    <a:pt x="811605" y="160508"/>
                  </a:lnTo>
                  <a:lnTo>
                    <a:pt x="824487" y="161015"/>
                  </a:lnTo>
                  <a:lnTo>
                    <a:pt x="837370" y="161494"/>
                  </a:lnTo>
                  <a:lnTo>
                    <a:pt x="850253" y="161945"/>
                  </a:lnTo>
                  <a:lnTo>
                    <a:pt x="863135" y="163122"/>
                  </a:lnTo>
                  <a:lnTo>
                    <a:pt x="876018" y="164301"/>
                  </a:lnTo>
                  <a:lnTo>
                    <a:pt x="888900" y="165341"/>
                  </a:lnTo>
                  <a:lnTo>
                    <a:pt x="901783" y="166482"/>
                  </a:lnTo>
                  <a:lnTo>
                    <a:pt x="914666" y="167702"/>
                  </a:lnTo>
                  <a:lnTo>
                    <a:pt x="927548" y="168781"/>
                  </a:lnTo>
                  <a:lnTo>
                    <a:pt x="940431" y="169827"/>
                  </a:lnTo>
                  <a:lnTo>
                    <a:pt x="953314" y="170837"/>
                  </a:lnTo>
                  <a:lnTo>
                    <a:pt x="966196" y="171810"/>
                  </a:lnTo>
                  <a:lnTo>
                    <a:pt x="979079" y="172741"/>
                  </a:lnTo>
                  <a:lnTo>
                    <a:pt x="991961" y="173628"/>
                  </a:lnTo>
                  <a:lnTo>
                    <a:pt x="1004844" y="174469"/>
                  </a:lnTo>
                  <a:lnTo>
                    <a:pt x="1017727" y="175259"/>
                  </a:lnTo>
                  <a:lnTo>
                    <a:pt x="1030609" y="175997"/>
                  </a:lnTo>
                  <a:lnTo>
                    <a:pt x="1043492" y="176680"/>
                  </a:lnTo>
                  <a:lnTo>
                    <a:pt x="1056375" y="177304"/>
                  </a:lnTo>
                  <a:lnTo>
                    <a:pt x="1069257" y="176569"/>
                  </a:lnTo>
                  <a:lnTo>
                    <a:pt x="1082140" y="177006"/>
                  </a:lnTo>
                  <a:lnTo>
                    <a:pt x="1095022" y="177706"/>
                  </a:lnTo>
                  <a:lnTo>
                    <a:pt x="1107905" y="178338"/>
                  </a:lnTo>
                  <a:lnTo>
                    <a:pt x="1120788" y="178899"/>
                  </a:lnTo>
                  <a:lnTo>
                    <a:pt x="1133670" y="179387"/>
                  </a:lnTo>
                  <a:lnTo>
                    <a:pt x="1146553" y="179792"/>
                  </a:lnTo>
                  <a:lnTo>
                    <a:pt x="1159435" y="179600"/>
                  </a:lnTo>
                  <a:lnTo>
                    <a:pt x="1172318" y="178083"/>
                  </a:lnTo>
                  <a:lnTo>
                    <a:pt x="1185201" y="178161"/>
                  </a:lnTo>
                  <a:lnTo>
                    <a:pt x="1198083" y="178444"/>
                  </a:lnTo>
                  <a:lnTo>
                    <a:pt x="1210966" y="176960"/>
                  </a:lnTo>
                  <a:lnTo>
                    <a:pt x="1223849" y="175228"/>
                  </a:lnTo>
                  <a:lnTo>
                    <a:pt x="1236731" y="173408"/>
                  </a:lnTo>
                  <a:lnTo>
                    <a:pt x="1249614" y="171500"/>
                  </a:lnTo>
                  <a:lnTo>
                    <a:pt x="1262496" y="169501"/>
                  </a:lnTo>
                  <a:lnTo>
                    <a:pt x="1275379" y="167410"/>
                  </a:lnTo>
                  <a:lnTo>
                    <a:pt x="1288262" y="165225"/>
                  </a:lnTo>
                  <a:lnTo>
                    <a:pt x="1301144" y="164430"/>
                  </a:lnTo>
                  <a:lnTo>
                    <a:pt x="1314027" y="162862"/>
                  </a:lnTo>
                  <a:lnTo>
                    <a:pt x="1326910" y="160507"/>
                  </a:lnTo>
                  <a:lnTo>
                    <a:pt x="1339792" y="158091"/>
                  </a:lnTo>
                  <a:lnTo>
                    <a:pt x="1352675" y="155617"/>
                  </a:lnTo>
                  <a:lnTo>
                    <a:pt x="1365557" y="153084"/>
                  </a:lnTo>
                  <a:lnTo>
                    <a:pt x="1378440" y="150495"/>
                  </a:lnTo>
                  <a:lnTo>
                    <a:pt x="1391323" y="147850"/>
                  </a:lnTo>
                  <a:lnTo>
                    <a:pt x="1404205" y="145151"/>
                  </a:lnTo>
                  <a:lnTo>
                    <a:pt x="1417088" y="142877"/>
                  </a:lnTo>
                  <a:lnTo>
                    <a:pt x="1429971" y="140824"/>
                  </a:lnTo>
                  <a:lnTo>
                    <a:pt x="1442853" y="138764"/>
                  </a:lnTo>
                  <a:lnTo>
                    <a:pt x="1455736" y="136700"/>
                  </a:lnTo>
                  <a:lnTo>
                    <a:pt x="1468618" y="134633"/>
                  </a:lnTo>
                  <a:lnTo>
                    <a:pt x="1481501" y="131708"/>
                  </a:lnTo>
                  <a:lnTo>
                    <a:pt x="1494384" y="129003"/>
                  </a:lnTo>
                  <a:lnTo>
                    <a:pt x="1507266" y="126849"/>
                  </a:lnTo>
                  <a:lnTo>
                    <a:pt x="1520149" y="120483"/>
                  </a:lnTo>
                  <a:lnTo>
                    <a:pt x="1533032" y="116609"/>
                  </a:lnTo>
                  <a:lnTo>
                    <a:pt x="1545914" y="112670"/>
                  </a:lnTo>
                  <a:lnTo>
                    <a:pt x="1558797" y="108982"/>
                  </a:lnTo>
                  <a:lnTo>
                    <a:pt x="1571679" y="104600"/>
                  </a:lnTo>
                  <a:lnTo>
                    <a:pt x="1584562" y="100501"/>
                  </a:lnTo>
                  <a:lnTo>
                    <a:pt x="1597445" y="96401"/>
                  </a:lnTo>
                  <a:lnTo>
                    <a:pt x="1610327" y="91064"/>
                  </a:lnTo>
                  <a:lnTo>
                    <a:pt x="1623210" y="86593"/>
                  </a:lnTo>
                  <a:lnTo>
                    <a:pt x="1636092" y="83052"/>
                  </a:lnTo>
                  <a:lnTo>
                    <a:pt x="1648975" y="78179"/>
                  </a:lnTo>
                  <a:lnTo>
                    <a:pt x="1661858" y="71819"/>
                  </a:lnTo>
                  <a:lnTo>
                    <a:pt x="1674740" y="65466"/>
                  </a:lnTo>
                  <a:lnTo>
                    <a:pt x="1687623" y="59156"/>
                  </a:lnTo>
                  <a:lnTo>
                    <a:pt x="1700506" y="52927"/>
                  </a:lnTo>
                  <a:lnTo>
                    <a:pt x="1713388" y="46818"/>
                  </a:lnTo>
                  <a:lnTo>
                    <a:pt x="1726271" y="40868"/>
                  </a:lnTo>
                  <a:lnTo>
                    <a:pt x="1739153" y="36659"/>
                  </a:lnTo>
                  <a:lnTo>
                    <a:pt x="1752036" y="32760"/>
                  </a:lnTo>
                  <a:lnTo>
                    <a:pt x="1764919" y="29792"/>
                  </a:lnTo>
                  <a:lnTo>
                    <a:pt x="1777801" y="26024"/>
                  </a:lnTo>
                  <a:lnTo>
                    <a:pt x="1790684" y="23251"/>
                  </a:lnTo>
                  <a:lnTo>
                    <a:pt x="1803567" y="20918"/>
                  </a:lnTo>
                  <a:lnTo>
                    <a:pt x="1816449" y="16087"/>
                  </a:lnTo>
                  <a:lnTo>
                    <a:pt x="1829332" y="11363"/>
                  </a:lnTo>
                  <a:lnTo>
                    <a:pt x="1842214" y="7048"/>
                  </a:lnTo>
                  <a:lnTo>
                    <a:pt x="1855097" y="3176"/>
                  </a:lnTo>
                  <a:lnTo>
                    <a:pt x="1867980" y="180"/>
                  </a:lnTo>
                  <a:lnTo>
                    <a:pt x="1880862" y="20"/>
                  </a:lnTo>
                  <a:lnTo>
                    <a:pt x="1893745" y="516"/>
                  </a:lnTo>
                  <a:lnTo>
                    <a:pt x="1906628" y="1701"/>
                  </a:lnTo>
                  <a:lnTo>
                    <a:pt x="1919510" y="2145"/>
                  </a:lnTo>
                  <a:lnTo>
                    <a:pt x="1932393" y="0"/>
                  </a:lnTo>
                  <a:lnTo>
                    <a:pt x="1945275" y="264"/>
                  </a:lnTo>
                  <a:lnTo>
                    <a:pt x="1958158" y="3591"/>
                  </a:lnTo>
                  <a:lnTo>
                    <a:pt x="1971041" y="7793"/>
                  </a:lnTo>
                  <a:lnTo>
                    <a:pt x="1983923" y="12906"/>
                  </a:lnTo>
                  <a:lnTo>
                    <a:pt x="1996806" y="14327"/>
                  </a:lnTo>
                  <a:lnTo>
                    <a:pt x="2009689" y="13557"/>
                  </a:lnTo>
                  <a:lnTo>
                    <a:pt x="2022571" y="10900"/>
                  </a:lnTo>
                  <a:lnTo>
                    <a:pt x="2035454" y="13385"/>
                  </a:lnTo>
                  <a:lnTo>
                    <a:pt x="2048336" y="13085"/>
                  </a:lnTo>
                  <a:lnTo>
                    <a:pt x="2061219" y="12788"/>
                  </a:lnTo>
                  <a:lnTo>
                    <a:pt x="2074102" y="13906"/>
                  </a:lnTo>
                  <a:lnTo>
                    <a:pt x="2086984" y="19081"/>
                  </a:lnTo>
                  <a:lnTo>
                    <a:pt x="2099867" y="24103"/>
                  </a:lnTo>
                  <a:lnTo>
                    <a:pt x="2112750" y="25275"/>
                  </a:lnTo>
                  <a:lnTo>
                    <a:pt x="2125632" y="29280"/>
                  </a:lnTo>
                  <a:lnTo>
                    <a:pt x="2138515" y="33918"/>
                  </a:lnTo>
                  <a:lnTo>
                    <a:pt x="2151397" y="35009"/>
                  </a:lnTo>
                  <a:lnTo>
                    <a:pt x="2164280" y="41309"/>
                  </a:lnTo>
                  <a:lnTo>
                    <a:pt x="2177163" y="48253"/>
                  </a:lnTo>
                  <a:lnTo>
                    <a:pt x="2190045" y="54314"/>
                  </a:lnTo>
                  <a:lnTo>
                    <a:pt x="2202928" y="56735"/>
                  </a:lnTo>
                  <a:lnTo>
                    <a:pt x="2215810" y="53923"/>
                  </a:lnTo>
                  <a:lnTo>
                    <a:pt x="2228693" y="51064"/>
                  </a:lnTo>
                  <a:lnTo>
                    <a:pt x="2241576" y="48158"/>
                  </a:lnTo>
                  <a:lnTo>
                    <a:pt x="2254458" y="45202"/>
                  </a:lnTo>
                  <a:lnTo>
                    <a:pt x="2267341" y="47007"/>
                  </a:lnTo>
                  <a:lnTo>
                    <a:pt x="2280224" y="51981"/>
                  </a:lnTo>
                  <a:lnTo>
                    <a:pt x="2293106" y="57334"/>
                  </a:lnTo>
                  <a:lnTo>
                    <a:pt x="2305989" y="63076"/>
                  </a:lnTo>
                  <a:lnTo>
                    <a:pt x="2305989" y="939892"/>
                  </a:lnTo>
                  <a:lnTo>
                    <a:pt x="2293106" y="887655"/>
                  </a:lnTo>
                  <a:lnTo>
                    <a:pt x="2280224" y="834581"/>
                  </a:lnTo>
                  <a:lnTo>
                    <a:pt x="2267341" y="783727"/>
                  </a:lnTo>
                  <a:lnTo>
                    <a:pt x="2254458" y="735138"/>
                  </a:lnTo>
                  <a:lnTo>
                    <a:pt x="2241576" y="688771"/>
                  </a:lnTo>
                  <a:lnTo>
                    <a:pt x="2228693" y="644577"/>
                  </a:lnTo>
                  <a:lnTo>
                    <a:pt x="2215810" y="602511"/>
                  </a:lnTo>
                  <a:lnTo>
                    <a:pt x="2202928" y="562528"/>
                  </a:lnTo>
                  <a:lnTo>
                    <a:pt x="2190045" y="522033"/>
                  </a:lnTo>
                  <a:lnTo>
                    <a:pt x="2177163" y="487367"/>
                  </a:lnTo>
                  <a:lnTo>
                    <a:pt x="2164280" y="455199"/>
                  </a:lnTo>
                  <a:lnTo>
                    <a:pt x="2151397" y="428461"/>
                  </a:lnTo>
                  <a:lnTo>
                    <a:pt x="2138515" y="395009"/>
                  </a:lnTo>
                  <a:lnTo>
                    <a:pt x="2125632" y="363782"/>
                  </a:lnTo>
                  <a:lnTo>
                    <a:pt x="2112750" y="341822"/>
                  </a:lnTo>
                  <a:lnTo>
                    <a:pt x="2099867" y="321382"/>
                  </a:lnTo>
                  <a:lnTo>
                    <a:pt x="2086984" y="302236"/>
                  </a:lnTo>
                  <a:lnTo>
                    <a:pt x="2074102" y="288380"/>
                  </a:lnTo>
                  <a:lnTo>
                    <a:pt x="2061219" y="275051"/>
                  </a:lnTo>
                  <a:lnTo>
                    <a:pt x="2048336" y="258468"/>
                  </a:lnTo>
                  <a:lnTo>
                    <a:pt x="2035454" y="245801"/>
                  </a:lnTo>
                  <a:lnTo>
                    <a:pt x="2022571" y="236292"/>
                  </a:lnTo>
                  <a:lnTo>
                    <a:pt x="2009689" y="226213"/>
                  </a:lnTo>
                  <a:lnTo>
                    <a:pt x="1996806" y="213823"/>
                  </a:lnTo>
                  <a:lnTo>
                    <a:pt x="1983923" y="202261"/>
                  </a:lnTo>
                  <a:lnTo>
                    <a:pt x="1971041" y="192726"/>
                  </a:lnTo>
                  <a:lnTo>
                    <a:pt x="1958158" y="188301"/>
                  </a:lnTo>
                  <a:lnTo>
                    <a:pt x="1945275" y="183384"/>
                  </a:lnTo>
                  <a:lnTo>
                    <a:pt x="1932393" y="180009"/>
                  </a:lnTo>
                  <a:lnTo>
                    <a:pt x="1919510" y="173518"/>
                  </a:lnTo>
                  <a:lnTo>
                    <a:pt x="1906628" y="170949"/>
                  </a:lnTo>
                  <a:lnTo>
                    <a:pt x="1893745" y="170165"/>
                  </a:lnTo>
                  <a:lnTo>
                    <a:pt x="1880862" y="169697"/>
                  </a:lnTo>
                  <a:lnTo>
                    <a:pt x="1867980" y="168458"/>
                  </a:lnTo>
                  <a:lnTo>
                    <a:pt x="1855097" y="168711"/>
                  </a:lnTo>
                  <a:lnTo>
                    <a:pt x="1842214" y="169889"/>
                  </a:lnTo>
                  <a:lnTo>
                    <a:pt x="1829332" y="171134"/>
                  </a:lnTo>
                  <a:lnTo>
                    <a:pt x="1816449" y="172443"/>
                  </a:lnTo>
                  <a:lnTo>
                    <a:pt x="1803567" y="173813"/>
                  </a:lnTo>
                  <a:lnTo>
                    <a:pt x="1790684" y="175240"/>
                  </a:lnTo>
                  <a:lnTo>
                    <a:pt x="1777801" y="176721"/>
                  </a:lnTo>
                  <a:lnTo>
                    <a:pt x="1764919" y="178254"/>
                  </a:lnTo>
                  <a:lnTo>
                    <a:pt x="1752036" y="179834"/>
                  </a:lnTo>
                  <a:lnTo>
                    <a:pt x="1739153" y="181602"/>
                  </a:lnTo>
                  <a:lnTo>
                    <a:pt x="1726271" y="183126"/>
                  </a:lnTo>
                  <a:lnTo>
                    <a:pt x="1713388" y="184974"/>
                  </a:lnTo>
                  <a:lnTo>
                    <a:pt x="1700506" y="187225"/>
                  </a:lnTo>
                  <a:lnTo>
                    <a:pt x="1687623" y="189550"/>
                  </a:lnTo>
                  <a:lnTo>
                    <a:pt x="1674740" y="191931"/>
                  </a:lnTo>
                  <a:lnTo>
                    <a:pt x="1661858" y="194353"/>
                  </a:lnTo>
                  <a:lnTo>
                    <a:pt x="1648975" y="197556"/>
                  </a:lnTo>
                  <a:lnTo>
                    <a:pt x="1636092" y="201121"/>
                  </a:lnTo>
                  <a:lnTo>
                    <a:pt x="1623210" y="205153"/>
                  </a:lnTo>
                  <a:lnTo>
                    <a:pt x="1610327" y="210886"/>
                  </a:lnTo>
                  <a:lnTo>
                    <a:pt x="1597445" y="216490"/>
                  </a:lnTo>
                  <a:lnTo>
                    <a:pt x="1584562" y="221923"/>
                  </a:lnTo>
                  <a:lnTo>
                    <a:pt x="1571679" y="227146"/>
                  </a:lnTo>
                  <a:lnTo>
                    <a:pt x="1558797" y="229228"/>
                  </a:lnTo>
                  <a:lnTo>
                    <a:pt x="1545914" y="230062"/>
                  </a:lnTo>
                  <a:lnTo>
                    <a:pt x="1533032" y="230864"/>
                  </a:lnTo>
                  <a:lnTo>
                    <a:pt x="1520149" y="235091"/>
                  </a:lnTo>
                  <a:lnTo>
                    <a:pt x="1507266" y="239817"/>
                  </a:lnTo>
                  <a:lnTo>
                    <a:pt x="1494384" y="242190"/>
                  </a:lnTo>
                  <a:lnTo>
                    <a:pt x="1481501" y="244148"/>
                  </a:lnTo>
                  <a:lnTo>
                    <a:pt x="1468618" y="246011"/>
                  </a:lnTo>
                  <a:lnTo>
                    <a:pt x="1455736" y="247779"/>
                  </a:lnTo>
                  <a:lnTo>
                    <a:pt x="1442853" y="249456"/>
                  </a:lnTo>
                  <a:lnTo>
                    <a:pt x="1429971" y="251644"/>
                  </a:lnTo>
                  <a:lnTo>
                    <a:pt x="1417088" y="255147"/>
                  </a:lnTo>
                  <a:lnTo>
                    <a:pt x="1404205" y="257805"/>
                  </a:lnTo>
                  <a:lnTo>
                    <a:pt x="1391323" y="259163"/>
                  </a:lnTo>
                  <a:lnTo>
                    <a:pt x="1378440" y="261659"/>
                  </a:lnTo>
                  <a:lnTo>
                    <a:pt x="1365557" y="264069"/>
                  </a:lnTo>
                  <a:lnTo>
                    <a:pt x="1352675" y="266347"/>
                  </a:lnTo>
                  <a:lnTo>
                    <a:pt x="1339792" y="268495"/>
                  </a:lnTo>
                  <a:lnTo>
                    <a:pt x="1326910" y="270517"/>
                  </a:lnTo>
                  <a:lnTo>
                    <a:pt x="1314027" y="272415"/>
                  </a:lnTo>
                  <a:lnTo>
                    <a:pt x="1301144" y="274193"/>
                  </a:lnTo>
                  <a:lnTo>
                    <a:pt x="1288262" y="275853"/>
                  </a:lnTo>
                  <a:lnTo>
                    <a:pt x="1275379" y="277397"/>
                  </a:lnTo>
                  <a:lnTo>
                    <a:pt x="1262496" y="278830"/>
                  </a:lnTo>
                  <a:lnTo>
                    <a:pt x="1249614" y="280154"/>
                  </a:lnTo>
                  <a:lnTo>
                    <a:pt x="1236731" y="281372"/>
                  </a:lnTo>
                  <a:lnTo>
                    <a:pt x="1223849" y="282393"/>
                  </a:lnTo>
                  <a:lnTo>
                    <a:pt x="1210966" y="283421"/>
                  </a:lnTo>
                  <a:lnTo>
                    <a:pt x="1198083" y="284311"/>
                  </a:lnTo>
                  <a:lnTo>
                    <a:pt x="1185201" y="285067"/>
                  </a:lnTo>
                  <a:lnTo>
                    <a:pt x="1172318" y="285691"/>
                  </a:lnTo>
                  <a:lnTo>
                    <a:pt x="1159435" y="285769"/>
                  </a:lnTo>
                  <a:lnTo>
                    <a:pt x="1146553" y="285610"/>
                  </a:lnTo>
                  <a:lnTo>
                    <a:pt x="1133670" y="285483"/>
                  </a:lnTo>
                  <a:lnTo>
                    <a:pt x="1120788" y="285859"/>
                  </a:lnTo>
                  <a:lnTo>
                    <a:pt x="1107905" y="285268"/>
                  </a:lnTo>
                  <a:lnTo>
                    <a:pt x="1095022" y="284625"/>
                  </a:lnTo>
                  <a:lnTo>
                    <a:pt x="1082140" y="284260"/>
                  </a:lnTo>
                  <a:lnTo>
                    <a:pt x="1069257" y="284421"/>
                  </a:lnTo>
                  <a:lnTo>
                    <a:pt x="1056375" y="284489"/>
                  </a:lnTo>
                  <a:lnTo>
                    <a:pt x="1043492" y="284762"/>
                  </a:lnTo>
                  <a:lnTo>
                    <a:pt x="1030609" y="284627"/>
                  </a:lnTo>
                  <a:lnTo>
                    <a:pt x="1017727" y="284150"/>
                  </a:lnTo>
                  <a:lnTo>
                    <a:pt x="1004844" y="283863"/>
                  </a:lnTo>
                  <a:lnTo>
                    <a:pt x="991961" y="283765"/>
                  </a:lnTo>
                  <a:lnTo>
                    <a:pt x="979079" y="283711"/>
                  </a:lnTo>
                  <a:lnTo>
                    <a:pt x="966196" y="283544"/>
                  </a:lnTo>
                  <a:lnTo>
                    <a:pt x="953314" y="282938"/>
                  </a:lnTo>
                  <a:lnTo>
                    <a:pt x="940431" y="282052"/>
                  </a:lnTo>
                  <a:lnTo>
                    <a:pt x="927548" y="281073"/>
                  </a:lnTo>
                  <a:lnTo>
                    <a:pt x="914666" y="280002"/>
                  </a:lnTo>
                  <a:lnTo>
                    <a:pt x="901783" y="279473"/>
                  </a:lnTo>
                  <a:lnTo>
                    <a:pt x="888900" y="279033"/>
                  </a:lnTo>
                  <a:lnTo>
                    <a:pt x="876018" y="278568"/>
                  </a:lnTo>
                  <a:lnTo>
                    <a:pt x="863135" y="277954"/>
                  </a:lnTo>
                  <a:lnTo>
                    <a:pt x="850253" y="276704"/>
                  </a:lnTo>
                  <a:lnTo>
                    <a:pt x="837370" y="275327"/>
                  </a:lnTo>
                  <a:lnTo>
                    <a:pt x="824487" y="274466"/>
                  </a:lnTo>
                  <a:lnTo>
                    <a:pt x="811605" y="274393"/>
                  </a:lnTo>
                  <a:lnTo>
                    <a:pt x="798722" y="274243"/>
                  </a:lnTo>
                  <a:lnTo>
                    <a:pt x="785839" y="274015"/>
                  </a:lnTo>
                  <a:lnTo>
                    <a:pt x="772957" y="273707"/>
                  </a:lnTo>
                  <a:lnTo>
                    <a:pt x="760074" y="273318"/>
                  </a:lnTo>
                  <a:lnTo>
                    <a:pt x="747192" y="272851"/>
                  </a:lnTo>
                  <a:lnTo>
                    <a:pt x="734309" y="271603"/>
                  </a:lnTo>
                  <a:lnTo>
                    <a:pt x="721426" y="270147"/>
                  </a:lnTo>
                  <a:lnTo>
                    <a:pt x="708544" y="268558"/>
                  </a:lnTo>
                  <a:lnTo>
                    <a:pt x="695661" y="268731"/>
                  </a:lnTo>
                  <a:lnTo>
                    <a:pt x="682778" y="269069"/>
                  </a:lnTo>
                  <a:lnTo>
                    <a:pt x="669896" y="268970"/>
                  </a:lnTo>
                  <a:lnTo>
                    <a:pt x="657013" y="268238"/>
                  </a:lnTo>
                  <a:lnTo>
                    <a:pt x="644131" y="267882"/>
                  </a:lnTo>
                  <a:lnTo>
                    <a:pt x="631248" y="268670"/>
                  </a:lnTo>
                  <a:lnTo>
                    <a:pt x="618365" y="269118"/>
                  </a:lnTo>
                  <a:lnTo>
                    <a:pt x="605483" y="269047"/>
                  </a:lnTo>
                  <a:lnTo>
                    <a:pt x="592600" y="269060"/>
                  </a:lnTo>
                  <a:lnTo>
                    <a:pt x="579717" y="269166"/>
                  </a:lnTo>
                  <a:lnTo>
                    <a:pt x="566835" y="269765"/>
                  </a:lnTo>
                  <a:lnTo>
                    <a:pt x="553952" y="272011"/>
                  </a:lnTo>
                  <a:lnTo>
                    <a:pt x="541070" y="274358"/>
                  </a:lnTo>
                  <a:lnTo>
                    <a:pt x="528187" y="276804"/>
                  </a:lnTo>
                  <a:lnTo>
                    <a:pt x="515304" y="279220"/>
                  </a:lnTo>
                  <a:lnTo>
                    <a:pt x="502422" y="280849"/>
                  </a:lnTo>
                  <a:lnTo>
                    <a:pt x="489539" y="282583"/>
                  </a:lnTo>
                  <a:lnTo>
                    <a:pt x="476657" y="284144"/>
                  </a:lnTo>
                  <a:lnTo>
                    <a:pt x="463774" y="285431"/>
                  </a:lnTo>
                  <a:lnTo>
                    <a:pt x="450891" y="287546"/>
                  </a:lnTo>
                  <a:lnTo>
                    <a:pt x="438009" y="290655"/>
                  </a:lnTo>
                  <a:lnTo>
                    <a:pt x="425126" y="292976"/>
                  </a:lnTo>
                  <a:lnTo>
                    <a:pt x="412243" y="295426"/>
                  </a:lnTo>
                  <a:lnTo>
                    <a:pt x="399361" y="298009"/>
                  </a:lnTo>
                  <a:lnTo>
                    <a:pt x="386478" y="300729"/>
                  </a:lnTo>
                  <a:lnTo>
                    <a:pt x="373596" y="303956"/>
                  </a:lnTo>
                  <a:lnTo>
                    <a:pt x="360713" y="308911"/>
                  </a:lnTo>
                  <a:lnTo>
                    <a:pt x="347830" y="314185"/>
                  </a:lnTo>
                  <a:lnTo>
                    <a:pt x="334948" y="318379"/>
                  </a:lnTo>
                  <a:lnTo>
                    <a:pt x="322065" y="322191"/>
                  </a:lnTo>
                  <a:lnTo>
                    <a:pt x="309182" y="326475"/>
                  </a:lnTo>
                  <a:lnTo>
                    <a:pt x="296300" y="331879"/>
                  </a:lnTo>
                  <a:lnTo>
                    <a:pt x="283417" y="337532"/>
                  </a:lnTo>
                  <a:lnTo>
                    <a:pt x="270535" y="343439"/>
                  </a:lnTo>
                  <a:lnTo>
                    <a:pt x="257652" y="349604"/>
                  </a:lnTo>
                  <a:lnTo>
                    <a:pt x="244769" y="355965"/>
                  </a:lnTo>
                  <a:lnTo>
                    <a:pt x="231887" y="361445"/>
                  </a:lnTo>
                  <a:lnTo>
                    <a:pt x="219004" y="366392"/>
                  </a:lnTo>
                  <a:lnTo>
                    <a:pt x="206121" y="371448"/>
                  </a:lnTo>
                  <a:lnTo>
                    <a:pt x="193239" y="376613"/>
                  </a:lnTo>
                  <a:lnTo>
                    <a:pt x="180356" y="381887"/>
                  </a:lnTo>
                  <a:lnTo>
                    <a:pt x="167474" y="387271"/>
                  </a:lnTo>
                  <a:lnTo>
                    <a:pt x="154591" y="396618"/>
                  </a:lnTo>
                  <a:lnTo>
                    <a:pt x="141708" y="405892"/>
                  </a:lnTo>
                  <a:lnTo>
                    <a:pt x="128826" y="416890"/>
                  </a:lnTo>
                  <a:lnTo>
                    <a:pt x="115943" y="428372"/>
                  </a:lnTo>
                  <a:lnTo>
                    <a:pt x="103060" y="440349"/>
                  </a:lnTo>
                  <a:lnTo>
                    <a:pt x="90178" y="452831"/>
                  </a:lnTo>
                  <a:lnTo>
                    <a:pt x="77295" y="465512"/>
                  </a:lnTo>
                  <a:lnTo>
                    <a:pt x="64413" y="481545"/>
                  </a:lnTo>
                  <a:lnTo>
                    <a:pt x="51530" y="498900"/>
                  </a:lnTo>
                  <a:lnTo>
                    <a:pt x="38647" y="516935"/>
                  </a:lnTo>
                  <a:lnTo>
                    <a:pt x="25765" y="533305"/>
                  </a:lnTo>
                  <a:lnTo>
                    <a:pt x="12882" y="550319"/>
                  </a:lnTo>
                  <a:lnTo>
                    <a:pt x="0" y="567988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3776200" y="2169565"/>
              <a:ext cx="2305989" cy="368568"/>
            </a:xfrm>
            <a:custGeom>
              <a:avLst/>
              <a:pathLst>
                <a:path w="2305989" h="368568">
                  <a:moveTo>
                    <a:pt x="0" y="368568"/>
                  </a:moveTo>
                  <a:lnTo>
                    <a:pt x="12882" y="360440"/>
                  </a:lnTo>
                  <a:lnTo>
                    <a:pt x="25765" y="353160"/>
                  </a:lnTo>
                  <a:lnTo>
                    <a:pt x="38647" y="347101"/>
                  </a:lnTo>
                  <a:lnTo>
                    <a:pt x="51530" y="337083"/>
                  </a:lnTo>
                  <a:lnTo>
                    <a:pt x="64413" y="325233"/>
                  </a:lnTo>
                  <a:lnTo>
                    <a:pt x="77295" y="313842"/>
                  </a:lnTo>
                  <a:lnTo>
                    <a:pt x="90178" y="302497"/>
                  </a:lnTo>
                  <a:lnTo>
                    <a:pt x="103060" y="292536"/>
                  </a:lnTo>
                  <a:lnTo>
                    <a:pt x="115943" y="282585"/>
                  </a:lnTo>
                  <a:lnTo>
                    <a:pt x="128826" y="273089"/>
                  </a:lnTo>
                  <a:lnTo>
                    <a:pt x="141708" y="264038"/>
                  </a:lnTo>
                  <a:lnTo>
                    <a:pt x="154591" y="254975"/>
                  </a:lnTo>
                  <a:lnTo>
                    <a:pt x="167474" y="248093"/>
                  </a:lnTo>
                  <a:lnTo>
                    <a:pt x="180356" y="242289"/>
                  </a:lnTo>
                  <a:lnTo>
                    <a:pt x="193239" y="236748"/>
                  </a:lnTo>
                  <a:lnTo>
                    <a:pt x="206121" y="231466"/>
                  </a:lnTo>
                  <a:lnTo>
                    <a:pt x="219004" y="224789"/>
                  </a:lnTo>
                  <a:lnTo>
                    <a:pt x="231887" y="217511"/>
                  </a:lnTo>
                  <a:lnTo>
                    <a:pt x="244769" y="210664"/>
                  </a:lnTo>
                  <a:lnTo>
                    <a:pt x="257652" y="204237"/>
                  </a:lnTo>
                  <a:lnTo>
                    <a:pt x="270535" y="198219"/>
                  </a:lnTo>
                  <a:lnTo>
                    <a:pt x="283417" y="192602"/>
                  </a:lnTo>
                  <a:lnTo>
                    <a:pt x="296300" y="187374"/>
                  </a:lnTo>
                  <a:lnTo>
                    <a:pt x="309182" y="182524"/>
                  </a:lnTo>
                  <a:lnTo>
                    <a:pt x="322065" y="178663"/>
                  </a:lnTo>
                  <a:lnTo>
                    <a:pt x="334948" y="175131"/>
                  </a:lnTo>
                  <a:lnTo>
                    <a:pt x="347830" y="171890"/>
                  </a:lnTo>
                  <a:lnTo>
                    <a:pt x="360713" y="168929"/>
                  </a:lnTo>
                  <a:lnTo>
                    <a:pt x="373596" y="166136"/>
                  </a:lnTo>
                  <a:lnTo>
                    <a:pt x="386478" y="163163"/>
                  </a:lnTo>
                  <a:lnTo>
                    <a:pt x="399361" y="161636"/>
                  </a:lnTo>
                  <a:lnTo>
                    <a:pt x="412243" y="159703"/>
                  </a:lnTo>
                  <a:lnTo>
                    <a:pt x="425126" y="158002"/>
                  </a:lnTo>
                  <a:lnTo>
                    <a:pt x="438009" y="156524"/>
                  </a:lnTo>
                  <a:lnTo>
                    <a:pt x="450891" y="155259"/>
                  </a:lnTo>
                  <a:lnTo>
                    <a:pt x="463774" y="154198"/>
                  </a:lnTo>
                  <a:lnTo>
                    <a:pt x="476657" y="153457"/>
                  </a:lnTo>
                  <a:lnTo>
                    <a:pt x="489539" y="154176"/>
                  </a:lnTo>
                  <a:lnTo>
                    <a:pt x="502422" y="153724"/>
                  </a:lnTo>
                  <a:lnTo>
                    <a:pt x="515304" y="153462"/>
                  </a:lnTo>
                  <a:lnTo>
                    <a:pt x="528187" y="153426"/>
                  </a:lnTo>
                  <a:lnTo>
                    <a:pt x="541070" y="153604"/>
                  </a:lnTo>
                  <a:lnTo>
                    <a:pt x="553952" y="152097"/>
                  </a:lnTo>
                  <a:lnTo>
                    <a:pt x="566835" y="151880"/>
                  </a:lnTo>
                  <a:lnTo>
                    <a:pt x="579717" y="152216"/>
                  </a:lnTo>
                  <a:lnTo>
                    <a:pt x="592600" y="152660"/>
                  </a:lnTo>
                  <a:lnTo>
                    <a:pt x="605483" y="151794"/>
                  </a:lnTo>
                  <a:lnTo>
                    <a:pt x="618365" y="152584"/>
                  </a:lnTo>
                  <a:lnTo>
                    <a:pt x="631248" y="151557"/>
                  </a:lnTo>
                  <a:lnTo>
                    <a:pt x="644131" y="150698"/>
                  </a:lnTo>
                  <a:lnTo>
                    <a:pt x="657013" y="150008"/>
                  </a:lnTo>
                  <a:lnTo>
                    <a:pt x="669896" y="149502"/>
                  </a:lnTo>
                  <a:lnTo>
                    <a:pt x="682778" y="151416"/>
                  </a:lnTo>
                  <a:lnTo>
                    <a:pt x="695661" y="153364"/>
                  </a:lnTo>
                  <a:lnTo>
                    <a:pt x="708544" y="155335"/>
                  </a:lnTo>
                  <a:lnTo>
                    <a:pt x="721426" y="156271"/>
                  </a:lnTo>
                  <a:lnTo>
                    <a:pt x="734309" y="156930"/>
                  </a:lnTo>
                  <a:lnTo>
                    <a:pt x="747192" y="157625"/>
                  </a:lnTo>
                  <a:lnTo>
                    <a:pt x="760074" y="158232"/>
                  </a:lnTo>
                  <a:lnTo>
                    <a:pt x="772957" y="158832"/>
                  </a:lnTo>
                  <a:lnTo>
                    <a:pt x="785839" y="159416"/>
                  </a:lnTo>
                  <a:lnTo>
                    <a:pt x="798722" y="159975"/>
                  </a:lnTo>
                  <a:lnTo>
                    <a:pt x="811605" y="160508"/>
                  </a:lnTo>
                  <a:lnTo>
                    <a:pt x="824487" y="161015"/>
                  </a:lnTo>
                  <a:lnTo>
                    <a:pt x="837370" y="161494"/>
                  </a:lnTo>
                  <a:lnTo>
                    <a:pt x="850253" y="161945"/>
                  </a:lnTo>
                  <a:lnTo>
                    <a:pt x="863135" y="163122"/>
                  </a:lnTo>
                  <a:lnTo>
                    <a:pt x="876018" y="164301"/>
                  </a:lnTo>
                  <a:lnTo>
                    <a:pt x="888900" y="165341"/>
                  </a:lnTo>
                  <a:lnTo>
                    <a:pt x="901783" y="166482"/>
                  </a:lnTo>
                  <a:lnTo>
                    <a:pt x="914666" y="167702"/>
                  </a:lnTo>
                  <a:lnTo>
                    <a:pt x="927548" y="168781"/>
                  </a:lnTo>
                  <a:lnTo>
                    <a:pt x="940431" y="169827"/>
                  </a:lnTo>
                  <a:lnTo>
                    <a:pt x="953314" y="170837"/>
                  </a:lnTo>
                  <a:lnTo>
                    <a:pt x="966196" y="171810"/>
                  </a:lnTo>
                  <a:lnTo>
                    <a:pt x="979079" y="172741"/>
                  </a:lnTo>
                  <a:lnTo>
                    <a:pt x="991961" y="173628"/>
                  </a:lnTo>
                  <a:lnTo>
                    <a:pt x="1004844" y="174469"/>
                  </a:lnTo>
                  <a:lnTo>
                    <a:pt x="1017727" y="175259"/>
                  </a:lnTo>
                  <a:lnTo>
                    <a:pt x="1030609" y="175997"/>
                  </a:lnTo>
                  <a:lnTo>
                    <a:pt x="1043492" y="176680"/>
                  </a:lnTo>
                  <a:lnTo>
                    <a:pt x="1056375" y="177304"/>
                  </a:lnTo>
                  <a:lnTo>
                    <a:pt x="1069257" y="176569"/>
                  </a:lnTo>
                  <a:lnTo>
                    <a:pt x="1082140" y="177006"/>
                  </a:lnTo>
                  <a:lnTo>
                    <a:pt x="1095022" y="177706"/>
                  </a:lnTo>
                  <a:lnTo>
                    <a:pt x="1107905" y="178338"/>
                  </a:lnTo>
                  <a:lnTo>
                    <a:pt x="1120788" y="178899"/>
                  </a:lnTo>
                  <a:lnTo>
                    <a:pt x="1133670" y="179387"/>
                  </a:lnTo>
                  <a:lnTo>
                    <a:pt x="1146553" y="179792"/>
                  </a:lnTo>
                  <a:lnTo>
                    <a:pt x="1159435" y="179600"/>
                  </a:lnTo>
                  <a:lnTo>
                    <a:pt x="1172318" y="178083"/>
                  </a:lnTo>
                  <a:lnTo>
                    <a:pt x="1185201" y="178161"/>
                  </a:lnTo>
                  <a:lnTo>
                    <a:pt x="1198083" y="178444"/>
                  </a:lnTo>
                  <a:lnTo>
                    <a:pt x="1210966" y="176960"/>
                  </a:lnTo>
                  <a:lnTo>
                    <a:pt x="1223849" y="175228"/>
                  </a:lnTo>
                  <a:lnTo>
                    <a:pt x="1236731" y="173408"/>
                  </a:lnTo>
                  <a:lnTo>
                    <a:pt x="1249614" y="171500"/>
                  </a:lnTo>
                  <a:lnTo>
                    <a:pt x="1262496" y="169501"/>
                  </a:lnTo>
                  <a:lnTo>
                    <a:pt x="1275379" y="167410"/>
                  </a:lnTo>
                  <a:lnTo>
                    <a:pt x="1288262" y="165225"/>
                  </a:lnTo>
                  <a:lnTo>
                    <a:pt x="1301144" y="164430"/>
                  </a:lnTo>
                  <a:lnTo>
                    <a:pt x="1314027" y="162862"/>
                  </a:lnTo>
                  <a:lnTo>
                    <a:pt x="1326910" y="160507"/>
                  </a:lnTo>
                  <a:lnTo>
                    <a:pt x="1339792" y="158091"/>
                  </a:lnTo>
                  <a:lnTo>
                    <a:pt x="1352675" y="155617"/>
                  </a:lnTo>
                  <a:lnTo>
                    <a:pt x="1365557" y="153084"/>
                  </a:lnTo>
                  <a:lnTo>
                    <a:pt x="1378440" y="150495"/>
                  </a:lnTo>
                  <a:lnTo>
                    <a:pt x="1391323" y="147850"/>
                  </a:lnTo>
                  <a:lnTo>
                    <a:pt x="1404205" y="145151"/>
                  </a:lnTo>
                  <a:lnTo>
                    <a:pt x="1417088" y="142877"/>
                  </a:lnTo>
                  <a:lnTo>
                    <a:pt x="1429971" y="140824"/>
                  </a:lnTo>
                  <a:lnTo>
                    <a:pt x="1442853" y="138764"/>
                  </a:lnTo>
                  <a:lnTo>
                    <a:pt x="1455736" y="136700"/>
                  </a:lnTo>
                  <a:lnTo>
                    <a:pt x="1468618" y="134633"/>
                  </a:lnTo>
                  <a:lnTo>
                    <a:pt x="1481501" y="131708"/>
                  </a:lnTo>
                  <a:lnTo>
                    <a:pt x="1494384" y="129003"/>
                  </a:lnTo>
                  <a:lnTo>
                    <a:pt x="1507266" y="126849"/>
                  </a:lnTo>
                  <a:lnTo>
                    <a:pt x="1520149" y="120483"/>
                  </a:lnTo>
                  <a:lnTo>
                    <a:pt x="1533032" y="116609"/>
                  </a:lnTo>
                  <a:lnTo>
                    <a:pt x="1545914" y="112670"/>
                  </a:lnTo>
                  <a:lnTo>
                    <a:pt x="1558797" y="108982"/>
                  </a:lnTo>
                  <a:lnTo>
                    <a:pt x="1571679" y="104600"/>
                  </a:lnTo>
                  <a:lnTo>
                    <a:pt x="1584562" y="100501"/>
                  </a:lnTo>
                  <a:lnTo>
                    <a:pt x="1597445" y="96401"/>
                  </a:lnTo>
                  <a:lnTo>
                    <a:pt x="1610327" y="91064"/>
                  </a:lnTo>
                  <a:lnTo>
                    <a:pt x="1623210" y="86593"/>
                  </a:lnTo>
                  <a:lnTo>
                    <a:pt x="1636092" y="83052"/>
                  </a:lnTo>
                  <a:lnTo>
                    <a:pt x="1648975" y="78179"/>
                  </a:lnTo>
                  <a:lnTo>
                    <a:pt x="1661858" y="71819"/>
                  </a:lnTo>
                  <a:lnTo>
                    <a:pt x="1674740" y="65466"/>
                  </a:lnTo>
                  <a:lnTo>
                    <a:pt x="1687623" y="59156"/>
                  </a:lnTo>
                  <a:lnTo>
                    <a:pt x="1700506" y="52927"/>
                  </a:lnTo>
                  <a:lnTo>
                    <a:pt x="1713388" y="46818"/>
                  </a:lnTo>
                  <a:lnTo>
                    <a:pt x="1726271" y="40868"/>
                  </a:lnTo>
                  <a:lnTo>
                    <a:pt x="1739153" y="36659"/>
                  </a:lnTo>
                  <a:lnTo>
                    <a:pt x="1752036" y="32760"/>
                  </a:lnTo>
                  <a:lnTo>
                    <a:pt x="1764919" y="29792"/>
                  </a:lnTo>
                  <a:lnTo>
                    <a:pt x="1777801" y="26024"/>
                  </a:lnTo>
                  <a:lnTo>
                    <a:pt x="1790684" y="23251"/>
                  </a:lnTo>
                  <a:lnTo>
                    <a:pt x="1803567" y="20918"/>
                  </a:lnTo>
                  <a:lnTo>
                    <a:pt x="1816449" y="16087"/>
                  </a:lnTo>
                  <a:lnTo>
                    <a:pt x="1829332" y="11363"/>
                  </a:lnTo>
                  <a:lnTo>
                    <a:pt x="1842214" y="7048"/>
                  </a:lnTo>
                  <a:lnTo>
                    <a:pt x="1855097" y="3176"/>
                  </a:lnTo>
                  <a:lnTo>
                    <a:pt x="1867980" y="180"/>
                  </a:lnTo>
                  <a:lnTo>
                    <a:pt x="1880862" y="20"/>
                  </a:lnTo>
                  <a:lnTo>
                    <a:pt x="1893745" y="516"/>
                  </a:lnTo>
                  <a:lnTo>
                    <a:pt x="1906628" y="1701"/>
                  </a:lnTo>
                  <a:lnTo>
                    <a:pt x="1919510" y="2145"/>
                  </a:lnTo>
                  <a:lnTo>
                    <a:pt x="1932393" y="0"/>
                  </a:lnTo>
                  <a:lnTo>
                    <a:pt x="1945275" y="264"/>
                  </a:lnTo>
                  <a:lnTo>
                    <a:pt x="1958158" y="3591"/>
                  </a:lnTo>
                  <a:lnTo>
                    <a:pt x="1971041" y="7793"/>
                  </a:lnTo>
                  <a:lnTo>
                    <a:pt x="1983923" y="12906"/>
                  </a:lnTo>
                  <a:lnTo>
                    <a:pt x="1996806" y="14327"/>
                  </a:lnTo>
                  <a:lnTo>
                    <a:pt x="2009689" y="13557"/>
                  </a:lnTo>
                  <a:lnTo>
                    <a:pt x="2022571" y="10900"/>
                  </a:lnTo>
                  <a:lnTo>
                    <a:pt x="2035454" y="13385"/>
                  </a:lnTo>
                  <a:lnTo>
                    <a:pt x="2048336" y="13085"/>
                  </a:lnTo>
                  <a:lnTo>
                    <a:pt x="2061219" y="12788"/>
                  </a:lnTo>
                  <a:lnTo>
                    <a:pt x="2074102" y="13906"/>
                  </a:lnTo>
                  <a:lnTo>
                    <a:pt x="2086984" y="19081"/>
                  </a:lnTo>
                  <a:lnTo>
                    <a:pt x="2099867" y="24103"/>
                  </a:lnTo>
                  <a:lnTo>
                    <a:pt x="2112750" y="25275"/>
                  </a:lnTo>
                  <a:lnTo>
                    <a:pt x="2125632" y="29280"/>
                  </a:lnTo>
                  <a:lnTo>
                    <a:pt x="2138515" y="33918"/>
                  </a:lnTo>
                  <a:lnTo>
                    <a:pt x="2151397" y="35009"/>
                  </a:lnTo>
                  <a:lnTo>
                    <a:pt x="2164280" y="41309"/>
                  </a:lnTo>
                  <a:lnTo>
                    <a:pt x="2177163" y="48253"/>
                  </a:lnTo>
                  <a:lnTo>
                    <a:pt x="2190045" y="54314"/>
                  </a:lnTo>
                  <a:lnTo>
                    <a:pt x="2202928" y="56735"/>
                  </a:lnTo>
                  <a:lnTo>
                    <a:pt x="2215810" y="53923"/>
                  </a:lnTo>
                  <a:lnTo>
                    <a:pt x="2228693" y="51064"/>
                  </a:lnTo>
                  <a:lnTo>
                    <a:pt x="2241576" y="48158"/>
                  </a:lnTo>
                  <a:lnTo>
                    <a:pt x="2254458" y="45202"/>
                  </a:lnTo>
                  <a:lnTo>
                    <a:pt x="2267341" y="47007"/>
                  </a:lnTo>
                  <a:lnTo>
                    <a:pt x="2280224" y="51981"/>
                  </a:lnTo>
                  <a:lnTo>
                    <a:pt x="2293106" y="57334"/>
                  </a:lnTo>
                  <a:lnTo>
                    <a:pt x="2305989" y="6307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3776200" y="2338023"/>
              <a:ext cx="2305989" cy="771433"/>
            </a:xfrm>
            <a:custGeom>
              <a:avLst/>
              <a:pathLst>
                <a:path w="2305989" h="771433">
                  <a:moveTo>
                    <a:pt x="2305989" y="771433"/>
                  </a:moveTo>
                  <a:lnTo>
                    <a:pt x="2293106" y="719196"/>
                  </a:lnTo>
                  <a:lnTo>
                    <a:pt x="2280224" y="666122"/>
                  </a:lnTo>
                  <a:lnTo>
                    <a:pt x="2267341" y="615268"/>
                  </a:lnTo>
                  <a:lnTo>
                    <a:pt x="2254458" y="566680"/>
                  </a:lnTo>
                  <a:lnTo>
                    <a:pt x="2241576" y="520312"/>
                  </a:lnTo>
                  <a:lnTo>
                    <a:pt x="2228693" y="476118"/>
                  </a:lnTo>
                  <a:lnTo>
                    <a:pt x="2215810" y="434052"/>
                  </a:lnTo>
                  <a:lnTo>
                    <a:pt x="2202928" y="394069"/>
                  </a:lnTo>
                  <a:lnTo>
                    <a:pt x="2190045" y="353574"/>
                  </a:lnTo>
                  <a:lnTo>
                    <a:pt x="2177163" y="318908"/>
                  </a:lnTo>
                  <a:lnTo>
                    <a:pt x="2164280" y="286740"/>
                  </a:lnTo>
                  <a:lnTo>
                    <a:pt x="2151397" y="260002"/>
                  </a:lnTo>
                  <a:lnTo>
                    <a:pt x="2138515" y="226550"/>
                  </a:lnTo>
                  <a:lnTo>
                    <a:pt x="2125632" y="195323"/>
                  </a:lnTo>
                  <a:lnTo>
                    <a:pt x="2112750" y="173363"/>
                  </a:lnTo>
                  <a:lnTo>
                    <a:pt x="2099867" y="152923"/>
                  </a:lnTo>
                  <a:lnTo>
                    <a:pt x="2086984" y="133777"/>
                  </a:lnTo>
                  <a:lnTo>
                    <a:pt x="2074102" y="119921"/>
                  </a:lnTo>
                  <a:lnTo>
                    <a:pt x="2061219" y="106592"/>
                  </a:lnTo>
                  <a:lnTo>
                    <a:pt x="2048336" y="90009"/>
                  </a:lnTo>
                  <a:lnTo>
                    <a:pt x="2035454" y="77342"/>
                  </a:lnTo>
                  <a:lnTo>
                    <a:pt x="2022571" y="67833"/>
                  </a:lnTo>
                  <a:lnTo>
                    <a:pt x="2009689" y="57754"/>
                  </a:lnTo>
                  <a:lnTo>
                    <a:pt x="1996806" y="45364"/>
                  </a:lnTo>
                  <a:lnTo>
                    <a:pt x="1983923" y="33802"/>
                  </a:lnTo>
                  <a:lnTo>
                    <a:pt x="1971041" y="24267"/>
                  </a:lnTo>
                  <a:lnTo>
                    <a:pt x="1958158" y="19842"/>
                  </a:lnTo>
                  <a:lnTo>
                    <a:pt x="1945275" y="14925"/>
                  </a:lnTo>
                  <a:lnTo>
                    <a:pt x="1932393" y="11550"/>
                  </a:lnTo>
                  <a:lnTo>
                    <a:pt x="1919510" y="5059"/>
                  </a:lnTo>
                  <a:lnTo>
                    <a:pt x="1906628" y="2490"/>
                  </a:lnTo>
                  <a:lnTo>
                    <a:pt x="1893745" y="1706"/>
                  </a:lnTo>
                  <a:lnTo>
                    <a:pt x="1880862" y="1238"/>
                  </a:lnTo>
                  <a:lnTo>
                    <a:pt x="1867980" y="0"/>
                  </a:lnTo>
                  <a:lnTo>
                    <a:pt x="1855097" y="253"/>
                  </a:lnTo>
                  <a:lnTo>
                    <a:pt x="1842214" y="1430"/>
                  </a:lnTo>
                  <a:lnTo>
                    <a:pt x="1829332" y="2675"/>
                  </a:lnTo>
                  <a:lnTo>
                    <a:pt x="1816449" y="3984"/>
                  </a:lnTo>
                  <a:lnTo>
                    <a:pt x="1803567" y="5354"/>
                  </a:lnTo>
                  <a:lnTo>
                    <a:pt x="1790684" y="6781"/>
                  </a:lnTo>
                  <a:lnTo>
                    <a:pt x="1777801" y="8262"/>
                  </a:lnTo>
                  <a:lnTo>
                    <a:pt x="1764919" y="9795"/>
                  </a:lnTo>
                  <a:lnTo>
                    <a:pt x="1752036" y="11375"/>
                  </a:lnTo>
                  <a:lnTo>
                    <a:pt x="1739153" y="13143"/>
                  </a:lnTo>
                  <a:lnTo>
                    <a:pt x="1726271" y="14667"/>
                  </a:lnTo>
                  <a:lnTo>
                    <a:pt x="1713388" y="16515"/>
                  </a:lnTo>
                  <a:lnTo>
                    <a:pt x="1700506" y="18766"/>
                  </a:lnTo>
                  <a:lnTo>
                    <a:pt x="1687623" y="21091"/>
                  </a:lnTo>
                  <a:lnTo>
                    <a:pt x="1674740" y="23472"/>
                  </a:lnTo>
                  <a:lnTo>
                    <a:pt x="1661858" y="25894"/>
                  </a:lnTo>
                  <a:lnTo>
                    <a:pt x="1648975" y="29097"/>
                  </a:lnTo>
                  <a:lnTo>
                    <a:pt x="1636092" y="32662"/>
                  </a:lnTo>
                  <a:lnTo>
                    <a:pt x="1623210" y="36694"/>
                  </a:lnTo>
                  <a:lnTo>
                    <a:pt x="1610327" y="42427"/>
                  </a:lnTo>
                  <a:lnTo>
                    <a:pt x="1597445" y="48031"/>
                  </a:lnTo>
                  <a:lnTo>
                    <a:pt x="1584562" y="53464"/>
                  </a:lnTo>
                  <a:lnTo>
                    <a:pt x="1571679" y="58687"/>
                  </a:lnTo>
                  <a:lnTo>
                    <a:pt x="1558797" y="60769"/>
                  </a:lnTo>
                  <a:lnTo>
                    <a:pt x="1545914" y="61603"/>
                  </a:lnTo>
                  <a:lnTo>
                    <a:pt x="1533032" y="62405"/>
                  </a:lnTo>
                  <a:lnTo>
                    <a:pt x="1520149" y="66632"/>
                  </a:lnTo>
                  <a:lnTo>
                    <a:pt x="1507266" y="71358"/>
                  </a:lnTo>
                  <a:lnTo>
                    <a:pt x="1494384" y="73731"/>
                  </a:lnTo>
                  <a:lnTo>
                    <a:pt x="1481501" y="75689"/>
                  </a:lnTo>
                  <a:lnTo>
                    <a:pt x="1468618" y="77552"/>
                  </a:lnTo>
                  <a:lnTo>
                    <a:pt x="1455736" y="79321"/>
                  </a:lnTo>
                  <a:lnTo>
                    <a:pt x="1442853" y="80997"/>
                  </a:lnTo>
                  <a:lnTo>
                    <a:pt x="1429971" y="83185"/>
                  </a:lnTo>
                  <a:lnTo>
                    <a:pt x="1417088" y="86689"/>
                  </a:lnTo>
                  <a:lnTo>
                    <a:pt x="1404205" y="89346"/>
                  </a:lnTo>
                  <a:lnTo>
                    <a:pt x="1391323" y="90704"/>
                  </a:lnTo>
                  <a:lnTo>
                    <a:pt x="1378440" y="93200"/>
                  </a:lnTo>
                  <a:lnTo>
                    <a:pt x="1365557" y="95610"/>
                  </a:lnTo>
                  <a:lnTo>
                    <a:pt x="1352675" y="97888"/>
                  </a:lnTo>
                  <a:lnTo>
                    <a:pt x="1339792" y="100036"/>
                  </a:lnTo>
                  <a:lnTo>
                    <a:pt x="1326910" y="102058"/>
                  </a:lnTo>
                  <a:lnTo>
                    <a:pt x="1314027" y="103956"/>
                  </a:lnTo>
                  <a:lnTo>
                    <a:pt x="1301144" y="105734"/>
                  </a:lnTo>
                  <a:lnTo>
                    <a:pt x="1288262" y="107394"/>
                  </a:lnTo>
                  <a:lnTo>
                    <a:pt x="1275379" y="108939"/>
                  </a:lnTo>
                  <a:lnTo>
                    <a:pt x="1262496" y="110372"/>
                  </a:lnTo>
                  <a:lnTo>
                    <a:pt x="1249614" y="111696"/>
                  </a:lnTo>
                  <a:lnTo>
                    <a:pt x="1236731" y="112913"/>
                  </a:lnTo>
                  <a:lnTo>
                    <a:pt x="1223849" y="113934"/>
                  </a:lnTo>
                  <a:lnTo>
                    <a:pt x="1210966" y="114962"/>
                  </a:lnTo>
                  <a:lnTo>
                    <a:pt x="1198083" y="115852"/>
                  </a:lnTo>
                  <a:lnTo>
                    <a:pt x="1185201" y="116608"/>
                  </a:lnTo>
                  <a:lnTo>
                    <a:pt x="1172318" y="117233"/>
                  </a:lnTo>
                  <a:lnTo>
                    <a:pt x="1159435" y="117310"/>
                  </a:lnTo>
                  <a:lnTo>
                    <a:pt x="1146553" y="117151"/>
                  </a:lnTo>
                  <a:lnTo>
                    <a:pt x="1133670" y="117024"/>
                  </a:lnTo>
                  <a:lnTo>
                    <a:pt x="1120788" y="117400"/>
                  </a:lnTo>
                  <a:lnTo>
                    <a:pt x="1107905" y="116809"/>
                  </a:lnTo>
                  <a:lnTo>
                    <a:pt x="1095022" y="116166"/>
                  </a:lnTo>
                  <a:lnTo>
                    <a:pt x="1082140" y="115801"/>
                  </a:lnTo>
                  <a:lnTo>
                    <a:pt x="1069257" y="115962"/>
                  </a:lnTo>
                  <a:lnTo>
                    <a:pt x="1056375" y="116030"/>
                  </a:lnTo>
                  <a:lnTo>
                    <a:pt x="1043492" y="116304"/>
                  </a:lnTo>
                  <a:lnTo>
                    <a:pt x="1030609" y="116168"/>
                  </a:lnTo>
                  <a:lnTo>
                    <a:pt x="1017727" y="115691"/>
                  </a:lnTo>
                  <a:lnTo>
                    <a:pt x="1004844" y="115404"/>
                  </a:lnTo>
                  <a:lnTo>
                    <a:pt x="991961" y="115306"/>
                  </a:lnTo>
                  <a:lnTo>
                    <a:pt x="979079" y="115253"/>
                  </a:lnTo>
                  <a:lnTo>
                    <a:pt x="966196" y="115085"/>
                  </a:lnTo>
                  <a:lnTo>
                    <a:pt x="953314" y="114479"/>
                  </a:lnTo>
                  <a:lnTo>
                    <a:pt x="940431" y="113593"/>
                  </a:lnTo>
                  <a:lnTo>
                    <a:pt x="927548" y="112614"/>
                  </a:lnTo>
                  <a:lnTo>
                    <a:pt x="914666" y="111543"/>
                  </a:lnTo>
                  <a:lnTo>
                    <a:pt x="901783" y="111014"/>
                  </a:lnTo>
                  <a:lnTo>
                    <a:pt x="888900" y="110574"/>
                  </a:lnTo>
                  <a:lnTo>
                    <a:pt x="876018" y="110109"/>
                  </a:lnTo>
                  <a:lnTo>
                    <a:pt x="863135" y="109495"/>
                  </a:lnTo>
                  <a:lnTo>
                    <a:pt x="850253" y="108245"/>
                  </a:lnTo>
                  <a:lnTo>
                    <a:pt x="837370" y="106868"/>
                  </a:lnTo>
                  <a:lnTo>
                    <a:pt x="824487" y="106007"/>
                  </a:lnTo>
                  <a:lnTo>
                    <a:pt x="811605" y="105934"/>
                  </a:lnTo>
                  <a:lnTo>
                    <a:pt x="798722" y="105784"/>
                  </a:lnTo>
                  <a:lnTo>
                    <a:pt x="785839" y="105556"/>
                  </a:lnTo>
                  <a:lnTo>
                    <a:pt x="772957" y="105248"/>
                  </a:lnTo>
                  <a:lnTo>
                    <a:pt x="760074" y="104859"/>
                  </a:lnTo>
                  <a:lnTo>
                    <a:pt x="747192" y="104393"/>
                  </a:lnTo>
                  <a:lnTo>
                    <a:pt x="734309" y="103144"/>
                  </a:lnTo>
                  <a:lnTo>
                    <a:pt x="721426" y="101688"/>
                  </a:lnTo>
                  <a:lnTo>
                    <a:pt x="708544" y="100099"/>
                  </a:lnTo>
                  <a:lnTo>
                    <a:pt x="695661" y="100273"/>
                  </a:lnTo>
                  <a:lnTo>
                    <a:pt x="682778" y="100610"/>
                  </a:lnTo>
                  <a:lnTo>
                    <a:pt x="669896" y="100511"/>
                  </a:lnTo>
                  <a:lnTo>
                    <a:pt x="657013" y="99779"/>
                  </a:lnTo>
                  <a:lnTo>
                    <a:pt x="644131" y="99423"/>
                  </a:lnTo>
                  <a:lnTo>
                    <a:pt x="631248" y="100211"/>
                  </a:lnTo>
                  <a:lnTo>
                    <a:pt x="618365" y="100659"/>
                  </a:lnTo>
                  <a:lnTo>
                    <a:pt x="605483" y="100588"/>
                  </a:lnTo>
                  <a:lnTo>
                    <a:pt x="592600" y="100601"/>
                  </a:lnTo>
                  <a:lnTo>
                    <a:pt x="579717" y="100707"/>
                  </a:lnTo>
                  <a:lnTo>
                    <a:pt x="566835" y="101306"/>
                  </a:lnTo>
                  <a:lnTo>
                    <a:pt x="553952" y="103553"/>
                  </a:lnTo>
                  <a:lnTo>
                    <a:pt x="541070" y="105899"/>
                  </a:lnTo>
                  <a:lnTo>
                    <a:pt x="528187" y="108345"/>
                  </a:lnTo>
                  <a:lnTo>
                    <a:pt x="515304" y="110761"/>
                  </a:lnTo>
                  <a:lnTo>
                    <a:pt x="502422" y="112390"/>
                  </a:lnTo>
                  <a:lnTo>
                    <a:pt x="489539" y="114124"/>
                  </a:lnTo>
                  <a:lnTo>
                    <a:pt x="476657" y="115685"/>
                  </a:lnTo>
                  <a:lnTo>
                    <a:pt x="463774" y="116972"/>
                  </a:lnTo>
                  <a:lnTo>
                    <a:pt x="450891" y="119087"/>
                  </a:lnTo>
                  <a:lnTo>
                    <a:pt x="438009" y="122196"/>
                  </a:lnTo>
                  <a:lnTo>
                    <a:pt x="425126" y="124517"/>
                  </a:lnTo>
                  <a:lnTo>
                    <a:pt x="412243" y="126967"/>
                  </a:lnTo>
                  <a:lnTo>
                    <a:pt x="399361" y="129550"/>
                  </a:lnTo>
                  <a:lnTo>
                    <a:pt x="386478" y="132270"/>
                  </a:lnTo>
                  <a:lnTo>
                    <a:pt x="373596" y="135498"/>
                  </a:lnTo>
                  <a:lnTo>
                    <a:pt x="360713" y="140452"/>
                  </a:lnTo>
                  <a:lnTo>
                    <a:pt x="347830" y="145726"/>
                  </a:lnTo>
                  <a:lnTo>
                    <a:pt x="334948" y="149920"/>
                  </a:lnTo>
                  <a:lnTo>
                    <a:pt x="322065" y="153732"/>
                  </a:lnTo>
                  <a:lnTo>
                    <a:pt x="309182" y="158016"/>
                  </a:lnTo>
                  <a:lnTo>
                    <a:pt x="296300" y="163420"/>
                  </a:lnTo>
                  <a:lnTo>
                    <a:pt x="283417" y="169073"/>
                  </a:lnTo>
                  <a:lnTo>
                    <a:pt x="270535" y="174980"/>
                  </a:lnTo>
                  <a:lnTo>
                    <a:pt x="257652" y="181145"/>
                  </a:lnTo>
                  <a:lnTo>
                    <a:pt x="244769" y="187506"/>
                  </a:lnTo>
                  <a:lnTo>
                    <a:pt x="231887" y="192986"/>
                  </a:lnTo>
                  <a:lnTo>
                    <a:pt x="219004" y="197933"/>
                  </a:lnTo>
                  <a:lnTo>
                    <a:pt x="206121" y="202990"/>
                  </a:lnTo>
                  <a:lnTo>
                    <a:pt x="193239" y="208154"/>
                  </a:lnTo>
                  <a:lnTo>
                    <a:pt x="180356" y="213428"/>
                  </a:lnTo>
                  <a:lnTo>
                    <a:pt x="167474" y="218812"/>
                  </a:lnTo>
                  <a:lnTo>
                    <a:pt x="154591" y="228159"/>
                  </a:lnTo>
                  <a:lnTo>
                    <a:pt x="141708" y="237433"/>
                  </a:lnTo>
                  <a:lnTo>
                    <a:pt x="128826" y="248431"/>
                  </a:lnTo>
                  <a:lnTo>
                    <a:pt x="115943" y="259913"/>
                  </a:lnTo>
                  <a:lnTo>
                    <a:pt x="103060" y="271890"/>
                  </a:lnTo>
                  <a:lnTo>
                    <a:pt x="90178" y="284372"/>
                  </a:lnTo>
                  <a:lnTo>
                    <a:pt x="77295" y="297053"/>
                  </a:lnTo>
                  <a:lnTo>
                    <a:pt x="64413" y="313086"/>
                  </a:lnTo>
                  <a:lnTo>
                    <a:pt x="51530" y="330441"/>
                  </a:lnTo>
                  <a:lnTo>
                    <a:pt x="38647" y="348476"/>
                  </a:lnTo>
                  <a:lnTo>
                    <a:pt x="25765" y="364846"/>
                  </a:lnTo>
                  <a:lnTo>
                    <a:pt x="12882" y="381860"/>
                  </a:lnTo>
                  <a:lnTo>
                    <a:pt x="0" y="39952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3776200" y="2262340"/>
              <a:ext cx="2305989" cy="376232"/>
            </a:xfrm>
            <a:custGeom>
              <a:avLst/>
              <a:pathLst>
                <a:path w="2305989" h="376232">
                  <a:moveTo>
                    <a:pt x="0" y="376232"/>
                  </a:moveTo>
                  <a:lnTo>
                    <a:pt x="12882" y="361917"/>
                  </a:lnTo>
                  <a:lnTo>
                    <a:pt x="25765" y="348117"/>
                  </a:lnTo>
                  <a:lnTo>
                    <a:pt x="38647" y="334822"/>
                  </a:lnTo>
                  <a:lnTo>
                    <a:pt x="51530" y="322024"/>
                  </a:lnTo>
                  <a:lnTo>
                    <a:pt x="64413" y="309714"/>
                  </a:lnTo>
                  <a:lnTo>
                    <a:pt x="77295" y="297884"/>
                  </a:lnTo>
                  <a:lnTo>
                    <a:pt x="90178" y="286524"/>
                  </a:lnTo>
                  <a:lnTo>
                    <a:pt x="103060" y="275625"/>
                  </a:lnTo>
                  <a:lnTo>
                    <a:pt x="115943" y="265179"/>
                  </a:lnTo>
                  <a:lnTo>
                    <a:pt x="128826" y="255177"/>
                  </a:lnTo>
                  <a:lnTo>
                    <a:pt x="141708" y="245609"/>
                  </a:lnTo>
                  <a:lnTo>
                    <a:pt x="154591" y="236468"/>
                  </a:lnTo>
                  <a:lnTo>
                    <a:pt x="167474" y="227744"/>
                  </a:lnTo>
                  <a:lnTo>
                    <a:pt x="180356" y="219429"/>
                  </a:lnTo>
                  <a:lnTo>
                    <a:pt x="193239" y="211513"/>
                  </a:lnTo>
                  <a:lnTo>
                    <a:pt x="206121" y="203987"/>
                  </a:lnTo>
                  <a:lnTo>
                    <a:pt x="219004" y="196844"/>
                  </a:lnTo>
                  <a:lnTo>
                    <a:pt x="231887" y="190074"/>
                  </a:lnTo>
                  <a:lnTo>
                    <a:pt x="244769" y="183667"/>
                  </a:lnTo>
                  <a:lnTo>
                    <a:pt x="257652" y="177617"/>
                  </a:lnTo>
                  <a:lnTo>
                    <a:pt x="270535" y="171912"/>
                  </a:lnTo>
                  <a:lnTo>
                    <a:pt x="283417" y="166545"/>
                  </a:lnTo>
                  <a:lnTo>
                    <a:pt x="296300" y="161508"/>
                  </a:lnTo>
                  <a:lnTo>
                    <a:pt x="309182" y="156790"/>
                  </a:lnTo>
                  <a:lnTo>
                    <a:pt x="322065" y="152383"/>
                  </a:lnTo>
                  <a:lnTo>
                    <a:pt x="334948" y="148278"/>
                  </a:lnTo>
                  <a:lnTo>
                    <a:pt x="347830" y="144467"/>
                  </a:lnTo>
                  <a:lnTo>
                    <a:pt x="360713" y="140940"/>
                  </a:lnTo>
                  <a:lnTo>
                    <a:pt x="373596" y="137689"/>
                  </a:lnTo>
                  <a:lnTo>
                    <a:pt x="386478" y="134704"/>
                  </a:lnTo>
                  <a:lnTo>
                    <a:pt x="399361" y="131978"/>
                  </a:lnTo>
                  <a:lnTo>
                    <a:pt x="412243" y="129501"/>
                  </a:lnTo>
                  <a:lnTo>
                    <a:pt x="425126" y="127264"/>
                  </a:lnTo>
                  <a:lnTo>
                    <a:pt x="438009" y="125259"/>
                  </a:lnTo>
                  <a:lnTo>
                    <a:pt x="450891" y="123476"/>
                  </a:lnTo>
                  <a:lnTo>
                    <a:pt x="463774" y="121907"/>
                  </a:lnTo>
                  <a:lnTo>
                    <a:pt x="476657" y="120543"/>
                  </a:lnTo>
                  <a:lnTo>
                    <a:pt x="489539" y="119375"/>
                  </a:lnTo>
                  <a:lnTo>
                    <a:pt x="502422" y="118394"/>
                  </a:lnTo>
                  <a:lnTo>
                    <a:pt x="515304" y="117591"/>
                  </a:lnTo>
                  <a:lnTo>
                    <a:pt x="528187" y="116958"/>
                  </a:lnTo>
                  <a:lnTo>
                    <a:pt x="541070" y="116486"/>
                  </a:lnTo>
                  <a:lnTo>
                    <a:pt x="553952" y="116166"/>
                  </a:lnTo>
                  <a:lnTo>
                    <a:pt x="566835" y="115988"/>
                  </a:lnTo>
                  <a:lnTo>
                    <a:pt x="579717" y="115945"/>
                  </a:lnTo>
                  <a:lnTo>
                    <a:pt x="592600" y="116026"/>
                  </a:lnTo>
                  <a:lnTo>
                    <a:pt x="605483" y="116225"/>
                  </a:lnTo>
                  <a:lnTo>
                    <a:pt x="618365" y="116530"/>
                  </a:lnTo>
                  <a:lnTo>
                    <a:pt x="631248" y="116935"/>
                  </a:lnTo>
                  <a:lnTo>
                    <a:pt x="644131" y="117429"/>
                  </a:lnTo>
                  <a:lnTo>
                    <a:pt x="657013" y="118005"/>
                  </a:lnTo>
                  <a:lnTo>
                    <a:pt x="669896" y="118652"/>
                  </a:lnTo>
                  <a:lnTo>
                    <a:pt x="682778" y="119363"/>
                  </a:lnTo>
                  <a:lnTo>
                    <a:pt x="695661" y="120129"/>
                  </a:lnTo>
                  <a:lnTo>
                    <a:pt x="708544" y="120940"/>
                  </a:lnTo>
                  <a:lnTo>
                    <a:pt x="721426" y="121788"/>
                  </a:lnTo>
                  <a:lnTo>
                    <a:pt x="734309" y="122663"/>
                  </a:lnTo>
                  <a:lnTo>
                    <a:pt x="747192" y="123558"/>
                  </a:lnTo>
                  <a:lnTo>
                    <a:pt x="760074" y="124463"/>
                  </a:lnTo>
                  <a:lnTo>
                    <a:pt x="772957" y="125370"/>
                  </a:lnTo>
                  <a:lnTo>
                    <a:pt x="785839" y="126269"/>
                  </a:lnTo>
                  <a:lnTo>
                    <a:pt x="798722" y="127156"/>
                  </a:lnTo>
                  <a:lnTo>
                    <a:pt x="811605" y="128027"/>
                  </a:lnTo>
                  <a:lnTo>
                    <a:pt x="824487" y="128882"/>
                  </a:lnTo>
                  <a:lnTo>
                    <a:pt x="837370" y="129716"/>
                  </a:lnTo>
                  <a:lnTo>
                    <a:pt x="850253" y="130530"/>
                  </a:lnTo>
                  <a:lnTo>
                    <a:pt x="863135" y="131319"/>
                  </a:lnTo>
                  <a:lnTo>
                    <a:pt x="876018" y="132082"/>
                  </a:lnTo>
                  <a:lnTo>
                    <a:pt x="888900" y="132818"/>
                  </a:lnTo>
                  <a:lnTo>
                    <a:pt x="901783" y="133522"/>
                  </a:lnTo>
                  <a:lnTo>
                    <a:pt x="914666" y="134194"/>
                  </a:lnTo>
                  <a:lnTo>
                    <a:pt x="927548" y="134832"/>
                  </a:lnTo>
                  <a:lnTo>
                    <a:pt x="940431" y="135432"/>
                  </a:lnTo>
                  <a:lnTo>
                    <a:pt x="953314" y="135993"/>
                  </a:lnTo>
                  <a:lnTo>
                    <a:pt x="966196" y="136513"/>
                  </a:lnTo>
                  <a:lnTo>
                    <a:pt x="979079" y="136989"/>
                  </a:lnTo>
                  <a:lnTo>
                    <a:pt x="991961" y="137420"/>
                  </a:lnTo>
                  <a:lnTo>
                    <a:pt x="1004844" y="137803"/>
                  </a:lnTo>
                  <a:lnTo>
                    <a:pt x="1017727" y="138135"/>
                  </a:lnTo>
                  <a:lnTo>
                    <a:pt x="1030609" y="138415"/>
                  </a:lnTo>
                  <a:lnTo>
                    <a:pt x="1043492" y="138641"/>
                  </a:lnTo>
                  <a:lnTo>
                    <a:pt x="1056375" y="138810"/>
                  </a:lnTo>
                  <a:lnTo>
                    <a:pt x="1069257" y="138920"/>
                  </a:lnTo>
                  <a:lnTo>
                    <a:pt x="1082140" y="138968"/>
                  </a:lnTo>
                  <a:lnTo>
                    <a:pt x="1095022" y="138954"/>
                  </a:lnTo>
                  <a:lnTo>
                    <a:pt x="1107905" y="138874"/>
                  </a:lnTo>
                  <a:lnTo>
                    <a:pt x="1120788" y="138727"/>
                  </a:lnTo>
                  <a:lnTo>
                    <a:pt x="1133670" y="138509"/>
                  </a:lnTo>
                  <a:lnTo>
                    <a:pt x="1146553" y="138220"/>
                  </a:lnTo>
                  <a:lnTo>
                    <a:pt x="1159435" y="137856"/>
                  </a:lnTo>
                  <a:lnTo>
                    <a:pt x="1172318" y="137416"/>
                  </a:lnTo>
                  <a:lnTo>
                    <a:pt x="1185201" y="136898"/>
                  </a:lnTo>
                  <a:lnTo>
                    <a:pt x="1198083" y="136298"/>
                  </a:lnTo>
                  <a:lnTo>
                    <a:pt x="1210966" y="135616"/>
                  </a:lnTo>
                  <a:lnTo>
                    <a:pt x="1223849" y="134848"/>
                  </a:lnTo>
                  <a:lnTo>
                    <a:pt x="1236731" y="133993"/>
                  </a:lnTo>
                  <a:lnTo>
                    <a:pt x="1249614" y="133048"/>
                  </a:lnTo>
                  <a:lnTo>
                    <a:pt x="1262496" y="132012"/>
                  </a:lnTo>
                  <a:lnTo>
                    <a:pt x="1275379" y="130882"/>
                  </a:lnTo>
                  <a:lnTo>
                    <a:pt x="1288262" y="129655"/>
                  </a:lnTo>
                  <a:lnTo>
                    <a:pt x="1301144" y="128330"/>
                  </a:lnTo>
                  <a:lnTo>
                    <a:pt x="1314027" y="126905"/>
                  </a:lnTo>
                  <a:lnTo>
                    <a:pt x="1326910" y="125377"/>
                  </a:lnTo>
                  <a:lnTo>
                    <a:pt x="1339792" y="123744"/>
                  </a:lnTo>
                  <a:lnTo>
                    <a:pt x="1352675" y="122004"/>
                  </a:lnTo>
                  <a:lnTo>
                    <a:pt x="1365557" y="120155"/>
                  </a:lnTo>
                  <a:lnTo>
                    <a:pt x="1378440" y="118194"/>
                  </a:lnTo>
                  <a:lnTo>
                    <a:pt x="1391323" y="116119"/>
                  </a:lnTo>
                  <a:lnTo>
                    <a:pt x="1404205" y="113929"/>
                  </a:lnTo>
                  <a:lnTo>
                    <a:pt x="1417088" y="111620"/>
                  </a:lnTo>
                  <a:lnTo>
                    <a:pt x="1429971" y="109192"/>
                  </a:lnTo>
                  <a:lnTo>
                    <a:pt x="1442853" y="106641"/>
                  </a:lnTo>
                  <a:lnTo>
                    <a:pt x="1455736" y="103965"/>
                  </a:lnTo>
                  <a:lnTo>
                    <a:pt x="1468618" y="101162"/>
                  </a:lnTo>
                  <a:lnTo>
                    <a:pt x="1481501" y="98231"/>
                  </a:lnTo>
                  <a:lnTo>
                    <a:pt x="1494384" y="95169"/>
                  </a:lnTo>
                  <a:lnTo>
                    <a:pt x="1507266" y="91975"/>
                  </a:lnTo>
                  <a:lnTo>
                    <a:pt x="1520149" y="88647"/>
                  </a:lnTo>
                  <a:lnTo>
                    <a:pt x="1533032" y="85184"/>
                  </a:lnTo>
                  <a:lnTo>
                    <a:pt x="1545914" y="81586"/>
                  </a:lnTo>
                  <a:lnTo>
                    <a:pt x="1558797" y="77855"/>
                  </a:lnTo>
                  <a:lnTo>
                    <a:pt x="1571679" y="73993"/>
                  </a:lnTo>
                  <a:lnTo>
                    <a:pt x="1584562" y="70018"/>
                  </a:lnTo>
                  <a:lnTo>
                    <a:pt x="1597445" y="65953"/>
                  </a:lnTo>
                  <a:lnTo>
                    <a:pt x="1610327" y="61819"/>
                  </a:lnTo>
                  <a:lnTo>
                    <a:pt x="1623210" y="57640"/>
                  </a:lnTo>
                  <a:lnTo>
                    <a:pt x="1636092" y="53440"/>
                  </a:lnTo>
                  <a:lnTo>
                    <a:pt x="1648975" y="49240"/>
                  </a:lnTo>
                  <a:lnTo>
                    <a:pt x="1661858" y="45065"/>
                  </a:lnTo>
                  <a:lnTo>
                    <a:pt x="1674740" y="40936"/>
                  </a:lnTo>
                  <a:lnTo>
                    <a:pt x="1687623" y="36878"/>
                  </a:lnTo>
                  <a:lnTo>
                    <a:pt x="1700506" y="32912"/>
                  </a:lnTo>
                  <a:lnTo>
                    <a:pt x="1713388" y="29062"/>
                  </a:lnTo>
                  <a:lnTo>
                    <a:pt x="1726271" y="25351"/>
                  </a:lnTo>
                  <a:lnTo>
                    <a:pt x="1739153" y="21801"/>
                  </a:lnTo>
                  <a:lnTo>
                    <a:pt x="1752036" y="18436"/>
                  </a:lnTo>
                  <a:lnTo>
                    <a:pt x="1764919" y="15279"/>
                  </a:lnTo>
                  <a:lnTo>
                    <a:pt x="1777801" y="12353"/>
                  </a:lnTo>
                  <a:lnTo>
                    <a:pt x="1790684" y="9680"/>
                  </a:lnTo>
                  <a:lnTo>
                    <a:pt x="1803567" y="7284"/>
                  </a:lnTo>
                  <a:lnTo>
                    <a:pt x="1816449" y="5187"/>
                  </a:lnTo>
                  <a:lnTo>
                    <a:pt x="1829332" y="3413"/>
                  </a:lnTo>
                  <a:lnTo>
                    <a:pt x="1842214" y="1984"/>
                  </a:lnTo>
                  <a:lnTo>
                    <a:pt x="1855097" y="923"/>
                  </a:lnTo>
                  <a:lnTo>
                    <a:pt x="1867980" y="254"/>
                  </a:lnTo>
                  <a:lnTo>
                    <a:pt x="1880862" y="0"/>
                  </a:lnTo>
                  <a:lnTo>
                    <a:pt x="1893745" y="182"/>
                  </a:lnTo>
                  <a:lnTo>
                    <a:pt x="1906628" y="825"/>
                  </a:lnTo>
                  <a:lnTo>
                    <a:pt x="1919510" y="1951"/>
                  </a:lnTo>
                  <a:lnTo>
                    <a:pt x="1932393" y="3583"/>
                  </a:lnTo>
                  <a:lnTo>
                    <a:pt x="1945275" y="5744"/>
                  </a:lnTo>
                  <a:lnTo>
                    <a:pt x="1958158" y="8457"/>
                  </a:lnTo>
                  <a:lnTo>
                    <a:pt x="1971041" y="11746"/>
                  </a:lnTo>
                  <a:lnTo>
                    <a:pt x="1983923" y="15632"/>
                  </a:lnTo>
                  <a:lnTo>
                    <a:pt x="1996806" y="20140"/>
                  </a:lnTo>
                  <a:lnTo>
                    <a:pt x="2009689" y="25291"/>
                  </a:lnTo>
                  <a:lnTo>
                    <a:pt x="2022571" y="31109"/>
                  </a:lnTo>
                  <a:lnTo>
                    <a:pt x="2035454" y="37617"/>
                  </a:lnTo>
                  <a:lnTo>
                    <a:pt x="2048336" y="44838"/>
                  </a:lnTo>
                  <a:lnTo>
                    <a:pt x="2061219" y="52795"/>
                  </a:lnTo>
                  <a:lnTo>
                    <a:pt x="2074102" y="61510"/>
                  </a:lnTo>
                  <a:lnTo>
                    <a:pt x="2086984" y="71008"/>
                  </a:lnTo>
                  <a:lnTo>
                    <a:pt x="2099867" y="81309"/>
                  </a:lnTo>
                  <a:lnTo>
                    <a:pt x="2112750" y="92439"/>
                  </a:lnTo>
                  <a:lnTo>
                    <a:pt x="2125632" y="104419"/>
                  </a:lnTo>
                  <a:lnTo>
                    <a:pt x="2138515" y="117272"/>
                  </a:lnTo>
                  <a:lnTo>
                    <a:pt x="2151397" y="131022"/>
                  </a:lnTo>
                  <a:lnTo>
                    <a:pt x="2164280" y="145692"/>
                  </a:lnTo>
                  <a:lnTo>
                    <a:pt x="2177163" y="161304"/>
                  </a:lnTo>
                  <a:lnTo>
                    <a:pt x="2190045" y="177881"/>
                  </a:lnTo>
                  <a:lnTo>
                    <a:pt x="2202928" y="195443"/>
                  </a:lnTo>
                  <a:lnTo>
                    <a:pt x="2215810" y="214000"/>
                  </a:lnTo>
                  <a:lnTo>
                    <a:pt x="2228693" y="233573"/>
                  </a:lnTo>
                  <a:lnTo>
                    <a:pt x="2241576" y="254183"/>
                  </a:lnTo>
                  <a:lnTo>
                    <a:pt x="2254458" y="275852"/>
                  </a:lnTo>
                  <a:lnTo>
                    <a:pt x="2267341" y="298592"/>
                  </a:lnTo>
                  <a:lnTo>
                    <a:pt x="2280224" y="322415"/>
                  </a:lnTo>
                  <a:lnTo>
                    <a:pt x="2293106" y="347325"/>
                  </a:lnTo>
                  <a:lnTo>
                    <a:pt x="2305989" y="373307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3447731" y="801109"/>
              <a:ext cx="0" cy="2341883"/>
            </a:xfrm>
            <a:custGeom>
              <a:avLst/>
              <a:pathLst>
                <a:path w="0" h="2341883">
                  <a:moveTo>
                    <a:pt x="0" y="2341883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tx50"/>
            <p:cNvSpPr/>
            <p:nvPr/>
          </p:nvSpPr>
          <p:spPr>
            <a:xfrm>
              <a:off x="3210829" y="3101630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3210829" y="2789317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3210829" y="2477066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3210829" y="2165993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3210829" y="1854300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3210829" y="1540374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3210829" y="122806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3210829" y="915810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58" name="pl58"/>
            <p:cNvSpPr/>
            <p:nvPr/>
          </p:nvSpPr>
          <p:spPr>
            <a:xfrm>
              <a:off x="3371816" y="314299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371816" y="2830741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371816" y="251849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371816" y="220623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371816" y="1893987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371816" y="158173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371816" y="126948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371816" y="957234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447731" y="3142992"/>
              <a:ext cx="2674679" cy="0"/>
            </a:xfrm>
            <a:custGeom>
              <a:avLst/>
              <a:pathLst>
                <a:path w="2674679" h="0">
                  <a:moveTo>
                    <a:pt x="0" y="0"/>
                  </a:moveTo>
                  <a:lnTo>
                    <a:pt x="2674679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3776200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4111373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4446546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4781719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5116892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5452065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5787238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6122410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tx75"/>
            <p:cNvSpPr/>
            <p:nvPr/>
          </p:nvSpPr>
          <p:spPr>
            <a:xfrm>
              <a:off x="3656301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34.0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3991474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34.5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4326646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35.0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4661819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35.5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4996992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36.0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5332165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36.5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5667338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37.0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6002511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37.5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4214828" y="3360435"/>
              <a:ext cx="846608" cy="1268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Temperature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5061437" y="3487236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5099537" y="3359914"/>
              <a:ext cx="44648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5144186" y="3440602"/>
              <a:ext cx="60960" cy="4663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°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5205146" y="3359170"/>
              <a:ext cx="150167" cy="128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C)</a:t>
              </a:r>
            </a:p>
          </p:txBody>
        </p:sp>
        <p:sp>
          <p:nvSpPr>
            <p:cNvPr id="88" name="tx88"/>
            <p:cNvSpPr/>
            <p:nvPr/>
          </p:nvSpPr>
          <p:spPr>
            <a:xfrm rot="-5400000">
              <a:off x="2890880" y="2245514"/>
              <a:ext cx="335830" cy="1285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Right</a:t>
              </a:r>
            </a:p>
          </p:txBody>
        </p:sp>
        <p:sp>
          <p:nvSpPr>
            <p:cNvPr id="89" name="tx89"/>
            <p:cNvSpPr/>
            <p:nvPr/>
          </p:nvSpPr>
          <p:spPr>
            <a:xfrm rot="-5400000">
              <a:off x="3104039" y="2122843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0" name="tx90"/>
            <p:cNvSpPr/>
            <p:nvPr/>
          </p:nvSpPr>
          <p:spPr>
            <a:xfrm rot="-5400000">
              <a:off x="3028546" y="2009250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91" name="tx91"/>
            <p:cNvSpPr/>
            <p:nvPr/>
          </p:nvSpPr>
          <p:spPr>
            <a:xfrm rot="-5400000">
              <a:off x="3045587" y="1940045"/>
              <a:ext cx="79995" cy="750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92" name="tx92"/>
            <p:cNvSpPr/>
            <p:nvPr/>
          </p:nvSpPr>
          <p:spPr>
            <a:xfrm rot="-5400000">
              <a:off x="3053921" y="1868384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93" name="tx93"/>
            <p:cNvSpPr/>
            <p:nvPr/>
          </p:nvSpPr>
          <p:spPr>
            <a:xfrm rot="-5400000">
              <a:off x="3015859" y="1781059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94" name="tx94"/>
            <p:cNvSpPr/>
            <p:nvPr/>
          </p:nvSpPr>
          <p:spPr>
            <a:xfrm rot="-5400000">
              <a:off x="3085533" y="1713744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95" name="tx95"/>
            <p:cNvSpPr/>
            <p:nvPr/>
          </p:nvSpPr>
          <p:spPr>
            <a:xfrm rot="-5400000">
              <a:off x="3104039" y="170063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6" name="tx96"/>
            <p:cNvSpPr/>
            <p:nvPr/>
          </p:nvSpPr>
          <p:spPr>
            <a:xfrm rot="-5400000">
              <a:off x="2951825" y="1510318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2952000" y="731520"/>
            <a:ext cx="3240000" cy="2880000"/>
            <a:chOff x="2952000" y="731520"/>
            <a:chExt cx="3240000" cy="2880000"/>
          </a:xfrm>
        </p:grpSpPr>
        <p:sp>
          <p:nvSpPr>
            <p:cNvPr id="3" name="rc3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3447731" y="801109"/>
              <a:ext cx="2674679" cy="234500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3776200" y="3144164"/>
              <a:ext cx="97758" cy="194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873959" y="3143208"/>
              <a:ext cx="97758" cy="290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3971718" y="3140366"/>
              <a:ext cx="97758" cy="574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4069477" y="3127221"/>
              <a:ext cx="97758" cy="1889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4167235" y="3101517"/>
              <a:ext cx="97758" cy="4459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4264994" y="3091885"/>
              <a:ext cx="97758" cy="5422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4362753" y="3085961"/>
              <a:ext cx="97758" cy="6015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4460512" y="3062378"/>
              <a:ext cx="97758" cy="8373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4558270" y="2971995"/>
              <a:ext cx="97758" cy="17411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4656029" y="2864711"/>
              <a:ext cx="97758" cy="28140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4753788" y="2881251"/>
              <a:ext cx="97758" cy="26486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4851547" y="3018701"/>
              <a:ext cx="97758" cy="12741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4949305" y="3000415"/>
              <a:ext cx="97758" cy="14569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5047064" y="3027435"/>
              <a:ext cx="97758" cy="11867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5144823" y="3073978"/>
              <a:ext cx="97758" cy="7213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5242582" y="3092418"/>
              <a:ext cx="97758" cy="5369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5340340" y="3112386"/>
              <a:ext cx="97758" cy="337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5438099" y="3120609"/>
              <a:ext cx="97758" cy="2550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5535858" y="3124988"/>
              <a:ext cx="97758" cy="2112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5633617" y="3126837"/>
              <a:ext cx="97758" cy="1927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5731375" y="3115748"/>
              <a:ext cx="97758" cy="3036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5829134" y="3065614"/>
              <a:ext cx="97758" cy="8049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5926893" y="3049374"/>
              <a:ext cx="97758" cy="9673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6024652" y="3090391"/>
              <a:ext cx="97758" cy="5572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3447731" y="2989778"/>
              <a:ext cx="171409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3447731" y="2833445"/>
              <a:ext cx="197525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3447731" y="2677111"/>
              <a:ext cx="231229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3447731" y="2520778"/>
              <a:ext cx="26117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3447731" y="2364444"/>
              <a:ext cx="306674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3447731" y="2208110"/>
              <a:ext cx="322586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3447731" y="2051777"/>
              <a:ext cx="328469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3447731" y="1895443"/>
              <a:ext cx="32353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3447731" y="1739110"/>
              <a:ext cx="32199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3447731" y="1582776"/>
              <a:ext cx="287464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3447731" y="1426443"/>
              <a:ext cx="23799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3447731" y="1270109"/>
              <a:ext cx="196987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3447731" y="1113776"/>
              <a:ext cx="161579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3447731" y="957442"/>
              <a:ext cx="133285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3447731" y="801109"/>
              <a:ext cx="171739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3776200" y="2083033"/>
              <a:ext cx="2346210" cy="537669"/>
            </a:xfrm>
            <a:custGeom>
              <a:avLst/>
              <a:pathLst>
                <a:path w="2346210" h="537669">
                  <a:moveTo>
                    <a:pt x="0" y="286400"/>
                  </a:moveTo>
                  <a:lnTo>
                    <a:pt x="13107" y="285520"/>
                  </a:lnTo>
                  <a:lnTo>
                    <a:pt x="26214" y="284641"/>
                  </a:lnTo>
                  <a:lnTo>
                    <a:pt x="39321" y="283761"/>
                  </a:lnTo>
                  <a:lnTo>
                    <a:pt x="52429" y="282881"/>
                  </a:lnTo>
                  <a:lnTo>
                    <a:pt x="65536" y="282000"/>
                  </a:lnTo>
                  <a:lnTo>
                    <a:pt x="78643" y="281120"/>
                  </a:lnTo>
                  <a:lnTo>
                    <a:pt x="91751" y="280239"/>
                  </a:lnTo>
                  <a:lnTo>
                    <a:pt x="104858" y="279357"/>
                  </a:lnTo>
                  <a:lnTo>
                    <a:pt x="117965" y="278474"/>
                  </a:lnTo>
                  <a:lnTo>
                    <a:pt x="131073" y="277590"/>
                  </a:lnTo>
                  <a:lnTo>
                    <a:pt x="144180" y="276704"/>
                  </a:lnTo>
                  <a:lnTo>
                    <a:pt x="157287" y="275818"/>
                  </a:lnTo>
                  <a:lnTo>
                    <a:pt x="170395" y="274929"/>
                  </a:lnTo>
                  <a:lnTo>
                    <a:pt x="183502" y="274039"/>
                  </a:lnTo>
                  <a:lnTo>
                    <a:pt x="196609" y="273146"/>
                  </a:lnTo>
                  <a:lnTo>
                    <a:pt x="209717" y="272251"/>
                  </a:lnTo>
                  <a:lnTo>
                    <a:pt x="222824" y="271352"/>
                  </a:lnTo>
                  <a:lnTo>
                    <a:pt x="235931" y="270451"/>
                  </a:lnTo>
                  <a:lnTo>
                    <a:pt x="249039" y="269547"/>
                  </a:lnTo>
                  <a:lnTo>
                    <a:pt x="262146" y="268639"/>
                  </a:lnTo>
                  <a:lnTo>
                    <a:pt x="275253" y="267726"/>
                  </a:lnTo>
                  <a:lnTo>
                    <a:pt x="288361" y="266810"/>
                  </a:lnTo>
                  <a:lnTo>
                    <a:pt x="301468" y="265889"/>
                  </a:lnTo>
                  <a:lnTo>
                    <a:pt x="314575" y="264964"/>
                  </a:lnTo>
                  <a:lnTo>
                    <a:pt x="327682" y="264033"/>
                  </a:lnTo>
                  <a:lnTo>
                    <a:pt x="340790" y="263097"/>
                  </a:lnTo>
                  <a:lnTo>
                    <a:pt x="353897" y="262156"/>
                  </a:lnTo>
                  <a:lnTo>
                    <a:pt x="367004" y="261208"/>
                  </a:lnTo>
                  <a:lnTo>
                    <a:pt x="380112" y="260254"/>
                  </a:lnTo>
                  <a:lnTo>
                    <a:pt x="393219" y="259294"/>
                  </a:lnTo>
                  <a:lnTo>
                    <a:pt x="406326" y="258327"/>
                  </a:lnTo>
                  <a:lnTo>
                    <a:pt x="419434" y="257353"/>
                  </a:lnTo>
                  <a:lnTo>
                    <a:pt x="432541" y="256371"/>
                  </a:lnTo>
                  <a:lnTo>
                    <a:pt x="445648" y="255382"/>
                  </a:lnTo>
                  <a:lnTo>
                    <a:pt x="458756" y="254385"/>
                  </a:lnTo>
                  <a:lnTo>
                    <a:pt x="471863" y="253379"/>
                  </a:lnTo>
                  <a:lnTo>
                    <a:pt x="484970" y="252366"/>
                  </a:lnTo>
                  <a:lnTo>
                    <a:pt x="498078" y="251343"/>
                  </a:lnTo>
                  <a:lnTo>
                    <a:pt x="511185" y="250312"/>
                  </a:lnTo>
                  <a:lnTo>
                    <a:pt x="524292" y="249272"/>
                  </a:lnTo>
                  <a:lnTo>
                    <a:pt x="537400" y="248222"/>
                  </a:lnTo>
                  <a:lnTo>
                    <a:pt x="550507" y="247162"/>
                  </a:lnTo>
                  <a:lnTo>
                    <a:pt x="563614" y="246093"/>
                  </a:lnTo>
                  <a:lnTo>
                    <a:pt x="576722" y="245013"/>
                  </a:lnTo>
                  <a:lnTo>
                    <a:pt x="589829" y="243923"/>
                  </a:lnTo>
                  <a:lnTo>
                    <a:pt x="602936" y="242823"/>
                  </a:lnTo>
                  <a:lnTo>
                    <a:pt x="616043" y="241711"/>
                  </a:lnTo>
                  <a:lnTo>
                    <a:pt x="629151" y="240589"/>
                  </a:lnTo>
                  <a:lnTo>
                    <a:pt x="642258" y="239456"/>
                  </a:lnTo>
                  <a:lnTo>
                    <a:pt x="655365" y="238311"/>
                  </a:lnTo>
                  <a:lnTo>
                    <a:pt x="668473" y="237155"/>
                  </a:lnTo>
                  <a:lnTo>
                    <a:pt x="681580" y="235987"/>
                  </a:lnTo>
                  <a:lnTo>
                    <a:pt x="694687" y="234807"/>
                  </a:lnTo>
                  <a:lnTo>
                    <a:pt x="707795" y="233615"/>
                  </a:lnTo>
                  <a:lnTo>
                    <a:pt x="720902" y="232411"/>
                  </a:lnTo>
                  <a:lnTo>
                    <a:pt x="734009" y="231195"/>
                  </a:lnTo>
                  <a:lnTo>
                    <a:pt x="747117" y="229966"/>
                  </a:lnTo>
                  <a:lnTo>
                    <a:pt x="760224" y="228725"/>
                  </a:lnTo>
                  <a:lnTo>
                    <a:pt x="773331" y="227470"/>
                  </a:lnTo>
                  <a:lnTo>
                    <a:pt x="786439" y="226203"/>
                  </a:lnTo>
                  <a:lnTo>
                    <a:pt x="799546" y="224923"/>
                  </a:lnTo>
                  <a:lnTo>
                    <a:pt x="812653" y="223630"/>
                  </a:lnTo>
                  <a:lnTo>
                    <a:pt x="825761" y="222324"/>
                  </a:lnTo>
                  <a:lnTo>
                    <a:pt x="838868" y="221005"/>
                  </a:lnTo>
                  <a:lnTo>
                    <a:pt x="851975" y="219672"/>
                  </a:lnTo>
                  <a:lnTo>
                    <a:pt x="865083" y="218326"/>
                  </a:lnTo>
                  <a:lnTo>
                    <a:pt x="878190" y="216967"/>
                  </a:lnTo>
                  <a:lnTo>
                    <a:pt x="891297" y="215594"/>
                  </a:lnTo>
                  <a:lnTo>
                    <a:pt x="904405" y="214207"/>
                  </a:lnTo>
                  <a:lnTo>
                    <a:pt x="917512" y="212807"/>
                  </a:lnTo>
                  <a:lnTo>
                    <a:pt x="930619" y="211393"/>
                  </a:lnTo>
                  <a:lnTo>
                    <a:pt x="943726" y="209966"/>
                  </a:lnTo>
                  <a:lnTo>
                    <a:pt x="956834" y="208525"/>
                  </a:lnTo>
                  <a:lnTo>
                    <a:pt x="969941" y="207070"/>
                  </a:lnTo>
                  <a:lnTo>
                    <a:pt x="983048" y="205601"/>
                  </a:lnTo>
                  <a:lnTo>
                    <a:pt x="996156" y="204119"/>
                  </a:lnTo>
                  <a:lnTo>
                    <a:pt x="1009263" y="202624"/>
                  </a:lnTo>
                  <a:lnTo>
                    <a:pt x="1022370" y="201114"/>
                  </a:lnTo>
                  <a:lnTo>
                    <a:pt x="1035478" y="199591"/>
                  </a:lnTo>
                  <a:lnTo>
                    <a:pt x="1048585" y="198055"/>
                  </a:lnTo>
                  <a:lnTo>
                    <a:pt x="1061692" y="196505"/>
                  </a:lnTo>
                  <a:lnTo>
                    <a:pt x="1074800" y="194941"/>
                  </a:lnTo>
                  <a:lnTo>
                    <a:pt x="1087907" y="193364"/>
                  </a:lnTo>
                  <a:lnTo>
                    <a:pt x="1101014" y="191774"/>
                  </a:lnTo>
                  <a:lnTo>
                    <a:pt x="1114122" y="190170"/>
                  </a:lnTo>
                  <a:lnTo>
                    <a:pt x="1127229" y="188553"/>
                  </a:lnTo>
                  <a:lnTo>
                    <a:pt x="1140336" y="186922"/>
                  </a:lnTo>
                  <a:lnTo>
                    <a:pt x="1153444" y="185279"/>
                  </a:lnTo>
                  <a:lnTo>
                    <a:pt x="1166551" y="183622"/>
                  </a:lnTo>
                  <a:lnTo>
                    <a:pt x="1179658" y="181953"/>
                  </a:lnTo>
                  <a:lnTo>
                    <a:pt x="1192766" y="180271"/>
                  </a:lnTo>
                  <a:lnTo>
                    <a:pt x="1205873" y="178576"/>
                  </a:lnTo>
                  <a:lnTo>
                    <a:pt x="1218980" y="176868"/>
                  </a:lnTo>
                  <a:lnTo>
                    <a:pt x="1232087" y="175148"/>
                  </a:lnTo>
                  <a:lnTo>
                    <a:pt x="1245195" y="173415"/>
                  </a:lnTo>
                  <a:lnTo>
                    <a:pt x="1258302" y="171670"/>
                  </a:lnTo>
                  <a:lnTo>
                    <a:pt x="1271409" y="169913"/>
                  </a:lnTo>
                  <a:lnTo>
                    <a:pt x="1284517" y="168143"/>
                  </a:lnTo>
                  <a:lnTo>
                    <a:pt x="1297624" y="166362"/>
                  </a:lnTo>
                  <a:lnTo>
                    <a:pt x="1310731" y="164569"/>
                  </a:lnTo>
                  <a:lnTo>
                    <a:pt x="1323839" y="162764"/>
                  </a:lnTo>
                  <a:lnTo>
                    <a:pt x="1336946" y="160948"/>
                  </a:lnTo>
                  <a:lnTo>
                    <a:pt x="1350053" y="159120"/>
                  </a:lnTo>
                  <a:lnTo>
                    <a:pt x="1363161" y="157281"/>
                  </a:lnTo>
                  <a:lnTo>
                    <a:pt x="1376268" y="155431"/>
                  </a:lnTo>
                  <a:lnTo>
                    <a:pt x="1389375" y="153570"/>
                  </a:lnTo>
                  <a:lnTo>
                    <a:pt x="1402483" y="151699"/>
                  </a:lnTo>
                  <a:lnTo>
                    <a:pt x="1415590" y="149816"/>
                  </a:lnTo>
                  <a:lnTo>
                    <a:pt x="1428697" y="147923"/>
                  </a:lnTo>
                  <a:lnTo>
                    <a:pt x="1441805" y="146020"/>
                  </a:lnTo>
                  <a:lnTo>
                    <a:pt x="1454912" y="144107"/>
                  </a:lnTo>
                  <a:lnTo>
                    <a:pt x="1468019" y="142184"/>
                  </a:lnTo>
                  <a:lnTo>
                    <a:pt x="1481127" y="140251"/>
                  </a:lnTo>
                  <a:lnTo>
                    <a:pt x="1494234" y="138309"/>
                  </a:lnTo>
                  <a:lnTo>
                    <a:pt x="1507341" y="136357"/>
                  </a:lnTo>
                  <a:lnTo>
                    <a:pt x="1520448" y="134396"/>
                  </a:lnTo>
                  <a:lnTo>
                    <a:pt x="1533556" y="132425"/>
                  </a:lnTo>
                  <a:lnTo>
                    <a:pt x="1546663" y="130446"/>
                  </a:lnTo>
                  <a:lnTo>
                    <a:pt x="1559770" y="128459"/>
                  </a:lnTo>
                  <a:lnTo>
                    <a:pt x="1572878" y="126462"/>
                  </a:lnTo>
                  <a:lnTo>
                    <a:pt x="1585985" y="124458"/>
                  </a:lnTo>
                  <a:lnTo>
                    <a:pt x="1599092" y="122445"/>
                  </a:lnTo>
                  <a:lnTo>
                    <a:pt x="1612200" y="120424"/>
                  </a:lnTo>
                  <a:lnTo>
                    <a:pt x="1625307" y="118396"/>
                  </a:lnTo>
                  <a:lnTo>
                    <a:pt x="1638414" y="116360"/>
                  </a:lnTo>
                  <a:lnTo>
                    <a:pt x="1651522" y="114316"/>
                  </a:lnTo>
                  <a:lnTo>
                    <a:pt x="1664629" y="112266"/>
                  </a:lnTo>
                  <a:lnTo>
                    <a:pt x="1677736" y="110208"/>
                  </a:lnTo>
                  <a:lnTo>
                    <a:pt x="1690844" y="108144"/>
                  </a:lnTo>
                  <a:lnTo>
                    <a:pt x="1703951" y="106072"/>
                  </a:lnTo>
                  <a:lnTo>
                    <a:pt x="1717058" y="103995"/>
                  </a:lnTo>
                  <a:lnTo>
                    <a:pt x="1730166" y="101911"/>
                  </a:lnTo>
                  <a:lnTo>
                    <a:pt x="1743273" y="99821"/>
                  </a:lnTo>
                  <a:lnTo>
                    <a:pt x="1756380" y="97725"/>
                  </a:lnTo>
                  <a:lnTo>
                    <a:pt x="1769488" y="95624"/>
                  </a:lnTo>
                  <a:lnTo>
                    <a:pt x="1782595" y="93517"/>
                  </a:lnTo>
                  <a:lnTo>
                    <a:pt x="1795702" y="91404"/>
                  </a:lnTo>
                  <a:lnTo>
                    <a:pt x="1808810" y="89287"/>
                  </a:lnTo>
                  <a:lnTo>
                    <a:pt x="1821917" y="87164"/>
                  </a:lnTo>
                  <a:lnTo>
                    <a:pt x="1835024" y="85037"/>
                  </a:lnTo>
                  <a:lnTo>
                    <a:pt x="1848131" y="82905"/>
                  </a:lnTo>
                  <a:lnTo>
                    <a:pt x="1861239" y="80768"/>
                  </a:lnTo>
                  <a:lnTo>
                    <a:pt x="1874346" y="78627"/>
                  </a:lnTo>
                  <a:lnTo>
                    <a:pt x="1887453" y="76483"/>
                  </a:lnTo>
                  <a:lnTo>
                    <a:pt x="1900561" y="74334"/>
                  </a:lnTo>
                  <a:lnTo>
                    <a:pt x="1913668" y="72181"/>
                  </a:lnTo>
                  <a:lnTo>
                    <a:pt x="1926775" y="70025"/>
                  </a:lnTo>
                  <a:lnTo>
                    <a:pt x="1939883" y="67866"/>
                  </a:lnTo>
                  <a:lnTo>
                    <a:pt x="1952990" y="65703"/>
                  </a:lnTo>
                  <a:lnTo>
                    <a:pt x="1966097" y="63537"/>
                  </a:lnTo>
                  <a:lnTo>
                    <a:pt x="1979205" y="61369"/>
                  </a:lnTo>
                  <a:lnTo>
                    <a:pt x="1992312" y="59197"/>
                  </a:lnTo>
                  <a:lnTo>
                    <a:pt x="2005419" y="57023"/>
                  </a:lnTo>
                  <a:lnTo>
                    <a:pt x="2018527" y="54846"/>
                  </a:lnTo>
                  <a:lnTo>
                    <a:pt x="2031634" y="52667"/>
                  </a:lnTo>
                  <a:lnTo>
                    <a:pt x="2044741" y="50486"/>
                  </a:lnTo>
                  <a:lnTo>
                    <a:pt x="2057849" y="48303"/>
                  </a:lnTo>
                  <a:lnTo>
                    <a:pt x="2070956" y="46118"/>
                  </a:lnTo>
                  <a:lnTo>
                    <a:pt x="2084063" y="43932"/>
                  </a:lnTo>
                  <a:lnTo>
                    <a:pt x="2097171" y="41743"/>
                  </a:lnTo>
                  <a:lnTo>
                    <a:pt x="2110278" y="39553"/>
                  </a:lnTo>
                  <a:lnTo>
                    <a:pt x="2123385" y="37362"/>
                  </a:lnTo>
                  <a:lnTo>
                    <a:pt x="2136492" y="35169"/>
                  </a:lnTo>
                  <a:lnTo>
                    <a:pt x="2149600" y="32976"/>
                  </a:lnTo>
                  <a:lnTo>
                    <a:pt x="2162707" y="30781"/>
                  </a:lnTo>
                  <a:lnTo>
                    <a:pt x="2175814" y="28586"/>
                  </a:lnTo>
                  <a:lnTo>
                    <a:pt x="2188922" y="26389"/>
                  </a:lnTo>
                  <a:lnTo>
                    <a:pt x="2202029" y="24192"/>
                  </a:lnTo>
                  <a:lnTo>
                    <a:pt x="2215136" y="21994"/>
                  </a:lnTo>
                  <a:lnTo>
                    <a:pt x="2228244" y="19796"/>
                  </a:lnTo>
                  <a:lnTo>
                    <a:pt x="2241351" y="17597"/>
                  </a:lnTo>
                  <a:lnTo>
                    <a:pt x="2254458" y="15398"/>
                  </a:lnTo>
                  <a:lnTo>
                    <a:pt x="2267566" y="13199"/>
                  </a:lnTo>
                  <a:lnTo>
                    <a:pt x="2280673" y="10999"/>
                  </a:lnTo>
                  <a:lnTo>
                    <a:pt x="2293780" y="8799"/>
                  </a:lnTo>
                  <a:lnTo>
                    <a:pt x="2306888" y="6599"/>
                  </a:lnTo>
                  <a:lnTo>
                    <a:pt x="2319995" y="4400"/>
                  </a:lnTo>
                  <a:lnTo>
                    <a:pt x="2333102" y="2200"/>
                  </a:lnTo>
                  <a:lnTo>
                    <a:pt x="2346210" y="0"/>
                  </a:lnTo>
                  <a:lnTo>
                    <a:pt x="2346210" y="112011"/>
                  </a:lnTo>
                  <a:lnTo>
                    <a:pt x="2333102" y="114549"/>
                  </a:lnTo>
                  <a:lnTo>
                    <a:pt x="2319995" y="117087"/>
                  </a:lnTo>
                  <a:lnTo>
                    <a:pt x="2306888" y="119626"/>
                  </a:lnTo>
                  <a:lnTo>
                    <a:pt x="2293780" y="122164"/>
                  </a:lnTo>
                  <a:lnTo>
                    <a:pt x="2280673" y="124702"/>
                  </a:lnTo>
                  <a:lnTo>
                    <a:pt x="2267566" y="127240"/>
                  </a:lnTo>
                  <a:lnTo>
                    <a:pt x="2254458" y="129777"/>
                  </a:lnTo>
                  <a:lnTo>
                    <a:pt x="2241351" y="132315"/>
                  </a:lnTo>
                  <a:lnTo>
                    <a:pt x="2228244" y="134853"/>
                  </a:lnTo>
                  <a:lnTo>
                    <a:pt x="2215136" y="137391"/>
                  </a:lnTo>
                  <a:lnTo>
                    <a:pt x="2202029" y="139928"/>
                  </a:lnTo>
                  <a:lnTo>
                    <a:pt x="2188922" y="142466"/>
                  </a:lnTo>
                  <a:lnTo>
                    <a:pt x="2175814" y="145003"/>
                  </a:lnTo>
                  <a:lnTo>
                    <a:pt x="2162707" y="147540"/>
                  </a:lnTo>
                  <a:lnTo>
                    <a:pt x="2149600" y="150076"/>
                  </a:lnTo>
                  <a:lnTo>
                    <a:pt x="2136492" y="152613"/>
                  </a:lnTo>
                  <a:lnTo>
                    <a:pt x="2123385" y="155149"/>
                  </a:lnTo>
                  <a:lnTo>
                    <a:pt x="2110278" y="157685"/>
                  </a:lnTo>
                  <a:lnTo>
                    <a:pt x="2097171" y="160220"/>
                  </a:lnTo>
                  <a:lnTo>
                    <a:pt x="2084063" y="162754"/>
                  </a:lnTo>
                  <a:lnTo>
                    <a:pt x="2070956" y="165289"/>
                  </a:lnTo>
                  <a:lnTo>
                    <a:pt x="2057849" y="167822"/>
                  </a:lnTo>
                  <a:lnTo>
                    <a:pt x="2044741" y="170355"/>
                  </a:lnTo>
                  <a:lnTo>
                    <a:pt x="2031634" y="172888"/>
                  </a:lnTo>
                  <a:lnTo>
                    <a:pt x="2018527" y="175419"/>
                  </a:lnTo>
                  <a:lnTo>
                    <a:pt x="2005419" y="177950"/>
                  </a:lnTo>
                  <a:lnTo>
                    <a:pt x="1992312" y="180480"/>
                  </a:lnTo>
                  <a:lnTo>
                    <a:pt x="1979205" y="183009"/>
                  </a:lnTo>
                  <a:lnTo>
                    <a:pt x="1966097" y="185537"/>
                  </a:lnTo>
                  <a:lnTo>
                    <a:pt x="1952990" y="188064"/>
                  </a:lnTo>
                  <a:lnTo>
                    <a:pt x="1939883" y="190590"/>
                  </a:lnTo>
                  <a:lnTo>
                    <a:pt x="1926775" y="193115"/>
                  </a:lnTo>
                  <a:lnTo>
                    <a:pt x="1913668" y="195639"/>
                  </a:lnTo>
                  <a:lnTo>
                    <a:pt x="1900561" y="198161"/>
                  </a:lnTo>
                  <a:lnTo>
                    <a:pt x="1887453" y="200682"/>
                  </a:lnTo>
                  <a:lnTo>
                    <a:pt x="1874346" y="203202"/>
                  </a:lnTo>
                  <a:lnTo>
                    <a:pt x="1861239" y="205721"/>
                  </a:lnTo>
                  <a:lnTo>
                    <a:pt x="1848131" y="208238"/>
                  </a:lnTo>
                  <a:lnTo>
                    <a:pt x="1835024" y="210753"/>
                  </a:lnTo>
                  <a:lnTo>
                    <a:pt x="1821917" y="213267"/>
                  </a:lnTo>
                  <a:lnTo>
                    <a:pt x="1808810" y="215779"/>
                  </a:lnTo>
                  <a:lnTo>
                    <a:pt x="1795702" y="218290"/>
                  </a:lnTo>
                  <a:lnTo>
                    <a:pt x="1782595" y="220799"/>
                  </a:lnTo>
                  <a:lnTo>
                    <a:pt x="1769488" y="223306"/>
                  </a:lnTo>
                  <a:lnTo>
                    <a:pt x="1756380" y="225812"/>
                  </a:lnTo>
                  <a:lnTo>
                    <a:pt x="1743273" y="228315"/>
                  </a:lnTo>
                  <a:lnTo>
                    <a:pt x="1730166" y="230817"/>
                  </a:lnTo>
                  <a:lnTo>
                    <a:pt x="1717058" y="233317"/>
                  </a:lnTo>
                  <a:lnTo>
                    <a:pt x="1703951" y="235814"/>
                  </a:lnTo>
                  <a:lnTo>
                    <a:pt x="1690844" y="238310"/>
                  </a:lnTo>
                  <a:lnTo>
                    <a:pt x="1677736" y="240803"/>
                  </a:lnTo>
                  <a:lnTo>
                    <a:pt x="1664629" y="243295"/>
                  </a:lnTo>
                  <a:lnTo>
                    <a:pt x="1651522" y="245784"/>
                  </a:lnTo>
                  <a:lnTo>
                    <a:pt x="1638414" y="248271"/>
                  </a:lnTo>
                  <a:lnTo>
                    <a:pt x="1625307" y="250755"/>
                  </a:lnTo>
                  <a:lnTo>
                    <a:pt x="1612200" y="253237"/>
                  </a:lnTo>
                  <a:lnTo>
                    <a:pt x="1599092" y="255717"/>
                  </a:lnTo>
                  <a:lnTo>
                    <a:pt x="1585985" y="258194"/>
                  </a:lnTo>
                  <a:lnTo>
                    <a:pt x="1572878" y="260669"/>
                  </a:lnTo>
                  <a:lnTo>
                    <a:pt x="1559770" y="263141"/>
                  </a:lnTo>
                  <a:lnTo>
                    <a:pt x="1546663" y="265611"/>
                  </a:lnTo>
                  <a:lnTo>
                    <a:pt x="1533556" y="268078"/>
                  </a:lnTo>
                  <a:lnTo>
                    <a:pt x="1520448" y="270542"/>
                  </a:lnTo>
                  <a:lnTo>
                    <a:pt x="1507341" y="273004"/>
                  </a:lnTo>
                  <a:lnTo>
                    <a:pt x="1494234" y="275463"/>
                  </a:lnTo>
                  <a:lnTo>
                    <a:pt x="1481127" y="277919"/>
                  </a:lnTo>
                  <a:lnTo>
                    <a:pt x="1468019" y="280372"/>
                  </a:lnTo>
                  <a:lnTo>
                    <a:pt x="1454912" y="282822"/>
                  </a:lnTo>
                  <a:lnTo>
                    <a:pt x="1441805" y="285269"/>
                  </a:lnTo>
                  <a:lnTo>
                    <a:pt x="1428697" y="287714"/>
                  </a:lnTo>
                  <a:lnTo>
                    <a:pt x="1415590" y="290155"/>
                  </a:lnTo>
                  <a:lnTo>
                    <a:pt x="1402483" y="292594"/>
                  </a:lnTo>
                  <a:lnTo>
                    <a:pt x="1389375" y="295029"/>
                  </a:lnTo>
                  <a:lnTo>
                    <a:pt x="1376268" y="297461"/>
                  </a:lnTo>
                  <a:lnTo>
                    <a:pt x="1363161" y="299890"/>
                  </a:lnTo>
                  <a:lnTo>
                    <a:pt x="1350053" y="302316"/>
                  </a:lnTo>
                  <a:lnTo>
                    <a:pt x="1336946" y="304739"/>
                  </a:lnTo>
                  <a:lnTo>
                    <a:pt x="1323839" y="307158"/>
                  </a:lnTo>
                  <a:lnTo>
                    <a:pt x="1310731" y="309575"/>
                  </a:lnTo>
                  <a:lnTo>
                    <a:pt x="1297624" y="311988"/>
                  </a:lnTo>
                  <a:lnTo>
                    <a:pt x="1284517" y="314398"/>
                  </a:lnTo>
                  <a:lnTo>
                    <a:pt x="1271409" y="316804"/>
                  </a:lnTo>
                  <a:lnTo>
                    <a:pt x="1258302" y="319207"/>
                  </a:lnTo>
                  <a:lnTo>
                    <a:pt x="1245195" y="321607"/>
                  </a:lnTo>
                  <a:lnTo>
                    <a:pt x="1232087" y="324004"/>
                  </a:lnTo>
                  <a:lnTo>
                    <a:pt x="1218980" y="326397"/>
                  </a:lnTo>
                  <a:lnTo>
                    <a:pt x="1205873" y="328787"/>
                  </a:lnTo>
                  <a:lnTo>
                    <a:pt x="1192766" y="331173"/>
                  </a:lnTo>
                  <a:lnTo>
                    <a:pt x="1179658" y="333556"/>
                  </a:lnTo>
                  <a:lnTo>
                    <a:pt x="1166551" y="335936"/>
                  </a:lnTo>
                  <a:lnTo>
                    <a:pt x="1153444" y="338312"/>
                  </a:lnTo>
                  <a:lnTo>
                    <a:pt x="1140336" y="340685"/>
                  </a:lnTo>
                  <a:lnTo>
                    <a:pt x="1127229" y="343054"/>
                  </a:lnTo>
                  <a:lnTo>
                    <a:pt x="1114122" y="345421"/>
                  </a:lnTo>
                  <a:lnTo>
                    <a:pt x="1101014" y="347783"/>
                  </a:lnTo>
                  <a:lnTo>
                    <a:pt x="1087907" y="350142"/>
                  </a:lnTo>
                  <a:lnTo>
                    <a:pt x="1074800" y="352498"/>
                  </a:lnTo>
                  <a:lnTo>
                    <a:pt x="1061692" y="354851"/>
                  </a:lnTo>
                  <a:lnTo>
                    <a:pt x="1048585" y="357200"/>
                  </a:lnTo>
                  <a:lnTo>
                    <a:pt x="1035478" y="359545"/>
                  </a:lnTo>
                  <a:lnTo>
                    <a:pt x="1022370" y="361888"/>
                  </a:lnTo>
                  <a:lnTo>
                    <a:pt x="1009263" y="364227"/>
                  </a:lnTo>
                  <a:lnTo>
                    <a:pt x="996156" y="366562"/>
                  </a:lnTo>
                  <a:lnTo>
                    <a:pt x="983048" y="368895"/>
                  </a:lnTo>
                  <a:lnTo>
                    <a:pt x="969941" y="371224"/>
                  </a:lnTo>
                  <a:lnTo>
                    <a:pt x="956834" y="373549"/>
                  </a:lnTo>
                  <a:lnTo>
                    <a:pt x="943726" y="375872"/>
                  </a:lnTo>
                  <a:lnTo>
                    <a:pt x="930619" y="378191"/>
                  </a:lnTo>
                  <a:lnTo>
                    <a:pt x="917512" y="380507"/>
                  </a:lnTo>
                  <a:lnTo>
                    <a:pt x="904405" y="382820"/>
                  </a:lnTo>
                  <a:lnTo>
                    <a:pt x="891297" y="385130"/>
                  </a:lnTo>
                  <a:lnTo>
                    <a:pt x="878190" y="387436"/>
                  </a:lnTo>
                  <a:lnTo>
                    <a:pt x="865083" y="389740"/>
                  </a:lnTo>
                  <a:lnTo>
                    <a:pt x="851975" y="392041"/>
                  </a:lnTo>
                  <a:lnTo>
                    <a:pt x="838868" y="394338"/>
                  </a:lnTo>
                  <a:lnTo>
                    <a:pt x="825761" y="396633"/>
                  </a:lnTo>
                  <a:lnTo>
                    <a:pt x="812653" y="398924"/>
                  </a:lnTo>
                  <a:lnTo>
                    <a:pt x="799546" y="401213"/>
                  </a:lnTo>
                  <a:lnTo>
                    <a:pt x="786439" y="403499"/>
                  </a:lnTo>
                  <a:lnTo>
                    <a:pt x="773331" y="405782"/>
                  </a:lnTo>
                  <a:lnTo>
                    <a:pt x="760224" y="408062"/>
                  </a:lnTo>
                  <a:lnTo>
                    <a:pt x="747117" y="410340"/>
                  </a:lnTo>
                  <a:lnTo>
                    <a:pt x="734009" y="412615"/>
                  </a:lnTo>
                  <a:lnTo>
                    <a:pt x="720902" y="414887"/>
                  </a:lnTo>
                  <a:lnTo>
                    <a:pt x="707795" y="417157"/>
                  </a:lnTo>
                  <a:lnTo>
                    <a:pt x="694687" y="419424"/>
                  </a:lnTo>
                  <a:lnTo>
                    <a:pt x="681580" y="421689"/>
                  </a:lnTo>
                  <a:lnTo>
                    <a:pt x="668473" y="423951"/>
                  </a:lnTo>
                  <a:lnTo>
                    <a:pt x="655365" y="426211"/>
                  </a:lnTo>
                  <a:lnTo>
                    <a:pt x="642258" y="428469"/>
                  </a:lnTo>
                  <a:lnTo>
                    <a:pt x="629151" y="430724"/>
                  </a:lnTo>
                  <a:lnTo>
                    <a:pt x="616043" y="432978"/>
                  </a:lnTo>
                  <a:lnTo>
                    <a:pt x="602936" y="435229"/>
                  </a:lnTo>
                  <a:lnTo>
                    <a:pt x="589829" y="437478"/>
                  </a:lnTo>
                  <a:lnTo>
                    <a:pt x="576722" y="439726"/>
                  </a:lnTo>
                  <a:lnTo>
                    <a:pt x="563614" y="441971"/>
                  </a:lnTo>
                  <a:lnTo>
                    <a:pt x="550507" y="444214"/>
                  </a:lnTo>
                  <a:lnTo>
                    <a:pt x="537400" y="446456"/>
                  </a:lnTo>
                  <a:lnTo>
                    <a:pt x="524292" y="448696"/>
                  </a:lnTo>
                  <a:lnTo>
                    <a:pt x="511185" y="450935"/>
                  </a:lnTo>
                  <a:lnTo>
                    <a:pt x="498078" y="453172"/>
                  </a:lnTo>
                  <a:lnTo>
                    <a:pt x="484970" y="455407"/>
                  </a:lnTo>
                  <a:lnTo>
                    <a:pt x="471863" y="457641"/>
                  </a:lnTo>
                  <a:lnTo>
                    <a:pt x="458756" y="459874"/>
                  </a:lnTo>
                  <a:lnTo>
                    <a:pt x="445648" y="462105"/>
                  </a:lnTo>
                  <a:lnTo>
                    <a:pt x="432541" y="464335"/>
                  </a:lnTo>
                  <a:lnTo>
                    <a:pt x="419434" y="466564"/>
                  </a:lnTo>
                  <a:lnTo>
                    <a:pt x="406326" y="468793"/>
                  </a:lnTo>
                  <a:lnTo>
                    <a:pt x="393219" y="471020"/>
                  </a:lnTo>
                  <a:lnTo>
                    <a:pt x="380112" y="473246"/>
                  </a:lnTo>
                  <a:lnTo>
                    <a:pt x="367004" y="475472"/>
                  </a:lnTo>
                  <a:lnTo>
                    <a:pt x="353897" y="477696"/>
                  </a:lnTo>
                  <a:lnTo>
                    <a:pt x="340790" y="479921"/>
                  </a:lnTo>
                  <a:lnTo>
                    <a:pt x="327682" y="482144"/>
                  </a:lnTo>
                  <a:lnTo>
                    <a:pt x="314575" y="484367"/>
                  </a:lnTo>
                  <a:lnTo>
                    <a:pt x="301468" y="486590"/>
                  </a:lnTo>
                  <a:lnTo>
                    <a:pt x="288361" y="488812"/>
                  </a:lnTo>
                  <a:lnTo>
                    <a:pt x="275253" y="491034"/>
                  </a:lnTo>
                  <a:lnTo>
                    <a:pt x="262146" y="493255"/>
                  </a:lnTo>
                  <a:lnTo>
                    <a:pt x="249039" y="495477"/>
                  </a:lnTo>
                  <a:lnTo>
                    <a:pt x="235931" y="497698"/>
                  </a:lnTo>
                  <a:lnTo>
                    <a:pt x="222824" y="499919"/>
                  </a:lnTo>
                  <a:lnTo>
                    <a:pt x="209717" y="502139"/>
                  </a:lnTo>
                  <a:lnTo>
                    <a:pt x="196609" y="504360"/>
                  </a:lnTo>
                  <a:lnTo>
                    <a:pt x="183502" y="506581"/>
                  </a:lnTo>
                  <a:lnTo>
                    <a:pt x="170395" y="508801"/>
                  </a:lnTo>
                  <a:lnTo>
                    <a:pt x="157287" y="511022"/>
                  </a:lnTo>
                  <a:lnTo>
                    <a:pt x="144180" y="513243"/>
                  </a:lnTo>
                  <a:lnTo>
                    <a:pt x="131073" y="515463"/>
                  </a:lnTo>
                  <a:lnTo>
                    <a:pt x="117965" y="517684"/>
                  </a:lnTo>
                  <a:lnTo>
                    <a:pt x="104858" y="519904"/>
                  </a:lnTo>
                  <a:lnTo>
                    <a:pt x="91751" y="522125"/>
                  </a:lnTo>
                  <a:lnTo>
                    <a:pt x="78643" y="524345"/>
                  </a:lnTo>
                  <a:lnTo>
                    <a:pt x="65536" y="526566"/>
                  </a:lnTo>
                  <a:lnTo>
                    <a:pt x="52429" y="528787"/>
                  </a:lnTo>
                  <a:lnTo>
                    <a:pt x="39321" y="531007"/>
                  </a:lnTo>
                  <a:lnTo>
                    <a:pt x="26214" y="533228"/>
                  </a:lnTo>
                  <a:lnTo>
                    <a:pt x="13107" y="535448"/>
                  </a:lnTo>
                  <a:lnTo>
                    <a:pt x="0" y="537669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3776200" y="2083033"/>
              <a:ext cx="2346210" cy="286400"/>
            </a:xfrm>
            <a:custGeom>
              <a:avLst/>
              <a:pathLst>
                <a:path w="2346210" h="286400">
                  <a:moveTo>
                    <a:pt x="0" y="286400"/>
                  </a:moveTo>
                  <a:lnTo>
                    <a:pt x="13107" y="285520"/>
                  </a:lnTo>
                  <a:lnTo>
                    <a:pt x="26214" y="284641"/>
                  </a:lnTo>
                  <a:lnTo>
                    <a:pt x="39321" y="283761"/>
                  </a:lnTo>
                  <a:lnTo>
                    <a:pt x="52429" y="282881"/>
                  </a:lnTo>
                  <a:lnTo>
                    <a:pt x="65536" y="282000"/>
                  </a:lnTo>
                  <a:lnTo>
                    <a:pt x="78643" y="281120"/>
                  </a:lnTo>
                  <a:lnTo>
                    <a:pt x="91751" y="280239"/>
                  </a:lnTo>
                  <a:lnTo>
                    <a:pt x="104858" y="279357"/>
                  </a:lnTo>
                  <a:lnTo>
                    <a:pt x="117965" y="278474"/>
                  </a:lnTo>
                  <a:lnTo>
                    <a:pt x="131073" y="277590"/>
                  </a:lnTo>
                  <a:lnTo>
                    <a:pt x="144180" y="276704"/>
                  </a:lnTo>
                  <a:lnTo>
                    <a:pt x="157287" y="275818"/>
                  </a:lnTo>
                  <a:lnTo>
                    <a:pt x="170395" y="274929"/>
                  </a:lnTo>
                  <a:lnTo>
                    <a:pt x="183502" y="274039"/>
                  </a:lnTo>
                  <a:lnTo>
                    <a:pt x="196609" y="273146"/>
                  </a:lnTo>
                  <a:lnTo>
                    <a:pt x="209717" y="272251"/>
                  </a:lnTo>
                  <a:lnTo>
                    <a:pt x="222824" y="271352"/>
                  </a:lnTo>
                  <a:lnTo>
                    <a:pt x="235931" y="270451"/>
                  </a:lnTo>
                  <a:lnTo>
                    <a:pt x="249039" y="269547"/>
                  </a:lnTo>
                  <a:lnTo>
                    <a:pt x="262146" y="268639"/>
                  </a:lnTo>
                  <a:lnTo>
                    <a:pt x="275253" y="267726"/>
                  </a:lnTo>
                  <a:lnTo>
                    <a:pt x="288361" y="266810"/>
                  </a:lnTo>
                  <a:lnTo>
                    <a:pt x="301468" y="265889"/>
                  </a:lnTo>
                  <a:lnTo>
                    <a:pt x="314575" y="264964"/>
                  </a:lnTo>
                  <a:lnTo>
                    <a:pt x="327682" y="264033"/>
                  </a:lnTo>
                  <a:lnTo>
                    <a:pt x="340790" y="263097"/>
                  </a:lnTo>
                  <a:lnTo>
                    <a:pt x="353897" y="262156"/>
                  </a:lnTo>
                  <a:lnTo>
                    <a:pt x="367004" y="261208"/>
                  </a:lnTo>
                  <a:lnTo>
                    <a:pt x="380112" y="260254"/>
                  </a:lnTo>
                  <a:lnTo>
                    <a:pt x="393219" y="259294"/>
                  </a:lnTo>
                  <a:lnTo>
                    <a:pt x="406326" y="258327"/>
                  </a:lnTo>
                  <a:lnTo>
                    <a:pt x="419434" y="257353"/>
                  </a:lnTo>
                  <a:lnTo>
                    <a:pt x="432541" y="256371"/>
                  </a:lnTo>
                  <a:lnTo>
                    <a:pt x="445648" y="255382"/>
                  </a:lnTo>
                  <a:lnTo>
                    <a:pt x="458756" y="254385"/>
                  </a:lnTo>
                  <a:lnTo>
                    <a:pt x="471863" y="253379"/>
                  </a:lnTo>
                  <a:lnTo>
                    <a:pt x="484970" y="252366"/>
                  </a:lnTo>
                  <a:lnTo>
                    <a:pt x="498078" y="251343"/>
                  </a:lnTo>
                  <a:lnTo>
                    <a:pt x="511185" y="250312"/>
                  </a:lnTo>
                  <a:lnTo>
                    <a:pt x="524292" y="249272"/>
                  </a:lnTo>
                  <a:lnTo>
                    <a:pt x="537400" y="248222"/>
                  </a:lnTo>
                  <a:lnTo>
                    <a:pt x="550507" y="247162"/>
                  </a:lnTo>
                  <a:lnTo>
                    <a:pt x="563614" y="246093"/>
                  </a:lnTo>
                  <a:lnTo>
                    <a:pt x="576722" y="245013"/>
                  </a:lnTo>
                  <a:lnTo>
                    <a:pt x="589829" y="243923"/>
                  </a:lnTo>
                  <a:lnTo>
                    <a:pt x="602936" y="242823"/>
                  </a:lnTo>
                  <a:lnTo>
                    <a:pt x="616043" y="241711"/>
                  </a:lnTo>
                  <a:lnTo>
                    <a:pt x="629151" y="240589"/>
                  </a:lnTo>
                  <a:lnTo>
                    <a:pt x="642258" y="239456"/>
                  </a:lnTo>
                  <a:lnTo>
                    <a:pt x="655365" y="238311"/>
                  </a:lnTo>
                  <a:lnTo>
                    <a:pt x="668473" y="237155"/>
                  </a:lnTo>
                  <a:lnTo>
                    <a:pt x="681580" y="235987"/>
                  </a:lnTo>
                  <a:lnTo>
                    <a:pt x="694687" y="234807"/>
                  </a:lnTo>
                  <a:lnTo>
                    <a:pt x="707795" y="233615"/>
                  </a:lnTo>
                  <a:lnTo>
                    <a:pt x="720902" y="232411"/>
                  </a:lnTo>
                  <a:lnTo>
                    <a:pt x="734009" y="231195"/>
                  </a:lnTo>
                  <a:lnTo>
                    <a:pt x="747117" y="229966"/>
                  </a:lnTo>
                  <a:lnTo>
                    <a:pt x="760224" y="228725"/>
                  </a:lnTo>
                  <a:lnTo>
                    <a:pt x="773331" y="227470"/>
                  </a:lnTo>
                  <a:lnTo>
                    <a:pt x="786439" y="226203"/>
                  </a:lnTo>
                  <a:lnTo>
                    <a:pt x="799546" y="224923"/>
                  </a:lnTo>
                  <a:lnTo>
                    <a:pt x="812653" y="223630"/>
                  </a:lnTo>
                  <a:lnTo>
                    <a:pt x="825761" y="222324"/>
                  </a:lnTo>
                  <a:lnTo>
                    <a:pt x="838868" y="221005"/>
                  </a:lnTo>
                  <a:lnTo>
                    <a:pt x="851975" y="219672"/>
                  </a:lnTo>
                  <a:lnTo>
                    <a:pt x="865083" y="218326"/>
                  </a:lnTo>
                  <a:lnTo>
                    <a:pt x="878190" y="216967"/>
                  </a:lnTo>
                  <a:lnTo>
                    <a:pt x="891297" y="215594"/>
                  </a:lnTo>
                  <a:lnTo>
                    <a:pt x="904405" y="214207"/>
                  </a:lnTo>
                  <a:lnTo>
                    <a:pt x="917512" y="212807"/>
                  </a:lnTo>
                  <a:lnTo>
                    <a:pt x="930619" y="211393"/>
                  </a:lnTo>
                  <a:lnTo>
                    <a:pt x="943726" y="209966"/>
                  </a:lnTo>
                  <a:lnTo>
                    <a:pt x="956834" y="208525"/>
                  </a:lnTo>
                  <a:lnTo>
                    <a:pt x="969941" y="207070"/>
                  </a:lnTo>
                  <a:lnTo>
                    <a:pt x="983048" y="205601"/>
                  </a:lnTo>
                  <a:lnTo>
                    <a:pt x="996156" y="204119"/>
                  </a:lnTo>
                  <a:lnTo>
                    <a:pt x="1009263" y="202624"/>
                  </a:lnTo>
                  <a:lnTo>
                    <a:pt x="1022370" y="201114"/>
                  </a:lnTo>
                  <a:lnTo>
                    <a:pt x="1035478" y="199591"/>
                  </a:lnTo>
                  <a:lnTo>
                    <a:pt x="1048585" y="198055"/>
                  </a:lnTo>
                  <a:lnTo>
                    <a:pt x="1061692" y="196505"/>
                  </a:lnTo>
                  <a:lnTo>
                    <a:pt x="1074800" y="194941"/>
                  </a:lnTo>
                  <a:lnTo>
                    <a:pt x="1087907" y="193364"/>
                  </a:lnTo>
                  <a:lnTo>
                    <a:pt x="1101014" y="191774"/>
                  </a:lnTo>
                  <a:lnTo>
                    <a:pt x="1114122" y="190170"/>
                  </a:lnTo>
                  <a:lnTo>
                    <a:pt x="1127229" y="188553"/>
                  </a:lnTo>
                  <a:lnTo>
                    <a:pt x="1140336" y="186922"/>
                  </a:lnTo>
                  <a:lnTo>
                    <a:pt x="1153444" y="185279"/>
                  </a:lnTo>
                  <a:lnTo>
                    <a:pt x="1166551" y="183622"/>
                  </a:lnTo>
                  <a:lnTo>
                    <a:pt x="1179658" y="181953"/>
                  </a:lnTo>
                  <a:lnTo>
                    <a:pt x="1192766" y="180271"/>
                  </a:lnTo>
                  <a:lnTo>
                    <a:pt x="1205873" y="178576"/>
                  </a:lnTo>
                  <a:lnTo>
                    <a:pt x="1218980" y="176868"/>
                  </a:lnTo>
                  <a:lnTo>
                    <a:pt x="1232087" y="175148"/>
                  </a:lnTo>
                  <a:lnTo>
                    <a:pt x="1245195" y="173415"/>
                  </a:lnTo>
                  <a:lnTo>
                    <a:pt x="1258302" y="171670"/>
                  </a:lnTo>
                  <a:lnTo>
                    <a:pt x="1271409" y="169913"/>
                  </a:lnTo>
                  <a:lnTo>
                    <a:pt x="1284517" y="168143"/>
                  </a:lnTo>
                  <a:lnTo>
                    <a:pt x="1297624" y="166362"/>
                  </a:lnTo>
                  <a:lnTo>
                    <a:pt x="1310731" y="164569"/>
                  </a:lnTo>
                  <a:lnTo>
                    <a:pt x="1323839" y="162764"/>
                  </a:lnTo>
                  <a:lnTo>
                    <a:pt x="1336946" y="160948"/>
                  </a:lnTo>
                  <a:lnTo>
                    <a:pt x="1350053" y="159120"/>
                  </a:lnTo>
                  <a:lnTo>
                    <a:pt x="1363161" y="157281"/>
                  </a:lnTo>
                  <a:lnTo>
                    <a:pt x="1376268" y="155431"/>
                  </a:lnTo>
                  <a:lnTo>
                    <a:pt x="1389375" y="153570"/>
                  </a:lnTo>
                  <a:lnTo>
                    <a:pt x="1402483" y="151699"/>
                  </a:lnTo>
                  <a:lnTo>
                    <a:pt x="1415590" y="149816"/>
                  </a:lnTo>
                  <a:lnTo>
                    <a:pt x="1428697" y="147923"/>
                  </a:lnTo>
                  <a:lnTo>
                    <a:pt x="1441805" y="146020"/>
                  </a:lnTo>
                  <a:lnTo>
                    <a:pt x="1454912" y="144107"/>
                  </a:lnTo>
                  <a:lnTo>
                    <a:pt x="1468019" y="142184"/>
                  </a:lnTo>
                  <a:lnTo>
                    <a:pt x="1481127" y="140251"/>
                  </a:lnTo>
                  <a:lnTo>
                    <a:pt x="1494234" y="138309"/>
                  </a:lnTo>
                  <a:lnTo>
                    <a:pt x="1507341" y="136357"/>
                  </a:lnTo>
                  <a:lnTo>
                    <a:pt x="1520448" y="134396"/>
                  </a:lnTo>
                  <a:lnTo>
                    <a:pt x="1533556" y="132425"/>
                  </a:lnTo>
                  <a:lnTo>
                    <a:pt x="1546663" y="130446"/>
                  </a:lnTo>
                  <a:lnTo>
                    <a:pt x="1559770" y="128459"/>
                  </a:lnTo>
                  <a:lnTo>
                    <a:pt x="1572878" y="126462"/>
                  </a:lnTo>
                  <a:lnTo>
                    <a:pt x="1585985" y="124458"/>
                  </a:lnTo>
                  <a:lnTo>
                    <a:pt x="1599092" y="122445"/>
                  </a:lnTo>
                  <a:lnTo>
                    <a:pt x="1612200" y="120424"/>
                  </a:lnTo>
                  <a:lnTo>
                    <a:pt x="1625307" y="118396"/>
                  </a:lnTo>
                  <a:lnTo>
                    <a:pt x="1638414" y="116360"/>
                  </a:lnTo>
                  <a:lnTo>
                    <a:pt x="1651522" y="114316"/>
                  </a:lnTo>
                  <a:lnTo>
                    <a:pt x="1664629" y="112266"/>
                  </a:lnTo>
                  <a:lnTo>
                    <a:pt x="1677736" y="110208"/>
                  </a:lnTo>
                  <a:lnTo>
                    <a:pt x="1690844" y="108144"/>
                  </a:lnTo>
                  <a:lnTo>
                    <a:pt x="1703951" y="106072"/>
                  </a:lnTo>
                  <a:lnTo>
                    <a:pt x="1717058" y="103995"/>
                  </a:lnTo>
                  <a:lnTo>
                    <a:pt x="1730166" y="101911"/>
                  </a:lnTo>
                  <a:lnTo>
                    <a:pt x="1743273" y="99821"/>
                  </a:lnTo>
                  <a:lnTo>
                    <a:pt x="1756380" y="97725"/>
                  </a:lnTo>
                  <a:lnTo>
                    <a:pt x="1769488" y="95624"/>
                  </a:lnTo>
                  <a:lnTo>
                    <a:pt x="1782595" y="93517"/>
                  </a:lnTo>
                  <a:lnTo>
                    <a:pt x="1795702" y="91404"/>
                  </a:lnTo>
                  <a:lnTo>
                    <a:pt x="1808810" y="89287"/>
                  </a:lnTo>
                  <a:lnTo>
                    <a:pt x="1821917" y="87164"/>
                  </a:lnTo>
                  <a:lnTo>
                    <a:pt x="1835024" y="85037"/>
                  </a:lnTo>
                  <a:lnTo>
                    <a:pt x="1848131" y="82905"/>
                  </a:lnTo>
                  <a:lnTo>
                    <a:pt x="1861239" y="80768"/>
                  </a:lnTo>
                  <a:lnTo>
                    <a:pt x="1874346" y="78627"/>
                  </a:lnTo>
                  <a:lnTo>
                    <a:pt x="1887453" y="76483"/>
                  </a:lnTo>
                  <a:lnTo>
                    <a:pt x="1900561" y="74334"/>
                  </a:lnTo>
                  <a:lnTo>
                    <a:pt x="1913668" y="72181"/>
                  </a:lnTo>
                  <a:lnTo>
                    <a:pt x="1926775" y="70025"/>
                  </a:lnTo>
                  <a:lnTo>
                    <a:pt x="1939883" y="67866"/>
                  </a:lnTo>
                  <a:lnTo>
                    <a:pt x="1952990" y="65703"/>
                  </a:lnTo>
                  <a:lnTo>
                    <a:pt x="1966097" y="63537"/>
                  </a:lnTo>
                  <a:lnTo>
                    <a:pt x="1979205" y="61369"/>
                  </a:lnTo>
                  <a:lnTo>
                    <a:pt x="1992312" y="59197"/>
                  </a:lnTo>
                  <a:lnTo>
                    <a:pt x="2005419" y="57023"/>
                  </a:lnTo>
                  <a:lnTo>
                    <a:pt x="2018527" y="54846"/>
                  </a:lnTo>
                  <a:lnTo>
                    <a:pt x="2031634" y="52667"/>
                  </a:lnTo>
                  <a:lnTo>
                    <a:pt x="2044741" y="50486"/>
                  </a:lnTo>
                  <a:lnTo>
                    <a:pt x="2057849" y="48303"/>
                  </a:lnTo>
                  <a:lnTo>
                    <a:pt x="2070956" y="46118"/>
                  </a:lnTo>
                  <a:lnTo>
                    <a:pt x="2084063" y="43932"/>
                  </a:lnTo>
                  <a:lnTo>
                    <a:pt x="2097171" y="41743"/>
                  </a:lnTo>
                  <a:lnTo>
                    <a:pt x="2110278" y="39553"/>
                  </a:lnTo>
                  <a:lnTo>
                    <a:pt x="2123385" y="37362"/>
                  </a:lnTo>
                  <a:lnTo>
                    <a:pt x="2136492" y="35169"/>
                  </a:lnTo>
                  <a:lnTo>
                    <a:pt x="2149600" y="32976"/>
                  </a:lnTo>
                  <a:lnTo>
                    <a:pt x="2162707" y="30781"/>
                  </a:lnTo>
                  <a:lnTo>
                    <a:pt x="2175814" y="28586"/>
                  </a:lnTo>
                  <a:lnTo>
                    <a:pt x="2188922" y="26389"/>
                  </a:lnTo>
                  <a:lnTo>
                    <a:pt x="2202029" y="24192"/>
                  </a:lnTo>
                  <a:lnTo>
                    <a:pt x="2215136" y="21994"/>
                  </a:lnTo>
                  <a:lnTo>
                    <a:pt x="2228244" y="19796"/>
                  </a:lnTo>
                  <a:lnTo>
                    <a:pt x="2241351" y="17597"/>
                  </a:lnTo>
                  <a:lnTo>
                    <a:pt x="2254458" y="15398"/>
                  </a:lnTo>
                  <a:lnTo>
                    <a:pt x="2267566" y="13199"/>
                  </a:lnTo>
                  <a:lnTo>
                    <a:pt x="2280673" y="10999"/>
                  </a:lnTo>
                  <a:lnTo>
                    <a:pt x="2293780" y="8799"/>
                  </a:lnTo>
                  <a:lnTo>
                    <a:pt x="2306888" y="6599"/>
                  </a:lnTo>
                  <a:lnTo>
                    <a:pt x="2319995" y="4400"/>
                  </a:lnTo>
                  <a:lnTo>
                    <a:pt x="2333102" y="2200"/>
                  </a:lnTo>
                  <a:lnTo>
                    <a:pt x="2346210" y="0"/>
                  </a:lnTo>
                  <a:lnTo>
                    <a:pt x="234621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3776200" y="2195045"/>
              <a:ext cx="2346210" cy="425657"/>
            </a:xfrm>
            <a:custGeom>
              <a:avLst/>
              <a:pathLst>
                <a:path w="2346210" h="425657">
                  <a:moveTo>
                    <a:pt x="2346210" y="0"/>
                  </a:moveTo>
                  <a:lnTo>
                    <a:pt x="2333102" y="2538"/>
                  </a:lnTo>
                  <a:lnTo>
                    <a:pt x="2319995" y="5076"/>
                  </a:lnTo>
                  <a:lnTo>
                    <a:pt x="2306888" y="7614"/>
                  </a:lnTo>
                  <a:lnTo>
                    <a:pt x="2293780" y="10152"/>
                  </a:lnTo>
                  <a:lnTo>
                    <a:pt x="2280673" y="12690"/>
                  </a:lnTo>
                  <a:lnTo>
                    <a:pt x="2267566" y="15228"/>
                  </a:lnTo>
                  <a:lnTo>
                    <a:pt x="2254458" y="17766"/>
                  </a:lnTo>
                  <a:lnTo>
                    <a:pt x="2241351" y="20303"/>
                  </a:lnTo>
                  <a:lnTo>
                    <a:pt x="2228244" y="22841"/>
                  </a:lnTo>
                  <a:lnTo>
                    <a:pt x="2215136" y="25379"/>
                  </a:lnTo>
                  <a:lnTo>
                    <a:pt x="2202029" y="27916"/>
                  </a:lnTo>
                  <a:lnTo>
                    <a:pt x="2188922" y="30454"/>
                  </a:lnTo>
                  <a:lnTo>
                    <a:pt x="2175814" y="32991"/>
                  </a:lnTo>
                  <a:lnTo>
                    <a:pt x="2162707" y="35528"/>
                  </a:lnTo>
                  <a:lnTo>
                    <a:pt x="2149600" y="38065"/>
                  </a:lnTo>
                  <a:lnTo>
                    <a:pt x="2136492" y="40601"/>
                  </a:lnTo>
                  <a:lnTo>
                    <a:pt x="2123385" y="43137"/>
                  </a:lnTo>
                  <a:lnTo>
                    <a:pt x="2110278" y="45673"/>
                  </a:lnTo>
                  <a:lnTo>
                    <a:pt x="2097171" y="48208"/>
                  </a:lnTo>
                  <a:lnTo>
                    <a:pt x="2084063" y="50743"/>
                  </a:lnTo>
                  <a:lnTo>
                    <a:pt x="2070956" y="53277"/>
                  </a:lnTo>
                  <a:lnTo>
                    <a:pt x="2057849" y="55810"/>
                  </a:lnTo>
                  <a:lnTo>
                    <a:pt x="2044741" y="58343"/>
                  </a:lnTo>
                  <a:lnTo>
                    <a:pt x="2031634" y="60876"/>
                  </a:lnTo>
                  <a:lnTo>
                    <a:pt x="2018527" y="63407"/>
                  </a:lnTo>
                  <a:lnTo>
                    <a:pt x="2005419" y="65938"/>
                  </a:lnTo>
                  <a:lnTo>
                    <a:pt x="1992312" y="68468"/>
                  </a:lnTo>
                  <a:lnTo>
                    <a:pt x="1979205" y="70997"/>
                  </a:lnTo>
                  <a:lnTo>
                    <a:pt x="1966097" y="73525"/>
                  </a:lnTo>
                  <a:lnTo>
                    <a:pt x="1952990" y="76052"/>
                  </a:lnTo>
                  <a:lnTo>
                    <a:pt x="1939883" y="78578"/>
                  </a:lnTo>
                  <a:lnTo>
                    <a:pt x="1926775" y="81103"/>
                  </a:lnTo>
                  <a:lnTo>
                    <a:pt x="1913668" y="83627"/>
                  </a:lnTo>
                  <a:lnTo>
                    <a:pt x="1900561" y="86149"/>
                  </a:lnTo>
                  <a:lnTo>
                    <a:pt x="1887453" y="88670"/>
                  </a:lnTo>
                  <a:lnTo>
                    <a:pt x="1874346" y="91190"/>
                  </a:lnTo>
                  <a:lnTo>
                    <a:pt x="1861239" y="93709"/>
                  </a:lnTo>
                  <a:lnTo>
                    <a:pt x="1848131" y="96226"/>
                  </a:lnTo>
                  <a:lnTo>
                    <a:pt x="1835024" y="98741"/>
                  </a:lnTo>
                  <a:lnTo>
                    <a:pt x="1821917" y="101255"/>
                  </a:lnTo>
                  <a:lnTo>
                    <a:pt x="1808810" y="103768"/>
                  </a:lnTo>
                  <a:lnTo>
                    <a:pt x="1795702" y="106278"/>
                  </a:lnTo>
                  <a:lnTo>
                    <a:pt x="1782595" y="108787"/>
                  </a:lnTo>
                  <a:lnTo>
                    <a:pt x="1769488" y="111294"/>
                  </a:lnTo>
                  <a:lnTo>
                    <a:pt x="1756380" y="113800"/>
                  </a:lnTo>
                  <a:lnTo>
                    <a:pt x="1743273" y="116303"/>
                  </a:lnTo>
                  <a:lnTo>
                    <a:pt x="1730166" y="118805"/>
                  </a:lnTo>
                  <a:lnTo>
                    <a:pt x="1717058" y="121305"/>
                  </a:lnTo>
                  <a:lnTo>
                    <a:pt x="1703951" y="123802"/>
                  </a:lnTo>
                  <a:lnTo>
                    <a:pt x="1690844" y="126298"/>
                  </a:lnTo>
                  <a:lnTo>
                    <a:pt x="1677736" y="128792"/>
                  </a:lnTo>
                  <a:lnTo>
                    <a:pt x="1664629" y="131283"/>
                  </a:lnTo>
                  <a:lnTo>
                    <a:pt x="1651522" y="133772"/>
                  </a:lnTo>
                  <a:lnTo>
                    <a:pt x="1638414" y="136259"/>
                  </a:lnTo>
                  <a:lnTo>
                    <a:pt x="1625307" y="138743"/>
                  </a:lnTo>
                  <a:lnTo>
                    <a:pt x="1612200" y="141225"/>
                  </a:lnTo>
                  <a:lnTo>
                    <a:pt x="1599092" y="143705"/>
                  </a:lnTo>
                  <a:lnTo>
                    <a:pt x="1585985" y="146182"/>
                  </a:lnTo>
                  <a:lnTo>
                    <a:pt x="1572878" y="148657"/>
                  </a:lnTo>
                  <a:lnTo>
                    <a:pt x="1559770" y="151129"/>
                  </a:lnTo>
                  <a:lnTo>
                    <a:pt x="1546663" y="153599"/>
                  </a:lnTo>
                  <a:lnTo>
                    <a:pt x="1533556" y="156066"/>
                  </a:lnTo>
                  <a:lnTo>
                    <a:pt x="1520448" y="158530"/>
                  </a:lnTo>
                  <a:lnTo>
                    <a:pt x="1507341" y="160992"/>
                  </a:lnTo>
                  <a:lnTo>
                    <a:pt x="1494234" y="163451"/>
                  </a:lnTo>
                  <a:lnTo>
                    <a:pt x="1481127" y="165907"/>
                  </a:lnTo>
                  <a:lnTo>
                    <a:pt x="1468019" y="168360"/>
                  </a:lnTo>
                  <a:lnTo>
                    <a:pt x="1454912" y="170810"/>
                  </a:lnTo>
                  <a:lnTo>
                    <a:pt x="1441805" y="173257"/>
                  </a:lnTo>
                  <a:lnTo>
                    <a:pt x="1428697" y="175702"/>
                  </a:lnTo>
                  <a:lnTo>
                    <a:pt x="1415590" y="178143"/>
                  </a:lnTo>
                  <a:lnTo>
                    <a:pt x="1402483" y="180582"/>
                  </a:lnTo>
                  <a:lnTo>
                    <a:pt x="1389375" y="183017"/>
                  </a:lnTo>
                  <a:lnTo>
                    <a:pt x="1376268" y="185449"/>
                  </a:lnTo>
                  <a:lnTo>
                    <a:pt x="1363161" y="187878"/>
                  </a:lnTo>
                  <a:lnTo>
                    <a:pt x="1350053" y="190304"/>
                  </a:lnTo>
                  <a:lnTo>
                    <a:pt x="1336946" y="192727"/>
                  </a:lnTo>
                  <a:lnTo>
                    <a:pt x="1323839" y="195147"/>
                  </a:lnTo>
                  <a:lnTo>
                    <a:pt x="1310731" y="197563"/>
                  </a:lnTo>
                  <a:lnTo>
                    <a:pt x="1297624" y="199976"/>
                  </a:lnTo>
                  <a:lnTo>
                    <a:pt x="1284517" y="202386"/>
                  </a:lnTo>
                  <a:lnTo>
                    <a:pt x="1271409" y="204792"/>
                  </a:lnTo>
                  <a:lnTo>
                    <a:pt x="1258302" y="207195"/>
                  </a:lnTo>
                  <a:lnTo>
                    <a:pt x="1245195" y="209595"/>
                  </a:lnTo>
                  <a:lnTo>
                    <a:pt x="1232087" y="211992"/>
                  </a:lnTo>
                  <a:lnTo>
                    <a:pt x="1218980" y="214385"/>
                  </a:lnTo>
                  <a:lnTo>
                    <a:pt x="1205873" y="216775"/>
                  </a:lnTo>
                  <a:lnTo>
                    <a:pt x="1192766" y="219161"/>
                  </a:lnTo>
                  <a:lnTo>
                    <a:pt x="1179658" y="221544"/>
                  </a:lnTo>
                  <a:lnTo>
                    <a:pt x="1166551" y="223924"/>
                  </a:lnTo>
                  <a:lnTo>
                    <a:pt x="1153444" y="226300"/>
                  </a:lnTo>
                  <a:lnTo>
                    <a:pt x="1140336" y="228673"/>
                  </a:lnTo>
                  <a:lnTo>
                    <a:pt x="1127229" y="231043"/>
                  </a:lnTo>
                  <a:lnTo>
                    <a:pt x="1114122" y="233409"/>
                  </a:lnTo>
                  <a:lnTo>
                    <a:pt x="1101014" y="235771"/>
                  </a:lnTo>
                  <a:lnTo>
                    <a:pt x="1087907" y="238130"/>
                  </a:lnTo>
                  <a:lnTo>
                    <a:pt x="1074800" y="240486"/>
                  </a:lnTo>
                  <a:lnTo>
                    <a:pt x="1061692" y="242839"/>
                  </a:lnTo>
                  <a:lnTo>
                    <a:pt x="1048585" y="245188"/>
                  </a:lnTo>
                  <a:lnTo>
                    <a:pt x="1035478" y="247533"/>
                  </a:lnTo>
                  <a:lnTo>
                    <a:pt x="1022370" y="249876"/>
                  </a:lnTo>
                  <a:lnTo>
                    <a:pt x="1009263" y="252215"/>
                  </a:lnTo>
                  <a:lnTo>
                    <a:pt x="996156" y="254550"/>
                  </a:lnTo>
                  <a:lnTo>
                    <a:pt x="983048" y="256883"/>
                  </a:lnTo>
                  <a:lnTo>
                    <a:pt x="969941" y="259212"/>
                  </a:lnTo>
                  <a:lnTo>
                    <a:pt x="956834" y="261537"/>
                  </a:lnTo>
                  <a:lnTo>
                    <a:pt x="943726" y="263860"/>
                  </a:lnTo>
                  <a:lnTo>
                    <a:pt x="930619" y="266179"/>
                  </a:lnTo>
                  <a:lnTo>
                    <a:pt x="917512" y="268495"/>
                  </a:lnTo>
                  <a:lnTo>
                    <a:pt x="904405" y="270808"/>
                  </a:lnTo>
                  <a:lnTo>
                    <a:pt x="891297" y="273118"/>
                  </a:lnTo>
                  <a:lnTo>
                    <a:pt x="878190" y="275425"/>
                  </a:lnTo>
                  <a:lnTo>
                    <a:pt x="865083" y="277728"/>
                  </a:lnTo>
                  <a:lnTo>
                    <a:pt x="851975" y="280029"/>
                  </a:lnTo>
                  <a:lnTo>
                    <a:pt x="838868" y="282326"/>
                  </a:lnTo>
                  <a:lnTo>
                    <a:pt x="825761" y="284621"/>
                  </a:lnTo>
                  <a:lnTo>
                    <a:pt x="812653" y="286912"/>
                  </a:lnTo>
                  <a:lnTo>
                    <a:pt x="799546" y="289201"/>
                  </a:lnTo>
                  <a:lnTo>
                    <a:pt x="786439" y="291487"/>
                  </a:lnTo>
                  <a:lnTo>
                    <a:pt x="773331" y="293770"/>
                  </a:lnTo>
                  <a:lnTo>
                    <a:pt x="760224" y="296050"/>
                  </a:lnTo>
                  <a:lnTo>
                    <a:pt x="747117" y="298328"/>
                  </a:lnTo>
                  <a:lnTo>
                    <a:pt x="734009" y="300603"/>
                  </a:lnTo>
                  <a:lnTo>
                    <a:pt x="720902" y="302875"/>
                  </a:lnTo>
                  <a:lnTo>
                    <a:pt x="707795" y="305145"/>
                  </a:lnTo>
                  <a:lnTo>
                    <a:pt x="694687" y="307412"/>
                  </a:lnTo>
                  <a:lnTo>
                    <a:pt x="681580" y="309677"/>
                  </a:lnTo>
                  <a:lnTo>
                    <a:pt x="668473" y="311939"/>
                  </a:lnTo>
                  <a:lnTo>
                    <a:pt x="655365" y="314199"/>
                  </a:lnTo>
                  <a:lnTo>
                    <a:pt x="642258" y="316457"/>
                  </a:lnTo>
                  <a:lnTo>
                    <a:pt x="629151" y="318713"/>
                  </a:lnTo>
                  <a:lnTo>
                    <a:pt x="616043" y="320966"/>
                  </a:lnTo>
                  <a:lnTo>
                    <a:pt x="602936" y="323217"/>
                  </a:lnTo>
                  <a:lnTo>
                    <a:pt x="589829" y="325466"/>
                  </a:lnTo>
                  <a:lnTo>
                    <a:pt x="576722" y="327714"/>
                  </a:lnTo>
                  <a:lnTo>
                    <a:pt x="563614" y="329959"/>
                  </a:lnTo>
                  <a:lnTo>
                    <a:pt x="550507" y="332203"/>
                  </a:lnTo>
                  <a:lnTo>
                    <a:pt x="537400" y="334444"/>
                  </a:lnTo>
                  <a:lnTo>
                    <a:pt x="524292" y="336684"/>
                  </a:lnTo>
                  <a:lnTo>
                    <a:pt x="511185" y="338923"/>
                  </a:lnTo>
                  <a:lnTo>
                    <a:pt x="498078" y="341160"/>
                  </a:lnTo>
                  <a:lnTo>
                    <a:pt x="484970" y="343395"/>
                  </a:lnTo>
                  <a:lnTo>
                    <a:pt x="471863" y="345629"/>
                  </a:lnTo>
                  <a:lnTo>
                    <a:pt x="458756" y="347862"/>
                  </a:lnTo>
                  <a:lnTo>
                    <a:pt x="445648" y="350093"/>
                  </a:lnTo>
                  <a:lnTo>
                    <a:pt x="432541" y="352323"/>
                  </a:lnTo>
                  <a:lnTo>
                    <a:pt x="419434" y="354553"/>
                  </a:lnTo>
                  <a:lnTo>
                    <a:pt x="406326" y="356781"/>
                  </a:lnTo>
                  <a:lnTo>
                    <a:pt x="393219" y="359008"/>
                  </a:lnTo>
                  <a:lnTo>
                    <a:pt x="380112" y="361234"/>
                  </a:lnTo>
                  <a:lnTo>
                    <a:pt x="367004" y="363460"/>
                  </a:lnTo>
                  <a:lnTo>
                    <a:pt x="353897" y="365684"/>
                  </a:lnTo>
                  <a:lnTo>
                    <a:pt x="340790" y="367909"/>
                  </a:lnTo>
                  <a:lnTo>
                    <a:pt x="327682" y="370132"/>
                  </a:lnTo>
                  <a:lnTo>
                    <a:pt x="314575" y="372355"/>
                  </a:lnTo>
                  <a:lnTo>
                    <a:pt x="301468" y="374578"/>
                  </a:lnTo>
                  <a:lnTo>
                    <a:pt x="288361" y="376800"/>
                  </a:lnTo>
                  <a:lnTo>
                    <a:pt x="275253" y="379022"/>
                  </a:lnTo>
                  <a:lnTo>
                    <a:pt x="262146" y="381243"/>
                  </a:lnTo>
                  <a:lnTo>
                    <a:pt x="249039" y="383465"/>
                  </a:lnTo>
                  <a:lnTo>
                    <a:pt x="235931" y="385686"/>
                  </a:lnTo>
                  <a:lnTo>
                    <a:pt x="222824" y="387907"/>
                  </a:lnTo>
                  <a:lnTo>
                    <a:pt x="209717" y="390128"/>
                  </a:lnTo>
                  <a:lnTo>
                    <a:pt x="196609" y="392348"/>
                  </a:lnTo>
                  <a:lnTo>
                    <a:pt x="183502" y="394569"/>
                  </a:lnTo>
                  <a:lnTo>
                    <a:pt x="170395" y="396790"/>
                  </a:lnTo>
                  <a:lnTo>
                    <a:pt x="157287" y="399010"/>
                  </a:lnTo>
                  <a:lnTo>
                    <a:pt x="144180" y="401231"/>
                  </a:lnTo>
                  <a:lnTo>
                    <a:pt x="131073" y="403451"/>
                  </a:lnTo>
                  <a:lnTo>
                    <a:pt x="117965" y="405672"/>
                  </a:lnTo>
                  <a:lnTo>
                    <a:pt x="104858" y="407892"/>
                  </a:lnTo>
                  <a:lnTo>
                    <a:pt x="91751" y="410113"/>
                  </a:lnTo>
                  <a:lnTo>
                    <a:pt x="78643" y="412333"/>
                  </a:lnTo>
                  <a:lnTo>
                    <a:pt x="65536" y="414554"/>
                  </a:lnTo>
                  <a:lnTo>
                    <a:pt x="52429" y="416775"/>
                  </a:lnTo>
                  <a:lnTo>
                    <a:pt x="39321" y="418995"/>
                  </a:lnTo>
                  <a:lnTo>
                    <a:pt x="26214" y="421216"/>
                  </a:lnTo>
                  <a:lnTo>
                    <a:pt x="13107" y="423437"/>
                  </a:lnTo>
                  <a:lnTo>
                    <a:pt x="0" y="42565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3776200" y="2141075"/>
              <a:ext cx="2346210" cy="354034"/>
            </a:xfrm>
            <a:custGeom>
              <a:avLst/>
              <a:pathLst>
                <a:path w="2346210" h="354034">
                  <a:moveTo>
                    <a:pt x="0" y="354034"/>
                  </a:moveTo>
                  <a:lnTo>
                    <a:pt x="13107" y="352498"/>
                  </a:lnTo>
                  <a:lnTo>
                    <a:pt x="26214" y="350961"/>
                  </a:lnTo>
                  <a:lnTo>
                    <a:pt x="39321" y="349424"/>
                  </a:lnTo>
                  <a:lnTo>
                    <a:pt x="52429" y="347887"/>
                  </a:lnTo>
                  <a:lnTo>
                    <a:pt x="65536" y="346351"/>
                  </a:lnTo>
                  <a:lnTo>
                    <a:pt x="78643" y="344813"/>
                  </a:lnTo>
                  <a:lnTo>
                    <a:pt x="91751" y="343276"/>
                  </a:lnTo>
                  <a:lnTo>
                    <a:pt x="104858" y="341738"/>
                  </a:lnTo>
                  <a:lnTo>
                    <a:pt x="117965" y="340200"/>
                  </a:lnTo>
                  <a:lnTo>
                    <a:pt x="131073" y="338661"/>
                  </a:lnTo>
                  <a:lnTo>
                    <a:pt x="144180" y="337122"/>
                  </a:lnTo>
                  <a:lnTo>
                    <a:pt x="157287" y="335581"/>
                  </a:lnTo>
                  <a:lnTo>
                    <a:pt x="170395" y="334040"/>
                  </a:lnTo>
                  <a:lnTo>
                    <a:pt x="183502" y="332498"/>
                  </a:lnTo>
                  <a:lnTo>
                    <a:pt x="196609" y="330954"/>
                  </a:lnTo>
                  <a:lnTo>
                    <a:pt x="209717" y="329409"/>
                  </a:lnTo>
                  <a:lnTo>
                    <a:pt x="222824" y="327863"/>
                  </a:lnTo>
                  <a:lnTo>
                    <a:pt x="235931" y="326315"/>
                  </a:lnTo>
                  <a:lnTo>
                    <a:pt x="249039" y="324765"/>
                  </a:lnTo>
                  <a:lnTo>
                    <a:pt x="262146" y="323213"/>
                  </a:lnTo>
                  <a:lnTo>
                    <a:pt x="275253" y="321659"/>
                  </a:lnTo>
                  <a:lnTo>
                    <a:pt x="288361" y="320103"/>
                  </a:lnTo>
                  <a:lnTo>
                    <a:pt x="301468" y="318544"/>
                  </a:lnTo>
                  <a:lnTo>
                    <a:pt x="314575" y="316982"/>
                  </a:lnTo>
                  <a:lnTo>
                    <a:pt x="327682" y="315418"/>
                  </a:lnTo>
                  <a:lnTo>
                    <a:pt x="340790" y="313851"/>
                  </a:lnTo>
                  <a:lnTo>
                    <a:pt x="353897" y="312280"/>
                  </a:lnTo>
                  <a:lnTo>
                    <a:pt x="367004" y="310706"/>
                  </a:lnTo>
                  <a:lnTo>
                    <a:pt x="380112" y="309129"/>
                  </a:lnTo>
                  <a:lnTo>
                    <a:pt x="393219" y="307547"/>
                  </a:lnTo>
                  <a:lnTo>
                    <a:pt x="406326" y="305962"/>
                  </a:lnTo>
                  <a:lnTo>
                    <a:pt x="419434" y="304373"/>
                  </a:lnTo>
                  <a:lnTo>
                    <a:pt x="432541" y="302780"/>
                  </a:lnTo>
                  <a:lnTo>
                    <a:pt x="445648" y="301182"/>
                  </a:lnTo>
                  <a:lnTo>
                    <a:pt x="458756" y="299579"/>
                  </a:lnTo>
                  <a:lnTo>
                    <a:pt x="471863" y="297972"/>
                  </a:lnTo>
                  <a:lnTo>
                    <a:pt x="484970" y="296360"/>
                  </a:lnTo>
                  <a:lnTo>
                    <a:pt x="498078" y="294743"/>
                  </a:lnTo>
                  <a:lnTo>
                    <a:pt x="511185" y="293120"/>
                  </a:lnTo>
                  <a:lnTo>
                    <a:pt x="524292" y="291493"/>
                  </a:lnTo>
                  <a:lnTo>
                    <a:pt x="537400" y="289859"/>
                  </a:lnTo>
                  <a:lnTo>
                    <a:pt x="550507" y="288220"/>
                  </a:lnTo>
                  <a:lnTo>
                    <a:pt x="563614" y="286575"/>
                  </a:lnTo>
                  <a:lnTo>
                    <a:pt x="576722" y="284924"/>
                  </a:lnTo>
                  <a:lnTo>
                    <a:pt x="589829" y="283267"/>
                  </a:lnTo>
                  <a:lnTo>
                    <a:pt x="602936" y="281603"/>
                  </a:lnTo>
                  <a:lnTo>
                    <a:pt x="616043" y="279933"/>
                  </a:lnTo>
                  <a:lnTo>
                    <a:pt x="629151" y="278257"/>
                  </a:lnTo>
                  <a:lnTo>
                    <a:pt x="642258" y="276574"/>
                  </a:lnTo>
                  <a:lnTo>
                    <a:pt x="655365" y="274884"/>
                  </a:lnTo>
                  <a:lnTo>
                    <a:pt x="668473" y="273187"/>
                  </a:lnTo>
                  <a:lnTo>
                    <a:pt x="681580" y="271483"/>
                  </a:lnTo>
                  <a:lnTo>
                    <a:pt x="694687" y="269772"/>
                  </a:lnTo>
                  <a:lnTo>
                    <a:pt x="707795" y="268053"/>
                  </a:lnTo>
                  <a:lnTo>
                    <a:pt x="720902" y="266327"/>
                  </a:lnTo>
                  <a:lnTo>
                    <a:pt x="734009" y="264594"/>
                  </a:lnTo>
                  <a:lnTo>
                    <a:pt x="747117" y="262853"/>
                  </a:lnTo>
                  <a:lnTo>
                    <a:pt x="760224" y="261105"/>
                  </a:lnTo>
                  <a:lnTo>
                    <a:pt x="773331" y="259349"/>
                  </a:lnTo>
                  <a:lnTo>
                    <a:pt x="786439" y="257585"/>
                  </a:lnTo>
                  <a:lnTo>
                    <a:pt x="799546" y="255813"/>
                  </a:lnTo>
                  <a:lnTo>
                    <a:pt x="812653" y="254033"/>
                  </a:lnTo>
                  <a:lnTo>
                    <a:pt x="825761" y="252245"/>
                  </a:lnTo>
                  <a:lnTo>
                    <a:pt x="838868" y="250449"/>
                  </a:lnTo>
                  <a:lnTo>
                    <a:pt x="851975" y="248645"/>
                  </a:lnTo>
                  <a:lnTo>
                    <a:pt x="865083" y="246833"/>
                  </a:lnTo>
                  <a:lnTo>
                    <a:pt x="878190" y="245012"/>
                  </a:lnTo>
                  <a:lnTo>
                    <a:pt x="891297" y="243183"/>
                  </a:lnTo>
                  <a:lnTo>
                    <a:pt x="904405" y="241346"/>
                  </a:lnTo>
                  <a:lnTo>
                    <a:pt x="917512" y="239500"/>
                  </a:lnTo>
                  <a:lnTo>
                    <a:pt x="930619" y="237646"/>
                  </a:lnTo>
                  <a:lnTo>
                    <a:pt x="943726" y="235784"/>
                  </a:lnTo>
                  <a:lnTo>
                    <a:pt x="956834" y="233913"/>
                  </a:lnTo>
                  <a:lnTo>
                    <a:pt x="969941" y="232034"/>
                  </a:lnTo>
                  <a:lnTo>
                    <a:pt x="983048" y="230146"/>
                  </a:lnTo>
                  <a:lnTo>
                    <a:pt x="996156" y="228250"/>
                  </a:lnTo>
                  <a:lnTo>
                    <a:pt x="1009263" y="226345"/>
                  </a:lnTo>
                  <a:lnTo>
                    <a:pt x="1022370" y="224432"/>
                  </a:lnTo>
                  <a:lnTo>
                    <a:pt x="1035478" y="222511"/>
                  </a:lnTo>
                  <a:lnTo>
                    <a:pt x="1048585" y="220580"/>
                  </a:lnTo>
                  <a:lnTo>
                    <a:pt x="1061692" y="218642"/>
                  </a:lnTo>
                  <a:lnTo>
                    <a:pt x="1074800" y="216695"/>
                  </a:lnTo>
                  <a:lnTo>
                    <a:pt x="1087907" y="214740"/>
                  </a:lnTo>
                  <a:lnTo>
                    <a:pt x="1101014" y="212776"/>
                  </a:lnTo>
                  <a:lnTo>
                    <a:pt x="1114122" y="210804"/>
                  </a:lnTo>
                  <a:lnTo>
                    <a:pt x="1127229" y="208823"/>
                  </a:lnTo>
                  <a:lnTo>
                    <a:pt x="1140336" y="206834"/>
                  </a:lnTo>
                  <a:lnTo>
                    <a:pt x="1153444" y="204837"/>
                  </a:lnTo>
                  <a:lnTo>
                    <a:pt x="1166551" y="202832"/>
                  </a:lnTo>
                  <a:lnTo>
                    <a:pt x="1179658" y="200819"/>
                  </a:lnTo>
                  <a:lnTo>
                    <a:pt x="1192766" y="198797"/>
                  </a:lnTo>
                  <a:lnTo>
                    <a:pt x="1205873" y="196767"/>
                  </a:lnTo>
                  <a:lnTo>
                    <a:pt x="1218980" y="194730"/>
                  </a:lnTo>
                  <a:lnTo>
                    <a:pt x="1232087" y="192684"/>
                  </a:lnTo>
                  <a:lnTo>
                    <a:pt x="1245195" y="190631"/>
                  </a:lnTo>
                  <a:lnTo>
                    <a:pt x="1258302" y="188569"/>
                  </a:lnTo>
                  <a:lnTo>
                    <a:pt x="1271409" y="186500"/>
                  </a:lnTo>
                  <a:lnTo>
                    <a:pt x="1284517" y="184424"/>
                  </a:lnTo>
                  <a:lnTo>
                    <a:pt x="1297624" y="182339"/>
                  </a:lnTo>
                  <a:lnTo>
                    <a:pt x="1310731" y="180248"/>
                  </a:lnTo>
                  <a:lnTo>
                    <a:pt x="1323839" y="178148"/>
                  </a:lnTo>
                  <a:lnTo>
                    <a:pt x="1336946" y="176042"/>
                  </a:lnTo>
                  <a:lnTo>
                    <a:pt x="1350053" y="173928"/>
                  </a:lnTo>
                  <a:lnTo>
                    <a:pt x="1363161" y="171807"/>
                  </a:lnTo>
                  <a:lnTo>
                    <a:pt x="1376268" y="169678"/>
                  </a:lnTo>
                  <a:lnTo>
                    <a:pt x="1389375" y="167543"/>
                  </a:lnTo>
                  <a:lnTo>
                    <a:pt x="1402483" y="165401"/>
                  </a:lnTo>
                  <a:lnTo>
                    <a:pt x="1415590" y="163252"/>
                  </a:lnTo>
                  <a:lnTo>
                    <a:pt x="1428697" y="161096"/>
                  </a:lnTo>
                  <a:lnTo>
                    <a:pt x="1441805" y="158934"/>
                  </a:lnTo>
                  <a:lnTo>
                    <a:pt x="1454912" y="156765"/>
                  </a:lnTo>
                  <a:lnTo>
                    <a:pt x="1468019" y="154589"/>
                  </a:lnTo>
                  <a:lnTo>
                    <a:pt x="1481127" y="152408"/>
                  </a:lnTo>
                  <a:lnTo>
                    <a:pt x="1494234" y="150220"/>
                  </a:lnTo>
                  <a:lnTo>
                    <a:pt x="1507341" y="148026"/>
                  </a:lnTo>
                  <a:lnTo>
                    <a:pt x="1520448" y="145826"/>
                  </a:lnTo>
                  <a:lnTo>
                    <a:pt x="1533556" y="143620"/>
                  </a:lnTo>
                  <a:lnTo>
                    <a:pt x="1546663" y="141408"/>
                  </a:lnTo>
                  <a:lnTo>
                    <a:pt x="1559770" y="139190"/>
                  </a:lnTo>
                  <a:lnTo>
                    <a:pt x="1572878" y="136967"/>
                  </a:lnTo>
                  <a:lnTo>
                    <a:pt x="1585985" y="134739"/>
                  </a:lnTo>
                  <a:lnTo>
                    <a:pt x="1599092" y="132505"/>
                  </a:lnTo>
                  <a:lnTo>
                    <a:pt x="1612200" y="130266"/>
                  </a:lnTo>
                  <a:lnTo>
                    <a:pt x="1625307" y="128021"/>
                  </a:lnTo>
                  <a:lnTo>
                    <a:pt x="1638414" y="125772"/>
                  </a:lnTo>
                  <a:lnTo>
                    <a:pt x="1651522" y="123518"/>
                  </a:lnTo>
                  <a:lnTo>
                    <a:pt x="1664629" y="121259"/>
                  </a:lnTo>
                  <a:lnTo>
                    <a:pt x="1677736" y="118995"/>
                  </a:lnTo>
                  <a:lnTo>
                    <a:pt x="1690844" y="116727"/>
                  </a:lnTo>
                  <a:lnTo>
                    <a:pt x="1703951" y="114455"/>
                  </a:lnTo>
                  <a:lnTo>
                    <a:pt x="1717058" y="112178"/>
                  </a:lnTo>
                  <a:lnTo>
                    <a:pt x="1730166" y="109897"/>
                  </a:lnTo>
                  <a:lnTo>
                    <a:pt x="1743273" y="107611"/>
                  </a:lnTo>
                  <a:lnTo>
                    <a:pt x="1756380" y="105322"/>
                  </a:lnTo>
                  <a:lnTo>
                    <a:pt x="1769488" y="103029"/>
                  </a:lnTo>
                  <a:lnTo>
                    <a:pt x="1782595" y="100733"/>
                  </a:lnTo>
                  <a:lnTo>
                    <a:pt x="1795702" y="98432"/>
                  </a:lnTo>
                  <a:lnTo>
                    <a:pt x="1808810" y="96129"/>
                  </a:lnTo>
                  <a:lnTo>
                    <a:pt x="1821917" y="93821"/>
                  </a:lnTo>
                  <a:lnTo>
                    <a:pt x="1835024" y="91511"/>
                  </a:lnTo>
                  <a:lnTo>
                    <a:pt x="1848131" y="89197"/>
                  </a:lnTo>
                  <a:lnTo>
                    <a:pt x="1861239" y="86881"/>
                  </a:lnTo>
                  <a:lnTo>
                    <a:pt x="1874346" y="84561"/>
                  </a:lnTo>
                  <a:lnTo>
                    <a:pt x="1887453" y="82239"/>
                  </a:lnTo>
                  <a:lnTo>
                    <a:pt x="1900561" y="79914"/>
                  </a:lnTo>
                  <a:lnTo>
                    <a:pt x="1913668" y="77587"/>
                  </a:lnTo>
                  <a:lnTo>
                    <a:pt x="1926775" y="75257"/>
                  </a:lnTo>
                  <a:lnTo>
                    <a:pt x="1939883" y="72925"/>
                  </a:lnTo>
                  <a:lnTo>
                    <a:pt x="1952990" y="70590"/>
                  </a:lnTo>
                  <a:lnTo>
                    <a:pt x="1966097" y="68254"/>
                  </a:lnTo>
                  <a:lnTo>
                    <a:pt x="1979205" y="65915"/>
                  </a:lnTo>
                  <a:lnTo>
                    <a:pt x="1992312" y="63575"/>
                  </a:lnTo>
                  <a:lnTo>
                    <a:pt x="2005419" y="61232"/>
                  </a:lnTo>
                  <a:lnTo>
                    <a:pt x="2018527" y="58888"/>
                  </a:lnTo>
                  <a:lnTo>
                    <a:pt x="2031634" y="56543"/>
                  </a:lnTo>
                  <a:lnTo>
                    <a:pt x="2044741" y="54196"/>
                  </a:lnTo>
                  <a:lnTo>
                    <a:pt x="2057849" y="51847"/>
                  </a:lnTo>
                  <a:lnTo>
                    <a:pt x="2070956" y="49498"/>
                  </a:lnTo>
                  <a:lnTo>
                    <a:pt x="2084063" y="47147"/>
                  </a:lnTo>
                  <a:lnTo>
                    <a:pt x="2097171" y="44795"/>
                  </a:lnTo>
                  <a:lnTo>
                    <a:pt x="2110278" y="42442"/>
                  </a:lnTo>
                  <a:lnTo>
                    <a:pt x="2123385" y="40088"/>
                  </a:lnTo>
                  <a:lnTo>
                    <a:pt x="2136492" y="37733"/>
                  </a:lnTo>
                  <a:lnTo>
                    <a:pt x="2149600" y="35378"/>
                  </a:lnTo>
                  <a:lnTo>
                    <a:pt x="2162707" y="33021"/>
                  </a:lnTo>
                  <a:lnTo>
                    <a:pt x="2175814" y="30665"/>
                  </a:lnTo>
                  <a:lnTo>
                    <a:pt x="2188922" y="28307"/>
                  </a:lnTo>
                  <a:lnTo>
                    <a:pt x="2202029" y="25950"/>
                  </a:lnTo>
                  <a:lnTo>
                    <a:pt x="2215136" y="23592"/>
                  </a:lnTo>
                  <a:lnTo>
                    <a:pt x="2228244" y="21233"/>
                  </a:lnTo>
                  <a:lnTo>
                    <a:pt x="2241351" y="18874"/>
                  </a:lnTo>
                  <a:lnTo>
                    <a:pt x="2254458" y="16515"/>
                  </a:lnTo>
                  <a:lnTo>
                    <a:pt x="2267566" y="14156"/>
                  </a:lnTo>
                  <a:lnTo>
                    <a:pt x="2280673" y="11797"/>
                  </a:lnTo>
                  <a:lnTo>
                    <a:pt x="2293780" y="9437"/>
                  </a:lnTo>
                  <a:lnTo>
                    <a:pt x="2306888" y="7078"/>
                  </a:lnTo>
                  <a:lnTo>
                    <a:pt x="2319995" y="4719"/>
                  </a:lnTo>
                  <a:lnTo>
                    <a:pt x="2333102" y="2359"/>
                  </a:lnTo>
                  <a:lnTo>
                    <a:pt x="2346210" y="0"/>
                  </a:lnTo>
                  <a:lnTo>
                    <a:pt x="2346210" y="0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3447731" y="801109"/>
              <a:ext cx="0" cy="2345003"/>
            </a:xfrm>
            <a:custGeom>
              <a:avLst/>
              <a:pathLst>
                <a:path w="0" h="2345003">
                  <a:moveTo>
                    <a:pt x="0" y="2345003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tx50"/>
            <p:cNvSpPr/>
            <p:nvPr/>
          </p:nvSpPr>
          <p:spPr>
            <a:xfrm>
              <a:off x="3210829" y="3104750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3210829" y="279202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3210829" y="24793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3210829" y="2167865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3210829" y="1855756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3210829" y="1541414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3210829" y="1228685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3210829" y="916018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58" name="pl58"/>
            <p:cNvSpPr/>
            <p:nvPr/>
          </p:nvSpPr>
          <p:spPr>
            <a:xfrm>
              <a:off x="3371816" y="314611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371816" y="283344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371816" y="252077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371816" y="220811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371816" y="189544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371816" y="158277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371816" y="1270109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371816" y="95744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447731" y="3146112"/>
              <a:ext cx="2674679" cy="0"/>
            </a:xfrm>
            <a:custGeom>
              <a:avLst/>
              <a:pathLst>
                <a:path w="2674679" h="0">
                  <a:moveTo>
                    <a:pt x="0" y="0"/>
                  </a:moveTo>
                  <a:lnTo>
                    <a:pt x="2674679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3776200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4111373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4446546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4781719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5116892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5452065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5787238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6122410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tx75"/>
            <p:cNvSpPr/>
            <p:nvPr/>
          </p:nvSpPr>
          <p:spPr>
            <a:xfrm>
              <a:off x="3708360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30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4043532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40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4378705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50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4713878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60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5049051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5384224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5719397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90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6020649" y="3247642"/>
              <a:ext cx="203522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100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4515960" y="3387149"/>
              <a:ext cx="79920" cy="1001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F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4595880" y="3386777"/>
              <a:ext cx="36388" cy="1005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i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4632269" y="3384470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4743890" y="3443816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4800876" y="3487311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4838976" y="3359988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  <p:sp>
          <p:nvSpPr>
            <p:cNvPr id="89" name="tx89"/>
            <p:cNvSpPr/>
            <p:nvPr/>
          </p:nvSpPr>
          <p:spPr>
            <a:xfrm rot="-5400000">
              <a:off x="2890880" y="2247074"/>
              <a:ext cx="335830" cy="1285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Right</a:t>
              </a:r>
            </a:p>
          </p:txBody>
        </p:sp>
        <p:sp>
          <p:nvSpPr>
            <p:cNvPr id="90" name="tx90"/>
            <p:cNvSpPr/>
            <p:nvPr/>
          </p:nvSpPr>
          <p:spPr>
            <a:xfrm rot="-5400000">
              <a:off x="3104039" y="2124403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1" name="tx91"/>
            <p:cNvSpPr/>
            <p:nvPr/>
          </p:nvSpPr>
          <p:spPr>
            <a:xfrm rot="-5400000">
              <a:off x="3028546" y="2010810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92" name="tx92"/>
            <p:cNvSpPr/>
            <p:nvPr/>
          </p:nvSpPr>
          <p:spPr>
            <a:xfrm rot="-5400000">
              <a:off x="3045587" y="1941605"/>
              <a:ext cx="79995" cy="750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93" name="tx93"/>
            <p:cNvSpPr/>
            <p:nvPr/>
          </p:nvSpPr>
          <p:spPr>
            <a:xfrm rot="-5400000">
              <a:off x="3053921" y="1869944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94" name="tx94"/>
            <p:cNvSpPr/>
            <p:nvPr/>
          </p:nvSpPr>
          <p:spPr>
            <a:xfrm rot="-5400000">
              <a:off x="3015859" y="1782619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95" name="tx95"/>
            <p:cNvSpPr/>
            <p:nvPr/>
          </p:nvSpPr>
          <p:spPr>
            <a:xfrm rot="-5400000">
              <a:off x="3085533" y="1715304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96" name="tx96"/>
            <p:cNvSpPr/>
            <p:nvPr/>
          </p:nvSpPr>
          <p:spPr>
            <a:xfrm rot="-5400000">
              <a:off x="3104039" y="170219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7" name="tx97"/>
            <p:cNvSpPr/>
            <p:nvPr/>
          </p:nvSpPr>
          <p:spPr>
            <a:xfrm rot="-5400000">
              <a:off x="2951825" y="1511878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2952000" y="731520"/>
            <a:ext cx="3240000" cy="2880000"/>
            <a:chOff x="2952000" y="731520"/>
            <a:chExt cx="3240000" cy="2880000"/>
          </a:xfrm>
        </p:grpSpPr>
        <p:sp>
          <p:nvSpPr>
            <p:cNvPr id="3" name="rc3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3446243" y="801109"/>
              <a:ext cx="2676167" cy="234351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3774895" y="3130088"/>
              <a:ext cx="97813" cy="1453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872708" y="3129540"/>
              <a:ext cx="97813" cy="1508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3970521" y="3119018"/>
              <a:ext cx="97813" cy="2560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4068334" y="3105752"/>
              <a:ext cx="97813" cy="3887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4166147" y="3009736"/>
              <a:ext cx="97813" cy="13488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4263961" y="3044508"/>
              <a:ext cx="97813" cy="10011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4361774" y="3017212"/>
              <a:ext cx="97813" cy="12741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4459587" y="2998341"/>
              <a:ext cx="97813" cy="14628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4557400" y="2863402"/>
              <a:ext cx="97813" cy="28122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4655213" y="3035066"/>
              <a:ext cx="97813" cy="10955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4753026" y="3056753"/>
              <a:ext cx="97813" cy="8787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4850840" y="3079241"/>
              <a:ext cx="97813" cy="6538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4948653" y="3065408"/>
              <a:ext cx="97813" cy="7921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5046466" y="3121384"/>
              <a:ext cx="97813" cy="2323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5144279" y="3127662"/>
              <a:ext cx="97813" cy="1696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5242092" y="3132454"/>
              <a:ext cx="97813" cy="1216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5339905" y="3129596"/>
              <a:ext cx="97813" cy="1502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5437718" y="3139986"/>
              <a:ext cx="97813" cy="463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5535532" y="3141250"/>
              <a:ext cx="97813" cy="337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5633345" y="3142077"/>
              <a:ext cx="97813" cy="254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5731158" y="3141256"/>
              <a:ext cx="97813" cy="336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5828971" y="3143422"/>
              <a:ext cx="97813" cy="120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5926784" y="3143750"/>
              <a:ext cx="97813" cy="87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6024597" y="3143412"/>
              <a:ext cx="97813" cy="121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3446243" y="2988389"/>
              <a:ext cx="47926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3446243" y="2832155"/>
              <a:ext cx="59707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3446243" y="2675920"/>
              <a:ext cx="76308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3446243" y="2519686"/>
              <a:ext cx="99878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3446243" y="2363452"/>
              <a:ext cx="130041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3446243" y="2207218"/>
              <a:ext cx="155076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3446243" y="2050983"/>
              <a:ext cx="183666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3446243" y="1894749"/>
              <a:ext cx="211771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3446243" y="1738515"/>
              <a:ext cx="238145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3446243" y="1582280"/>
              <a:ext cx="247775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3446243" y="1426046"/>
              <a:ext cx="25230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3446243" y="1269812"/>
              <a:ext cx="241148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3446243" y="1113577"/>
              <a:ext cx="22796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3446243" y="957343"/>
              <a:ext cx="20531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3446243" y="801109"/>
              <a:ext cx="32865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3853145" y="859871"/>
              <a:ext cx="2191014" cy="1133871"/>
            </a:xfrm>
            <a:custGeom>
              <a:avLst/>
              <a:pathLst>
                <a:path w="2191014" h="1133871">
                  <a:moveTo>
                    <a:pt x="0" y="978470"/>
                  </a:moveTo>
                  <a:lnTo>
                    <a:pt x="12240" y="973298"/>
                  </a:lnTo>
                  <a:lnTo>
                    <a:pt x="24480" y="968118"/>
                  </a:lnTo>
                  <a:lnTo>
                    <a:pt x="36720" y="962930"/>
                  </a:lnTo>
                  <a:lnTo>
                    <a:pt x="48961" y="957733"/>
                  </a:lnTo>
                  <a:lnTo>
                    <a:pt x="61201" y="952525"/>
                  </a:lnTo>
                  <a:lnTo>
                    <a:pt x="73441" y="947307"/>
                  </a:lnTo>
                  <a:lnTo>
                    <a:pt x="85682" y="942077"/>
                  </a:lnTo>
                  <a:lnTo>
                    <a:pt x="97922" y="936135"/>
                  </a:lnTo>
                  <a:lnTo>
                    <a:pt x="110162" y="929142"/>
                  </a:lnTo>
                  <a:lnTo>
                    <a:pt x="122403" y="922332"/>
                  </a:lnTo>
                  <a:lnTo>
                    <a:pt x="134643" y="916868"/>
                  </a:lnTo>
                  <a:lnTo>
                    <a:pt x="146883" y="911386"/>
                  </a:lnTo>
                  <a:lnTo>
                    <a:pt x="159123" y="905884"/>
                  </a:lnTo>
                  <a:lnTo>
                    <a:pt x="171364" y="900362"/>
                  </a:lnTo>
                  <a:lnTo>
                    <a:pt x="183604" y="894818"/>
                  </a:lnTo>
                  <a:lnTo>
                    <a:pt x="195844" y="889254"/>
                  </a:lnTo>
                  <a:lnTo>
                    <a:pt x="208085" y="883666"/>
                  </a:lnTo>
                  <a:lnTo>
                    <a:pt x="220325" y="878056"/>
                  </a:lnTo>
                  <a:lnTo>
                    <a:pt x="232565" y="872422"/>
                  </a:lnTo>
                  <a:lnTo>
                    <a:pt x="244806" y="866763"/>
                  </a:lnTo>
                  <a:lnTo>
                    <a:pt x="257046" y="860839"/>
                  </a:lnTo>
                  <a:lnTo>
                    <a:pt x="269286" y="853969"/>
                  </a:lnTo>
                  <a:lnTo>
                    <a:pt x="281527" y="847110"/>
                  </a:lnTo>
                  <a:lnTo>
                    <a:pt x="293767" y="840262"/>
                  </a:lnTo>
                  <a:lnTo>
                    <a:pt x="306007" y="833425"/>
                  </a:lnTo>
                  <a:lnTo>
                    <a:pt x="318247" y="826601"/>
                  </a:lnTo>
                  <a:lnTo>
                    <a:pt x="330488" y="819789"/>
                  </a:lnTo>
                  <a:lnTo>
                    <a:pt x="342728" y="812990"/>
                  </a:lnTo>
                  <a:lnTo>
                    <a:pt x="354968" y="806917"/>
                  </a:lnTo>
                  <a:lnTo>
                    <a:pt x="367209" y="801756"/>
                  </a:lnTo>
                  <a:lnTo>
                    <a:pt x="379449" y="796893"/>
                  </a:lnTo>
                  <a:lnTo>
                    <a:pt x="391689" y="792213"/>
                  </a:lnTo>
                  <a:lnTo>
                    <a:pt x="403930" y="787503"/>
                  </a:lnTo>
                  <a:lnTo>
                    <a:pt x="416170" y="782126"/>
                  </a:lnTo>
                  <a:lnTo>
                    <a:pt x="428410" y="775591"/>
                  </a:lnTo>
                  <a:lnTo>
                    <a:pt x="440650" y="770283"/>
                  </a:lnTo>
                  <a:lnTo>
                    <a:pt x="452891" y="764950"/>
                  </a:lnTo>
                  <a:lnTo>
                    <a:pt x="465131" y="759591"/>
                  </a:lnTo>
                  <a:lnTo>
                    <a:pt x="477371" y="753647"/>
                  </a:lnTo>
                  <a:lnTo>
                    <a:pt x="489612" y="747003"/>
                  </a:lnTo>
                  <a:lnTo>
                    <a:pt x="501852" y="740074"/>
                  </a:lnTo>
                  <a:lnTo>
                    <a:pt x="514092" y="733163"/>
                  </a:lnTo>
                  <a:lnTo>
                    <a:pt x="526333" y="726269"/>
                  </a:lnTo>
                  <a:lnTo>
                    <a:pt x="538573" y="719397"/>
                  </a:lnTo>
                  <a:lnTo>
                    <a:pt x="550813" y="712546"/>
                  </a:lnTo>
                  <a:lnTo>
                    <a:pt x="563054" y="705719"/>
                  </a:lnTo>
                  <a:lnTo>
                    <a:pt x="575294" y="698918"/>
                  </a:lnTo>
                  <a:lnTo>
                    <a:pt x="587534" y="692295"/>
                  </a:lnTo>
                  <a:lnTo>
                    <a:pt x="599774" y="686488"/>
                  </a:lnTo>
                  <a:lnTo>
                    <a:pt x="612015" y="679652"/>
                  </a:lnTo>
                  <a:lnTo>
                    <a:pt x="624255" y="672825"/>
                  </a:lnTo>
                  <a:lnTo>
                    <a:pt x="636495" y="666007"/>
                  </a:lnTo>
                  <a:lnTo>
                    <a:pt x="648736" y="659201"/>
                  </a:lnTo>
                  <a:lnTo>
                    <a:pt x="660976" y="652408"/>
                  </a:lnTo>
                  <a:lnTo>
                    <a:pt x="673216" y="645644"/>
                  </a:lnTo>
                  <a:lnTo>
                    <a:pt x="685457" y="639153"/>
                  </a:lnTo>
                  <a:lnTo>
                    <a:pt x="697697" y="632706"/>
                  </a:lnTo>
                  <a:lnTo>
                    <a:pt x="709937" y="626304"/>
                  </a:lnTo>
                  <a:lnTo>
                    <a:pt x="722177" y="619948"/>
                  </a:lnTo>
                  <a:lnTo>
                    <a:pt x="734418" y="613642"/>
                  </a:lnTo>
                  <a:lnTo>
                    <a:pt x="746658" y="607386"/>
                  </a:lnTo>
                  <a:lnTo>
                    <a:pt x="758898" y="600480"/>
                  </a:lnTo>
                  <a:lnTo>
                    <a:pt x="771139" y="593303"/>
                  </a:lnTo>
                  <a:lnTo>
                    <a:pt x="783379" y="586604"/>
                  </a:lnTo>
                  <a:lnTo>
                    <a:pt x="795619" y="581481"/>
                  </a:lnTo>
                  <a:lnTo>
                    <a:pt x="807860" y="576400"/>
                  </a:lnTo>
                  <a:lnTo>
                    <a:pt x="820100" y="571007"/>
                  </a:lnTo>
                  <a:lnTo>
                    <a:pt x="832340" y="565154"/>
                  </a:lnTo>
                  <a:lnTo>
                    <a:pt x="844581" y="559250"/>
                  </a:lnTo>
                  <a:lnTo>
                    <a:pt x="856821" y="553177"/>
                  </a:lnTo>
                  <a:lnTo>
                    <a:pt x="869061" y="547154"/>
                  </a:lnTo>
                  <a:lnTo>
                    <a:pt x="881301" y="541182"/>
                  </a:lnTo>
                  <a:lnTo>
                    <a:pt x="893542" y="535263"/>
                  </a:lnTo>
                  <a:lnTo>
                    <a:pt x="905782" y="529397"/>
                  </a:lnTo>
                  <a:lnTo>
                    <a:pt x="918022" y="523585"/>
                  </a:lnTo>
                  <a:lnTo>
                    <a:pt x="930263" y="517826"/>
                  </a:lnTo>
                  <a:lnTo>
                    <a:pt x="942503" y="512135"/>
                  </a:lnTo>
                  <a:lnTo>
                    <a:pt x="954743" y="506469"/>
                  </a:lnTo>
                  <a:lnTo>
                    <a:pt x="966984" y="500921"/>
                  </a:lnTo>
                  <a:lnTo>
                    <a:pt x="979224" y="495818"/>
                  </a:lnTo>
                  <a:lnTo>
                    <a:pt x="991464" y="490758"/>
                  </a:lnTo>
                  <a:lnTo>
                    <a:pt x="1003704" y="485469"/>
                  </a:lnTo>
                  <a:lnTo>
                    <a:pt x="1015945" y="479390"/>
                  </a:lnTo>
                  <a:lnTo>
                    <a:pt x="1028185" y="473687"/>
                  </a:lnTo>
                  <a:lnTo>
                    <a:pt x="1040425" y="468413"/>
                  </a:lnTo>
                  <a:lnTo>
                    <a:pt x="1052666" y="463193"/>
                  </a:lnTo>
                  <a:lnTo>
                    <a:pt x="1064906" y="458028"/>
                  </a:lnTo>
                  <a:lnTo>
                    <a:pt x="1077146" y="452917"/>
                  </a:lnTo>
                  <a:lnTo>
                    <a:pt x="1089387" y="447861"/>
                  </a:lnTo>
                  <a:lnTo>
                    <a:pt x="1101627" y="442860"/>
                  </a:lnTo>
                  <a:lnTo>
                    <a:pt x="1113867" y="437913"/>
                  </a:lnTo>
                  <a:lnTo>
                    <a:pt x="1126108" y="433022"/>
                  </a:lnTo>
                  <a:lnTo>
                    <a:pt x="1138348" y="428185"/>
                  </a:lnTo>
                  <a:lnTo>
                    <a:pt x="1150588" y="422786"/>
                  </a:lnTo>
                  <a:lnTo>
                    <a:pt x="1162828" y="416608"/>
                  </a:lnTo>
                  <a:lnTo>
                    <a:pt x="1175069" y="410459"/>
                  </a:lnTo>
                  <a:lnTo>
                    <a:pt x="1187309" y="405049"/>
                  </a:lnTo>
                  <a:lnTo>
                    <a:pt x="1199549" y="400627"/>
                  </a:lnTo>
                  <a:lnTo>
                    <a:pt x="1211790" y="396252"/>
                  </a:lnTo>
                  <a:lnTo>
                    <a:pt x="1224030" y="391922"/>
                  </a:lnTo>
                  <a:lnTo>
                    <a:pt x="1236270" y="387638"/>
                  </a:lnTo>
                  <a:lnTo>
                    <a:pt x="1248511" y="383401"/>
                  </a:lnTo>
                  <a:lnTo>
                    <a:pt x="1260751" y="377996"/>
                  </a:lnTo>
                  <a:lnTo>
                    <a:pt x="1272991" y="372313"/>
                  </a:lnTo>
                  <a:lnTo>
                    <a:pt x="1285231" y="366640"/>
                  </a:lnTo>
                  <a:lnTo>
                    <a:pt x="1297472" y="360977"/>
                  </a:lnTo>
                  <a:lnTo>
                    <a:pt x="1309712" y="355325"/>
                  </a:lnTo>
                  <a:lnTo>
                    <a:pt x="1321952" y="349683"/>
                  </a:lnTo>
                  <a:lnTo>
                    <a:pt x="1334193" y="344050"/>
                  </a:lnTo>
                  <a:lnTo>
                    <a:pt x="1346433" y="338427"/>
                  </a:lnTo>
                  <a:lnTo>
                    <a:pt x="1358673" y="332813"/>
                  </a:lnTo>
                  <a:lnTo>
                    <a:pt x="1370914" y="327395"/>
                  </a:lnTo>
                  <a:lnTo>
                    <a:pt x="1383154" y="323071"/>
                  </a:lnTo>
                  <a:lnTo>
                    <a:pt x="1395394" y="318808"/>
                  </a:lnTo>
                  <a:lnTo>
                    <a:pt x="1407635" y="314604"/>
                  </a:lnTo>
                  <a:lnTo>
                    <a:pt x="1419875" y="309358"/>
                  </a:lnTo>
                  <a:lnTo>
                    <a:pt x="1432115" y="303998"/>
                  </a:lnTo>
                  <a:lnTo>
                    <a:pt x="1444355" y="298647"/>
                  </a:lnTo>
                  <a:lnTo>
                    <a:pt x="1456596" y="293306"/>
                  </a:lnTo>
                  <a:lnTo>
                    <a:pt x="1468836" y="287973"/>
                  </a:lnTo>
                  <a:lnTo>
                    <a:pt x="1481076" y="283609"/>
                  </a:lnTo>
                  <a:lnTo>
                    <a:pt x="1493317" y="278345"/>
                  </a:lnTo>
                  <a:lnTo>
                    <a:pt x="1505557" y="272986"/>
                  </a:lnTo>
                  <a:lnTo>
                    <a:pt x="1517797" y="267846"/>
                  </a:lnTo>
                  <a:lnTo>
                    <a:pt x="1530038" y="263903"/>
                  </a:lnTo>
                  <a:lnTo>
                    <a:pt x="1542278" y="259994"/>
                  </a:lnTo>
                  <a:lnTo>
                    <a:pt x="1554518" y="256119"/>
                  </a:lnTo>
                  <a:lnTo>
                    <a:pt x="1566759" y="252278"/>
                  </a:lnTo>
                  <a:lnTo>
                    <a:pt x="1578999" y="248469"/>
                  </a:lnTo>
                  <a:lnTo>
                    <a:pt x="1591239" y="244691"/>
                  </a:lnTo>
                  <a:lnTo>
                    <a:pt x="1603479" y="239252"/>
                  </a:lnTo>
                  <a:lnTo>
                    <a:pt x="1615720" y="233752"/>
                  </a:lnTo>
                  <a:lnTo>
                    <a:pt x="1627960" y="228254"/>
                  </a:lnTo>
                  <a:lnTo>
                    <a:pt x="1640200" y="222758"/>
                  </a:lnTo>
                  <a:lnTo>
                    <a:pt x="1652441" y="217265"/>
                  </a:lnTo>
                  <a:lnTo>
                    <a:pt x="1664681" y="211774"/>
                  </a:lnTo>
                  <a:lnTo>
                    <a:pt x="1676921" y="206285"/>
                  </a:lnTo>
                  <a:lnTo>
                    <a:pt x="1689162" y="200799"/>
                  </a:lnTo>
                  <a:lnTo>
                    <a:pt x="1701402" y="195315"/>
                  </a:lnTo>
                  <a:lnTo>
                    <a:pt x="1713642" y="189833"/>
                  </a:lnTo>
                  <a:lnTo>
                    <a:pt x="1725882" y="184353"/>
                  </a:lnTo>
                  <a:lnTo>
                    <a:pt x="1738123" y="178876"/>
                  </a:lnTo>
                  <a:lnTo>
                    <a:pt x="1750363" y="173401"/>
                  </a:lnTo>
                  <a:lnTo>
                    <a:pt x="1762603" y="167928"/>
                  </a:lnTo>
                  <a:lnTo>
                    <a:pt x="1774844" y="163147"/>
                  </a:lnTo>
                  <a:lnTo>
                    <a:pt x="1787084" y="158810"/>
                  </a:lnTo>
                  <a:lnTo>
                    <a:pt x="1799324" y="154476"/>
                  </a:lnTo>
                  <a:lnTo>
                    <a:pt x="1811565" y="150145"/>
                  </a:lnTo>
                  <a:lnTo>
                    <a:pt x="1823805" y="145815"/>
                  </a:lnTo>
                  <a:lnTo>
                    <a:pt x="1836045" y="141488"/>
                  </a:lnTo>
                  <a:lnTo>
                    <a:pt x="1848286" y="137163"/>
                  </a:lnTo>
                  <a:lnTo>
                    <a:pt x="1860526" y="132840"/>
                  </a:lnTo>
                  <a:lnTo>
                    <a:pt x="1872766" y="128519"/>
                  </a:lnTo>
                  <a:lnTo>
                    <a:pt x="1885006" y="124199"/>
                  </a:lnTo>
                  <a:lnTo>
                    <a:pt x="1897247" y="119882"/>
                  </a:lnTo>
                  <a:lnTo>
                    <a:pt x="1909487" y="115566"/>
                  </a:lnTo>
                  <a:lnTo>
                    <a:pt x="1921727" y="111252"/>
                  </a:lnTo>
                  <a:lnTo>
                    <a:pt x="1933968" y="106939"/>
                  </a:lnTo>
                  <a:lnTo>
                    <a:pt x="1946208" y="102627"/>
                  </a:lnTo>
                  <a:lnTo>
                    <a:pt x="1958448" y="98317"/>
                  </a:lnTo>
                  <a:lnTo>
                    <a:pt x="1970689" y="94007"/>
                  </a:lnTo>
                  <a:lnTo>
                    <a:pt x="1982929" y="88118"/>
                  </a:lnTo>
                  <a:lnTo>
                    <a:pt x="1995169" y="82054"/>
                  </a:lnTo>
                  <a:lnTo>
                    <a:pt x="2007409" y="75983"/>
                  </a:lnTo>
                  <a:lnTo>
                    <a:pt x="2019650" y="69907"/>
                  </a:lnTo>
                  <a:lnTo>
                    <a:pt x="2031890" y="63825"/>
                  </a:lnTo>
                  <a:lnTo>
                    <a:pt x="2044130" y="57738"/>
                  </a:lnTo>
                  <a:lnTo>
                    <a:pt x="2056371" y="51647"/>
                  </a:lnTo>
                  <a:lnTo>
                    <a:pt x="2068611" y="45551"/>
                  </a:lnTo>
                  <a:lnTo>
                    <a:pt x="2080851" y="39778"/>
                  </a:lnTo>
                  <a:lnTo>
                    <a:pt x="2093092" y="35451"/>
                  </a:lnTo>
                  <a:lnTo>
                    <a:pt x="2105332" y="31130"/>
                  </a:lnTo>
                  <a:lnTo>
                    <a:pt x="2117572" y="26813"/>
                  </a:lnTo>
                  <a:lnTo>
                    <a:pt x="2129813" y="22500"/>
                  </a:lnTo>
                  <a:lnTo>
                    <a:pt x="2142053" y="18191"/>
                  </a:lnTo>
                  <a:lnTo>
                    <a:pt x="2154293" y="13885"/>
                  </a:lnTo>
                  <a:lnTo>
                    <a:pt x="2166533" y="9581"/>
                  </a:lnTo>
                  <a:lnTo>
                    <a:pt x="2178774" y="5280"/>
                  </a:lnTo>
                  <a:lnTo>
                    <a:pt x="2191014" y="0"/>
                  </a:lnTo>
                  <a:lnTo>
                    <a:pt x="2191014" y="332545"/>
                  </a:lnTo>
                  <a:lnTo>
                    <a:pt x="2178774" y="333911"/>
                  </a:lnTo>
                  <a:lnTo>
                    <a:pt x="2166533" y="335279"/>
                  </a:lnTo>
                  <a:lnTo>
                    <a:pt x="2154293" y="336650"/>
                  </a:lnTo>
                  <a:lnTo>
                    <a:pt x="2142053" y="338024"/>
                  </a:lnTo>
                  <a:lnTo>
                    <a:pt x="2129813" y="339999"/>
                  </a:lnTo>
                  <a:lnTo>
                    <a:pt x="2117572" y="342002"/>
                  </a:lnTo>
                  <a:lnTo>
                    <a:pt x="2105332" y="344009"/>
                  </a:lnTo>
                  <a:lnTo>
                    <a:pt x="2093092" y="346022"/>
                  </a:lnTo>
                  <a:lnTo>
                    <a:pt x="2080851" y="348040"/>
                  </a:lnTo>
                  <a:lnTo>
                    <a:pt x="2068611" y="350064"/>
                  </a:lnTo>
                  <a:lnTo>
                    <a:pt x="2056371" y="352095"/>
                  </a:lnTo>
                  <a:lnTo>
                    <a:pt x="2044130" y="354132"/>
                  </a:lnTo>
                  <a:lnTo>
                    <a:pt x="2031890" y="356177"/>
                  </a:lnTo>
                  <a:lnTo>
                    <a:pt x="2019650" y="358229"/>
                  </a:lnTo>
                  <a:lnTo>
                    <a:pt x="2007409" y="360289"/>
                  </a:lnTo>
                  <a:lnTo>
                    <a:pt x="1995169" y="362274"/>
                  </a:lnTo>
                  <a:lnTo>
                    <a:pt x="1982929" y="363530"/>
                  </a:lnTo>
                  <a:lnTo>
                    <a:pt x="1970689" y="364792"/>
                  </a:lnTo>
                  <a:lnTo>
                    <a:pt x="1958448" y="366062"/>
                  </a:lnTo>
                  <a:lnTo>
                    <a:pt x="1946208" y="367340"/>
                  </a:lnTo>
                  <a:lnTo>
                    <a:pt x="1933968" y="368625"/>
                  </a:lnTo>
                  <a:lnTo>
                    <a:pt x="1921727" y="369918"/>
                  </a:lnTo>
                  <a:lnTo>
                    <a:pt x="1909487" y="371220"/>
                  </a:lnTo>
                  <a:lnTo>
                    <a:pt x="1897247" y="372531"/>
                  </a:lnTo>
                  <a:lnTo>
                    <a:pt x="1885006" y="373851"/>
                  </a:lnTo>
                  <a:lnTo>
                    <a:pt x="1872766" y="375180"/>
                  </a:lnTo>
                  <a:lnTo>
                    <a:pt x="1860526" y="376520"/>
                  </a:lnTo>
                  <a:lnTo>
                    <a:pt x="1848286" y="377869"/>
                  </a:lnTo>
                  <a:lnTo>
                    <a:pt x="1836045" y="379229"/>
                  </a:lnTo>
                  <a:lnTo>
                    <a:pt x="1823805" y="380600"/>
                  </a:lnTo>
                  <a:lnTo>
                    <a:pt x="1811565" y="381981"/>
                  </a:lnTo>
                  <a:lnTo>
                    <a:pt x="1799324" y="383375"/>
                  </a:lnTo>
                  <a:lnTo>
                    <a:pt x="1787084" y="384780"/>
                  </a:lnTo>
                  <a:lnTo>
                    <a:pt x="1774844" y="386197"/>
                  </a:lnTo>
                  <a:lnTo>
                    <a:pt x="1762603" y="387626"/>
                  </a:lnTo>
                  <a:lnTo>
                    <a:pt x="1750363" y="389069"/>
                  </a:lnTo>
                  <a:lnTo>
                    <a:pt x="1738123" y="390524"/>
                  </a:lnTo>
                  <a:lnTo>
                    <a:pt x="1725882" y="391994"/>
                  </a:lnTo>
                  <a:lnTo>
                    <a:pt x="1713642" y="393479"/>
                  </a:lnTo>
                  <a:lnTo>
                    <a:pt x="1701402" y="394981"/>
                  </a:lnTo>
                  <a:lnTo>
                    <a:pt x="1689162" y="397040"/>
                  </a:lnTo>
                  <a:lnTo>
                    <a:pt x="1676921" y="399347"/>
                  </a:lnTo>
                  <a:lnTo>
                    <a:pt x="1664681" y="401373"/>
                  </a:lnTo>
                  <a:lnTo>
                    <a:pt x="1652441" y="402922"/>
                  </a:lnTo>
                  <a:lnTo>
                    <a:pt x="1640200" y="404507"/>
                  </a:lnTo>
                  <a:lnTo>
                    <a:pt x="1627960" y="406130"/>
                  </a:lnTo>
                  <a:lnTo>
                    <a:pt x="1615720" y="407791"/>
                  </a:lnTo>
                  <a:lnTo>
                    <a:pt x="1603479" y="409492"/>
                  </a:lnTo>
                  <a:lnTo>
                    <a:pt x="1591239" y="411378"/>
                  </a:lnTo>
                  <a:lnTo>
                    <a:pt x="1578999" y="413476"/>
                  </a:lnTo>
                  <a:lnTo>
                    <a:pt x="1566759" y="415608"/>
                  </a:lnTo>
                  <a:lnTo>
                    <a:pt x="1554518" y="417773"/>
                  </a:lnTo>
                  <a:lnTo>
                    <a:pt x="1542278" y="419973"/>
                  </a:lnTo>
                  <a:lnTo>
                    <a:pt x="1530038" y="422208"/>
                  </a:lnTo>
                  <a:lnTo>
                    <a:pt x="1517797" y="424480"/>
                  </a:lnTo>
                  <a:lnTo>
                    <a:pt x="1505557" y="427207"/>
                  </a:lnTo>
                  <a:lnTo>
                    <a:pt x="1493317" y="429331"/>
                  </a:lnTo>
                  <a:lnTo>
                    <a:pt x="1481076" y="431525"/>
                  </a:lnTo>
                  <a:lnTo>
                    <a:pt x="1468836" y="433952"/>
                  </a:lnTo>
                  <a:lnTo>
                    <a:pt x="1456596" y="436421"/>
                  </a:lnTo>
                  <a:lnTo>
                    <a:pt x="1444355" y="438932"/>
                  </a:lnTo>
                  <a:lnTo>
                    <a:pt x="1432115" y="441486"/>
                  </a:lnTo>
                  <a:lnTo>
                    <a:pt x="1419875" y="444944"/>
                  </a:lnTo>
                  <a:lnTo>
                    <a:pt x="1407635" y="449125"/>
                  </a:lnTo>
                  <a:lnTo>
                    <a:pt x="1395394" y="453313"/>
                  </a:lnTo>
                  <a:lnTo>
                    <a:pt x="1383154" y="457507"/>
                  </a:lnTo>
                  <a:lnTo>
                    <a:pt x="1370914" y="461709"/>
                  </a:lnTo>
                  <a:lnTo>
                    <a:pt x="1358673" y="465409"/>
                  </a:lnTo>
                  <a:lnTo>
                    <a:pt x="1346433" y="468828"/>
                  </a:lnTo>
                  <a:lnTo>
                    <a:pt x="1334193" y="472286"/>
                  </a:lnTo>
                  <a:lnTo>
                    <a:pt x="1321952" y="475783"/>
                  </a:lnTo>
                  <a:lnTo>
                    <a:pt x="1309712" y="478868"/>
                  </a:lnTo>
                  <a:lnTo>
                    <a:pt x="1297472" y="481739"/>
                  </a:lnTo>
                  <a:lnTo>
                    <a:pt x="1285231" y="484936"/>
                  </a:lnTo>
                  <a:lnTo>
                    <a:pt x="1272991" y="489036"/>
                  </a:lnTo>
                  <a:lnTo>
                    <a:pt x="1260751" y="493168"/>
                  </a:lnTo>
                  <a:lnTo>
                    <a:pt x="1248511" y="497333"/>
                  </a:lnTo>
                  <a:lnTo>
                    <a:pt x="1236270" y="501428"/>
                  </a:lnTo>
                  <a:lnTo>
                    <a:pt x="1224030" y="505265"/>
                  </a:lnTo>
                  <a:lnTo>
                    <a:pt x="1211790" y="509147"/>
                  </a:lnTo>
                  <a:lnTo>
                    <a:pt x="1199549" y="512952"/>
                  </a:lnTo>
                  <a:lnTo>
                    <a:pt x="1187309" y="516786"/>
                  </a:lnTo>
                  <a:lnTo>
                    <a:pt x="1175069" y="520677"/>
                  </a:lnTo>
                  <a:lnTo>
                    <a:pt x="1162828" y="524627"/>
                  </a:lnTo>
                  <a:lnTo>
                    <a:pt x="1150588" y="528692"/>
                  </a:lnTo>
                  <a:lnTo>
                    <a:pt x="1138348" y="533026"/>
                  </a:lnTo>
                  <a:lnTo>
                    <a:pt x="1126108" y="537593"/>
                  </a:lnTo>
                  <a:lnTo>
                    <a:pt x="1113867" y="541910"/>
                  </a:lnTo>
                  <a:lnTo>
                    <a:pt x="1101627" y="546253"/>
                  </a:lnTo>
                  <a:lnTo>
                    <a:pt x="1089387" y="550740"/>
                  </a:lnTo>
                  <a:lnTo>
                    <a:pt x="1077146" y="555269"/>
                  </a:lnTo>
                  <a:lnTo>
                    <a:pt x="1064906" y="559839"/>
                  </a:lnTo>
                  <a:lnTo>
                    <a:pt x="1052666" y="564452"/>
                  </a:lnTo>
                  <a:lnTo>
                    <a:pt x="1040425" y="569110"/>
                  </a:lnTo>
                  <a:lnTo>
                    <a:pt x="1028185" y="573861"/>
                  </a:lnTo>
                  <a:lnTo>
                    <a:pt x="1015945" y="578952"/>
                  </a:lnTo>
                  <a:lnTo>
                    <a:pt x="1003704" y="584095"/>
                  </a:lnTo>
                  <a:lnTo>
                    <a:pt x="991464" y="589218"/>
                  </a:lnTo>
                  <a:lnTo>
                    <a:pt x="979224" y="593721"/>
                  </a:lnTo>
                  <a:lnTo>
                    <a:pt x="966984" y="598816"/>
                  </a:lnTo>
                  <a:lnTo>
                    <a:pt x="954743" y="604457"/>
                  </a:lnTo>
                  <a:lnTo>
                    <a:pt x="942503" y="610165"/>
                  </a:lnTo>
                  <a:lnTo>
                    <a:pt x="930263" y="615938"/>
                  </a:lnTo>
                  <a:lnTo>
                    <a:pt x="918022" y="621777"/>
                  </a:lnTo>
                  <a:lnTo>
                    <a:pt x="905782" y="627682"/>
                  </a:lnTo>
                  <a:lnTo>
                    <a:pt x="893542" y="633397"/>
                  </a:lnTo>
                  <a:lnTo>
                    <a:pt x="881301" y="638661"/>
                  </a:lnTo>
                  <a:lnTo>
                    <a:pt x="869061" y="644397"/>
                  </a:lnTo>
                  <a:lnTo>
                    <a:pt x="856821" y="650245"/>
                  </a:lnTo>
                  <a:lnTo>
                    <a:pt x="844581" y="656154"/>
                  </a:lnTo>
                  <a:lnTo>
                    <a:pt x="832340" y="662165"/>
                  </a:lnTo>
                  <a:lnTo>
                    <a:pt x="820100" y="668618"/>
                  </a:lnTo>
                  <a:lnTo>
                    <a:pt x="807860" y="675131"/>
                  </a:lnTo>
                  <a:lnTo>
                    <a:pt x="795619" y="681701"/>
                  </a:lnTo>
                  <a:lnTo>
                    <a:pt x="783379" y="687841"/>
                  </a:lnTo>
                  <a:lnTo>
                    <a:pt x="771139" y="693404"/>
                  </a:lnTo>
                  <a:lnTo>
                    <a:pt x="758898" y="699120"/>
                  </a:lnTo>
                  <a:lnTo>
                    <a:pt x="746658" y="705740"/>
                  </a:lnTo>
                  <a:lnTo>
                    <a:pt x="734418" y="712475"/>
                  </a:lnTo>
                  <a:lnTo>
                    <a:pt x="722177" y="719213"/>
                  </a:lnTo>
                  <a:lnTo>
                    <a:pt x="709937" y="725954"/>
                  </a:lnTo>
                  <a:lnTo>
                    <a:pt x="697697" y="732695"/>
                  </a:lnTo>
                  <a:lnTo>
                    <a:pt x="685457" y="739436"/>
                  </a:lnTo>
                  <a:lnTo>
                    <a:pt x="673216" y="746174"/>
                  </a:lnTo>
                  <a:lnTo>
                    <a:pt x="660976" y="752909"/>
                  </a:lnTo>
                  <a:lnTo>
                    <a:pt x="648736" y="759640"/>
                  </a:lnTo>
                  <a:lnTo>
                    <a:pt x="636495" y="766363"/>
                  </a:lnTo>
                  <a:lnTo>
                    <a:pt x="624255" y="773080"/>
                  </a:lnTo>
                  <a:lnTo>
                    <a:pt x="612015" y="779787"/>
                  </a:lnTo>
                  <a:lnTo>
                    <a:pt x="599774" y="786483"/>
                  </a:lnTo>
                  <a:lnTo>
                    <a:pt x="587534" y="793168"/>
                  </a:lnTo>
                  <a:lnTo>
                    <a:pt x="575294" y="799839"/>
                  </a:lnTo>
                  <a:lnTo>
                    <a:pt x="563054" y="806496"/>
                  </a:lnTo>
                  <a:lnTo>
                    <a:pt x="550813" y="813136"/>
                  </a:lnTo>
                  <a:lnTo>
                    <a:pt x="538573" y="819759"/>
                  </a:lnTo>
                  <a:lnTo>
                    <a:pt x="526333" y="826440"/>
                  </a:lnTo>
                  <a:lnTo>
                    <a:pt x="514092" y="833435"/>
                  </a:lnTo>
                  <a:lnTo>
                    <a:pt x="501852" y="840450"/>
                  </a:lnTo>
                  <a:lnTo>
                    <a:pt x="489612" y="846923"/>
                  </a:lnTo>
                  <a:lnTo>
                    <a:pt x="477371" y="852726"/>
                  </a:lnTo>
                  <a:lnTo>
                    <a:pt x="465131" y="859049"/>
                  </a:lnTo>
                  <a:lnTo>
                    <a:pt x="452891" y="865509"/>
                  </a:lnTo>
                  <a:lnTo>
                    <a:pt x="440650" y="872915"/>
                  </a:lnTo>
                  <a:lnTo>
                    <a:pt x="428410" y="879732"/>
                  </a:lnTo>
                  <a:lnTo>
                    <a:pt x="416170" y="885380"/>
                  </a:lnTo>
                  <a:lnTo>
                    <a:pt x="403930" y="891057"/>
                  </a:lnTo>
                  <a:lnTo>
                    <a:pt x="391689" y="897371"/>
                  </a:lnTo>
                  <a:lnTo>
                    <a:pt x="379449" y="903657"/>
                  </a:lnTo>
                  <a:lnTo>
                    <a:pt x="367209" y="909915"/>
                  </a:lnTo>
                  <a:lnTo>
                    <a:pt x="354968" y="916726"/>
                  </a:lnTo>
                  <a:lnTo>
                    <a:pt x="342728" y="924174"/>
                  </a:lnTo>
                  <a:lnTo>
                    <a:pt x="330488" y="931621"/>
                  </a:lnTo>
                  <a:lnTo>
                    <a:pt x="318247" y="939068"/>
                  </a:lnTo>
                  <a:lnTo>
                    <a:pt x="306007" y="946515"/>
                  </a:lnTo>
                  <a:lnTo>
                    <a:pt x="293767" y="953961"/>
                  </a:lnTo>
                  <a:lnTo>
                    <a:pt x="281527" y="961406"/>
                  </a:lnTo>
                  <a:lnTo>
                    <a:pt x="269286" y="968849"/>
                  </a:lnTo>
                  <a:lnTo>
                    <a:pt x="257046" y="976292"/>
                  </a:lnTo>
                  <a:lnTo>
                    <a:pt x="244806" y="983733"/>
                  </a:lnTo>
                  <a:lnTo>
                    <a:pt x="232565" y="991173"/>
                  </a:lnTo>
                  <a:lnTo>
                    <a:pt x="220325" y="998611"/>
                  </a:lnTo>
                  <a:lnTo>
                    <a:pt x="208085" y="1006047"/>
                  </a:lnTo>
                  <a:lnTo>
                    <a:pt x="195844" y="1013482"/>
                  </a:lnTo>
                  <a:lnTo>
                    <a:pt x="183604" y="1020914"/>
                  </a:lnTo>
                  <a:lnTo>
                    <a:pt x="171364" y="1028344"/>
                  </a:lnTo>
                  <a:lnTo>
                    <a:pt x="159123" y="1035772"/>
                  </a:lnTo>
                  <a:lnTo>
                    <a:pt x="146883" y="1043197"/>
                  </a:lnTo>
                  <a:lnTo>
                    <a:pt x="134643" y="1050620"/>
                  </a:lnTo>
                  <a:lnTo>
                    <a:pt x="122403" y="1058040"/>
                  </a:lnTo>
                  <a:lnTo>
                    <a:pt x="110162" y="1065614"/>
                  </a:lnTo>
                  <a:lnTo>
                    <a:pt x="97922" y="1073559"/>
                  </a:lnTo>
                  <a:lnTo>
                    <a:pt x="85682" y="1081514"/>
                  </a:lnTo>
                  <a:lnTo>
                    <a:pt x="73441" y="1089477"/>
                  </a:lnTo>
                  <a:lnTo>
                    <a:pt x="61201" y="1097447"/>
                  </a:lnTo>
                  <a:lnTo>
                    <a:pt x="48961" y="1105179"/>
                  </a:lnTo>
                  <a:lnTo>
                    <a:pt x="36720" y="1112358"/>
                  </a:lnTo>
                  <a:lnTo>
                    <a:pt x="24480" y="1119534"/>
                  </a:lnTo>
                  <a:lnTo>
                    <a:pt x="12240" y="1126705"/>
                  </a:lnTo>
                  <a:lnTo>
                    <a:pt x="0" y="1133871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3853145" y="859871"/>
              <a:ext cx="2191014" cy="978470"/>
            </a:xfrm>
            <a:custGeom>
              <a:avLst/>
              <a:pathLst>
                <a:path w="2191014" h="978470">
                  <a:moveTo>
                    <a:pt x="0" y="978470"/>
                  </a:moveTo>
                  <a:lnTo>
                    <a:pt x="12240" y="973298"/>
                  </a:lnTo>
                  <a:lnTo>
                    <a:pt x="24480" y="968118"/>
                  </a:lnTo>
                  <a:lnTo>
                    <a:pt x="36720" y="962930"/>
                  </a:lnTo>
                  <a:lnTo>
                    <a:pt x="48961" y="957733"/>
                  </a:lnTo>
                  <a:lnTo>
                    <a:pt x="61201" y="952525"/>
                  </a:lnTo>
                  <a:lnTo>
                    <a:pt x="73441" y="947307"/>
                  </a:lnTo>
                  <a:lnTo>
                    <a:pt x="85682" y="942077"/>
                  </a:lnTo>
                  <a:lnTo>
                    <a:pt x="97922" y="936135"/>
                  </a:lnTo>
                  <a:lnTo>
                    <a:pt x="110162" y="929142"/>
                  </a:lnTo>
                  <a:lnTo>
                    <a:pt x="122403" y="922332"/>
                  </a:lnTo>
                  <a:lnTo>
                    <a:pt x="134643" y="916868"/>
                  </a:lnTo>
                  <a:lnTo>
                    <a:pt x="146883" y="911386"/>
                  </a:lnTo>
                  <a:lnTo>
                    <a:pt x="159123" y="905884"/>
                  </a:lnTo>
                  <a:lnTo>
                    <a:pt x="171364" y="900362"/>
                  </a:lnTo>
                  <a:lnTo>
                    <a:pt x="183604" y="894818"/>
                  </a:lnTo>
                  <a:lnTo>
                    <a:pt x="195844" y="889254"/>
                  </a:lnTo>
                  <a:lnTo>
                    <a:pt x="208085" y="883666"/>
                  </a:lnTo>
                  <a:lnTo>
                    <a:pt x="220325" y="878056"/>
                  </a:lnTo>
                  <a:lnTo>
                    <a:pt x="232565" y="872422"/>
                  </a:lnTo>
                  <a:lnTo>
                    <a:pt x="244806" y="866763"/>
                  </a:lnTo>
                  <a:lnTo>
                    <a:pt x="257046" y="860839"/>
                  </a:lnTo>
                  <a:lnTo>
                    <a:pt x="269286" y="853969"/>
                  </a:lnTo>
                  <a:lnTo>
                    <a:pt x="281527" y="847110"/>
                  </a:lnTo>
                  <a:lnTo>
                    <a:pt x="293767" y="840262"/>
                  </a:lnTo>
                  <a:lnTo>
                    <a:pt x="306007" y="833425"/>
                  </a:lnTo>
                  <a:lnTo>
                    <a:pt x="318247" y="826601"/>
                  </a:lnTo>
                  <a:lnTo>
                    <a:pt x="330488" y="819789"/>
                  </a:lnTo>
                  <a:lnTo>
                    <a:pt x="342728" y="812990"/>
                  </a:lnTo>
                  <a:lnTo>
                    <a:pt x="354968" y="806917"/>
                  </a:lnTo>
                  <a:lnTo>
                    <a:pt x="367209" y="801756"/>
                  </a:lnTo>
                  <a:lnTo>
                    <a:pt x="379449" y="796893"/>
                  </a:lnTo>
                  <a:lnTo>
                    <a:pt x="391689" y="792213"/>
                  </a:lnTo>
                  <a:lnTo>
                    <a:pt x="403930" y="787503"/>
                  </a:lnTo>
                  <a:lnTo>
                    <a:pt x="416170" y="782126"/>
                  </a:lnTo>
                  <a:lnTo>
                    <a:pt x="428410" y="775591"/>
                  </a:lnTo>
                  <a:lnTo>
                    <a:pt x="440650" y="770283"/>
                  </a:lnTo>
                  <a:lnTo>
                    <a:pt x="452891" y="764950"/>
                  </a:lnTo>
                  <a:lnTo>
                    <a:pt x="465131" y="759591"/>
                  </a:lnTo>
                  <a:lnTo>
                    <a:pt x="477371" y="753647"/>
                  </a:lnTo>
                  <a:lnTo>
                    <a:pt x="489612" y="747003"/>
                  </a:lnTo>
                  <a:lnTo>
                    <a:pt x="501852" y="740074"/>
                  </a:lnTo>
                  <a:lnTo>
                    <a:pt x="514092" y="733163"/>
                  </a:lnTo>
                  <a:lnTo>
                    <a:pt x="526333" y="726269"/>
                  </a:lnTo>
                  <a:lnTo>
                    <a:pt x="538573" y="719397"/>
                  </a:lnTo>
                  <a:lnTo>
                    <a:pt x="550813" y="712546"/>
                  </a:lnTo>
                  <a:lnTo>
                    <a:pt x="563054" y="705719"/>
                  </a:lnTo>
                  <a:lnTo>
                    <a:pt x="575294" y="698918"/>
                  </a:lnTo>
                  <a:lnTo>
                    <a:pt x="587534" y="692295"/>
                  </a:lnTo>
                  <a:lnTo>
                    <a:pt x="599774" y="686488"/>
                  </a:lnTo>
                  <a:lnTo>
                    <a:pt x="612015" y="679652"/>
                  </a:lnTo>
                  <a:lnTo>
                    <a:pt x="624255" y="672825"/>
                  </a:lnTo>
                  <a:lnTo>
                    <a:pt x="636495" y="666007"/>
                  </a:lnTo>
                  <a:lnTo>
                    <a:pt x="648736" y="659201"/>
                  </a:lnTo>
                  <a:lnTo>
                    <a:pt x="660976" y="652408"/>
                  </a:lnTo>
                  <a:lnTo>
                    <a:pt x="673216" y="645644"/>
                  </a:lnTo>
                  <a:lnTo>
                    <a:pt x="685457" y="639153"/>
                  </a:lnTo>
                  <a:lnTo>
                    <a:pt x="697697" y="632706"/>
                  </a:lnTo>
                  <a:lnTo>
                    <a:pt x="709937" y="626304"/>
                  </a:lnTo>
                  <a:lnTo>
                    <a:pt x="722177" y="619948"/>
                  </a:lnTo>
                  <a:lnTo>
                    <a:pt x="734418" y="613642"/>
                  </a:lnTo>
                  <a:lnTo>
                    <a:pt x="746658" y="607386"/>
                  </a:lnTo>
                  <a:lnTo>
                    <a:pt x="758898" y="600480"/>
                  </a:lnTo>
                  <a:lnTo>
                    <a:pt x="771139" y="593303"/>
                  </a:lnTo>
                  <a:lnTo>
                    <a:pt x="783379" y="586604"/>
                  </a:lnTo>
                  <a:lnTo>
                    <a:pt x="795619" y="581481"/>
                  </a:lnTo>
                  <a:lnTo>
                    <a:pt x="807860" y="576400"/>
                  </a:lnTo>
                  <a:lnTo>
                    <a:pt x="820100" y="571007"/>
                  </a:lnTo>
                  <a:lnTo>
                    <a:pt x="832340" y="565154"/>
                  </a:lnTo>
                  <a:lnTo>
                    <a:pt x="844581" y="559250"/>
                  </a:lnTo>
                  <a:lnTo>
                    <a:pt x="856821" y="553177"/>
                  </a:lnTo>
                  <a:lnTo>
                    <a:pt x="869061" y="547154"/>
                  </a:lnTo>
                  <a:lnTo>
                    <a:pt x="881301" y="541182"/>
                  </a:lnTo>
                  <a:lnTo>
                    <a:pt x="893542" y="535263"/>
                  </a:lnTo>
                  <a:lnTo>
                    <a:pt x="905782" y="529397"/>
                  </a:lnTo>
                  <a:lnTo>
                    <a:pt x="918022" y="523585"/>
                  </a:lnTo>
                  <a:lnTo>
                    <a:pt x="930263" y="517826"/>
                  </a:lnTo>
                  <a:lnTo>
                    <a:pt x="942503" y="512135"/>
                  </a:lnTo>
                  <a:lnTo>
                    <a:pt x="954743" y="506469"/>
                  </a:lnTo>
                  <a:lnTo>
                    <a:pt x="966984" y="500921"/>
                  </a:lnTo>
                  <a:lnTo>
                    <a:pt x="979224" y="495818"/>
                  </a:lnTo>
                  <a:lnTo>
                    <a:pt x="991464" y="490758"/>
                  </a:lnTo>
                  <a:lnTo>
                    <a:pt x="1003704" y="485469"/>
                  </a:lnTo>
                  <a:lnTo>
                    <a:pt x="1015945" y="479390"/>
                  </a:lnTo>
                  <a:lnTo>
                    <a:pt x="1028185" y="473687"/>
                  </a:lnTo>
                  <a:lnTo>
                    <a:pt x="1040425" y="468413"/>
                  </a:lnTo>
                  <a:lnTo>
                    <a:pt x="1052666" y="463193"/>
                  </a:lnTo>
                  <a:lnTo>
                    <a:pt x="1064906" y="458028"/>
                  </a:lnTo>
                  <a:lnTo>
                    <a:pt x="1077146" y="452917"/>
                  </a:lnTo>
                  <a:lnTo>
                    <a:pt x="1089387" y="447861"/>
                  </a:lnTo>
                  <a:lnTo>
                    <a:pt x="1101627" y="442860"/>
                  </a:lnTo>
                  <a:lnTo>
                    <a:pt x="1113867" y="437913"/>
                  </a:lnTo>
                  <a:lnTo>
                    <a:pt x="1126108" y="433022"/>
                  </a:lnTo>
                  <a:lnTo>
                    <a:pt x="1138348" y="428185"/>
                  </a:lnTo>
                  <a:lnTo>
                    <a:pt x="1150588" y="422786"/>
                  </a:lnTo>
                  <a:lnTo>
                    <a:pt x="1162828" y="416608"/>
                  </a:lnTo>
                  <a:lnTo>
                    <a:pt x="1175069" y="410459"/>
                  </a:lnTo>
                  <a:lnTo>
                    <a:pt x="1187309" y="405049"/>
                  </a:lnTo>
                  <a:lnTo>
                    <a:pt x="1199549" y="400627"/>
                  </a:lnTo>
                  <a:lnTo>
                    <a:pt x="1211790" y="396252"/>
                  </a:lnTo>
                  <a:lnTo>
                    <a:pt x="1224030" y="391922"/>
                  </a:lnTo>
                  <a:lnTo>
                    <a:pt x="1236270" y="387638"/>
                  </a:lnTo>
                  <a:lnTo>
                    <a:pt x="1248511" y="383401"/>
                  </a:lnTo>
                  <a:lnTo>
                    <a:pt x="1260751" y="377996"/>
                  </a:lnTo>
                  <a:lnTo>
                    <a:pt x="1272991" y="372313"/>
                  </a:lnTo>
                  <a:lnTo>
                    <a:pt x="1285231" y="366640"/>
                  </a:lnTo>
                  <a:lnTo>
                    <a:pt x="1297472" y="360977"/>
                  </a:lnTo>
                  <a:lnTo>
                    <a:pt x="1309712" y="355325"/>
                  </a:lnTo>
                  <a:lnTo>
                    <a:pt x="1321952" y="349683"/>
                  </a:lnTo>
                  <a:lnTo>
                    <a:pt x="1334193" y="344050"/>
                  </a:lnTo>
                  <a:lnTo>
                    <a:pt x="1346433" y="338427"/>
                  </a:lnTo>
                  <a:lnTo>
                    <a:pt x="1358673" y="332813"/>
                  </a:lnTo>
                  <a:lnTo>
                    <a:pt x="1370914" y="327395"/>
                  </a:lnTo>
                  <a:lnTo>
                    <a:pt x="1383154" y="323071"/>
                  </a:lnTo>
                  <a:lnTo>
                    <a:pt x="1395394" y="318808"/>
                  </a:lnTo>
                  <a:lnTo>
                    <a:pt x="1407635" y="314604"/>
                  </a:lnTo>
                  <a:lnTo>
                    <a:pt x="1419875" y="309358"/>
                  </a:lnTo>
                  <a:lnTo>
                    <a:pt x="1432115" y="303998"/>
                  </a:lnTo>
                  <a:lnTo>
                    <a:pt x="1444355" y="298647"/>
                  </a:lnTo>
                  <a:lnTo>
                    <a:pt x="1456596" y="293306"/>
                  </a:lnTo>
                  <a:lnTo>
                    <a:pt x="1468836" y="287973"/>
                  </a:lnTo>
                  <a:lnTo>
                    <a:pt x="1481076" y="283609"/>
                  </a:lnTo>
                  <a:lnTo>
                    <a:pt x="1493317" y="278345"/>
                  </a:lnTo>
                  <a:lnTo>
                    <a:pt x="1505557" y="272986"/>
                  </a:lnTo>
                  <a:lnTo>
                    <a:pt x="1517797" y="267846"/>
                  </a:lnTo>
                  <a:lnTo>
                    <a:pt x="1530038" y="263903"/>
                  </a:lnTo>
                  <a:lnTo>
                    <a:pt x="1542278" y="259994"/>
                  </a:lnTo>
                  <a:lnTo>
                    <a:pt x="1554518" y="256119"/>
                  </a:lnTo>
                  <a:lnTo>
                    <a:pt x="1566759" y="252278"/>
                  </a:lnTo>
                  <a:lnTo>
                    <a:pt x="1578999" y="248469"/>
                  </a:lnTo>
                  <a:lnTo>
                    <a:pt x="1591239" y="244691"/>
                  </a:lnTo>
                  <a:lnTo>
                    <a:pt x="1603479" y="239252"/>
                  </a:lnTo>
                  <a:lnTo>
                    <a:pt x="1615720" y="233752"/>
                  </a:lnTo>
                  <a:lnTo>
                    <a:pt x="1627960" y="228254"/>
                  </a:lnTo>
                  <a:lnTo>
                    <a:pt x="1640200" y="222758"/>
                  </a:lnTo>
                  <a:lnTo>
                    <a:pt x="1652441" y="217265"/>
                  </a:lnTo>
                  <a:lnTo>
                    <a:pt x="1664681" y="211774"/>
                  </a:lnTo>
                  <a:lnTo>
                    <a:pt x="1676921" y="206285"/>
                  </a:lnTo>
                  <a:lnTo>
                    <a:pt x="1689162" y="200799"/>
                  </a:lnTo>
                  <a:lnTo>
                    <a:pt x="1701402" y="195315"/>
                  </a:lnTo>
                  <a:lnTo>
                    <a:pt x="1713642" y="189833"/>
                  </a:lnTo>
                  <a:lnTo>
                    <a:pt x="1725882" y="184353"/>
                  </a:lnTo>
                  <a:lnTo>
                    <a:pt x="1738123" y="178876"/>
                  </a:lnTo>
                  <a:lnTo>
                    <a:pt x="1750363" y="173401"/>
                  </a:lnTo>
                  <a:lnTo>
                    <a:pt x="1762603" y="167928"/>
                  </a:lnTo>
                  <a:lnTo>
                    <a:pt x="1774844" y="163147"/>
                  </a:lnTo>
                  <a:lnTo>
                    <a:pt x="1787084" y="158810"/>
                  </a:lnTo>
                  <a:lnTo>
                    <a:pt x="1799324" y="154476"/>
                  </a:lnTo>
                  <a:lnTo>
                    <a:pt x="1811565" y="150145"/>
                  </a:lnTo>
                  <a:lnTo>
                    <a:pt x="1823805" y="145815"/>
                  </a:lnTo>
                  <a:lnTo>
                    <a:pt x="1836045" y="141488"/>
                  </a:lnTo>
                  <a:lnTo>
                    <a:pt x="1848286" y="137163"/>
                  </a:lnTo>
                  <a:lnTo>
                    <a:pt x="1860526" y="132840"/>
                  </a:lnTo>
                  <a:lnTo>
                    <a:pt x="1872766" y="128519"/>
                  </a:lnTo>
                  <a:lnTo>
                    <a:pt x="1885006" y="124199"/>
                  </a:lnTo>
                  <a:lnTo>
                    <a:pt x="1897247" y="119882"/>
                  </a:lnTo>
                  <a:lnTo>
                    <a:pt x="1909487" y="115566"/>
                  </a:lnTo>
                  <a:lnTo>
                    <a:pt x="1921727" y="111252"/>
                  </a:lnTo>
                  <a:lnTo>
                    <a:pt x="1933968" y="106939"/>
                  </a:lnTo>
                  <a:lnTo>
                    <a:pt x="1946208" y="102627"/>
                  </a:lnTo>
                  <a:lnTo>
                    <a:pt x="1958448" y="98317"/>
                  </a:lnTo>
                  <a:lnTo>
                    <a:pt x="1970689" y="94007"/>
                  </a:lnTo>
                  <a:lnTo>
                    <a:pt x="1982929" y="88118"/>
                  </a:lnTo>
                  <a:lnTo>
                    <a:pt x="1995169" y="82054"/>
                  </a:lnTo>
                  <a:lnTo>
                    <a:pt x="2007409" y="75983"/>
                  </a:lnTo>
                  <a:lnTo>
                    <a:pt x="2019650" y="69907"/>
                  </a:lnTo>
                  <a:lnTo>
                    <a:pt x="2031890" y="63825"/>
                  </a:lnTo>
                  <a:lnTo>
                    <a:pt x="2044130" y="57738"/>
                  </a:lnTo>
                  <a:lnTo>
                    <a:pt x="2056371" y="51647"/>
                  </a:lnTo>
                  <a:lnTo>
                    <a:pt x="2068611" y="45551"/>
                  </a:lnTo>
                  <a:lnTo>
                    <a:pt x="2080851" y="39778"/>
                  </a:lnTo>
                  <a:lnTo>
                    <a:pt x="2093092" y="35451"/>
                  </a:lnTo>
                  <a:lnTo>
                    <a:pt x="2105332" y="31130"/>
                  </a:lnTo>
                  <a:lnTo>
                    <a:pt x="2117572" y="26813"/>
                  </a:lnTo>
                  <a:lnTo>
                    <a:pt x="2129813" y="22500"/>
                  </a:lnTo>
                  <a:lnTo>
                    <a:pt x="2142053" y="18191"/>
                  </a:lnTo>
                  <a:lnTo>
                    <a:pt x="2154293" y="13885"/>
                  </a:lnTo>
                  <a:lnTo>
                    <a:pt x="2166533" y="9581"/>
                  </a:lnTo>
                  <a:lnTo>
                    <a:pt x="2178774" y="5280"/>
                  </a:lnTo>
                  <a:lnTo>
                    <a:pt x="219101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3853145" y="1192417"/>
              <a:ext cx="2191014" cy="801325"/>
            </a:xfrm>
            <a:custGeom>
              <a:avLst/>
              <a:pathLst>
                <a:path w="2191014" h="801325">
                  <a:moveTo>
                    <a:pt x="2191014" y="0"/>
                  </a:moveTo>
                  <a:lnTo>
                    <a:pt x="2178774" y="1365"/>
                  </a:lnTo>
                  <a:lnTo>
                    <a:pt x="2166533" y="2733"/>
                  </a:lnTo>
                  <a:lnTo>
                    <a:pt x="2154293" y="4104"/>
                  </a:lnTo>
                  <a:lnTo>
                    <a:pt x="2142053" y="5478"/>
                  </a:lnTo>
                  <a:lnTo>
                    <a:pt x="2129813" y="7453"/>
                  </a:lnTo>
                  <a:lnTo>
                    <a:pt x="2117572" y="9456"/>
                  </a:lnTo>
                  <a:lnTo>
                    <a:pt x="2105332" y="11463"/>
                  </a:lnTo>
                  <a:lnTo>
                    <a:pt x="2093092" y="13476"/>
                  </a:lnTo>
                  <a:lnTo>
                    <a:pt x="2080851" y="15494"/>
                  </a:lnTo>
                  <a:lnTo>
                    <a:pt x="2068611" y="17518"/>
                  </a:lnTo>
                  <a:lnTo>
                    <a:pt x="2056371" y="19549"/>
                  </a:lnTo>
                  <a:lnTo>
                    <a:pt x="2044130" y="21586"/>
                  </a:lnTo>
                  <a:lnTo>
                    <a:pt x="2031890" y="23631"/>
                  </a:lnTo>
                  <a:lnTo>
                    <a:pt x="2019650" y="25683"/>
                  </a:lnTo>
                  <a:lnTo>
                    <a:pt x="2007409" y="27743"/>
                  </a:lnTo>
                  <a:lnTo>
                    <a:pt x="1995169" y="29728"/>
                  </a:lnTo>
                  <a:lnTo>
                    <a:pt x="1982929" y="30984"/>
                  </a:lnTo>
                  <a:lnTo>
                    <a:pt x="1970689" y="32246"/>
                  </a:lnTo>
                  <a:lnTo>
                    <a:pt x="1958448" y="33516"/>
                  </a:lnTo>
                  <a:lnTo>
                    <a:pt x="1946208" y="34794"/>
                  </a:lnTo>
                  <a:lnTo>
                    <a:pt x="1933968" y="36079"/>
                  </a:lnTo>
                  <a:lnTo>
                    <a:pt x="1921727" y="37372"/>
                  </a:lnTo>
                  <a:lnTo>
                    <a:pt x="1909487" y="38674"/>
                  </a:lnTo>
                  <a:lnTo>
                    <a:pt x="1897247" y="39985"/>
                  </a:lnTo>
                  <a:lnTo>
                    <a:pt x="1885006" y="41305"/>
                  </a:lnTo>
                  <a:lnTo>
                    <a:pt x="1872766" y="42634"/>
                  </a:lnTo>
                  <a:lnTo>
                    <a:pt x="1860526" y="43974"/>
                  </a:lnTo>
                  <a:lnTo>
                    <a:pt x="1848286" y="45323"/>
                  </a:lnTo>
                  <a:lnTo>
                    <a:pt x="1836045" y="46683"/>
                  </a:lnTo>
                  <a:lnTo>
                    <a:pt x="1823805" y="48054"/>
                  </a:lnTo>
                  <a:lnTo>
                    <a:pt x="1811565" y="49435"/>
                  </a:lnTo>
                  <a:lnTo>
                    <a:pt x="1799324" y="50829"/>
                  </a:lnTo>
                  <a:lnTo>
                    <a:pt x="1787084" y="52234"/>
                  </a:lnTo>
                  <a:lnTo>
                    <a:pt x="1774844" y="53651"/>
                  </a:lnTo>
                  <a:lnTo>
                    <a:pt x="1762603" y="55080"/>
                  </a:lnTo>
                  <a:lnTo>
                    <a:pt x="1750363" y="56523"/>
                  </a:lnTo>
                  <a:lnTo>
                    <a:pt x="1738123" y="57978"/>
                  </a:lnTo>
                  <a:lnTo>
                    <a:pt x="1725882" y="59448"/>
                  </a:lnTo>
                  <a:lnTo>
                    <a:pt x="1713642" y="60933"/>
                  </a:lnTo>
                  <a:lnTo>
                    <a:pt x="1701402" y="62435"/>
                  </a:lnTo>
                  <a:lnTo>
                    <a:pt x="1689162" y="64494"/>
                  </a:lnTo>
                  <a:lnTo>
                    <a:pt x="1676921" y="66801"/>
                  </a:lnTo>
                  <a:lnTo>
                    <a:pt x="1664681" y="68827"/>
                  </a:lnTo>
                  <a:lnTo>
                    <a:pt x="1652441" y="70376"/>
                  </a:lnTo>
                  <a:lnTo>
                    <a:pt x="1640200" y="71961"/>
                  </a:lnTo>
                  <a:lnTo>
                    <a:pt x="1627960" y="73584"/>
                  </a:lnTo>
                  <a:lnTo>
                    <a:pt x="1615720" y="75245"/>
                  </a:lnTo>
                  <a:lnTo>
                    <a:pt x="1603479" y="76946"/>
                  </a:lnTo>
                  <a:lnTo>
                    <a:pt x="1591239" y="78832"/>
                  </a:lnTo>
                  <a:lnTo>
                    <a:pt x="1578999" y="80930"/>
                  </a:lnTo>
                  <a:lnTo>
                    <a:pt x="1566759" y="83062"/>
                  </a:lnTo>
                  <a:lnTo>
                    <a:pt x="1554518" y="85227"/>
                  </a:lnTo>
                  <a:lnTo>
                    <a:pt x="1542278" y="87427"/>
                  </a:lnTo>
                  <a:lnTo>
                    <a:pt x="1530038" y="89662"/>
                  </a:lnTo>
                  <a:lnTo>
                    <a:pt x="1517797" y="91934"/>
                  </a:lnTo>
                  <a:lnTo>
                    <a:pt x="1505557" y="94661"/>
                  </a:lnTo>
                  <a:lnTo>
                    <a:pt x="1493317" y="96785"/>
                  </a:lnTo>
                  <a:lnTo>
                    <a:pt x="1481076" y="98979"/>
                  </a:lnTo>
                  <a:lnTo>
                    <a:pt x="1468836" y="101406"/>
                  </a:lnTo>
                  <a:lnTo>
                    <a:pt x="1456596" y="103875"/>
                  </a:lnTo>
                  <a:lnTo>
                    <a:pt x="1444355" y="106386"/>
                  </a:lnTo>
                  <a:lnTo>
                    <a:pt x="1432115" y="108940"/>
                  </a:lnTo>
                  <a:lnTo>
                    <a:pt x="1419875" y="112398"/>
                  </a:lnTo>
                  <a:lnTo>
                    <a:pt x="1407635" y="116579"/>
                  </a:lnTo>
                  <a:lnTo>
                    <a:pt x="1395394" y="120767"/>
                  </a:lnTo>
                  <a:lnTo>
                    <a:pt x="1383154" y="124961"/>
                  </a:lnTo>
                  <a:lnTo>
                    <a:pt x="1370914" y="129163"/>
                  </a:lnTo>
                  <a:lnTo>
                    <a:pt x="1358673" y="132863"/>
                  </a:lnTo>
                  <a:lnTo>
                    <a:pt x="1346433" y="136282"/>
                  </a:lnTo>
                  <a:lnTo>
                    <a:pt x="1334193" y="139740"/>
                  </a:lnTo>
                  <a:lnTo>
                    <a:pt x="1321952" y="143237"/>
                  </a:lnTo>
                  <a:lnTo>
                    <a:pt x="1309712" y="146322"/>
                  </a:lnTo>
                  <a:lnTo>
                    <a:pt x="1297472" y="149193"/>
                  </a:lnTo>
                  <a:lnTo>
                    <a:pt x="1285231" y="152390"/>
                  </a:lnTo>
                  <a:lnTo>
                    <a:pt x="1272991" y="156490"/>
                  </a:lnTo>
                  <a:lnTo>
                    <a:pt x="1260751" y="160622"/>
                  </a:lnTo>
                  <a:lnTo>
                    <a:pt x="1248511" y="164787"/>
                  </a:lnTo>
                  <a:lnTo>
                    <a:pt x="1236270" y="168882"/>
                  </a:lnTo>
                  <a:lnTo>
                    <a:pt x="1224030" y="172719"/>
                  </a:lnTo>
                  <a:lnTo>
                    <a:pt x="1211790" y="176601"/>
                  </a:lnTo>
                  <a:lnTo>
                    <a:pt x="1199549" y="180406"/>
                  </a:lnTo>
                  <a:lnTo>
                    <a:pt x="1187309" y="184240"/>
                  </a:lnTo>
                  <a:lnTo>
                    <a:pt x="1175069" y="188131"/>
                  </a:lnTo>
                  <a:lnTo>
                    <a:pt x="1162828" y="192081"/>
                  </a:lnTo>
                  <a:lnTo>
                    <a:pt x="1150588" y="196146"/>
                  </a:lnTo>
                  <a:lnTo>
                    <a:pt x="1138348" y="200480"/>
                  </a:lnTo>
                  <a:lnTo>
                    <a:pt x="1126108" y="205047"/>
                  </a:lnTo>
                  <a:lnTo>
                    <a:pt x="1113867" y="209364"/>
                  </a:lnTo>
                  <a:lnTo>
                    <a:pt x="1101627" y="213707"/>
                  </a:lnTo>
                  <a:lnTo>
                    <a:pt x="1089387" y="218195"/>
                  </a:lnTo>
                  <a:lnTo>
                    <a:pt x="1077146" y="222723"/>
                  </a:lnTo>
                  <a:lnTo>
                    <a:pt x="1064906" y="227293"/>
                  </a:lnTo>
                  <a:lnTo>
                    <a:pt x="1052666" y="231906"/>
                  </a:lnTo>
                  <a:lnTo>
                    <a:pt x="1040425" y="236564"/>
                  </a:lnTo>
                  <a:lnTo>
                    <a:pt x="1028185" y="241315"/>
                  </a:lnTo>
                  <a:lnTo>
                    <a:pt x="1015945" y="246406"/>
                  </a:lnTo>
                  <a:lnTo>
                    <a:pt x="1003704" y="251549"/>
                  </a:lnTo>
                  <a:lnTo>
                    <a:pt x="991464" y="256672"/>
                  </a:lnTo>
                  <a:lnTo>
                    <a:pt x="979224" y="261175"/>
                  </a:lnTo>
                  <a:lnTo>
                    <a:pt x="966984" y="266270"/>
                  </a:lnTo>
                  <a:lnTo>
                    <a:pt x="954743" y="271911"/>
                  </a:lnTo>
                  <a:lnTo>
                    <a:pt x="942503" y="277619"/>
                  </a:lnTo>
                  <a:lnTo>
                    <a:pt x="930263" y="283392"/>
                  </a:lnTo>
                  <a:lnTo>
                    <a:pt x="918022" y="289231"/>
                  </a:lnTo>
                  <a:lnTo>
                    <a:pt x="905782" y="295136"/>
                  </a:lnTo>
                  <a:lnTo>
                    <a:pt x="893542" y="300851"/>
                  </a:lnTo>
                  <a:lnTo>
                    <a:pt x="881301" y="306115"/>
                  </a:lnTo>
                  <a:lnTo>
                    <a:pt x="869061" y="311851"/>
                  </a:lnTo>
                  <a:lnTo>
                    <a:pt x="856821" y="317699"/>
                  </a:lnTo>
                  <a:lnTo>
                    <a:pt x="844581" y="323608"/>
                  </a:lnTo>
                  <a:lnTo>
                    <a:pt x="832340" y="329619"/>
                  </a:lnTo>
                  <a:lnTo>
                    <a:pt x="820100" y="336072"/>
                  </a:lnTo>
                  <a:lnTo>
                    <a:pt x="807860" y="342585"/>
                  </a:lnTo>
                  <a:lnTo>
                    <a:pt x="795619" y="349155"/>
                  </a:lnTo>
                  <a:lnTo>
                    <a:pt x="783379" y="355295"/>
                  </a:lnTo>
                  <a:lnTo>
                    <a:pt x="771139" y="360858"/>
                  </a:lnTo>
                  <a:lnTo>
                    <a:pt x="758898" y="366574"/>
                  </a:lnTo>
                  <a:lnTo>
                    <a:pt x="746658" y="373194"/>
                  </a:lnTo>
                  <a:lnTo>
                    <a:pt x="734418" y="379929"/>
                  </a:lnTo>
                  <a:lnTo>
                    <a:pt x="722177" y="386667"/>
                  </a:lnTo>
                  <a:lnTo>
                    <a:pt x="709937" y="393408"/>
                  </a:lnTo>
                  <a:lnTo>
                    <a:pt x="697697" y="400149"/>
                  </a:lnTo>
                  <a:lnTo>
                    <a:pt x="685457" y="406890"/>
                  </a:lnTo>
                  <a:lnTo>
                    <a:pt x="673216" y="413628"/>
                  </a:lnTo>
                  <a:lnTo>
                    <a:pt x="660976" y="420363"/>
                  </a:lnTo>
                  <a:lnTo>
                    <a:pt x="648736" y="427094"/>
                  </a:lnTo>
                  <a:lnTo>
                    <a:pt x="636495" y="433817"/>
                  </a:lnTo>
                  <a:lnTo>
                    <a:pt x="624255" y="440534"/>
                  </a:lnTo>
                  <a:lnTo>
                    <a:pt x="612015" y="447241"/>
                  </a:lnTo>
                  <a:lnTo>
                    <a:pt x="599774" y="453937"/>
                  </a:lnTo>
                  <a:lnTo>
                    <a:pt x="587534" y="460622"/>
                  </a:lnTo>
                  <a:lnTo>
                    <a:pt x="575294" y="467293"/>
                  </a:lnTo>
                  <a:lnTo>
                    <a:pt x="563054" y="473950"/>
                  </a:lnTo>
                  <a:lnTo>
                    <a:pt x="550813" y="480590"/>
                  </a:lnTo>
                  <a:lnTo>
                    <a:pt x="538573" y="487213"/>
                  </a:lnTo>
                  <a:lnTo>
                    <a:pt x="526333" y="493894"/>
                  </a:lnTo>
                  <a:lnTo>
                    <a:pt x="514092" y="500889"/>
                  </a:lnTo>
                  <a:lnTo>
                    <a:pt x="501852" y="507904"/>
                  </a:lnTo>
                  <a:lnTo>
                    <a:pt x="489612" y="514377"/>
                  </a:lnTo>
                  <a:lnTo>
                    <a:pt x="477371" y="520180"/>
                  </a:lnTo>
                  <a:lnTo>
                    <a:pt x="465131" y="526503"/>
                  </a:lnTo>
                  <a:lnTo>
                    <a:pt x="452891" y="532963"/>
                  </a:lnTo>
                  <a:lnTo>
                    <a:pt x="440650" y="540369"/>
                  </a:lnTo>
                  <a:lnTo>
                    <a:pt x="428410" y="547186"/>
                  </a:lnTo>
                  <a:lnTo>
                    <a:pt x="416170" y="552834"/>
                  </a:lnTo>
                  <a:lnTo>
                    <a:pt x="403930" y="558512"/>
                  </a:lnTo>
                  <a:lnTo>
                    <a:pt x="391689" y="564825"/>
                  </a:lnTo>
                  <a:lnTo>
                    <a:pt x="379449" y="571111"/>
                  </a:lnTo>
                  <a:lnTo>
                    <a:pt x="367209" y="577369"/>
                  </a:lnTo>
                  <a:lnTo>
                    <a:pt x="354968" y="584180"/>
                  </a:lnTo>
                  <a:lnTo>
                    <a:pt x="342728" y="591628"/>
                  </a:lnTo>
                  <a:lnTo>
                    <a:pt x="330488" y="599075"/>
                  </a:lnTo>
                  <a:lnTo>
                    <a:pt x="318247" y="606522"/>
                  </a:lnTo>
                  <a:lnTo>
                    <a:pt x="306007" y="613969"/>
                  </a:lnTo>
                  <a:lnTo>
                    <a:pt x="293767" y="621415"/>
                  </a:lnTo>
                  <a:lnTo>
                    <a:pt x="281527" y="628860"/>
                  </a:lnTo>
                  <a:lnTo>
                    <a:pt x="269286" y="636303"/>
                  </a:lnTo>
                  <a:lnTo>
                    <a:pt x="257046" y="643746"/>
                  </a:lnTo>
                  <a:lnTo>
                    <a:pt x="244806" y="651187"/>
                  </a:lnTo>
                  <a:lnTo>
                    <a:pt x="232565" y="658627"/>
                  </a:lnTo>
                  <a:lnTo>
                    <a:pt x="220325" y="666065"/>
                  </a:lnTo>
                  <a:lnTo>
                    <a:pt x="208085" y="673501"/>
                  </a:lnTo>
                  <a:lnTo>
                    <a:pt x="195844" y="680936"/>
                  </a:lnTo>
                  <a:lnTo>
                    <a:pt x="183604" y="688368"/>
                  </a:lnTo>
                  <a:lnTo>
                    <a:pt x="171364" y="695798"/>
                  </a:lnTo>
                  <a:lnTo>
                    <a:pt x="159123" y="703226"/>
                  </a:lnTo>
                  <a:lnTo>
                    <a:pt x="146883" y="710651"/>
                  </a:lnTo>
                  <a:lnTo>
                    <a:pt x="134643" y="718074"/>
                  </a:lnTo>
                  <a:lnTo>
                    <a:pt x="122403" y="725494"/>
                  </a:lnTo>
                  <a:lnTo>
                    <a:pt x="110162" y="733068"/>
                  </a:lnTo>
                  <a:lnTo>
                    <a:pt x="97922" y="741013"/>
                  </a:lnTo>
                  <a:lnTo>
                    <a:pt x="85682" y="748968"/>
                  </a:lnTo>
                  <a:lnTo>
                    <a:pt x="73441" y="756931"/>
                  </a:lnTo>
                  <a:lnTo>
                    <a:pt x="61201" y="764901"/>
                  </a:lnTo>
                  <a:lnTo>
                    <a:pt x="48961" y="772633"/>
                  </a:lnTo>
                  <a:lnTo>
                    <a:pt x="36720" y="779812"/>
                  </a:lnTo>
                  <a:lnTo>
                    <a:pt x="24480" y="786988"/>
                  </a:lnTo>
                  <a:lnTo>
                    <a:pt x="12240" y="794159"/>
                  </a:lnTo>
                  <a:lnTo>
                    <a:pt x="0" y="80132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3853145" y="1036084"/>
              <a:ext cx="2191014" cy="880931"/>
            </a:xfrm>
            <a:custGeom>
              <a:avLst/>
              <a:pathLst>
                <a:path w="2191014" h="880931">
                  <a:moveTo>
                    <a:pt x="0" y="880931"/>
                  </a:moveTo>
                  <a:lnTo>
                    <a:pt x="12240" y="874378"/>
                  </a:lnTo>
                  <a:lnTo>
                    <a:pt x="24480" y="867820"/>
                  </a:lnTo>
                  <a:lnTo>
                    <a:pt x="36720" y="861258"/>
                  </a:lnTo>
                  <a:lnTo>
                    <a:pt x="48961" y="854691"/>
                  </a:lnTo>
                  <a:lnTo>
                    <a:pt x="61201" y="848121"/>
                  </a:lnTo>
                  <a:lnTo>
                    <a:pt x="73441" y="841546"/>
                  </a:lnTo>
                  <a:lnTo>
                    <a:pt x="85682" y="834968"/>
                  </a:lnTo>
                  <a:lnTo>
                    <a:pt x="97922" y="828386"/>
                  </a:lnTo>
                  <a:lnTo>
                    <a:pt x="110162" y="821801"/>
                  </a:lnTo>
                  <a:lnTo>
                    <a:pt x="122403" y="815212"/>
                  </a:lnTo>
                  <a:lnTo>
                    <a:pt x="134643" y="808620"/>
                  </a:lnTo>
                  <a:lnTo>
                    <a:pt x="146883" y="802025"/>
                  </a:lnTo>
                  <a:lnTo>
                    <a:pt x="159123" y="795427"/>
                  </a:lnTo>
                  <a:lnTo>
                    <a:pt x="171364" y="788827"/>
                  </a:lnTo>
                  <a:lnTo>
                    <a:pt x="183604" y="782224"/>
                  </a:lnTo>
                  <a:lnTo>
                    <a:pt x="195844" y="775618"/>
                  </a:lnTo>
                  <a:lnTo>
                    <a:pt x="208085" y="769010"/>
                  </a:lnTo>
                  <a:lnTo>
                    <a:pt x="220325" y="762401"/>
                  </a:lnTo>
                  <a:lnTo>
                    <a:pt x="232565" y="755789"/>
                  </a:lnTo>
                  <a:lnTo>
                    <a:pt x="244806" y="749175"/>
                  </a:lnTo>
                  <a:lnTo>
                    <a:pt x="257046" y="742559"/>
                  </a:lnTo>
                  <a:lnTo>
                    <a:pt x="269286" y="735942"/>
                  </a:lnTo>
                  <a:lnTo>
                    <a:pt x="281527" y="729324"/>
                  </a:lnTo>
                  <a:lnTo>
                    <a:pt x="293767" y="722704"/>
                  </a:lnTo>
                  <a:lnTo>
                    <a:pt x="306007" y="716083"/>
                  </a:lnTo>
                  <a:lnTo>
                    <a:pt x="318247" y="709461"/>
                  </a:lnTo>
                  <a:lnTo>
                    <a:pt x="330488" y="702839"/>
                  </a:lnTo>
                  <a:lnTo>
                    <a:pt x="342728" y="696215"/>
                  </a:lnTo>
                  <a:lnTo>
                    <a:pt x="354968" y="689592"/>
                  </a:lnTo>
                  <a:lnTo>
                    <a:pt x="367209" y="682968"/>
                  </a:lnTo>
                  <a:lnTo>
                    <a:pt x="379449" y="676343"/>
                  </a:lnTo>
                  <a:lnTo>
                    <a:pt x="391689" y="669719"/>
                  </a:lnTo>
                  <a:lnTo>
                    <a:pt x="403930" y="663094"/>
                  </a:lnTo>
                  <a:lnTo>
                    <a:pt x="416170" y="656470"/>
                  </a:lnTo>
                  <a:lnTo>
                    <a:pt x="428410" y="649847"/>
                  </a:lnTo>
                  <a:lnTo>
                    <a:pt x="440650" y="643223"/>
                  </a:lnTo>
                  <a:lnTo>
                    <a:pt x="452891" y="636601"/>
                  </a:lnTo>
                  <a:lnTo>
                    <a:pt x="465131" y="629981"/>
                  </a:lnTo>
                  <a:lnTo>
                    <a:pt x="477371" y="623365"/>
                  </a:lnTo>
                  <a:lnTo>
                    <a:pt x="489612" y="616753"/>
                  </a:lnTo>
                  <a:lnTo>
                    <a:pt x="501852" y="610147"/>
                  </a:lnTo>
                  <a:lnTo>
                    <a:pt x="514092" y="603549"/>
                  </a:lnTo>
                  <a:lnTo>
                    <a:pt x="526333" y="596960"/>
                  </a:lnTo>
                  <a:lnTo>
                    <a:pt x="538573" y="590381"/>
                  </a:lnTo>
                  <a:lnTo>
                    <a:pt x="550813" y="583813"/>
                  </a:lnTo>
                  <a:lnTo>
                    <a:pt x="563054" y="577258"/>
                  </a:lnTo>
                  <a:lnTo>
                    <a:pt x="575294" y="570717"/>
                  </a:lnTo>
                  <a:lnTo>
                    <a:pt x="587534" y="564191"/>
                  </a:lnTo>
                  <a:lnTo>
                    <a:pt x="599774" y="557682"/>
                  </a:lnTo>
                  <a:lnTo>
                    <a:pt x="612015" y="551191"/>
                  </a:lnTo>
                  <a:lnTo>
                    <a:pt x="624255" y="544719"/>
                  </a:lnTo>
                  <a:lnTo>
                    <a:pt x="636495" y="538268"/>
                  </a:lnTo>
                  <a:lnTo>
                    <a:pt x="648736" y="531839"/>
                  </a:lnTo>
                  <a:lnTo>
                    <a:pt x="660976" y="525432"/>
                  </a:lnTo>
                  <a:lnTo>
                    <a:pt x="673216" y="519051"/>
                  </a:lnTo>
                  <a:lnTo>
                    <a:pt x="685457" y="512695"/>
                  </a:lnTo>
                  <a:lnTo>
                    <a:pt x="697697" y="506366"/>
                  </a:lnTo>
                  <a:lnTo>
                    <a:pt x="709937" y="500066"/>
                  </a:lnTo>
                  <a:lnTo>
                    <a:pt x="722177" y="493795"/>
                  </a:lnTo>
                  <a:lnTo>
                    <a:pt x="734418" y="487556"/>
                  </a:lnTo>
                  <a:lnTo>
                    <a:pt x="746658" y="481349"/>
                  </a:lnTo>
                  <a:lnTo>
                    <a:pt x="758898" y="475175"/>
                  </a:lnTo>
                  <a:lnTo>
                    <a:pt x="771139" y="469037"/>
                  </a:lnTo>
                  <a:lnTo>
                    <a:pt x="783379" y="462935"/>
                  </a:lnTo>
                  <a:lnTo>
                    <a:pt x="795619" y="456871"/>
                  </a:lnTo>
                  <a:lnTo>
                    <a:pt x="807860" y="450845"/>
                  </a:lnTo>
                  <a:lnTo>
                    <a:pt x="820100" y="444860"/>
                  </a:lnTo>
                  <a:lnTo>
                    <a:pt x="832340" y="438916"/>
                  </a:lnTo>
                  <a:lnTo>
                    <a:pt x="844581" y="433016"/>
                  </a:lnTo>
                  <a:lnTo>
                    <a:pt x="856821" y="427159"/>
                  </a:lnTo>
                  <a:lnTo>
                    <a:pt x="869061" y="421348"/>
                  </a:lnTo>
                  <a:lnTo>
                    <a:pt x="881301" y="415584"/>
                  </a:lnTo>
                  <a:lnTo>
                    <a:pt x="893542" y="409867"/>
                  </a:lnTo>
                  <a:lnTo>
                    <a:pt x="905782" y="404197"/>
                  </a:lnTo>
                  <a:lnTo>
                    <a:pt x="918022" y="398575"/>
                  </a:lnTo>
                  <a:lnTo>
                    <a:pt x="930263" y="392999"/>
                  </a:lnTo>
                  <a:lnTo>
                    <a:pt x="942503" y="387469"/>
                  </a:lnTo>
                  <a:lnTo>
                    <a:pt x="954743" y="381986"/>
                  </a:lnTo>
                  <a:lnTo>
                    <a:pt x="966984" y="376549"/>
                  </a:lnTo>
                  <a:lnTo>
                    <a:pt x="979224" y="371158"/>
                  </a:lnTo>
                  <a:lnTo>
                    <a:pt x="991464" y="365812"/>
                  </a:lnTo>
                  <a:lnTo>
                    <a:pt x="1003704" y="360512"/>
                  </a:lnTo>
                  <a:lnTo>
                    <a:pt x="1015945" y="355256"/>
                  </a:lnTo>
                  <a:lnTo>
                    <a:pt x="1028185" y="350045"/>
                  </a:lnTo>
                  <a:lnTo>
                    <a:pt x="1040425" y="344879"/>
                  </a:lnTo>
                  <a:lnTo>
                    <a:pt x="1052666" y="339757"/>
                  </a:lnTo>
                  <a:lnTo>
                    <a:pt x="1064906" y="334679"/>
                  </a:lnTo>
                  <a:lnTo>
                    <a:pt x="1077146" y="329645"/>
                  </a:lnTo>
                  <a:lnTo>
                    <a:pt x="1089387" y="324655"/>
                  </a:lnTo>
                  <a:lnTo>
                    <a:pt x="1101627" y="319707"/>
                  </a:lnTo>
                  <a:lnTo>
                    <a:pt x="1113867" y="314803"/>
                  </a:lnTo>
                  <a:lnTo>
                    <a:pt x="1126108" y="309941"/>
                  </a:lnTo>
                  <a:lnTo>
                    <a:pt x="1138348" y="305122"/>
                  </a:lnTo>
                  <a:lnTo>
                    <a:pt x="1150588" y="300346"/>
                  </a:lnTo>
                  <a:lnTo>
                    <a:pt x="1162828" y="295611"/>
                  </a:lnTo>
                  <a:lnTo>
                    <a:pt x="1175069" y="290918"/>
                  </a:lnTo>
                  <a:lnTo>
                    <a:pt x="1187309" y="286267"/>
                  </a:lnTo>
                  <a:lnTo>
                    <a:pt x="1199549" y="281657"/>
                  </a:lnTo>
                  <a:lnTo>
                    <a:pt x="1211790" y="277088"/>
                  </a:lnTo>
                  <a:lnTo>
                    <a:pt x="1224030" y="272560"/>
                  </a:lnTo>
                  <a:lnTo>
                    <a:pt x="1236270" y="268072"/>
                  </a:lnTo>
                  <a:lnTo>
                    <a:pt x="1248511" y="263625"/>
                  </a:lnTo>
                  <a:lnTo>
                    <a:pt x="1260751" y="259217"/>
                  </a:lnTo>
                  <a:lnTo>
                    <a:pt x="1272991" y="254850"/>
                  </a:lnTo>
                  <a:lnTo>
                    <a:pt x="1285231" y="250522"/>
                  </a:lnTo>
                  <a:lnTo>
                    <a:pt x="1297472" y="246233"/>
                  </a:lnTo>
                  <a:lnTo>
                    <a:pt x="1309712" y="241984"/>
                  </a:lnTo>
                  <a:lnTo>
                    <a:pt x="1321952" y="237773"/>
                  </a:lnTo>
                  <a:lnTo>
                    <a:pt x="1334193" y="233601"/>
                  </a:lnTo>
                  <a:lnTo>
                    <a:pt x="1346433" y="229466"/>
                  </a:lnTo>
                  <a:lnTo>
                    <a:pt x="1358673" y="225368"/>
                  </a:lnTo>
                  <a:lnTo>
                    <a:pt x="1370914" y="221307"/>
                  </a:lnTo>
                  <a:lnTo>
                    <a:pt x="1383154" y="217281"/>
                  </a:lnTo>
                  <a:lnTo>
                    <a:pt x="1395394" y="213291"/>
                  </a:lnTo>
                  <a:lnTo>
                    <a:pt x="1407635" y="209335"/>
                  </a:lnTo>
                  <a:lnTo>
                    <a:pt x="1419875" y="205412"/>
                  </a:lnTo>
                  <a:lnTo>
                    <a:pt x="1432115" y="201523"/>
                  </a:lnTo>
                  <a:lnTo>
                    <a:pt x="1444355" y="197666"/>
                  </a:lnTo>
                  <a:lnTo>
                    <a:pt x="1456596" y="193841"/>
                  </a:lnTo>
                  <a:lnTo>
                    <a:pt x="1468836" y="190048"/>
                  </a:lnTo>
                  <a:lnTo>
                    <a:pt x="1481076" y="186284"/>
                  </a:lnTo>
                  <a:lnTo>
                    <a:pt x="1493317" y="182551"/>
                  </a:lnTo>
                  <a:lnTo>
                    <a:pt x="1505557" y="178847"/>
                  </a:lnTo>
                  <a:lnTo>
                    <a:pt x="1517797" y="175171"/>
                  </a:lnTo>
                  <a:lnTo>
                    <a:pt x="1530038" y="171524"/>
                  </a:lnTo>
                  <a:lnTo>
                    <a:pt x="1542278" y="167903"/>
                  </a:lnTo>
                  <a:lnTo>
                    <a:pt x="1554518" y="164309"/>
                  </a:lnTo>
                  <a:lnTo>
                    <a:pt x="1566759" y="160742"/>
                  </a:lnTo>
                  <a:lnTo>
                    <a:pt x="1578999" y="157199"/>
                  </a:lnTo>
                  <a:lnTo>
                    <a:pt x="1591239" y="153681"/>
                  </a:lnTo>
                  <a:lnTo>
                    <a:pt x="1603479" y="150188"/>
                  </a:lnTo>
                  <a:lnTo>
                    <a:pt x="1615720" y="146717"/>
                  </a:lnTo>
                  <a:lnTo>
                    <a:pt x="1627960" y="143270"/>
                  </a:lnTo>
                  <a:lnTo>
                    <a:pt x="1640200" y="139844"/>
                  </a:lnTo>
                  <a:lnTo>
                    <a:pt x="1652441" y="136440"/>
                  </a:lnTo>
                  <a:lnTo>
                    <a:pt x="1664681" y="133056"/>
                  </a:lnTo>
                  <a:lnTo>
                    <a:pt x="1676921" y="129693"/>
                  </a:lnTo>
                  <a:lnTo>
                    <a:pt x="1689162" y="126349"/>
                  </a:lnTo>
                  <a:lnTo>
                    <a:pt x="1701402" y="123024"/>
                  </a:lnTo>
                  <a:lnTo>
                    <a:pt x="1713642" y="119717"/>
                  </a:lnTo>
                  <a:lnTo>
                    <a:pt x="1725882" y="116428"/>
                  </a:lnTo>
                  <a:lnTo>
                    <a:pt x="1738123" y="113156"/>
                  </a:lnTo>
                  <a:lnTo>
                    <a:pt x="1750363" y="109899"/>
                  </a:lnTo>
                  <a:lnTo>
                    <a:pt x="1762603" y="106659"/>
                  </a:lnTo>
                  <a:lnTo>
                    <a:pt x="1774844" y="103433"/>
                  </a:lnTo>
                  <a:lnTo>
                    <a:pt x="1787084" y="100222"/>
                  </a:lnTo>
                  <a:lnTo>
                    <a:pt x="1799324" y="97026"/>
                  </a:lnTo>
                  <a:lnTo>
                    <a:pt x="1811565" y="93844"/>
                  </a:lnTo>
                  <a:lnTo>
                    <a:pt x="1823805" y="90675"/>
                  </a:lnTo>
                  <a:lnTo>
                    <a:pt x="1836045" y="87519"/>
                  </a:lnTo>
                  <a:lnTo>
                    <a:pt x="1848286" y="84376"/>
                  </a:lnTo>
                  <a:lnTo>
                    <a:pt x="1860526" y="81246"/>
                  </a:lnTo>
                  <a:lnTo>
                    <a:pt x="1872766" y="78127"/>
                  </a:lnTo>
                  <a:lnTo>
                    <a:pt x="1885006" y="75020"/>
                  </a:lnTo>
                  <a:lnTo>
                    <a:pt x="1897247" y="71925"/>
                  </a:lnTo>
                  <a:lnTo>
                    <a:pt x="1909487" y="68840"/>
                  </a:lnTo>
                  <a:lnTo>
                    <a:pt x="1921727" y="65766"/>
                  </a:lnTo>
                  <a:lnTo>
                    <a:pt x="1933968" y="62702"/>
                  </a:lnTo>
                  <a:lnTo>
                    <a:pt x="1946208" y="59648"/>
                  </a:lnTo>
                  <a:lnTo>
                    <a:pt x="1958448" y="56602"/>
                  </a:lnTo>
                  <a:lnTo>
                    <a:pt x="1970689" y="53566"/>
                  </a:lnTo>
                  <a:lnTo>
                    <a:pt x="1982929" y="50539"/>
                  </a:lnTo>
                  <a:lnTo>
                    <a:pt x="1995169" y="47519"/>
                  </a:lnTo>
                  <a:lnTo>
                    <a:pt x="2007409" y="44507"/>
                  </a:lnTo>
                  <a:lnTo>
                    <a:pt x="2019650" y="41503"/>
                  </a:lnTo>
                  <a:lnTo>
                    <a:pt x="2031890" y="38506"/>
                  </a:lnTo>
                  <a:lnTo>
                    <a:pt x="2044130" y="35515"/>
                  </a:lnTo>
                  <a:lnTo>
                    <a:pt x="2056371" y="32530"/>
                  </a:lnTo>
                  <a:lnTo>
                    <a:pt x="2068611" y="29552"/>
                  </a:lnTo>
                  <a:lnTo>
                    <a:pt x="2080851" y="26578"/>
                  </a:lnTo>
                  <a:lnTo>
                    <a:pt x="2093092" y="23610"/>
                  </a:lnTo>
                  <a:lnTo>
                    <a:pt x="2105332" y="20647"/>
                  </a:lnTo>
                  <a:lnTo>
                    <a:pt x="2117572" y="17687"/>
                  </a:lnTo>
                  <a:lnTo>
                    <a:pt x="2129813" y="14732"/>
                  </a:lnTo>
                  <a:lnTo>
                    <a:pt x="2142053" y="11780"/>
                  </a:lnTo>
                  <a:lnTo>
                    <a:pt x="2154293" y="8831"/>
                  </a:lnTo>
                  <a:lnTo>
                    <a:pt x="2166533" y="5885"/>
                  </a:lnTo>
                  <a:lnTo>
                    <a:pt x="2178774" y="2941"/>
                  </a:lnTo>
                  <a:lnTo>
                    <a:pt x="2191014" y="0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3446243" y="801109"/>
              <a:ext cx="0" cy="2343514"/>
            </a:xfrm>
            <a:custGeom>
              <a:avLst/>
              <a:pathLst>
                <a:path w="0" h="2343514">
                  <a:moveTo>
                    <a:pt x="0" y="2343514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tx50"/>
            <p:cNvSpPr/>
            <p:nvPr/>
          </p:nvSpPr>
          <p:spPr>
            <a:xfrm>
              <a:off x="3209341" y="3103262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3209341" y="279073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3209341" y="247826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3209341" y="2166972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3209341" y="1855061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3209341" y="1540918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3209341" y="1228388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3209341" y="915919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58" name="pl58"/>
            <p:cNvSpPr/>
            <p:nvPr/>
          </p:nvSpPr>
          <p:spPr>
            <a:xfrm>
              <a:off x="3370327" y="314462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370327" y="283215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370327" y="251968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370327" y="220721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370327" y="1894749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370327" y="158228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370327" y="126981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370327" y="95734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446243" y="3144623"/>
              <a:ext cx="2676167" cy="0"/>
            </a:xfrm>
            <a:custGeom>
              <a:avLst/>
              <a:pathLst>
                <a:path w="2676167" h="0">
                  <a:moveTo>
                    <a:pt x="0" y="0"/>
                  </a:moveTo>
                  <a:lnTo>
                    <a:pt x="2676167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3774895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4166147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4557400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4948653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5339905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5731158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6122410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tx74"/>
            <p:cNvSpPr/>
            <p:nvPr/>
          </p:nvSpPr>
          <p:spPr>
            <a:xfrm>
              <a:off x="3707054" y="32461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20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4098307" y="3246216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25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4489559" y="32461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30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4880812" y="32461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5272064" y="32461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40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5663317" y="3246774"/>
              <a:ext cx="135681" cy="825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45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6054570" y="32461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50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4033012" y="3383949"/>
              <a:ext cx="621431" cy="1018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End-Tidal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4654444" y="348582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4692544" y="3382982"/>
              <a:ext cx="105519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4798063" y="3382982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4909685" y="3442327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4966671" y="348582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5004771" y="3357012"/>
              <a:ext cx="530869" cy="1288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(mmHg)</a:t>
              </a:r>
            </a:p>
          </p:txBody>
        </p:sp>
        <p:sp>
          <p:nvSpPr>
            <p:cNvPr id="88" name="tx88"/>
            <p:cNvSpPr/>
            <p:nvPr/>
          </p:nvSpPr>
          <p:spPr>
            <a:xfrm rot="-5400000">
              <a:off x="3028546" y="2179990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89" name="tx89"/>
            <p:cNvSpPr/>
            <p:nvPr/>
          </p:nvSpPr>
          <p:spPr>
            <a:xfrm rot="-5400000">
              <a:off x="3050052" y="2115250"/>
              <a:ext cx="45913" cy="1001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f</a:t>
              </a:r>
            </a:p>
          </p:txBody>
        </p:sp>
        <p:sp>
          <p:nvSpPr>
            <p:cNvPr id="90" name="tx90"/>
            <p:cNvSpPr/>
            <p:nvPr/>
          </p:nvSpPr>
          <p:spPr>
            <a:xfrm rot="-5400000">
              <a:off x="3053921" y="2073206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91" name="tx91"/>
            <p:cNvSpPr/>
            <p:nvPr/>
          </p:nvSpPr>
          <p:spPr>
            <a:xfrm rot="-5400000">
              <a:off x="3015859" y="1985881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92" name="tx92"/>
            <p:cNvSpPr/>
            <p:nvPr/>
          </p:nvSpPr>
          <p:spPr>
            <a:xfrm rot="-5400000">
              <a:off x="3085533" y="1918566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93" name="tx93"/>
            <p:cNvSpPr/>
            <p:nvPr/>
          </p:nvSpPr>
          <p:spPr>
            <a:xfrm rot="-5400000">
              <a:off x="3104039" y="1905454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4" name="tx94"/>
            <p:cNvSpPr/>
            <p:nvPr/>
          </p:nvSpPr>
          <p:spPr>
            <a:xfrm rot="-5400000">
              <a:off x="2951825" y="1715140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2952000" y="731520"/>
            <a:ext cx="3240000" cy="2880000"/>
            <a:chOff x="2952000" y="731520"/>
            <a:chExt cx="3240000" cy="2880000"/>
          </a:xfrm>
        </p:grpSpPr>
        <p:sp>
          <p:nvSpPr>
            <p:cNvPr id="3" name="rc3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3446243" y="801109"/>
              <a:ext cx="2676167" cy="23418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3774895" y="3108542"/>
              <a:ext cx="97813" cy="3444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872708" y="3099163"/>
              <a:ext cx="97813" cy="4382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3970521" y="3087153"/>
              <a:ext cx="97813" cy="5583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4068334" y="3059667"/>
              <a:ext cx="97813" cy="833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4166147" y="3046031"/>
              <a:ext cx="97813" cy="9696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4263961" y="3012692"/>
              <a:ext cx="97813" cy="13029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4361774" y="2969453"/>
              <a:ext cx="97813" cy="17353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4459587" y="2944046"/>
              <a:ext cx="97813" cy="19894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4557400" y="2912996"/>
              <a:ext cx="97813" cy="22999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4655213" y="2899837"/>
              <a:ext cx="97813" cy="24315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4753026" y="2861966"/>
              <a:ext cx="97813" cy="2810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4850840" y="2881983"/>
              <a:ext cx="97813" cy="26100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4948653" y="2880588"/>
              <a:ext cx="97813" cy="26240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5046466" y="2914733"/>
              <a:ext cx="97813" cy="22825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5144279" y="2964137"/>
              <a:ext cx="97813" cy="17885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5242092" y="2986368"/>
              <a:ext cx="97813" cy="15662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5339905" y="3021452"/>
              <a:ext cx="97813" cy="12153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5437718" y="3052159"/>
              <a:ext cx="97813" cy="9083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5535532" y="3090434"/>
              <a:ext cx="97813" cy="5255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5633345" y="3113500"/>
              <a:ext cx="97813" cy="2949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5731158" y="3126233"/>
              <a:ext cx="97813" cy="1675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5828971" y="3136744"/>
              <a:ext cx="97813" cy="624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5926784" y="3139495"/>
              <a:ext cx="97813" cy="349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6024597" y="3141657"/>
              <a:ext cx="97813" cy="133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3446243" y="2986866"/>
              <a:ext cx="47926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3446243" y="2830741"/>
              <a:ext cx="59707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3446243" y="2674615"/>
              <a:ext cx="76308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3446243" y="2518490"/>
              <a:ext cx="99878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3446243" y="2362364"/>
              <a:ext cx="130041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3446243" y="2206238"/>
              <a:ext cx="155076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3446243" y="2050113"/>
              <a:ext cx="183666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3446243" y="1893987"/>
              <a:ext cx="211771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3446243" y="1737862"/>
              <a:ext cx="238145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3446243" y="1581736"/>
              <a:ext cx="247775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3446243" y="1425611"/>
              <a:ext cx="25230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3446243" y="1269485"/>
              <a:ext cx="241148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3446243" y="1113360"/>
              <a:ext cx="22796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3446243" y="957234"/>
              <a:ext cx="20531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3446243" y="801109"/>
              <a:ext cx="32865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3774895" y="822110"/>
              <a:ext cx="2334101" cy="1490898"/>
            </a:xfrm>
            <a:custGeom>
              <a:avLst/>
              <a:pathLst>
                <a:path w="2334101" h="1490898">
                  <a:moveTo>
                    <a:pt x="0" y="769165"/>
                  </a:moveTo>
                  <a:lnTo>
                    <a:pt x="13039" y="780019"/>
                  </a:lnTo>
                  <a:lnTo>
                    <a:pt x="26079" y="789007"/>
                  </a:lnTo>
                  <a:lnTo>
                    <a:pt x="39119" y="793742"/>
                  </a:lnTo>
                  <a:lnTo>
                    <a:pt x="52158" y="800892"/>
                  </a:lnTo>
                  <a:lnTo>
                    <a:pt x="65198" y="803827"/>
                  </a:lnTo>
                  <a:lnTo>
                    <a:pt x="78238" y="806760"/>
                  </a:lnTo>
                  <a:lnTo>
                    <a:pt x="91277" y="806795"/>
                  </a:lnTo>
                  <a:lnTo>
                    <a:pt x="104317" y="804736"/>
                  </a:lnTo>
                  <a:lnTo>
                    <a:pt x="117357" y="798438"/>
                  </a:lnTo>
                  <a:lnTo>
                    <a:pt x="130396" y="792717"/>
                  </a:lnTo>
                  <a:lnTo>
                    <a:pt x="143436" y="788767"/>
                  </a:lnTo>
                  <a:lnTo>
                    <a:pt x="156476" y="785169"/>
                  </a:lnTo>
                  <a:lnTo>
                    <a:pt x="169515" y="781821"/>
                  </a:lnTo>
                  <a:lnTo>
                    <a:pt x="182555" y="778710"/>
                  </a:lnTo>
                  <a:lnTo>
                    <a:pt x="195595" y="775823"/>
                  </a:lnTo>
                  <a:lnTo>
                    <a:pt x="208634" y="773148"/>
                  </a:lnTo>
                  <a:lnTo>
                    <a:pt x="221674" y="770671"/>
                  </a:lnTo>
                  <a:lnTo>
                    <a:pt x="234714" y="768380"/>
                  </a:lnTo>
                  <a:lnTo>
                    <a:pt x="247753" y="766260"/>
                  </a:lnTo>
                  <a:lnTo>
                    <a:pt x="260793" y="764301"/>
                  </a:lnTo>
                  <a:lnTo>
                    <a:pt x="273833" y="765185"/>
                  </a:lnTo>
                  <a:lnTo>
                    <a:pt x="286872" y="763452"/>
                  </a:lnTo>
                  <a:lnTo>
                    <a:pt x="299912" y="759429"/>
                  </a:lnTo>
                  <a:lnTo>
                    <a:pt x="312952" y="758252"/>
                  </a:lnTo>
                  <a:lnTo>
                    <a:pt x="325991" y="756118"/>
                  </a:lnTo>
                  <a:lnTo>
                    <a:pt x="339031" y="751776"/>
                  </a:lnTo>
                  <a:lnTo>
                    <a:pt x="352071" y="750383"/>
                  </a:lnTo>
                  <a:lnTo>
                    <a:pt x="365110" y="747610"/>
                  </a:lnTo>
                  <a:lnTo>
                    <a:pt x="378150" y="743890"/>
                  </a:lnTo>
                  <a:lnTo>
                    <a:pt x="391190" y="739729"/>
                  </a:lnTo>
                  <a:lnTo>
                    <a:pt x="404229" y="734705"/>
                  </a:lnTo>
                  <a:lnTo>
                    <a:pt x="417269" y="729873"/>
                  </a:lnTo>
                  <a:lnTo>
                    <a:pt x="430309" y="725528"/>
                  </a:lnTo>
                  <a:lnTo>
                    <a:pt x="443348" y="722969"/>
                  </a:lnTo>
                  <a:lnTo>
                    <a:pt x="456388" y="719825"/>
                  </a:lnTo>
                  <a:lnTo>
                    <a:pt x="469428" y="714903"/>
                  </a:lnTo>
                  <a:lnTo>
                    <a:pt x="482467" y="712168"/>
                  </a:lnTo>
                  <a:lnTo>
                    <a:pt x="495507" y="709562"/>
                  </a:lnTo>
                  <a:lnTo>
                    <a:pt x="508547" y="707083"/>
                  </a:lnTo>
                  <a:lnTo>
                    <a:pt x="521586" y="704312"/>
                  </a:lnTo>
                  <a:lnTo>
                    <a:pt x="534626" y="701032"/>
                  </a:lnTo>
                  <a:lnTo>
                    <a:pt x="547666" y="698147"/>
                  </a:lnTo>
                  <a:lnTo>
                    <a:pt x="560705" y="695641"/>
                  </a:lnTo>
                  <a:lnTo>
                    <a:pt x="573745" y="693461"/>
                  </a:lnTo>
                  <a:lnTo>
                    <a:pt x="586785" y="691650"/>
                  </a:lnTo>
                  <a:lnTo>
                    <a:pt x="599824" y="689665"/>
                  </a:lnTo>
                  <a:lnTo>
                    <a:pt x="612864" y="687875"/>
                  </a:lnTo>
                  <a:lnTo>
                    <a:pt x="625904" y="686273"/>
                  </a:lnTo>
                  <a:lnTo>
                    <a:pt x="638943" y="684852"/>
                  </a:lnTo>
                  <a:lnTo>
                    <a:pt x="651983" y="683300"/>
                  </a:lnTo>
                  <a:lnTo>
                    <a:pt x="665023" y="679953"/>
                  </a:lnTo>
                  <a:lnTo>
                    <a:pt x="678062" y="676807"/>
                  </a:lnTo>
                  <a:lnTo>
                    <a:pt x="691102" y="673860"/>
                  </a:lnTo>
                  <a:lnTo>
                    <a:pt x="704142" y="672328"/>
                  </a:lnTo>
                  <a:lnTo>
                    <a:pt x="717181" y="672820"/>
                  </a:lnTo>
                  <a:lnTo>
                    <a:pt x="730221" y="671446"/>
                  </a:lnTo>
                  <a:lnTo>
                    <a:pt x="743261" y="669490"/>
                  </a:lnTo>
                  <a:lnTo>
                    <a:pt x="756300" y="670869"/>
                  </a:lnTo>
                  <a:lnTo>
                    <a:pt x="769340" y="673029"/>
                  </a:lnTo>
                  <a:lnTo>
                    <a:pt x="782380" y="672649"/>
                  </a:lnTo>
                  <a:lnTo>
                    <a:pt x="795419" y="672798"/>
                  </a:lnTo>
                  <a:lnTo>
                    <a:pt x="808459" y="671956"/>
                  </a:lnTo>
                  <a:lnTo>
                    <a:pt x="821499" y="670946"/>
                  </a:lnTo>
                  <a:lnTo>
                    <a:pt x="834538" y="669933"/>
                  </a:lnTo>
                  <a:lnTo>
                    <a:pt x="847578" y="668974"/>
                  </a:lnTo>
                  <a:lnTo>
                    <a:pt x="860618" y="668068"/>
                  </a:lnTo>
                  <a:lnTo>
                    <a:pt x="873657" y="667211"/>
                  </a:lnTo>
                  <a:lnTo>
                    <a:pt x="886697" y="667900"/>
                  </a:lnTo>
                  <a:lnTo>
                    <a:pt x="899737" y="668012"/>
                  </a:lnTo>
                  <a:lnTo>
                    <a:pt x="912777" y="667002"/>
                  </a:lnTo>
                  <a:lnTo>
                    <a:pt x="925816" y="666304"/>
                  </a:lnTo>
                  <a:lnTo>
                    <a:pt x="938856" y="665934"/>
                  </a:lnTo>
                  <a:lnTo>
                    <a:pt x="951896" y="665839"/>
                  </a:lnTo>
                  <a:lnTo>
                    <a:pt x="964935" y="665764"/>
                  </a:lnTo>
                  <a:lnTo>
                    <a:pt x="977975" y="666399"/>
                  </a:lnTo>
                  <a:lnTo>
                    <a:pt x="991015" y="666664"/>
                  </a:lnTo>
                  <a:lnTo>
                    <a:pt x="1004054" y="666602"/>
                  </a:lnTo>
                  <a:lnTo>
                    <a:pt x="1017094" y="666559"/>
                  </a:lnTo>
                  <a:lnTo>
                    <a:pt x="1030134" y="666527"/>
                  </a:lnTo>
                  <a:lnTo>
                    <a:pt x="1043173" y="666621"/>
                  </a:lnTo>
                  <a:lnTo>
                    <a:pt x="1056213" y="667201"/>
                  </a:lnTo>
                  <a:lnTo>
                    <a:pt x="1069253" y="667850"/>
                  </a:lnTo>
                  <a:lnTo>
                    <a:pt x="1082292" y="668553"/>
                  </a:lnTo>
                  <a:lnTo>
                    <a:pt x="1095332" y="669294"/>
                  </a:lnTo>
                  <a:lnTo>
                    <a:pt x="1108372" y="670057"/>
                  </a:lnTo>
                  <a:lnTo>
                    <a:pt x="1121411" y="669262"/>
                  </a:lnTo>
                  <a:lnTo>
                    <a:pt x="1134451" y="670559"/>
                  </a:lnTo>
                  <a:lnTo>
                    <a:pt x="1147491" y="671794"/>
                  </a:lnTo>
                  <a:lnTo>
                    <a:pt x="1160530" y="672955"/>
                  </a:lnTo>
                  <a:lnTo>
                    <a:pt x="1173570" y="673454"/>
                  </a:lnTo>
                  <a:lnTo>
                    <a:pt x="1186610" y="673747"/>
                  </a:lnTo>
                  <a:lnTo>
                    <a:pt x="1199649" y="672423"/>
                  </a:lnTo>
                  <a:lnTo>
                    <a:pt x="1212689" y="671490"/>
                  </a:lnTo>
                  <a:lnTo>
                    <a:pt x="1225729" y="670039"/>
                  </a:lnTo>
                  <a:lnTo>
                    <a:pt x="1238768" y="668507"/>
                  </a:lnTo>
                  <a:lnTo>
                    <a:pt x="1251808" y="666888"/>
                  </a:lnTo>
                  <a:lnTo>
                    <a:pt x="1264848" y="665178"/>
                  </a:lnTo>
                  <a:lnTo>
                    <a:pt x="1277887" y="663372"/>
                  </a:lnTo>
                  <a:lnTo>
                    <a:pt x="1290927" y="661464"/>
                  </a:lnTo>
                  <a:lnTo>
                    <a:pt x="1303967" y="659521"/>
                  </a:lnTo>
                  <a:lnTo>
                    <a:pt x="1317006" y="658448"/>
                  </a:lnTo>
                  <a:lnTo>
                    <a:pt x="1330046" y="657267"/>
                  </a:lnTo>
                  <a:lnTo>
                    <a:pt x="1343086" y="655975"/>
                  </a:lnTo>
                  <a:lnTo>
                    <a:pt x="1356125" y="654565"/>
                  </a:lnTo>
                  <a:lnTo>
                    <a:pt x="1369165" y="653033"/>
                  </a:lnTo>
                  <a:lnTo>
                    <a:pt x="1382205" y="650564"/>
                  </a:lnTo>
                  <a:lnTo>
                    <a:pt x="1395244" y="649303"/>
                  </a:lnTo>
                  <a:lnTo>
                    <a:pt x="1408284" y="647341"/>
                  </a:lnTo>
                  <a:lnTo>
                    <a:pt x="1421324" y="645268"/>
                  </a:lnTo>
                  <a:lnTo>
                    <a:pt x="1434363" y="643382"/>
                  </a:lnTo>
                  <a:lnTo>
                    <a:pt x="1447403" y="641067"/>
                  </a:lnTo>
                  <a:lnTo>
                    <a:pt x="1460443" y="638644"/>
                  </a:lnTo>
                  <a:lnTo>
                    <a:pt x="1473482" y="636126"/>
                  </a:lnTo>
                  <a:lnTo>
                    <a:pt x="1486522" y="632107"/>
                  </a:lnTo>
                  <a:lnTo>
                    <a:pt x="1499562" y="626885"/>
                  </a:lnTo>
                  <a:lnTo>
                    <a:pt x="1512601" y="621423"/>
                  </a:lnTo>
                  <a:lnTo>
                    <a:pt x="1525641" y="616538"/>
                  </a:lnTo>
                  <a:lnTo>
                    <a:pt x="1538681" y="612566"/>
                  </a:lnTo>
                  <a:lnTo>
                    <a:pt x="1551720" y="606790"/>
                  </a:lnTo>
                  <a:lnTo>
                    <a:pt x="1564760" y="601085"/>
                  </a:lnTo>
                  <a:lnTo>
                    <a:pt x="1577800" y="595490"/>
                  </a:lnTo>
                  <a:lnTo>
                    <a:pt x="1590839" y="589819"/>
                  </a:lnTo>
                  <a:lnTo>
                    <a:pt x="1603879" y="584781"/>
                  </a:lnTo>
                  <a:lnTo>
                    <a:pt x="1616919" y="579764"/>
                  </a:lnTo>
                  <a:lnTo>
                    <a:pt x="1629958" y="575165"/>
                  </a:lnTo>
                  <a:lnTo>
                    <a:pt x="1642998" y="570502"/>
                  </a:lnTo>
                  <a:lnTo>
                    <a:pt x="1656038" y="566373"/>
                  </a:lnTo>
                  <a:lnTo>
                    <a:pt x="1669077" y="562623"/>
                  </a:lnTo>
                  <a:lnTo>
                    <a:pt x="1682117" y="559291"/>
                  </a:lnTo>
                  <a:lnTo>
                    <a:pt x="1695157" y="556416"/>
                  </a:lnTo>
                  <a:lnTo>
                    <a:pt x="1708196" y="554036"/>
                  </a:lnTo>
                  <a:lnTo>
                    <a:pt x="1721236" y="551197"/>
                  </a:lnTo>
                  <a:lnTo>
                    <a:pt x="1734276" y="544845"/>
                  </a:lnTo>
                  <a:lnTo>
                    <a:pt x="1747315" y="538771"/>
                  </a:lnTo>
                  <a:lnTo>
                    <a:pt x="1760355" y="537354"/>
                  </a:lnTo>
                  <a:lnTo>
                    <a:pt x="1773395" y="534261"/>
                  </a:lnTo>
                  <a:lnTo>
                    <a:pt x="1786435" y="529778"/>
                  </a:lnTo>
                  <a:lnTo>
                    <a:pt x="1799474" y="525455"/>
                  </a:lnTo>
                  <a:lnTo>
                    <a:pt x="1812514" y="520484"/>
                  </a:lnTo>
                  <a:lnTo>
                    <a:pt x="1825554" y="517341"/>
                  </a:lnTo>
                  <a:lnTo>
                    <a:pt x="1838593" y="513579"/>
                  </a:lnTo>
                  <a:lnTo>
                    <a:pt x="1851633" y="510032"/>
                  </a:lnTo>
                  <a:lnTo>
                    <a:pt x="1864673" y="505987"/>
                  </a:lnTo>
                  <a:lnTo>
                    <a:pt x="1877712" y="501730"/>
                  </a:lnTo>
                  <a:lnTo>
                    <a:pt x="1890752" y="493135"/>
                  </a:lnTo>
                  <a:lnTo>
                    <a:pt x="1903792" y="484264"/>
                  </a:lnTo>
                  <a:lnTo>
                    <a:pt x="1916831" y="473363"/>
                  </a:lnTo>
                  <a:lnTo>
                    <a:pt x="1929871" y="462698"/>
                  </a:lnTo>
                  <a:lnTo>
                    <a:pt x="1942911" y="452410"/>
                  </a:lnTo>
                  <a:lnTo>
                    <a:pt x="1955950" y="442642"/>
                  </a:lnTo>
                  <a:lnTo>
                    <a:pt x="1968990" y="433536"/>
                  </a:lnTo>
                  <a:lnTo>
                    <a:pt x="1982030" y="425234"/>
                  </a:lnTo>
                  <a:lnTo>
                    <a:pt x="1995069" y="417880"/>
                  </a:lnTo>
                  <a:lnTo>
                    <a:pt x="2008109" y="416414"/>
                  </a:lnTo>
                  <a:lnTo>
                    <a:pt x="2021149" y="414707"/>
                  </a:lnTo>
                  <a:lnTo>
                    <a:pt x="2034188" y="412007"/>
                  </a:lnTo>
                  <a:lnTo>
                    <a:pt x="2047228" y="401364"/>
                  </a:lnTo>
                  <a:lnTo>
                    <a:pt x="2060268" y="400295"/>
                  </a:lnTo>
                  <a:lnTo>
                    <a:pt x="2073307" y="399204"/>
                  </a:lnTo>
                  <a:lnTo>
                    <a:pt x="2086347" y="400850"/>
                  </a:lnTo>
                  <a:lnTo>
                    <a:pt x="2099387" y="396596"/>
                  </a:lnTo>
                  <a:lnTo>
                    <a:pt x="2112426" y="393593"/>
                  </a:lnTo>
                  <a:lnTo>
                    <a:pt x="2125466" y="384750"/>
                  </a:lnTo>
                  <a:lnTo>
                    <a:pt x="2138506" y="379487"/>
                  </a:lnTo>
                  <a:lnTo>
                    <a:pt x="2151545" y="366685"/>
                  </a:lnTo>
                  <a:lnTo>
                    <a:pt x="2164585" y="349454"/>
                  </a:lnTo>
                  <a:lnTo>
                    <a:pt x="2177625" y="358544"/>
                  </a:lnTo>
                  <a:lnTo>
                    <a:pt x="2190664" y="369997"/>
                  </a:lnTo>
                  <a:lnTo>
                    <a:pt x="2203704" y="373014"/>
                  </a:lnTo>
                  <a:lnTo>
                    <a:pt x="2216744" y="358927"/>
                  </a:lnTo>
                  <a:lnTo>
                    <a:pt x="2229783" y="330374"/>
                  </a:lnTo>
                  <a:lnTo>
                    <a:pt x="2242823" y="296933"/>
                  </a:lnTo>
                  <a:lnTo>
                    <a:pt x="2255863" y="262389"/>
                  </a:lnTo>
                  <a:lnTo>
                    <a:pt x="2268902" y="225364"/>
                  </a:lnTo>
                  <a:lnTo>
                    <a:pt x="2281942" y="185772"/>
                  </a:lnTo>
                  <a:lnTo>
                    <a:pt x="2294982" y="143526"/>
                  </a:lnTo>
                  <a:lnTo>
                    <a:pt x="2308021" y="98540"/>
                  </a:lnTo>
                  <a:lnTo>
                    <a:pt x="2321061" y="54770"/>
                  </a:lnTo>
                  <a:lnTo>
                    <a:pt x="2334101" y="0"/>
                  </a:lnTo>
                  <a:lnTo>
                    <a:pt x="2334101" y="1490898"/>
                  </a:lnTo>
                  <a:lnTo>
                    <a:pt x="2321061" y="1425884"/>
                  </a:lnTo>
                  <a:lnTo>
                    <a:pt x="2308021" y="1374215"/>
                  </a:lnTo>
                  <a:lnTo>
                    <a:pt x="2294982" y="1322547"/>
                  </a:lnTo>
                  <a:lnTo>
                    <a:pt x="2281942" y="1241271"/>
                  </a:lnTo>
                  <a:lnTo>
                    <a:pt x="2268902" y="1164815"/>
                  </a:lnTo>
                  <a:lnTo>
                    <a:pt x="2255863" y="1107765"/>
                  </a:lnTo>
                  <a:lnTo>
                    <a:pt x="2242823" y="1061892"/>
                  </a:lnTo>
                  <a:lnTo>
                    <a:pt x="2229783" y="1019142"/>
                  </a:lnTo>
                  <a:lnTo>
                    <a:pt x="2216744" y="983449"/>
                  </a:lnTo>
                  <a:lnTo>
                    <a:pt x="2203704" y="954770"/>
                  </a:lnTo>
                  <a:lnTo>
                    <a:pt x="2190664" y="910147"/>
                  </a:lnTo>
                  <a:lnTo>
                    <a:pt x="2177625" y="890535"/>
                  </a:lnTo>
                  <a:lnTo>
                    <a:pt x="2164585" y="872690"/>
                  </a:lnTo>
                  <a:lnTo>
                    <a:pt x="2151545" y="855485"/>
                  </a:lnTo>
                  <a:lnTo>
                    <a:pt x="2138506" y="842886"/>
                  </a:lnTo>
                  <a:lnTo>
                    <a:pt x="2125466" y="837204"/>
                  </a:lnTo>
                  <a:lnTo>
                    <a:pt x="2112426" y="819553"/>
                  </a:lnTo>
                  <a:lnTo>
                    <a:pt x="2099387" y="802921"/>
                  </a:lnTo>
                  <a:lnTo>
                    <a:pt x="2086347" y="790888"/>
                  </a:lnTo>
                  <a:lnTo>
                    <a:pt x="2073307" y="790817"/>
                  </a:lnTo>
                  <a:lnTo>
                    <a:pt x="2060268" y="784709"/>
                  </a:lnTo>
                  <a:lnTo>
                    <a:pt x="2047228" y="773444"/>
                  </a:lnTo>
                  <a:lnTo>
                    <a:pt x="2034188" y="765530"/>
                  </a:lnTo>
                  <a:lnTo>
                    <a:pt x="2021149" y="756809"/>
                  </a:lnTo>
                  <a:lnTo>
                    <a:pt x="2008109" y="746375"/>
                  </a:lnTo>
                  <a:lnTo>
                    <a:pt x="1995069" y="732287"/>
                  </a:lnTo>
                  <a:lnTo>
                    <a:pt x="1982030" y="723047"/>
                  </a:lnTo>
                  <a:lnTo>
                    <a:pt x="1968990" y="714990"/>
                  </a:lnTo>
                  <a:lnTo>
                    <a:pt x="1955950" y="706167"/>
                  </a:lnTo>
                  <a:lnTo>
                    <a:pt x="1942911" y="695648"/>
                  </a:lnTo>
                  <a:lnTo>
                    <a:pt x="1929871" y="688071"/>
                  </a:lnTo>
                  <a:lnTo>
                    <a:pt x="1916831" y="685108"/>
                  </a:lnTo>
                  <a:lnTo>
                    <a:pt x="1903792" y="682883"/>
                  </a:lnTo>
                  <a:lnTo>
                    <a:pt x="1890752" y="685008"/>
                  </a:lnTo>
                  <a:lnTo>
                    <a:pt x="1877712" y="684759"/>
                  </a:lnTo>
                  <a:lnTo>
                    <a:pt x="1864673" y="681957"/>
                  </a:lnTo>
                  <a:lnTo>
                    <a:pt x="1851633" y="679049"/>
                  </a:lnTo>
                  <a:lnTo>
                    <a:pt x="1838593" y="681146"/>
                  </a:lnTo>
                  <a:lnTo>
                    <a:pt x="1825554" y="682627"/>
                  </a:lnTo>
                  <a:lnTo>
                    <a:pt x="1812514" y="685118"/>
                  </a:lnTo>
                  <a:lnTo>
                    <a:pt x="1799474" y="688239"/>
                  </a:lnTo>
                  <a:lnTo>
                    <a:pt x="1786435" y="690283"/>
                  </a:lnTo>
                  <a:lnTo>
                    <a:pt x="1773395" y="692174"/>
                  </a:lnTo>
                  <a:lnTo>
                    <a:pt x="1760355" y="693921"/>
                  </a:lnTo>
                  <a:lnTo>
                    <a:pt x="1747315" y="695527"/>
                  </a:lnTo>
                  <a:lnTo>
                    <a:pt x="1734276" y="696999"/>
                  </a:lnTo>
                  <a:lnTo>
                    <a:pt x="1721236" y="698342"/>
                  </a:lnTo>
                  <a:lnTo>
                    <a:pt x="1708196" y="700598"/>
                  </a:lnTo>
                  <a:lnTo>
                    <a:pt x="1695157" y="703665"/>
                  </a:lnTo>
                  <a:lnTo>
                    <a:pt x="1682117" y="704303"/>
                  </a:lnTo>
                  <a:lnTo>
                    <a:pt x="1669077" y="705574"/>
                  </a:lnTo>
                  <a:lnTo>
                    <a:pt x="1656038" y="707740"/>
                  </a:lnTo>
                  <a:lnTo>
                    <a:pt x="1642998" y="709486"/>
                  </a:lnTo>
                  <a:lnTo>
                    <a:pt x="1629958" y="713290"/>
                  </a:lnTo>
                  <a:lnTo>
                    <a:pt x="1616919" y="716843"/>
                  </a:lnTo>
                  <a:lnTo>
                    <a:pt x="1603879" y="720095"/>
                  </a:lnTo>
                  <a:lnTo>
                    <a:pt x="1590839" y="722484"/>
                  </a:lnTo>
                  <a:lnTo>
                    <a:pt x="1577800" y="723100"/>
                  </a:lnTo>
                  <a:lnTo>
                    <a:pt x="1564760" y="727380"/>
                  </a:lnTo>
                  <a:lnTo>
                    <a:pt x="1551720" y="730437"/>
                  </a:lnTo>
                  <a:lnTo>
                    <a:pt x="1538681" y="732442"/>
                  </a:lnTo>
                  <a:lnTo>
                    <a:pt x="1525641" y="737499"/>
                  </a:lnTo>
                  <a:lnTo>
                    <a:pt x="1512601" y="741548"/>
                  </a:lnTo>
                  <a:lnTo>
                    <a:pt x="1499562" y="744953"/>
                  </a:lnTo>
                  <a:lnTo>
                    <a:pt x="1486522" y="746208"/>
                  </a:lnTo>
                  <a:lnTo>
                    <a:pt x="1473482" y="747388"/>
                  </a:lnTo>
                  <a:lnTo>
                    <a:pt x="1460443" y="748579"/>
                  </a:lnTo>
                  <a:lnTo>
                    <a:pt x="1447403" y="754326"/>
                  </a:lnTo>
                  <a:lnTo>
                    <a:pt x="1434363" y="759742"/>
                  </a:lnTo>
                  <a:lnTo>
                    <a:pt x="1421324" y="764797"/>
                  </a:lnTo>
                  <a:lnTo>
                    <a:pt x="1408284" y="768024"/>
                  </a:lnTo>
                  <a:lnTo>
                    <a:pt x="1395244" y="769086"/>
                  </a:lnTo>
                  <a:lnTo>
                    <a:pt x="1382205" y="769832"/>
                  </a:lnTo>
                  <a:lnTo>
                    <a:pt x="1369165" y="770277"/>
                  </a:lnTo>
                  <a:lnTo>
                    <a:pt x="1356125" y="770441"/>
                  </a:lnTo>
                  <a:lnTo>
                    <a:pt x="1343086" y="770339"/>
                  </a:lnTo>
                  <a:lnTo>
                    <a:pt x="1330046" y="769990"/>
                  </a:lnTo>
                  <a:lnTo>
                    <a:pt x="1317006" y="769411"/>
                  </a:lnTo>
                  <a:lnTo>
                    <a:pt x="1303967" y="769009"/>
                  </a:lnTo>
                  <a:lnTo>
                    <a:pt x="1290927" y="769699"/>
                  </a:lnTo>
                  <a:lnTo>
                    <a:pt x="1277887" y="770164"/>
                  </a:lnTo>
                  <a:lnTo>
                    <a:pt x="1264848" y="768898"/>
                  </a:lnTo>
                  <a:lnTo>
                    <a:pt x="1251808" y="767907"/>
                  </a:lnTo>
                  <a:lnTo>
                    <a:pt x="1238768" y="768093"/>
                  </a:lnTo>
                  <a:lnTo>
                    <a:pt x="1225729" y="768131"/>
                  </a:lnTo>
                  <a:lnTo>
                    <a:pt x="1212689" y="768031"/>
                  </a:lnTo>
                  <a:lnTo>
                    <a:pt x="1199649" y="767803"/>
                  </a:lnTo>
                  <a:lnTo>
                    <a:pt x="1186610" y="766366"/>
                  </a:lnTo>
                  <a:lnTo>
                    <a:pt x="1173570" y="764239"/>
                  </a:lnTo>
                  <a:lnTo>
                    <a:pt x="1160530" y="764462"/>
                  </a:lnTo>
                  <a:lnTo>
                    <a:pt x="1147491" y="764656"/>
                  </a:lnTo>
                  <a:lnTo>
                    <a:pt x="1134451" y="763800"/>
                  </a:lnTo>
                  <a:lnTo>
                    <a:pt x="1121411" y="763974"/>
                  </a:lnTo>
                  <a:lnTo>
                    <a:pt x="1108372" y="764032"/>
                  </a:lnTo>
                  <a:lnTo>
                    <a:pt x="1095332" y="764049"/>
                  </a:lnTo>
                  <a:lnTo>
                    <a:pt x="1082292" y="764889"/>
                  </a:lnTo>
                  <a:lnTo>
                    <a:pt x="1069253" y="764812"/>
                  </a:lnTo>
                  <a:lnTo>
                    <a:pt x="1056213" y="765021"/>
                  </a:lnTo>
                  <a:lnTo>
                    <a:pt x="1043173" y="765514"/>
                  </a:lnTo>
                  <a:lnTo>
                    <a:pt x="1030134" y="765963"/>
                  </a:lnTo>
                  <a:lnTo>
                    <a:pt x="1017094" y="766367"/>
                  </a:lnTo>
                  <a:lnTo>
                    <a:pt x="1004054" y="766721"/>
                  </a:lnTo>
                  <a:lnTo>
                    <a:pt x="991015" y="767025"/>
                  </a:lnTo>
                  <a:lnTo>
                    <a:pt x="977975" y="766879"/>
                  </a:lnTo>
                  <a:lnTo>
                    <a:pt x="964935" y="767470"/>
                  </a:lnTo>
                  <a:lnTo>
                    <a:pt x="951896" y="767605"/>
                  </a:lnTo>
                  <a:lnTo>
                    <a:pt x="938856" y="767680"/>
                  </a:lnTo>
                  <a:lnTo>
                    <a:pt x="925816" y="767691"/>
                  </a:lnTo>
                  <a:lnTo>
                    <a:pt x="912777" y="767636"/>
                  </a:lnTo>
                  <a:lnTo>
                    <a:pt x="899737" y="767516"/>
                  </a:lnTo>
                  <a:lnTo>
                    <a:pt x="886697" y="767343"/>
                  </a:lnTo>
                  <a:lnTo>
                    <a:pt x="873657" y="766644"/>
                  </a:lnTo>
                  <a:lnTo>
                    <a:pt x="860618" y="765604"/>
                  </a:lnTo>
                  <a:lnTo>
                    <a:pt x="847578" y="764507"/>
                  </a:lnTo>
                  <a:lnTo>
                    <a:pt x="834538" y="765705"/>
                  </a:lnTo>
                  <a:lnTo>
                    <a:pt x="821499" y="766617"/>
                  </a:lnTo>
                  <a:lnTo>
                    <a:pt x="808459" y="768050"/>
                  </a:lnTo>
                  <a:lnTo>
                    <a:pt x="795419" y="769553"/>
                  </a:lnTo>
                  <a:lnTo>
                    <a:pt x="782380" y="769070"/>
                  </a:lnTo>
                  <a:lnTo>
                    <a:pt x="769340" y="772316"/>
                  </a:lnTo>
                  <a:lnTo>
                    <a:pt x="756300" y="774465"/>
                  </a:lnTo>
                  <a:lnTo>
                    <a:pt x="743261" y="776231"/>
                  </a:lnTo>
                  <a:lnTo>
                    <a:pt x="730221" y="778060"/>
                  </a:lnTo>
                  <a:lnTo>
                    <a:pt x="717181" y="779948"/>
                  </a:lnTo>
                  <a:lnTo>
                    <a:pt x="704142" y="781896"/>
                  </a:lnTo>
                  <a:lnTo>
                    <a:pt x="691102" y="783900"/>
                  </a:lnTo>
                  <a:lnTo>
                    <a:pt x="678062" y="785959"/>
                  </a:lnTo>
                  <a:lnTo>
                    <a:pt x="665023" y="788073"/>
                  </a:lnTo>
                  <a:lnTo>
                    <a:pt x="651983" y="790491"/>
                  </a:lnTo>
                  <a:lnTo>
                    <a:pt x="638943" y="793895"/>
                  </a:lnTo>
                  <a:lnTo>
                    <a:pt x="625904" y="796384"/>
                  </a:lnTo>
                  <a:lnTo>
                    <a:pt x="612864" y="799000"/>
                  </a:lnTo>
                  <a:lnTo>
                    <a:pt x="599824" y="801743"/>
                  </a:lnTo>
                  <a:lnTo>
                    <a:pt x="586785" y="804610"/>
                  </a:lnTo>
                  <a:lnTo>
                    <a:pt x="573745" y="809092"/>
                  </a:lnTo>
                  <a:lnTo>
                    <a:pt x="560705" y="813927"/>
                  </a:lnTo>
                  <a:lnTo>
                    <a:pt x="547666" y="818634"/>
                  </a:lnTo>
                  <a:lnTo>
                    <a:pt x="534626" y="821155"/>
                  </a:lnTo>
                  <a:lnTo>
                    <a:pt x="521586" y="824552"/>
                  </a:lnTo>
                  <a:lnTo>
                    <a:pt x="508547" y="830700"/>
                  </a:lnTo>
                  <a:lnTo>
                    <a:pt x="495507" y="835848"/>
                  </a:lnTo>
                  <a:lnTo>
                    <a:pt x="482467" y="838753"/>
                  </a:lnTo>
                  <a:lnTo>
                    <a:pt x="469428" y="842545"/>
                  </a:lnTo>
                  <a:lnTo>
                    <a:pt x="456388" y="846577"/>
                  </a:lnTo>
                  <a:lnTo>
                    <a:pt x="443348" y="851903"/>
                  </a:lnTo>
                  <a:lnTo>
                    <a:pt x="430309" y="856613"/>
                  </a:lnTo>
                  <a:lnTo>
                    <a:pt x="417269" y="861311"/>
                  </a:lnTo>
                  <a:lnTo>
                    <a:pt x="404229" y="869681"/>
                  </a:lnTo>
                  <a:lnTo>
                    <a:pt x="391190" y="874486"/>
                  </a:lnTo>
                  <a:lnTo>
                    <a:pt x="378150" y="877972"/>
                  </a:lnTo>
                  <a:lnTo>
                    <a:pt x="365110" y="887939"/>
                  </a:lnTo>
                  <a:lnTo>
                    <a:pt x="352071" y="897907"/>
                  </a:lnTo>
                  <a:lnTo>
                    <a:pt x="339031" y="907598"/>
                  </a:lnTo>
                  <a:lnTo>
                    <a:pt x="325991" y="916925"/>
                  </a:lnTo>
                  <a:lnTo>
                    <a:pt x="312952" y="922576"/>
                  </a:lnTo>
                  <a:lnTo>
                    <a:pt x="299912" y="927035"/>
                  </a:lnTo>
                  <a:lnTo>
                    <a:pt x="286872" y="934699"/>
                  </a:lnTo>
                  <a:lnTo>
                    <a:pt x="273833" y="941783"/>
                  </a:lnTo>
                  <a:lnTo>
                    <a:pt x="260793" y="948165"/>
                  </a:lnTo>
                  <a:lnTo>
                    <a:pt x="247753" y="953760"/>
                  </a:lnTo>
                  <a:lnTo>
                    <a:pt x="234714" y="960170"/>
                  </a:lnTo>
                  <a:lnTo>
                    <a:pt x="221674" y="967207"/>
                  </a:lnTo>
                  <a:lnTo>
                    <a:pt x="208634" y="970260"/>
                  </a:lnTo>
                  <a:lnTo>
                    <a:pt x="195595" y="971202"/>
                  </a:lnTo>
                  <a:lnTo>
                    <a:pt x="182555" y="970830"/>
                  </a:lnTo>
                  <a:lnTo>
                    <a:pt x="169515" y="969059"/>
                  </a:lnTo>
                  <a:lnTo>
                    <a:pt x="156476" y="965802"/>
                  </a:lnTo>
                  <a:lnTo>
                    <a:pt x="143436" y="963476"/>
                  </a:lnTo>
                  <a:lnTo>
                    <a:pt x="130396" y="963439"/>
                  </a:lnTo>
                  <a:lnTo>
                    <a:pt x="117357" y="967429"/>
                  </a:lnTo>
                  <a:lnTo>
                    <a:pt x="104317" y="971407"/>
                  </a:lnTo>
                  <a:lnTo>
                    <a:pt x="91277" y="973901"/>
                  </a:lnTo>
                  <a:lnTo>
                    <a:pt x="78238" y="974940"/>
                  </a:lnTo>
                  <a:lnTo>
                    <a:pt x="65198" y="965368"/>
                  </a:lnTo>
                  <a:lnTo>
                    <a:pt x="52158" y="966705"/>
                  </a:lnTo>
                  <a:lnTo>
                    <a:pt x="39119" y="964605"/>
                  </a:lnTo>
                  <a:lnTo>
                    <a:pt x="26079" y="959147"/>
                  </a:lnTo>
                  <a:lnTo>
                    <a:pt x="13039" y="964932"/>
                  </a:lnTo>
                  <a:lnTo>
                    <a:pt x="0" y="970854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3774895" y="822110"/>
              <a:ext cx="2334101" cy="806795"/>
            </a:xfrm>
            <a:custGeom>
              <a:avLst/>
              <a:pathLst>
                <a:path w="2334101" h="806795">
                  <a:moveTo>
                    <a:pt x="0" y="769165"/>
                  </a:moveTo>
                  <a:lnTo>
                    <a:pt x="13039" y="780019"/>
                  </a:lnTo>
                  <a:lnTo>
                    <a:pt x="26079" y="789007"/>
                  </a:lnTo>
                  <a:lnTo>
                    <a:pt x="39119" y="793742"/>
                  </a:lnTo>
                  <a:lnTo>
                    <a:pt x="52158" y="800892"/>
                  </a:lnTo>
                  <a:lnTo>
                    <a:pt x="65198" y="803827"/>
                  </a:lnTo>
                  <a:lnTo>
                    <a:pt x="78238" y="806760"/>
                  </a:lnTo>
                  <a:lnTo>
                    <a:pt x="91277" y="806795"/>
                  </a:lnTo>
                  <a:lnTo>
                    <a:pt x="104317" y="804736"/>
                  </a:lnTo>
                  <a:lnTo>
                    <a:pt x="117357" y="798438"/>
                  </a:lnTo>
                  <a:lnTo>
                    <a:pt x="130396" y="792717"/>
                  </a:lnTo>
                  <a:lnTo>
                    <a:pt x="143436" y="788767"/>
                  </a:lnTo>
                  <a:lnTo>
                    <a:pt x="156476" y="785169"/>
                  </a:lnTo>
                  <a:lnTo>
                    <a:pt x="169515" y="781821"/>
                  </a:lnTo>
                  <a:lnTo>
                    <a:pt x="182555" y="778710"/>
                  </a:lnTo>
                  <a:lnTo>
                    <a:pt x="195595" y="775823"/>
                  </a:lnTo>
                  <a:lnTo>
                    <a:pt x="208634" y="773148"/>
                  </a:lnTo>
                  <a:lnTo>
                    <a:pt x="221674" y="770671"/>
                  </a:lnTo>
                  <a:lnTo>
                    <a:pt x="234714" y="768380"/>
                  </a:lnTo>
                  <a:lnTo>
                    <a:pt x="247753" y="766260"/>
                  </a:lnTo>
                  <a:lnTo>
                    <a:pt x="260793" y="764301"/>
                  </a:lnTo>
                  <a:lnTo>
                    <a:pt x="273833" y="765185"/>
                  </a:lnTo>
                  <a:lnTo>
                    <a:pt x="286872" y="763452"/>
                  </a:lnTo>
                  <a:lnTo>
                    <a:pt x="299912" y="759429"/>
                  </a:lnTo>
                  <a:lnTo>
                    <a:pt x="312952" y="758252"/>
                  </a:lnTo>
                  <a:lnTo>
                    <a:pt x="325991" y="756118"/>
                  </a:lnTo>
                  <a:lnTo>
                    <a:pt x="339031" y="751776"/>
                  </a:lnTo>
                  <a:lnTo>
                    <a:pt x="352071" y="750383"/>
                  </a:lnTo>
                  <a:lnTo>
                    <a:pt x="365110" y="747610"/>
                  </a:lnTo>
                  <a:lnTo>
                    <a:pt x="378150" y="743890"/>
                  </a:lnTo>
                  <a:lnTo>
                    <a:pt x="391190" y="739729"/>
                  </a:lnTo>
                  <a:lnTo>
                    <a:pt x="404229" y="734705"/>
                  </a:lnTo>
                  <a:lnTo>
                    <a:pt x="417269" y="729873"/>
                  </a:lnTo>
                  <a:lnTo>
                    <a:pt x="430309" y="725528"/>
                  </a:lnTo>
                  <a:lnTo>
                    <a:pt x="443348" y="722969"/>
                  </a:lnTo>
                  <a:lnTo>
                    <a:pt x="456388" y="719825"/>
                  </a:lnTo>
                  <a:lnTo>
                    <a:pt x="469428" y="714903"/>
                  </a:lnTo>
                  <a:lnTo>
                    <a:pt x="482467" y="712168"/>
                  </a:lnTo>
                  <a:lnTo>
                    <a:pt x="495507" y="709562"/>
                  </a:lnTo>
                  <a:lnTo>
                    <a:pt x="508547" y="707083"/>
                  </a:lnTo>
                  <a:lnTo>
                    <a:pt x="521586" y="704312"/>
                  </a:lnTo>
                  <a:lnTo>
                    <a:pt x="534626" y="701032"/>
                  </a:lnTo>
                  <a:lnTo>
                    <a:pt x="547666" y="698147"/>
                  </a:lnTo>
                  <a:lnTo>
                    <a:pt x="560705" y="695641"/>
                  </a:lnTo>
                  <a:lnTo>
                    <a:pt x="573745" y="693461"/>
                  </a:lnTo>
                  <a:lnTo>
                    <a:pt x="586785" y="691650"/>
                  </a:lnTo>
                  <a:lnTo>
                    <a:pt x="599824" y="689665"/>
                  </a:lnTo>
                  <a:lnTo>
                    <a:pt x="612864" y="687875"/>
                  </a:lnTo>
                  <a:lnTo>
                    <a:pt x="625904" y="686273"/>
                  </a:lnTo>
                  <a:lnTo>
                    <a:pt x="638943" y="684852"/>
                  </a:lnTo>
                  <a:lnTo>
                    <a:pt x="651983" y="683300"/>
                  </a:lnTo>
                  <a:lnTo>
                    <a:pt x="665023" y="679953"/>
                  </a:lnTo>
                  <a:lnTo>
                    <a:pt x="678062" y="676807"/>
                  </a:lnTo>
                  <a:lnTo>
                    <a:pt x="691102" y="673860"/>
                  </a:lnTo>
                  <a:lnTo>
                    <a:pt x="704142" y="672328"/>
                  </a:lnTo>
                  <a:lnTo>
                    <a:pt x="717181" y="672820"/>
                  </a:lnTo>
                  <a:lnTo>
                    <a:pt x="730221" y="671446"/>
                  </a:lnTo>
                  <a:lnTo>
                    <a:pt x="743261" y="669490"/>
                  </a:lnTo>
                  <a:lnTo>
                    <a:pt x="756300" y="670869"/>
                  </a:lnTo>
                  <a:lnTo>
                    <a:pt x="769340" y="673029"/>
                  </a:lnTo>
                  <a:lnTo>
                    <a:pt x="782380" y="672649"/>
                  </a:lnTo>
                  <a:lnTo>
                    <a:pt x="795419" y="672798"/>
                  </a:lnTo>
                  <a:lnTo>
                    <a:pt x="808459" y="671956"/>
                  </a:lnTo>
                  <a:lnTo>
                    <a:pt x="821499" y="670946"/>
                  </a:lnTo>
                  <a:lnTo>
                    <a:pt x="834538" y="669933"/>
                  </a:lnTo>
                  <a:lnTo>
                    <a:pt x="847578" y="668974"/>
                  </a:lnTo>
                  <a:lnTo>
                    <a:pt x="860618" y="668068"/>
                  </a:lnTo>
                  <a:lnTo>
                    <a:pt x="873657" y="667211"/>
                  </a:lnTo>
                  <a:lnTo>
                    <a:pt x="886697" y="667900"/>
                  </a:lnTo>
                  <a:lnTo>
                    <a:pt x="899737" y="668012"/>
                  </a:lnTo>
                  <a:lnTo>
                    <a:pt x="912777" y="667002"/>
                  </a:lnTo>
                  <a:lnTo>
                    <a:pt x="925816" y="666304"/>
                  </a:lnTo>
                  <a:lnTo>
                    <a:pt x="938856" y="665934"/>
                  </a:lnTo>
                  <a:lnTo>
                    <a:pt x="951896" y="665839"/>
                  </a:lnTo>
                  <a:lnTo>
                    <a:pt x="964935" y="665764"/>
                  </a:lnTo>
                  <a:lnTo>
                    <a:pt x="977975" y="666399"/>
                  </a:lnTo>
                  <a:lnTo>
                    <a:pt x="991015" y="666664"/>
                  </a:lnTo>
                  <a:lnTo>
                    <a:pt x="1004054" y="666602"/>
                  </a:lnTo>
                  <a:lnTo>
                    <a:pt x="1017094" y="666559"/>
                  </a:lnTo>
                  <a:lnTo>
                    <a:pt x="1030134" y="666527"/>
                  </a:lnTo>
                  <a:lnTo>
                    <a:pt x="1043173" y="666621"/>
                  </a:lnTo>
                  <a:lnTo>
                    <a:pt x="1056213" y="667201"/>
                  </a:lnTo>
                  <a:lnTo>
                    <a:pt x="1069253" y="667850"/>
                  </a:lnTo>
                  <a:lnTo>
                    <a:pt x="1082292" y="668553"/>
                  </a:lnTo>
                  <a:lnTo>
                    <a:pt x="1095332" y="669294"/>
                  </a:lnTo>
                  <a:lnTo>
                    <a:pt x="1108372" y="670057"/>
                  </a:lnTo>
                  <a:lnTo>
                    <a:pt x="1121411" y="669262"/>
                  </a:lnTo>
                  <a:lnTo>
                    <a:pt x="1134451" y="670559"/>
                  </a:lnTo>
                  <a:lnTo>
                    <a:pt x="1147491" y="671794"/>
                  </a:lnTo>
                  <a:lnTo>
                    <a:pt x="1160530" y="672955"/>
                  </a:lnTo>
                  <a:lnTo>
                    <a:pt x="1173570" y="673454"/>
                  </a:lnTo>
                  <a:lnTo>
                    <a:pt x="1186610" y="673747"/>
                  </a:lnTo>
                  <a:lnTo>
                    <a:pt x="1199649" y="672423"/>
                  </a:lnTo>
                  <a:lnTo>
                    <a:pt x="1212689" y="671490"/>
                  </a:lnTo>
                  <a:lnTo>
                    <a:pt x="1225729" y="670039"/>
                  </a:lnTo>
                  <a:lnTo>
                    <a:pt x="1238768" y="668507"/>
                  </a:lnTo>
                  <a:lnTo>
                    <a:pt x="1251808" y="666888"/>
                  </a:lnTo>
                  <a:lnTo>
                    <a:pt x="1264848" y="665178"/>
                  </a:lnTo>
                  <a:lnTo>
                    <a:pt x="1277887" y="663372"/>
                  </a:lnTo>
                  <a:lnTo>
                    <a:pt x="1290927" y="661464"/>
                  </a:lnTo>
                  <a:lnTo>
                    <a:pt x="1303967" y="659521"/>
                  </a:lnTo>
                  <a:lnTo>
                    <a:pt x="1317006" y="658448"/>
                  </a:lnTo>
                  <a:lnTo>
                    <a:pt x="1330046" y="657267"/>
                  </a:lnTo>
                  <a:lnTo>
                    <a:pt x="1343086" y="655975"/>
                  </a:lnTo>
                  <a:lnTo>
                    <a:pt x="1356125" y="654565"/>
                  </a:lnTo>
                  <a:lnTo>
                    <a:pt x="1369165" y="653033"/>
                  </a:lnTo>
                  <a:lnTo>
                    <a:pt x="1382205" y="650564"/>
                  </a:lnTo>
                  <a:lnTo>
                    <a:pt x="1395244" y="649303"/>
                  </a:lnTo>
                  <a:lnTo>
                    <a:pt x="1408284" y="647341"/>
                  </a:lnTo>
                  <a:lnTo>
                    <a:pt x="1421324" y="645268"/>
                  </a:lnTo>
                  <a:lnTo>
                    <a:pt x="1434363" y="643382"/>
                  </a:lnTo>
                  <a:lnTo>
                    <a:pt x="1447403" y="641067"/>
                  </a:lnTo>
                  <a:lnTo>
                    <a:pt x="1460443" y="638644"/>
                  </a:lnTo>
                  <a:lnTo>
                    <a:pt x="1473482" y="636126"/>
                  </a:lnTo>
                  <a:lnTo>
                    <a:pt x="1486522" y="632107"/>
                  </a:lnTo>
                  <a:lnTo>
                    <a:pt x="1499562" y="626885"/>
                  </a:lnTo>
                  <a:lnTo>
                    <a:pt x="1512601" y="621423"/>
                  </a:lnTo>
                  <a:lnTo>
                    <a:pt x="1525641" y="616538"/>
                  </a:lnTo>
                  <a:lnTo>
                    <a:pt x="1538681" y="612566"/>
                  </a:lnTo>
                  <a:lnTo>
                    <a:pt x="1551720" y="606790"/>
                  </a:lnTo>
                  <a:lnTo>
                    <a:pt x="1564760" y="601085"/>
                  </a:lnTo>
                  <a:lnTo>
                    <a:pt x="1577800" y="595490"/>
                  </a:lnTo>
                  <a:lnTo>
                    <a:pt x="1590839" y="589819"/>
                  </a:lnTo>
                  <a:lnTo>
                    <a:pt x="1603879" y="584781"/>
                  </a:lnTo>
                  <a:lnTo>
                    <a:pt x="1616919" y="579764"/>
                  </a:lnTo>
                  <a:lnTo>
                    <a:pt x="1629958" y="575165"/>
                  </a:lnTo>
                  <a:lnTo>
                    <a:pt x="1642998" y="570502"/>
                  </a:lnTo>
                  <a:lnTo>
                    <a:pt x="1656038" y="566373"/>
                  </a:lnTo>
                  <a:lnTo>
                    <a:pt x="1669077" y="562623"/>
                  </a:lnTo>
                  <a:lnTo>
                    <a:pt x="1682117" y="559291"/>
                  </a:lnTo>
                  <a:lnTo>
                    <a:pt x="1695157" y="556416"/>
                  </a:lnTo>
                  <a:lnTo>
                    <a:pt x="1708196" y="554036"/>
                  </a:lnTo>
                  <a:lnTo>
                    <a:pt x="1721236" y="551197"/>
                  </a:lnTo>
                  <a:lnTo>
                    <a:pt x="1734276" y="544845"/>
                  </a:lnTo>
                  <a:lnTo>
                    <a:pt x="1747315" y="538771"/>
                  </a:lnTo>
                  <a:lnTo>
                    <a:pt x="1760355" y="537354"/>
                  </a:lnTo>
                  <a:lnTo>
                    <a:pt x="1773395" y="534261"/>
                  </a:lnTo>
                  <a:lnTo>
                    <a:pt x="1786435" y="529778"/>
                  </a:lnTo>
                  <a:lnTo>
                    <a:pt x="1799474" y="525455"/>
                  </a:lnTo>
                  <a:lnTo>
                    <a:pt x="1812514" y="520484"/>
                  </a:lnTo>
                  <a:lnTo>
                    <a:pt x="1825554" y="517341"/>
                  </a:lnTo>
                  <a:lnTo>
                    <a:pt x="1838593" y="513579"/>
                  </a:lnTo>
                  <a:lnTo>
                    <a:pt x="1851633" y="510032"/>
                  </a:lnTo>
                  <a:lnTo>
                    <a:pt x="1864673" y="505987"/>
                  </a:lnTo>
                  <a:lnTo>
                    <a:pt x="1877712" y="501730"/>
                  </a:lnTo>
                  <a:lnTo>
                    <a:pt x="1890752" y="493135"/>
                  </a:lnTo>
                  <a:lnTo>
                    <a:pt x="1903792" y="484264"/>
                  </a:lnTo>
                  <a:lnTo>
                    <a:pt x="1916831" y="473363"/>
                  </a:lnTo>
                  <a:lnTo>
                    <a:pt x="1929871" y="462698"/>
                  </a:lnTo>
                  <a:lnTo>
                    <a:pt x="1942911" y="452410"/>
                  </a:lnTo>
                  <a:lnTo>
                    <a:pt x="1955950" y="442642"/>
                  </a:lnTo>
                  <a:lnTo>
                    <a:pt x="1968990" y="433536"/>
                  </a:lnTo>
                  <a:lnTo>
                    <a:pt x="1982030" y="425234"/>
                  </a:lnTo>
                  <a:lnTo>
                    <a:pt x="1995069" y="417880"/>
                  </a:lnTo>
                  <a:lnTo>
                    <a:pt x="2008109" y="416414"/>
                  </a:lnTo>
                  <a:lnTo>
                    <a:pt x="2021149" y="414707"/>
                  </a:lnTo>
                  <a:lnTo>
                    <a:pt x="2034188" y="412007"/>
                  </a:lnTo>
                  <a:lnTo>
                    <a:pt x="2047228" y="401364"/>
                  </a:lnTo>
                  <a:lnTo>
                    <a:pt x="2060268" y="400295"/>
                  </a:lnTo>
                  <a:lnTo>
                    <a:pt x="2073307" y="399204"/>
                  </a:lnTo>
                  <a:lnTo>
                    <a:pt x="2086347" y="400850"/>
                  </a:lnTo>
                  <a:lnTo>
                    <a:pt x="2099387" y="396596"/>
                  </a:lnTo>
                  <a:lnTo>
                    <a:pt x="2112426" y="393593"/>
                  </a:lnTo>
                  <a:lnTo>
                    <a:pt x="2125466" y="384750"/>
                  </a:lnTo>
                  <a:lnTo>
                    <a:pt x="2138506" y="379487"/>
                  </a:lnTo>
                  <a:lnTo>
                    <a:pt x="2151545" y="366685"/>
                  </a:lnTo>
                  <a:lnTo>
                    <a:pt x="2164585" y="349454"/>
                  </a:lnTo>
                  <a:lnTo>
                    <a:pt x="2177625" y="358544"/>
                  </a:lnTo>
                  <a:lnTo>
                    <a:pt x="2190664" y="369997"/>
                  </a:lnTo>
                  <a:lnTo>
                    <a:pt x="2203704" y="373014"/>
                  </a:lnTo>
                  <a:lnTo>
                    <a:pt x="2216744" y="358927"/>
                  </a:lnTo>
                  <a:lnTo>
                    <a:pt x="2229783" y="330374"/>
                  </a:lnTo>
                  <a:lnTo>
                    <a:pt x="2242823" y="296933"/>
                  </a:lnTo>
                  <a:lnTo>
                    <a:pt x="2255863" y="262389"/>
                  </a:lnTo>
                  <a:lnTo>
                    <a:pt x="2268902" y="225364"/>
                  </a:lnTo>
                  <a:lnTo>
                    <a:pt x="2281942" y="185772"/>
                  </a:lnTo>
                  <a:lnTo>
                    <a:pt x="2294982" y="143526"/>
                  </a:lnTo>
                  <a:lnTo>
                    <a:pt x="2308021" y="98540"/>
                  </a:lnTo>
                  <a:lnTo>
                    <a:pt x="2321061" y="54770"/>
                  </a:lnTo>
                  <a:lnTo>
                    <a:pt x="2334101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3774895" y="1501160"/>
              <a:ext cx="2334101" cy="811848"/>
            </a:xfrm>
            <a:custGeom>
              <a:avLst/>
              <a:pathLst>
                <a:path w="2334101" h="811848">
                  <a:moveTo>
                    <a:pt x="2334101" y="811848"/>
                  </a:moveTo>
                  <a:lnTo>
                    <a:pt x="2321061" y="746834"/>
                  </a:lnTo>
                  <a:lnTo>
                    <a:pt x="2308021" y="695166"/>
                  </a:lnTo>
                  <a:lnTo>
                    <a:pt x="2294982" y="643497"/>
                  </a:lnTo>
                  <a:lnTo>
                    <a:pt x="2281942" y="562221"/>
                  </a:lnTo>
                  <a:lnTo>
                    <a:pt x="2268902" y="485765"/>
                  </a:lnTo>
                  <a:lnTo>
                    <a:pt x="2255863" y="428716"/>
                  </a:lnTo>
                  <a:lnTo>
                    <a:pt x="2242823" y="382842"/>
                  </a:lnTo>
                  <a:lnTo>
                    <a:pt x="2229783" y="340093"/>
                  </a:lnTo>
                  <a:lnTo>
                    <a:pt x="2216744" y="304400"/>
                  </a:lnTo>
                  <a:lnTo>
                    <a:pt x="2203704" y="275721"/>
                  </a:lnTo>
                  <a:lnTo>
                    <a:pt x="2190664" y="231098"/>
                  </a:lnTo>
                  <a:lnTo>
                    <a:pt x="2177625" y="211485"/>
                  </a:lnTo>
                  <a:lnTo>
                    <a:pt x="2164585" y="193640"/>
                  </a:lnTo>
                  <a:lnTo>
                    <a:pt x="2151545" y="176435"/>
                  </a:lnTo>
                  <a:lnTo>
                    <a:pt x="2138506" y="163836"/>
                  </a:lnTo>
                  <a:lnTo>
                    <a:pt x="2125466" y="158154"/>
                  </a:lnTo>
                  <a:lnTo>
                    <a:pt x="2112426" y="140504"/>
                  </a:lnTo>
                  <a:lnTo>
                    <a:pt x="2099387" y="123871"/>
                  </a:lnTo>
                  <a:lnTo>
                    <a:pt x="2086347" y="111839"/>
                  </a:lnTo>
                  <a:lnTo>
                    <a:pt x="2073307" y="111767"/>
                  </a:lnTo>
                  <a:lnTo>
                    <a:pt x="2060268" y="105659"/>
                  </a:lnTo>
                  <a:lnTo>
                    <a:pt x="2047228" y="94394"/>
                  </a:lnTo>
                  <a:lnTo>
                    <a:pt x="2034188" y="86480"/>
                  </a:lnTo>
                  <a:lnTo>
                    <a:pt x="2021149" y="77759"/>
                  </a:lnTo>
                  <a:lnTo>
                    <a:pt x="2008109" y="67325"/>
                  </a:lnTo>
                  <a:lnTo>
                    <a:pt x="1995069" y="53237"/>
                  </a:lnTo>
                  <a:lnTo>
                    <a:pt x="1982030" y="43998"/>
                  </a:lnTo>
                  <a:lnTo>
                    <a:pt x="1968990" y="35940"/>
                  </a:lnTo>
                  <a:lnTo>
                    <a:pt x="1955950" y="27118"/>
                  </a:lnTo>
                  <a:lnTo>
                    <a:pt x="1942911" y="16598"/>
                  </a:lnTo>
                  <a:lnTo>
                    <a:pt x="1929871" y="9022"/>
                  </a:lnTo>
                  <a:lnTo>
                    <a:pt x="1916831" y="6058"/>
                  </a:lnTo>
                  <a:lnTo>
                    <a:pt x="1903792" y="3834"/>
                  </a:lnTo>
                  <a:lnTo>
                    <a:pt x="1890752" y="5958"/>
                  </a:lnTo>
                  <a:lnTo>
                    <a:pt x="1877712" y="5709"/>
                  </a:lnTo>
                  <a:lnTo>
                    <a:pt x="1864673" y="2907"/>
                  </a:lnTo>
                  <a:lnTo>
                    <a:pt x="1851633" y="0"/>
                  </a:lnTo>
                  <a:lnTo>
                    <a:pt x="1838593" y="2096"/>
                  </a:lnTo>
                  <a:lnTo>
                    <a:pt x="1825554" y="3577"/>
                  </a:lnTo>
                  <a:lnTo>
                    <a:pt x="1812514" y="6068"/>
                  </a:lnTo>
                  <a:lnTo>
                    <a:pt x="1799474" y="9190"/>
                  </a:lnTo>
                  <a:lnTo>
                    <a:pt x="1786435" y="11233"/>
                  </a:lnTo>
                  <a:lnTo>
                    <a:pt x="1773395" y="13125"/>
                  </a:lnTo>
                  <a:lnTo>
                    <a:pt x="1760355" y="14871"/>
                  </a:lnTo>
                  <a:lnTo>
                    <a:pt x="1747315" y="16478"/>
                  </a:lnTo>
                  <a:lnTo>
                    <a:pt x="1734276" y="17950"/>
                  </a:lnTo>
                  <a:lnTo>
                    <a:pt x="1721236" y="19293"/>
                  </a:lnTo>
                  <a:lnTo>
                    <a:pt x="1708196" y="21548"/>
                  </a:lnTo>
                  <a:lnTo>
                    <a:pt x="1695157" y="24615"/>
                  </a:lnTo>
                  <a:lnTo>
                    <a:pt x="1682117" y="25253"/>
                  </a:lnTo>
                  <a:lnTo>
                    <a:pt x="1669077" y="26524"/>
                  </a:lnTo>
                  <a:lnTo>
                    <a:pt x="1656038" y="28691"/>
                  </a:lnTo>
                  <a:lnTo>
                    <a:pt x="1642998" y="30436"/>
                  </a:lnTo>
                  <a:lnTo>
                    <a:pt x="1629958" y="34240"/>
                  </a:lnTo>
                  <a:lnTo>
                    <a:pt x="1616919" y="37793"/>
                  </a:lnTo>
                  <a:lnTo>
                    <a:pt x="1603879" y="41045"/>
                  </a:lnTo>
                  <a:lnTo>
                    <a:pt x="1590839" y="43434"/>
                  </a:lnTo>
                  <a:lnTo>
                    <a:pt x="1577800" y="44051"/>
                  </a:lnTo>
                  <a:lnTo>
                    <a:pt x="1564760" y="48331"/>
                  </a:lnTo>
                  <a:lnTo>
                    <a:pt x="1551720" y="51388"/>
                  </a:lnTo>
                  <a:lnTo>
                    <a:pt x="1538681" y="53392"/>
                  </a:lnTo>
                  <a:lnTo>
                    <a:pt x="1525641" y="58449"/>
                  </a:lnTo>
                  <a:lnTo>
                    <a:pt x="1512601" y="62498"/>
                  </a:lnTo>
                  <a:lnTo>
                    <a:pt x="1499562" y="65904"/>
                  </a:lnTo>
                  <a:lnTo>
                    <a:pt x="1486522" y="67159"/>
                  </a:lnTo>
                  <a:lnTo>
                    <a:pt x="1473482" y="68339"/>
                  </a:lnTo>
                  <a:lnTo>
                    <a:pt x="1460443" y="69529"/>
                  </a:lnTo>
                  <a:lnTo>
                    <a:pt x="1447403" y="75276"/>
                  </a:lnTo>
                  <a:lnTo>
                    <a:pt x="1434363" y="80692"/>
                  </a:lnTo>
                  <a:lnTo>
                    <a:pt x="1421324" y="85747"/>
                  </a:lnTo>
                  <a:lnTo>
                    <a:pt x="1408284" y="88975"/>
                  </a:lnTo>
                  <a:lnTo>
                    <a:pt x="1395244" y="90037"/>
                  </a:lnTo>
                  <a:lnTo>
                    <a:pt x="1382205" y="90782"/>
                  </a:lnTo>
                  <a:lnTo>
                    <a:pt x="1369165" y="91228"/>
                  </a:lnTo>
                  <a:lnTo>
                    <a:pt x="1356125" y="91391"/>
                  </a:lnTo>
                  <a:lnTo>
                    <a:pt x="1343086" y="91290"/>
                  </a:lnTo>
                  <a:lnTo>
                    <a:pt x="1330046" y="90941"/>
                  </a:lnTo>
                  <a:lnTo>
                    <a:pt x="1317006" y="90361"/>
                  </a:lnTo>
                  <a:lnTo>
                    <a:pt x="1303967" y="89960"/>
                  </a:lnTo>
                  <a:lnTo>
                    <a:pt x="1290927" y="90649"/>
                  </a:lnTo>
                  <a:lnTo>
                    <a:pt x="1277887" y="91115"/>
                  </a:lnTo>
                  <a:lnTo>
                    <a:pt x="1264848" y="89849"/>
                  </a:lnTo>
                  <a:lnTo>
                    <a:pt x="1251808" y="88857"/>
                  </a:lnTo>
                  <a:lnTo>
                    <a:pt x="1238768" y="89044"/>
                  </a:lnTo>
                  <a:lnTo>
                    <a:pt x="1225729" y="89082"/>
                  </a:lnTo>
                  <a:lnTo>
                    <a:pt x="1212689" y="88982"/>
                  </a:lnTo>
                  <a:lnTo>
                    <a:pt x="1199649" y="88753"/>
                  </a:lnTo>
                  <a:lnTo>
                    <a:pt x="1186610" y="87316"/>
                  </a:lnTo>
                  <a:lnTo>
                    <a:pt x="1173570" y="85189"/>
                  </a:lnTo>
                  <a:lnTo>
                    <a:pt x="1160530" y="85412"/>
                  </a:lnTo>
                  <a:lnTo>
                    <a:pt x="1147491" y="85606"/>
                  </a:lnTo>
                  <a:lnTo>
                    <a:pt x="1134451" y="84750"/>
                  </a:lnTo>
                  <a:lnTo>
                    <a:pt x="1121411" y="84925"/>
                  </a:lnTo>
                  <a:lnTo>
                    <a:pt x="1108372" y="84982"/>
                  </a:lnTo>
                  <a:lnTo>
                    <a:pt x="1095332" y="84999"/>
                  </a:lnTo>
                  <a:lnTo>
                    <a:pt x="1082292" y="85839"/>
                  </a:lnTo>
                  <a:lnTo>
                    <a:pt x="1069253" y="85763"/>
                  </a:lnTo>
                  <a:lnTo>
                    <a:pt x="1056213" y="85972"/>
                  </a:lnTo>
                  <a:lnTo>
                    <a:pt x="1043173" y="86464"/>
                  </a:lnTo>
                  <a:lnTo>
                    <a:pt x="1030134" y="86914"/>
                  </a:lnTo>
                  <a:lnTo>
                    <a:pt x="1017094" y="87317"/>
                  </a:lnTo>
                  <a:lnTo>
                    <a:pt x="1004054" y="87672"/>
                  </a:lnTo>
                  <a:lnTo>
                    <a:pt x="991015" y="87976"/>
                  </a:lnTo>
                  <a:lnTo>
                    <a:pt x="977975" y="87829"/>
                  </a:lnTo>
                  <a:lnTo>
                    <a:pt x="964935" y="88420"/>
                  </a:lnTo>
                  <a:lnTo>
                    <a:pt x="951896" y="88556"/>
                  </a:lnTo>
                  <a:lnTo>
                    <a:pt x="938856" y="88630"/>
                  </a:lnTo>
                  <a:lnTo>
                    <a:pt x="925816" y="88641"/>
                  </a:lnTo>
                  <a:lnTo>
                    <a:pt x="912777" y="88586"/>
                  </a:lnTo>
                  <a:lnTo>
                    <a:pt x="899737" y="88467"/>
                  </a:lnTo>
                  <a:lnTo>
                    <a:pt x="886697" y="88293"/>
                  </a:lnTo>
                  <a:lnTo>
                    <a:pt x="873657" y="87594"/>
                  </a:lnTo>
                  <a:lnTo>
                    <a:pt x="860618" y="86555"/>
                  </a:lnTo>
                  <a:lnTo>
                    <a:pt x="847578" y="85457"/>
                  </a:lnTo>
                  <a:lnTo>
                    <a:pt x="834538" y="86655"/>
                  </a:lnTo>
                  <a:lnTo>
                    <a:pt x="821499" y="87568"/>
                  </a:lnTo>
                  <a:lnTo>
                    <a:pt x="808459" y="89000"/>
                  </a:lnTo>
                  <a:lnTo>
                    <a:pt x="795419" y="90503"/>
                  </a:lnTo>
                  <a:lnTo>
                    <a:pt x="782380" y="90021"/>
                  </a:lnTo>
                  <a:lnTo>
                    <a:pt x="769340" y="93266"/>
                  </a:lnTo>
                  <a:lnTo>
                    <a:pt x="756300" y="95415"/>
                  </a:lnTo>
                  <a:lnTo>
                    <a:pt x="743261" y="97182"/>
                  </a:lnTo>
                  <a:lnTo>
                    <a:pt x="730221" y="99010"/>
                  </a:lnTo>
                  <a:lnTo>
                    <a:pt x="717181" y="100899"/>
                  </a:lnTo>
                  <a:lnTo>
                    <a:pt x="704142" y="102846"/>
                  </a:lnTo>
                  <a:lnTo>
                    <a:pt x="691102" y="104850"/>
                  </a:lnTo>
                  <a:lnTo>
                    <a:pt x="678062" y="106910"/>
                  </a:lnTo>
                  <a:lnTo>
                    <a:pt x="665023" y="109023"/>
                  </a:lnTo>
                  <a:lnTo>
                    <a:pt x="651983" y="111442"/>
                  </a:lnTo>
                  <a:lnTo>
                    <a:pt x="638943" y="114845"/>
                  </a:lnTo>
                  <a:lnTo>
                    <a:pt x="625904" y="117335"/>
                  </a:lnTo>
                  <a:lnTo>
                    <a:pt x="612864" y="119951"/>
                  </a:lnTo>
                  <a:lnTo>
                    <a:pt x="599824" y="122693"/>
                  </a:lnTo>
                  <a:lnTo>
                    <a:pt x="586785" y="125560"/>
                  </a:lnTo>
                  <a:lnTo>
                    <a:pt x="573745" y="130043"/>
                  </a:lnTo>
                  <a:lnTo>
                    <a:pt x="560705" y="134877"/>
                  </a:lnTo>
                  <a:lnTo>
                    <a:pt x="547666" y="139584"/>
                  </a:lnTo>
                  <a:lnTo>
                    <a:pt x="534626" y="142105"/>
                  </a:lnTo>
                  <a:lnTo>
                    <a:pt x="521586" y="145502"/>
                  </a:lnTo>
                  <a:lnTo>
                    <a:pt x="508547" y="151650"/>
                  </a:lnTo>
                  <a:lnTo>
                    <a:pt x="495507" y="156798"/>
                  </a:lnTo>
                  <a:lnTo>
                    <a:pt x="482467" y="159703"/>
                  </a:lnTo>
                  <a:lnTo>
                    <a:pt x="469428" y="163496"/>
                  </a:lnTo>
                  <a:lnTo>
                    <a:pt x="456388" y="167528"/>
                  </a:lnTo>
                  <a:lnTo>
                    <a:pt x="443348" y="172854"/>
                  </a:lnTo>
                  <a:lnTo>
                    <a:pt x="430309" y="177564"/>
                  </a:lnTo>
                  <a:lnTo>
                    <a:pt x="417269" y="182261"/>
                  </a:lnTo>
                  <a:lnTo>
                    <a:pt x="404229" y="190631"/>
                  </a:lnTo>
                  <a:lnTo>
                    <a:pt x="391190" y="195437"/>
                  </a:lnTo>
                  <a:lnTo>
                    <a:pt x="378150" y="198922"/>
                  </a:lnTo>
                  <a:lnTo>
                    <a:pt x="365110" y="208889"/>
                  </a:lnTo>
                  <a:lnTo>
                    <a:pt x="352071" y="218857"/>
                  </a:lnTo>
                  <a:lnTo>
                    <a:pt x="339031" y="228548"/>
                  </a:lnTo>
                  <a:lnTo>
                    <a:pt x="325991" y="237875"/>
                  </a:lnTo>
                  <a:lnTo>
                    <a:pt x="312952" y="243527"/>
                  </a:lnTo>
                  <a:lnTo>
                    <a:pt x="299912" y="247986"/>
                  </a:lnTo>
                  <a:lnTo>
                    <a:pt x="286872" y="255650"/>
                  </a:lnTo>
                  <a:lnTo>
                    <a:pt x="273833" y="262733"/>
                  </a:lnTo>
                  <a:lnTo>
                    <a:pt x="260793" y="269115"/>
                  </a:lnTo>
                  <a:lnTo>
                    <a:pt x="247753" y="274710"/>
                  </a:lnTo>
                  <a:lnTo>
                    <a:pt x="234714" y="281120"/>
                  </a:lnTo>
                  <a:lnTo>
                    <a:pt x="221674" y="288158"/>
                  </a:lnTo>
                  <a:lnTo>
                    <a:pt x="208634" y="291210"/>
                  </a:lnTo>
                  <a:lnTo>
                    <a:pt x="195595" y="292152"/>
                  </a:lnTo>
                  <a:lnTo>
                    <a:pt x="182555" y="291781"/>
                  </a:lnTo>
                  <a:lnTo>
                    <a:pt x="169515" y="290010"/>
                  </a:lnTo>
                  <a:lnTo>
                    <a:pt x="156476" y="286753"/>
                  </a:lnTo>
                  <a:lnTo>
                    <a:pt x="143436" y="284426"/>
                  </a:lnTo>
                  <a:lnTo>
                    <a:pt x="130396" y="284389"/>
                  </a:lnTo>
                  <a:lnTo>
                    <a:pt x="117357" y="288379"/>
                  </a:lnTo>
                  <a:lnTo>
                    <a:pt x="104317" y="292358"/>
                  </a:lnTo>
                  <a:lnTo>
                    <a:pt x="91277" y="294852"/>
                  </a:lnTo>
                  <a:lnTo>
                    <a:pt x="78238" y="295891"/>
                  </a:lnTo>
                  <a:lnTo>
                    <a:pt x="65198" y="286319"/>
                  </a:lnTo>
                  <a:lnTo>
                    <a:pt x="52158" y="287655"/>
                  </a:lnTo>
                  <a:lnTo>
                    <a:pt x="39119" y="285555"/>
                  </a:lnTo>
                  <a:lnTo>
                    <a:pt x="26079" y="280097"/>
                  </a:lnTo>
                  <a:lnTo>
                    <a:pt x="13039" y="285882"/>
                  </a:lnTo>
                  <a:lnTo>
                    <a:pt x="0" y="29180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3774895" y="1408199"/>
              <a:ext cx="2334101" cy="291195"/>
            </a:xfrm>
            <a:custGeom>
              <a:avLst/>
              <a:pathLst>
                <a:path w="2334101" h="291195">
                  <a:moveTo>
                    <a:pt x="0" y="268968"/>
                  </a:moveTo>
                  <a:lnTo>
                    <a:pt x="13039" y="274017"/>
                  </a:lnTo>
                  <a:lnTo>
                    <a:pt x="26079" y="278361"/>
                  </a:lnTo>
                  <a:lnTo>
                    <a:pt x="39119" y="282026"/>
                  </a:lnTo>
                  <a:lnTo>
                    <a:pt x="52158" y="285037"/>
                  </a:lnTo>
                  <a:lnTo>
                    <a:pt x="65198" y="287421"/>
                  </a:lnTo>
                  <a:lnTo>
                    <a:pt x="78238" y="289203"/>
                  </a:lnTo>
                  <a:lnTo>
                    <a:pt x="91277" y="290409"/>
                  </a:lnTo>
                  <a:lnTo>
                    <a:pt x="104317" y="291064"/>
                  </a:lnTo>
                  <a:lnTo>
                    <a:pt x="117357" y="291195"/>
                  </a:lnTo>
                  <a:lnTo>
                    <a:pt x="130396" y="290826"/>
                  </a:lnTo>
                  <a:lnTo>
                    <a:pt x="143436" y="289983"/>
                  </a:lnTo>
                  <a:lnTo>
                    <a:pt x="156476" y="288693"/>
                  </a:lnTo>
                  <a:lnTo>
                    <a:pt x="169515" y="286981"/>
                  </a:lnTo>
                  <a:lnTo>
                    <a:pt x="182555" y="284872"/>
                  </a:lnTo>
                  <a:lnTo>
                    <a:pt x="195595" y="282392"/>
                  </a:lnTo>
                  <a:lnTo>
                    <a:pt x="208634" y="279567"/>
                  </a:lnTo>
                  <a:lnTo>
                    <a:pt x="221674" y="276423"/>
                  </a:lnTo>
                  <a:lnTo>
                    <a:pt x="234714" y="272985"/>
                  </a:lnTo>
                  <a:lnTo>
                    <a:pt x="247753" y="269280"/>
                  </a:lnTo>
                  <a:lnTo>
                    <a:pt x="260793" y="265332"/>
                  </a:lnTo>
                  <a:lnTo>
                    <a:pt x="273833" y="261167"/>
                  </a:lnTo>
                  <a:lnTo>
                    <a:pt x="286872" y="256811"/>
                  </a:lnTo>
                  <a:lnTo>
                    <a:pt x="299912" y="252290"/>
                  </a:lnTo>
                  <a:lnTo>
                    <a:pt x="312952" y="247630"/>
                  </a:lnTo>
                  <a:lnTo>
                    <a:pt x="325991" y="242855"/>
                  </a:lnTo>
                  <a:lnTo>
                    <a:pt x="339031" y="237992"/>
                  </a:lnTo>
                  <a:lnTo>
                    <a:pt x="352071" y="233067"/>
                  </a:lnTo>
                  <a:lnTo>
                    <a:pt x="365110" y="228105"/>
                  </a:lnTo>
                  <a:lnTo>
                    <a:pt x="378150" y="223132"/>
                  </a:lnTo>
                  <a:lnTo>
                    <a:pt x="391190" y="218174"/>
                  </a:lnTo>
                  <a:lnTo>
                    <a:pt x="404229" y="213255"/>
                  </a:lnTo>
                  <a:lnTo>
                    <a:pt x="417269" y="208403"/>
                  </a:lnTo>
                  <a:lnTo>
                    <a:pt x="430309" y="203642"/>
                  </a:lnTo>
                  <a:lnTo>
                    <a:pt x="443348" y="198998"/>
                  </a:lnTo>
                  <a:lnTo>
                    <a:pt x="456388" y="194498"/>
                  </a:lnTo>
                  <a:lnTo>
                    <a:pt x="469428" y="190165"/>
                  </a:lnTo>
                  <a:lnTo>
                    <a:pt x="482467" y="186018"/>
                  </a:lnTo>
                  <a:lnTo>
                    <a:pt x="495507" y="182058"/>
                  </a:lnTo>
                  <a:lnTo>
                    <a:pt x="508547" y="178280"/>
                  </a:lnTo>
                  <a:lnTo>
                    <a:pt x="521586" y="174680"/>
                  </a:lnTo>
                  <a:lnTo>
                    <a:pt x="534626" y="171254"/>
                  </a:lnTo>
                  <a:lnTo>
                    <a:pt x="547666" y="167998"/>
                  </a:lnTo>
                  <a:lnTo>
                    <a:pt x="560705" y="164909"/>
                  </a:lnTo>
                  <a:lnTo>
                    <a:pt x="573745" y="161982"/>
                  </a:lnTo>
                  <a:lnTo>
                    <a:pt x="586785" y="159213"/>
                  </a:lnTo>
                  <a:lnTo>
                    <a:pt x="599824" y="156598"/>
                  </a:lnTo>
                  <a:lnTo>
                    <a:pt x="612864" y="154134"/>
                  </a:lnTo>
                  <a:lnTo>
                    <a:pt x="625904" y="151815"/>
                  </a:lnTo>
                  <a:lnTo>
                    <a:pt x="638943" y="149639"/>
                  </a:lnTo>
                  <a:lnTo>
                    <a:pt x="651983" y="147601"/>
                  </a:lnTo>
                  <a:lnTo>
                    <a:pt x="665023" y="145698"/>
                  </a:lnTo>
                  <a:lnTo>
                    <a:pt x="678062" y="143924"/>
                  </a:lnTo>
                  <a:lnTo>
                    <a:pt x="691102" y="142277"/>
                  </a:lnTo>
                  <a:lnTo>
                    <a:pt x="704142" y="140752"/>
                  </a:lnTo>
                  <a:lnTo>
                    <a:pt x="717181" y="139345"/>
                  </a:lnTo>
                  <a:lnTo>
                    <a:pt x="730221" y="138052"/>
                  </a:lnTo>
                  <a:lnTo>
                    <a:pt x="743261" y="136870"/>
                  </a:lnTo>
                  <a:lnTo>
                    <a:pt x="756300" y="135794"/>
                  </a:lnTo>
                  <a:lnTo>
                    <a:pt x="769340" y="134820"/>
                  </a:lnTo>
                  <a:lnTo>
                    <a:pt x="782380" y="133944"/>
                  </a:lnTo>
                  <a:lnTo>
                    <a:pt x="795419" y="133162"/>
                  </a:lnTo>
                  <a:lnTo>
                    <a:pt x="808459" y="132471"/>
                  </a:lnTo>
                  <a:lnTo>
                    <a:pt x="821499" y="131866"/>
                  </a:lnTo>
                  <a:lnTo>
                    <a:pt x="834538" y="131343"/>
                  </a:lnTo>
                  <a:lnTo>
                    <a:pt x="847578" y="130898"/>
                  </a:lnTo>
                  <a:lnTo>
                    <a:pt x="860618" y="130527"/>
                  </a:lnTo>
                  <a:lnTo>
                    <a:pt x="873657" y="130227"/>
                  </a:lnTo>
                  <a:lnTo>
                    <a:pt x="886697" y="129993"/>
                  </a:lnTo>
                  <a:lnTo>
                    <a:pt x="899737" y="129821"/>
                  </a:lnTo>
                  <a:lnTo>
                    <a:pt x="912777" y="129707"/>
                  </a:lnTo>
                  <a:lnTo>
                    <a:pt x="925816" y="129648"/>
                  </a:lnTo>
                  <a:lnTo>
                    <a:pt x="938856" y="129638"/>
                  </a:lnTo>
                  <a:lnTo>
                    <a:pt x="951896" y="129673"/>
                  </a:lnTo>
                  <a:lnTo>
                    <a:pt x="964935" y="129748"/>
                  </a:lnTo>
                  <a:lnTo>
                    <a:pt x="977975" y="129857"/>
                  </a:lnTo>
                  <a:lnTo>
                    <a:pt x="991015" y="129993"/>
                  </a:lnTo>
                  <a:lnTo>
                    <a:pt x="1004054" y="130151"/>
                  </a:lnTo>
                  <a:lnTo>
                    <a:pt x="1017094" y="130326"/>
                  </a:lnTo>
                  <a:lnTo>
                    <a:pt x="1030134" y="130510"/>
                  </a:lnTo>
                  <a:lnTo>
                    <a:pt x="1043173" y="130699"/>
                  </a:lnTo>
                  <a:lnTo>
                    <a:pt x="1056213" y="130886"/>
                  </a:lnTo>
                  <a:lnTo>
                    <a:pt x="1069253" y="131066"/>
                  </a:lnTo>
                  <a:lnTo>
                    <a:pt x="1082292" y="131232"/>
                  </a:lnTo>
                  <a:lnTo>
                    <a:pt x="1095332" y="131380"/>
                  </a:lnTo>
                  <a:lnTo>
                    <a:pt x="1108372" y="131502"/>
                  </a:lnTo>
                  <a:lnTo>
                    <a:pt x="1121411" y="131594"/>
                  </a:lnTo>
                  <a:lnTo>
                    <a:pt x="1134451" y="131649"/>
                  </a:lnTo>
                  <a:lnTo>
                    <a:pt x="1147491" y="131661"/>
                  </a:lnTo>
                  <a:lnTo>
                    <a:pt x="1160530" y="131625"/>
                  </a:lnTo>
                  <a:lnTo>
                    <a:pt x="1173570" y="131535"/>
                  </a:lnTo>
                  <a:lnTo>
                    <a:pt x="1186610" y="131384"/>
                  </a:lnTo>
                  <a:lnTo>
                    <a:pt x="1199649" y="131168"/>
                  </a:lnTo>
                  <a:lnTo>
                    <a:pt x="1212689" y="130880"/>
                  </a:lnTo>
                  <a:lnTo>
                    <a:pt x="1225729" y="130514"/>
                  </a:lnTo>
                  <a:lnTo>
                    <a:pt x="1238768" y="130064"/>
                  </a:lnTo>
                  <a:lnTo>
                    <a:pt x="1251808" y="129526"/>
                  </a:lnTo>
                  <a:lnTo>
                    <a:pt x="1264848" y="128891"/>
                  </a:lnTo>
                  <a:lnTo>
                    <a:pt x="1277887" y="128156"/>
                  </a:lnTo>
                  <a:lnTo>
                    <a:pt x="1290927" y="127314"/>
                  </a:lnTo>
                  <a:lnTo>
                    <a:pt x="1303967" y="126359"/>
                  </a:lnTo>
                  <a:lnTo>
                    <a:pt x="1317006" y="125285"/>
                  </a:lnTo>
                  <a:lnTo>
                    <a:pt x="1330046" y="124086"/>
                  </a:lnTo>
                  <a:lnTo>
                    <a:pt x="1343086" y="122758"/>
                  </a:lnTo>
                  <a:lnTo>
                    <a:pt x="1356125" y="121293"/>
                  </a:lnTo>
                  <a:lnTo>
                    <a:pt x="1369165" y="119686"/>
                  </a:lnTo>
                  <a:lnTo>
                    <a:pt x="1382205" y="117932"/>
                  </a:lnTo>
                  <a:lnTo>
                    <a:pt x="1395244" y="116026"/>
                  </a:lnTo>
                  <a:lnTo>
                    <a:pt x="1408284" y="113964"/>
                  </a:lnTo>
                  <a:lnTo>
                    <a:pt x="1421324" y="111746"/>
                  </a:lnTo>
                  <a:lnTo>
                    <a:pt x="1434363" y="109379"/>
                  </a:lnTo>
                  <a:lnTo>
                    <a:pt x="1447403" y="106872"/>
                  </a:lnTo>
                  <a:lnTo>
                    <a:pt x="1460443" y="104235"/>
                  </a:lnTo>
                  <a:lnTo>
                    <a:pt x="1473482" y="101477"/>
                  </a:lnTo>
                  <a:lnTo>
                    <a:pt x="1486522" y="98607"/>
                  </a:lnTo>
                  <a:lnTo>
                    <a:pt x="1499562" y="95634"/>
                  </a:lnTo>
                  <a:lnTo>
                    <a:pt x="1512601" y="92568"/>
                  </a:lnTo>
                  <a:lnTo>
                    <a:pt x="1525641" y="89418"/>
                  </a:lnTo>
                  <a:lnTo>
                    <a:pt x="1538681" y="86193"/>
                  </a:lnTo>
                  <a:lnTo>
                    <a:pt x="1551720" y="82903"/>
                  </a:lnTo>
                  <a:lnTo>
                    <a:pt x="1564760" y="79556"/>
                  </a:lnTo>
                  <a:lnTo>
                    <a:pt x="1577800" y="76162"/>
                  </a:lnTo>
                  <a:lnTo>
                    <a:pt x="1590839" y="72731"/>
                  </a:lnTo>
                  <a:lnTo>
                    <a:pt x="1603879" y="69270"/>
                  </a:lnTo>
                  <a:lnTo>
                    <a:pt x="1616919" y="65791"/>
                  </a:lnTo>
                  <a:lnTo>
                    <a:pt x="1629958" y="62301"/>
                  </a:lnTo>
                  <a:lnTo>
                    <a:pt x="1642998" y="58810"/>
                  </a:lnTo>
                  <a:lnTo>
                    <a:pt x="1656038" y="55328"/>
                  </a:lnTo>
                  <a:lnTo>
                    <a:pt x="1669077" y="51863"/>
                  </a:lnTo>
                  <a:lnTo>
                    <a:pt x="1682117" y="48426"/>
                  </a:lnTo>
                  <a:lnTo>
                    <a:pt x="1695157" y="45024"/>
                  </a:lnTo>
                  <a:lnTo>
                    <a:pt x="1708196" y="41668"/>
                  </a:lnTo>
                  <a:lnTo>
                    <a:pt x="1721236" y="38366"/>
                  </a:lnTo>
                  <a:lnTo>
                    <a:pt x="1734276" y="35128"/>
                  </a:lnTo>
                  <a:lnTo>
                    <a:pt x="1747315" y="31964"/>
                  </a:lnTo>
                  <a:lnTo>
                    <a:pt x="1760355" y="28882"/>
                  </a:lnTo>
                  <a:lnTo>
                    <a:pt x="1773395" y="25891"/>
                  </a:lnTo>
                  <a:lnTo>
                    <a:pt x="1786435" y="23002"/>
                  </a:lnTo>
                  <a:lnTo>
                    <a:pt x="1799474" y="20227"/>
                  </a:lnTo>
                  <a:lnTo>
                    <a:pt x="1812514" y="17574"/>
                  </a:lnTo>
                  <a:lnTo>
                    <a:pt x="1825554" y="15056"/>
                  </a:lnTo>
                  <a:lnTo>
                    <a:pt x="1838593" y="12684"/>
                  </a:lnTo>
                  <a:lnTo>
                    <a:pt x="1851633" y="10468"/>
                  </a:lnTo>
                  <a:lnTo>
                    <a:pt x="1864673" y="8419"/>
                  </a:lnTo>
                  <a:lnTo>
                    <a:pt x="1877712" y="6547"/>
                  </a:lnTo>
                  <a:lnTo>
                    <a:pt x="1890752" y="4864"/>
                  </a:lnTo>
                  <a:lnTo>
                    <a:pt x="1903792" y="3390"/>
                  </a:lnTo>
                  <a:lnTo>
                    <a:pt x="1916831" y="2149"/>
                  </a:lnTo>
                  <a:lnTo>
                    <a:pt x="1929871" y="1165"/>
                  </a:lnTo>
                  <a:lnTo>
                    <a:pt x="1942911" y="463"/>
                  </a:lnTo>
                  <a:lnTo>
                    <a:pt x="1955950" y="67"/>
                  </a:lnTo>
                  <a:lnTo>
                    <a:pt x="1968990" y="0"/>
                  </a:lnTo>
                  <a:lnTo>
                    <a:pt x="1982030" y="286"/>
                  </a:lnTo>
                  <a:lnTo>
                    <a:pt x="1995069" y="950"/>
                  </a:lnTo>
                  <a:lnTo>
                    <a:pt x="2008109" y="2016"/>
                  </a:lnTo>
                  <a:lnTo>
                    <a:pt x="2021149" y="3507"/>
                  </a:lnTo>
                  <a:lnTo>
                    <a:pt x="2034188" y="5449"/>
                  </a:lnTo>
                  <a:lnTo>
                    <a:pt x="2047228" y="7864"/>
                  </a:lnTo>
                  <a:lnTo>
                    <a:pt x="2060268" y="10777"/>
                  </a:lnTo>
                  <a:lnTo>
                    <a:pt x="2073307" y="14212"/>
                  </a:lnTo>
                  <a:lnTo>
                    <a:pt x="2086347" y="18193"/>
                  </a:lnTo>
                  <a:lnTo>
                    <a:pt x="2099387" y="22744"/>
                  </a:lnTo>
                  <a:lnTo>
                    <a:pt x="2112426" y="27889"/>
                  </a:lnTo>
                  <a:lnTo>
                    <a:pt x="2125466" y="33653"/>
                  </a:lnTo>
                  <a:lnTo>
                    <a:pt x="2138506" y="40059"/>
                  </a:lnTo>
                  <a:lnTo>
                    <a:pt x="2151545" y="47131"/>
                  </a:lnTo>
                  <a:lnTo>
                    <a:pt x="2164585" y="54893"/>
                  </a:lnTo>
                  <a:lnTo>
                    <a:pt x="2177625" y="63370"/>
                  </a:lnTo>
                  <a:lnTo>
                    <a:pt x="2190664" y="72585"/>
                  </a:lnTo>
                  <a:lnTo>
                    <a:pt x="2203704" y="82562"/>
                  </a:lnTo>
                  <a:lnTo>
                    <a:pt x="2216744" y="93310"/>
                  </a:lnTo>
                  <a:lnTo>
                    <a:pt x="2229783" y="104822"/>
                  </a:lnTo>
                  <a:lnTo>
                    <a:pt x="2242823" y="117108"/>
                  </a:lnTo>
                  <a:lnTo>
                    <a:pt x="2255863" y="130186"/>
                  </a:lnTo>
                  <a:lnTo>
                    <a:pt x="2268902" y="144088"/>
                  </a:lnTo>
                  <a:lnTo>
                    <a:pt x="2281942" y="158817"/>
                  </a:lnTo>
                  <a:lnTo>
                    <a:pt x="2294982" y="174392"/>
                  </a:lnTo>
                  <a:lnTo>
                    <a:pt x="2308021" y="190820"/>
                  </a:lnTo>
                  <a:lnTo>
                    <a:pt x="2321061" y="208118"/>
                  </a:lnTo>
                  <a:lnTo>
                    <a:pt x="2334101" y="226306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3446243" y="801109"/>
              <a:ext cx="0" cy="2341883"/>
            </a:xfrm>
            <a:custGeom>
              <a:avLst/>
              <a:pathLst>
                <a:path w="0" h="2341883">
                  <a:moveTo>
                    <a:pt x="0" y="2341883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tx50"/>
            <p:cNvSpPr/>
            <p:nvPr/>
          </p:nvSpPr>
          <p:spPr>
            <a:xfrm>
              <a:off x="3209341" y="3101630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3209341" y="2789317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3209341" y="2477066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3209341" y="2165993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3209341" y="1854300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3209341" y="1540374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3209341" y="122806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3209341" y="915810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58" name="pl58"/>
            <p:cNvSpPr/>
            <p:nvPr/>
          </p:nvSpPr>
          <p:spPr>
            <a:xfrm>
              <a:off x="3370327" y="314299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370327" y="2830741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370327" y="251849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370327" y="220623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370327" y="1893987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370327" y="158173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370327" y="126948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370327" y="957234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446243" y="3142992"/>
              <a:ext cx="2676167" cy="0"/>
            </a:xfrm>
            <a:custGeom>
              <a:avLst/>
              <a:pathLst>
                <a:path w="2676167" h="0">
                  <a:moveTo>
                    <a:pt x="0" y="0"/>
                  </a:moveTo>
                  <a:lnTo>
                    <a:pt x="2676167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3774895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4110254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4445614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4780973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5116332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5451692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5787051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6122410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tx75"/>
            <p:cNvSpPr/>
            <p:nvPr/>
          </p:nvSpPr>
          <p:spPr>
            <a:xfrm>
              <a:off x="3654995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34.0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3990355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34.5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4325714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35.0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4661073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35.5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4996433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36.0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5331792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36.5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5667151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37.0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6002511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37.5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4214084" y="3360435"/>
              <a:ext cx="846608" cy="1268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Temperature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5060693" y="3487236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5098793" y="3359914"/>
              <a:ext cx="44648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5143441" y="3440602"/>
              <a:ext cx="60960" cy="4663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°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5204401" y="3359170"/>
              <a:ext cx="150167" cy="128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C)</a:t>
              </a:r>
            </a:p>
          </p:txBody>
        </p:sp>
        <p:sp>
          <p:nvSpPr>
            <p:cNvPr id="88" name="tx88"/>
            <p:cNvSpPr/>
            <p:nvPr/>
          </p:nvSpPr>
          <p:spPr>
            <a:xfrm rot="-5400000">
              <a:off x="3028546" y="2179174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89" name="tx89"/>
            <p:cNvSpPr/>
            <p:nvPr/>
          </p:nvSpPr>
          <p:spPr>
            <a:xfrm rot="-5400000">
              <a:off x="3050052" y="2114434"/>
              <a:ext cx="45913" cy="1001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f</a:t>
              </a:r>
            </a:p>
          </p:txBody>
        </p:sp>
        <p:sp>
          <p:nvSpPr>
            <p:cNvPr id="90" name="tx90"/>
            <p:cNvSpPr/>
            <p:nvPr/>
          </p:nvSpPr>
          <p:spPr>
            <a:xfrm rot="-5400000">
              <a:off x="3053921" y="2072390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91" name="tx91"/>
            <p:cNvSpPr/>
            <p:nvPr/>
          </p:nvSpPr>
          <p:spPr>
            <a:xfrm rot="-5400000">
              <a:off x="3015859" y="1985065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92" name="tx92"/>
            <p:cNvSpPr/>
            <p:nvPr/>
          </p:nvSpPr>
          <p:spPr>
            <a:xfrm rot="-5400000">
              <a:off x="3085533" y="1917750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93" name="tx93"/>
            <p:cNvSpPr/>
            <p:nvPr/>
          </p:nvSpPr>
          <p:spPr>
            <a:xfrm rot="-5400000">
              <a:off x="3104039" y="1904638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4" name="tx94"/>
            <p:cNvSpPr/>
            <p:nvPr/>
          </p:nvSpPr>
          <p:spPr>
            <a:xfrm rot="-5400000">
              <a:off x="2951825" y="1714324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2952000" y="731520"/>
            <a:ext cx="3240000" cy="2880000"/>
            <a:chOff x="2952000" y="731520"/>
            <a:chExt cx="3240000" cy="2880000"/>
          </a:xfrm>
        </p:grpSpPr>
        <p:sp>
          <p:nvSpPr>
            <p:cNvPr id="3" name="rc3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3446243" y="801109"/>
              <a:ext cx="2676167" cy="234500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3774895" y="3144315"/>
              <a:ext cx="97813" cy="179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872708" y="3142983"/>
              <a:ext cx="97813" cy="312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3970521" y="3140136"/>
              <a:ext cx="97813" cy="597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4068334" y="3126697"/>
              <a:ext cx="97813" cy="1941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4166147" y="3101292"/>
              <a:ext cx="97813" cy="4481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4263961" y="3092492"/>
              <a:ext cx="97813" cy="5361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4361774" y="3084889"/>
              <a:ext cx="97813" cy="6122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4459587" y="3062462"/>
              <a:ext cx="97813" cy="8364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4557400" y="2972654"/>
              <a:ext cx="97813" cy="17345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4655213" y="2864711"/>
              <a:ext cx="97813" cy="28140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4753026" y="2882109"/>
              <a:ext cx="97813" cy="26400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4850840" y="3019308"/>
              <a:ext cx="97813" cy="12680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4948653" y="2999161"/>
              <a:ext cx="97813" cy="14695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5046466" y="3026105"/>
              <a:ext cx="97813" cy="12000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5144279" y="3074091"/>
              <a:ext cx="97813" cy="7202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5242092" y="3092169"/>
              <a:ext cx="97813" cy="5394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5339905" y="3111269"/>
              <a:ext cx="97813" cy="3484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5437718" y="3120350"/>
              <a:ext cx="97813" cy="2576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5535532" y="3125121"/>
              <a:ext cx="97813" cy="2099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5633345" y="3126458"/>
              <a:ext cx="97813" cy="1965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5731158" y="3114956"/>
              <a:ext cx="97813" cy="3115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5828971" y="3065216"/>
              <a:ext cx="97813" cy="8089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5926784" y="3050712"/>
              <a:ext cx="97813" cy="9539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6024597" y="3090743"/>
              <a:ext cx="97813" cy="5536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3446243" y="2989778"/>
              <a:ext cx="47926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3446243" y="2833445"/>
              <a:ext cx="59707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3446243" y="2677111"/>
              <a:ext cx="76308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3446243" y="2520778"/>
              <a:ext cx="99878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3446243" y="2364444"/>
              <a:ext cx="130041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3446243" y="2208110"/>
              <a:ext cx="155076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3446243" y="2051777"/>
              <a:ext cx="183666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3446243" y="1895443"/>
              <a:ext cx="211771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3446243" y="1739110"/>
              <a:ext cx="238145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3446243" y="1582776"/>
              <a:ext cx="247775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3446243" y="1426443"/>
              <a:ext cx="25230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3446243" y="1270109"/>
              <a:ext cx="241148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3446243" y="1113776"/>
              <a:ext cx="22796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3446243" y="957442"/>
              <a:ext cx="20531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3446243" y="801109"/>
              <a:ext cx="32865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3841967" y="1392136"/>
              <a:ext cx="2280443" cy="164968"/>
            </a:xfrm>
            <a:custGeom>
              <a:avLst/>
              <a:pathLst>
                <a:path w="2280443" h="164968">
                  <a:moveTo>
                    <a:pt x="0" y="0"/>
                  </a:moveTo>
                  <a:lnTo>
                    <a:pt x="12739" y="663"/>
                  </a:lnTo>
                  <a:lnTo>
                    <a:pt x="25479" y="1327"/>
                  </a:lnTo>
                  <a:lnTo>
                    <a:pt x="38219" y="1991"/>
                  </a:lnTo>
                  <a:lnTo>
                    <a:pt x="50959" y="2655"/>
                  </a:lnTo>
                  <a:lnTo>
                    <a:pt x="63699" y="3318"/>
                  </a:lnTo>
                  <a:lnTo>
                    <a:pt x="76439" y="3982"/>
                  </a:lnTo>
                  <a:lnTo>
                    <a:pt x="89179" y="4645"/>
                  </a:lnTo>
                  <a:lnTo>
                    <a:pt x="101919" y="5308"/>
                  </a:lnTo>
                  <a:lnTo>
                    <a:pt x="114659" y="5971"/>
                  </a:lnTo>
                  <a:lnTo>
                    <a:pt x="127399" y="6634"/>
                  </a:lnTo>
                  <a:lnTo>
                    <a:pt x="140138" y="7296"/>
                  </a:lnTo>
                  <a:lnTo>
                    <a:pt x="152878" y="7957"/>
                  </a:lnTo>
                  <a:lnTo>
                    <a:pt x="165618" y="8618"/>
                  </a:lnTo>
                  <a:lnTo>
                    <a:pt x="178358" y="9279"/>
                  </a:lnTo>
                  <a:lnTo>
                    <a:pt x="191098" y="9939"/>
                  </a:lnTo>
                  <a:lnTo>
                    <a:pt x="203838" y="10597"/>
                  </a:lnTo>
                  <a:lnTo>
                    <a:pt x="216578" y="11255"/>
                  </a:lnTo>
                  <a:lnTo>
                    <a:pt x="229318" y="11912"/>
                  </a:lnTo>
                  <a:lnTo>
                    <a:pt x="242058" y="12568"/>
                  </a:lnTo>
                  <a:lnTo>
                    <a:pt x="254798" y="13223"/>
                  </a:lnTo>
                  <a:lnTo>
                    <a:pt x="267538" y="13876"/>
                  </a:lnTo>
                  <a:lnTo>
                    <a:pt x="280277" y="14527"/>
                  </a:lnTo>
                  <a:lnTo>
                    <a:pt x="293017" y="15177"/>
                  </a:lnTo>
                  <a:lnTo>
                    <a:pt x="305757" y="15826"/>
                  </a:lnTo>
                  <a:lnTo>
                    <a:pt x="318497" y="16472"/>
                  </a:lnTo>
                  <a:lnTo>
                    <a:pt x="331237" y="17117"/>
                  </a:lnTo>
                  <a:lnTo>
                    <a:pt x="343977" y="17759"/>
                  </a:lnTo>
                  <a:lnTo>
                    <a:pt x="356717" y="18399"/>
                  </a:lnTo>
                  <a:lnTo>
                    <a:pt x="369457" y="19037"/>
                  </a:lnTo>
                  <a:lnTo>
                    <a:pt x="382197" y="19672"/>
                  </a:lnTo>
                  <a:lnTo>
                    <a:pt x="394937" y="20305"/>
                  </a:lnTo>
                  <a:lnTo>
                    <a:pt x="407677" y="20934"/>
                  </a:lnTo>
                  <a:lnTo>
                    <a:pt x="420416" y="21561"/>
                  </a:lnTo>
                  <a:lnTo>
                    <a:pt x="433156" y="22185"/>
                  </a:lnTo>
                  <a:lnTo>
                    <a:pt x="445896" y="22806"/>
                  </a:lnTo>
                  <a:lnTo>
                    <a:pt x="458636" y="23423"/>
                  </a:lnTo>
                  <a:lnTo>
                    <a:pt x="471376" y="24036"/>
                  </a:lnTo>
                  <a:lnTo>
                    <a:pt x="484116" y="24646"/>
                  </a:lnTo>
                  <a:lnTo>
                    <a:pt x="496856" y="25253"/>
                  </a:lnTo>
                  <a:lnTo>
                    <a:pt x="509596" y="25855"/>
                  </a:lnTo>
                  <a:lnTo>
                    <a:pt x="522336" y="26453"/>
                  </a:lnTo>
                  <a:lnTo>
                    <a:pt x="535076" y="27047"/>
                  </a:lnTo>
                  <a:lnTo>
                    <a:pt x="547816" y="27637"/>
                  </a:lnTo>
                  <a:lnTo>
                    <a:pt x="560555" y="28222"/>
                  </a:lnTo>
                  <a:lnTo>
                    <a:pt x="573295" y="28802"/>
                  </a:lnTo>
                  <a:lnTo>
                    <a:pt x="586035" y="29378"/>
                  </a:lnTo>
                  <a:lnTo>
                    <a:pt x="598775" y="29949"/>
                  </a:lnTo>
                  <a:lnTo>
                    <a:pt x="611515" y="30515"/>
                  </a:lnTo>
                  <a:lnTo>
                    <a:pt x="624255" y="31075"/>
                  </a:lnTo>
                  <a:lnTo>
                    <a:pt x="636995" y="31630"/>
                  </a:lnTo>
                  <a:lnTo>
                    <a:pt x="649735" y="32180"/>
                  </a:lnTo>
                  <a:lnTo>
                    <a:pt x="662475" y="32724"/>
                  </a:lnTo>
                  <a:lnTo>
                    <a:pt x="675215" y="33263"/>
                  </a:lnTo>
                  <a:lnTo>
                    <a:pt x="687955" y="33795"/>
                  </a:lnTo>
                  <a:lnTo>
                    <a:pt x="700694" y="34322"/>
                  </a:lnTo>
                  <a:lnTo>
                    <a:pt x="713434" y="34842"/>
                  </a:lnTo>
                  <a:lnTo>
                    <a:pt x="726174" y="35356"/>
                  </a:lnTo>
                  <a:lnTo>
                    <a:pt x="738914" y="35864"/>
                  </a:lnTo>
                  <a:lnTo>
                    <a:pt x="751654" y="36365"/>
                  </a:lnTo>
                  <a:lnTo>
                    <a:pt x="764394" y="36860"/>
                  </a:lnTo>
                  <a:lnTo>
                    <a:pt x="777134" y="37348"/>
                  </a:lnTo>
                  <a:lnTo>
                    <a:pt x="789874" y="37829"/>
                  </a:lnTo>
                  <a:lnTo>
                    <a:pt x="802614" y="38304"/>
                  </a:lnTo>
                  <a:lnTo>
                    <a:pt x="815354" y="38771"/>
                  </a:lnTo>
                  <a:lnTo>
                    <a:pt x="828094" y="39231"/>
                  </a:lnTo>
                  <a:lnTo>
                    <a:pt x="840833" y="39684"/>
                  </a:lnTo>
                  <a:lnTo>
                    <a:pt x="853573" y="40129"/>
                  </a:lnTo>
                  <a:lnTo>
                    <a:pt x="866313" y="40568"/>
                  </a:lnTo>
                  <a:lnTo>
                    <a:pt x="879053" y="40998"/>
                  </a:lnTo>
                  <a:lnTo>
                    <a:pt x="891793" y="41422"/>
                  </a:lnTo>
                  <a:lnTo>
                    <a:pt x="904533" y="41837"/>
                  </a:lnTo>
                  <a:lnTo>
                    <a:pt x="917273" y="42245"/>
                  </a:lnTo>
                  <a:lnTo>
                    <a:pt x="930013" y="42645"/>
                  </a:lnTo>
                  <a:lnTo>
                    <a:pt x="942753" y="43037"/>
                  </a:lnTo>
                  <a:lnTo>
                    <a:pt x="955493" y="43422"/>
                  </a:lnTo>
                  <a:lnTo>
                    <a:pt x="968233" y="43798"/>
                  </a:lnTo>
                  <a:lnTo>
                    <a:pt x="980972" y="44166"/>
                  </a:lnTo>
                  <a:lnTo>
                    <a:pt x="993712" y="44527"/>
                  </a:lnTo>
                  <a:lnTo>
                    <a:pt x="1006452" y="44879"/>
                  </a:lnTo>
                  <a:lnTo>
                    <a:pt x="1019192" y="45223"/>
                  </a:lnTo>
                  <a:lnTo>
                    <a:pt x="1031932" y="45559"/>
                  </a:lnTo>
                  <a:lnTo>
                    <a:pt x="1044672" y="45887"/>
                  </a:lnTo>
                  <a:lnTo>
                    <a:pt x="1057412" y="46207"/>
                  </a:lnTo>
                  <a:lnTo>
                    <a:pt x="1070152" y="46519"/>
                  </a:lnTo>
                  <a:lnTo>
                    <a:pt x="1082892" y="46822"/>
                  </a:lnTo>
                  <a:lnTo>
                    <a:pt x="1095632" y="47117"/>
                  </a:lnTo>
                  <a:lnTo>
                    <a:pt x="1108372" y="47404"/>
                  </a:lnTo>
                  <a:lnTo>
                    <a:pt x="1121111" y="47683"/>
                  </a:lnTo>
                  <a:lnTo>
                    <a:pt x="1133851" y="47953"/>
                  </a:lnTo>
                  <a:lnTo>
                    <a:pt x="1146591" y="48216"/>
                  </a:lnTo>
                  <a:lnTo>
                    <a:pt x="1159331" y="48470"/>
                  </a:lnTo>
                  <a:lnTo>
                    <a:pt x="1172071" y="48716"/>
                  </a:lnTo>
                  <a:lnTo>
                    <a:pt x="1184811" y="48954"/>
                  </a:lnTo>
                  <a:lnTo>
                    <a:pt x="1197551" y="49184"/>
                  </a:lnTo>
                  <a:lnTo>
                    <a:pt x="1210291" y="49405"/>
                  </a:lnTo>
                  <a:lnTo>
                    <a:pt x="1223031" y="49619"/>
                  </a:lnTo>
                  <a:lnTo>
                    <a:pt x="1235771" y="49825"/>
                  </a:lnTo>
                  <a:lnTo>
                    <a:pt x="1248511" y="50023"/>
                  </a:lnTo>
                  <a:lnTo>
                    <a:pt x="1261250" y="50213"/>
                  </a:lnTo>
                  <a:lnTo>
                    <a:pt x="1273990" y="50395"/>
                  </a:lnTo>
                  <a:lnTo>
                    <a:pt x="1286730" y="50569"/>
                  </a:lnTo>
                  <a:lnTo>
                    <a:pt x="1299470" y="50736"/>
                  </a:lnTo>
                  <a:lnTo>
                    <a:pt x="1312210" y="50895"/>
                  </a:lnTo>
                  <a:lnTo>
                    <a:pt x="1324950" y="51047"/>
                  </a:lnTo>
                  <a:lnTo>
                    <a:pt x="1337690" y="51191"/>
                  </a:lnTo>
                  <a:lnTo>
                    <a:pt x="1350430" y="51327"/>
                  </a:lnTo>
                  <a:lnTo>
                    <a:pt x="1363170" y="51457"/>
                  </a:lnTo>
                  <a:lnTo>
                    <a:pt x="1375910" y="51579"/>
                  </a:lnTo>
                  <a:lnTo>
                    <a:pt x="1388650" y="51694"/>
                  </a:lnTo>
                  <a:lnTo>
                    <a:pt x="1401389" y="51802"/>
                  </a:lnTo>
                  <a:lnTo>
                    <a:pt x="1414129" y="51903"/>
                  </a:lnTo>
                  <a:lnTo>
                    <a:pt x="1426869" y="51997"/>
                  </a:lnTo>
                  <a:lnTo>
                    <a:pt x="1439609" y="52084"/>
                  </a:lnTo>
                  <a:lnTo>
                    <a:pt x="1452349" y="52165"/>
                  </a:lnTo>
                  <a:lnTo>
                    <a:pt x="1465089" y="52239"/>
                  </a:lnTo>
                  <a:lnTo>
                    <a:pt x="1477829" y="52306"/>
                  </a:lnTo>
                  <a:lnTo>
                    <a:pt x="1490569" y="52367"/>
                  </a:lnTo>
                  <a:lnTo>
                    <a:pt x="1503309" y="52422"/>
                  </a:lnTo>
                  <a:lnTo>
                    <a:pt x="1516049" y="52471"/>
                  </a:lnTo>
                  <a:lnTo>
                    <a:pt x="1528789" y="52514"/>
                  </a:lnTo>
                  <a:lnTo>
                    <a:pt x="1541528" y="52551"/>
                  </a:lnTo>
                  <a:lnTo>
                    <a:pt x="1554268" y="52582"/>
                  </a:lnTo>
                  <a:lnTo>
                    <a:pt x="1567008" y="52608"/>
                  </a:lnTo>
                  <a:lnTo>
                    <a:pt x="1579748" y="52628"/>
                  </a:lnTo>
                  <a:lnTo>
                    <a:pt x="1592488" y="52642"/>
                  </a:lnTo>
                  <a:lnTo>
                    <a:pt x="1605228" y="52652"/>
                  </a:lnTo>
                  <a:lnTo>
                    <a:pt x="1617968" y="52656"/>
                  </a:lnTo>
                  <a:lnTo>
                    <a:pt x="1630708" y="52655"/>
                  </a:lnTo>
                  <a:lnTo>
                    <a:pt x="1643448" y="52649"/>
                  </a:lnTo>
                  <a:lnTo>
                    <a:pt x="1656188" y="52638"/>
                  </a:lnTo>
                  <a:lnTo>
                    <a:pt x="1668928" y="52623"/>
                  </a:lnTo>
                  <a:lnTo>
                    <a:pt x="1681667" y="52603"/>
                  </a:lnTo>
                  <a:lnTo>
                    <a:pt x="1694407" y="52579"/>
                  </a:lnTo>
                  <a:lnTo>
                    <a:pt x="1707147" y="52551"/>
                  </a:lnTo>
                  <a:lnTo>
                    <a:pt x="1719887" y="52518"/>
                  </a:lnTo>
                  <a:lnTo>
                    <a:pt x="1732627" y="52482"/>
                  </a:lnTo>
                  <a:lnTo>
                    <a:pt x="1745367" y="52441"/>
                  </a:lnTo>
                  <a:lnTo>
                    <a:pt x="1758107" y="52397"/>
                  </a:lnTo>
                  <a:lnTo>
                    <a:pt x="1770847" y="52349"/>
                  </a:lnTo>
                  <a:lnTo>
                    <a:pt x="1783587" y="52298"/>
                  </a:lnTo>
                  <a:lnTo>
                    <a:pt x="1796327" y="52243"/>
                  </a:lnTo>
                  <a:lnTo>
                    <a:pt x="1809067" y="52186"/>
                  </a:lnTo>
                  <a:lnTo>
                    <a:pt x="1821806" y="52125"/>
                  </a:lnTo>
                  <a:lnTo>
                    <a:pt x="1834546" y="52061"/>
                  </a:lnTo>
                  <a:lnTo>
                    <a:pt x="1847286" y="51994"/>
                  </a:lnTo>
                  <a:lnTo>
                    <a:pt x="1860026" y="51925"/>
                  </a:lnTo>
                  <a:lnTo>
                    <a:pt x="1872766" y="51853"/>
                  </a:lnTo>
                  <a:lnTo>
                    <a:pt x="1885506" y="51778"/>
                  </a:lnTo>
                  <a:lnTo>
                    <a:pt x="1898246" y="51701"/>
                  </a:lnTo>
                  <a:lnTo>
                    <a:pt x="1910986" y="51622"/>
                  </a:lnTo>
                  <a:lnTo>
                    <a:pt x="1923726" y="51541"/>
                  </a:lnTo>
                  <a:lnTo>
                    <a:pt x="1936466" y="51458"/>
                  </a:lnTo>
                  <a:lnTo>
                    <a:pt x="1949206" y="51373"/>
                  </a:lnTo>
                  <a:lnTo>
                    <a:pt x="1961945" y="51287"/>
                  </a:lnTo>
                  <a:lnTo>
                    <a:pt x="1974685" y="51198"/>
                  </a:lnTo>
                  <a:lnTo>
                    <a:pt x="1987425" y="51108"/>
                  </a:lnTo>
                  <a:lnTo>
                    <a:pt x="2000165" y="51017"/>
                  </a:lnTo>
                  <a:lnTo>
                    <a:pt x="2012905" y="50924"/>
                  </a:lnTo>
                  <a:lnTo>
                    <a:pt x="2025645" y="50830"/>
                  </a:lnTo>
                  <a:lnTo>
                    <a:pt x="2038385" y="50735"/>
                  </a:lnTo>
                  <a:lnTo>
                    <a:pt x="2051125" y="50639"/>
                  </a:lnTo>
                  <a:lnTo>
                    <a:pt x="2063865" y="50542"/>
                  </a:lnTo>
                  <a:lnTo>
                    <a:pt x="2076605" y="50444"/>
                  </a:lnTo>
                  <a:lnTo>
                    <a:pt x="2089345" y="50346"/>
                  </a:lnTo>
                  <a:lnTo>
                    <a:pt x="2102084" y="50247"/>
                  </a:lnTo>
                  <a:lnTo>
                    <a:pt x="2114824" y="50147"/>
                  </a:lnTo>
                  <a:lnTo>
                    <a:pt x="2127564" y="50046"/>
                  </a:lnTo>
                  <a:lnTo>
                    <a:pt x="2140304" y="49945"/>
                  </a:lnTo>
                  <a:lnTo>
                    <a:pt x="2153044" y="49844"/>
                  </a:lnTo>
                  <a:lnTo>
                    <a:pt x="2165784" y="49743"/>
                  </a:lnTo>
                  <a:lnTo>
                    <a:pt x="2178524" y="49641"/>
                  </a:lnTo>
                  <a:lnTo>
                    <a:pt x="2191264" y="49539"/>
                  </a:lnTo>
                  <a:lnTo>
                    <a:pt x="2204004" y="49437"/>
                  </a:lnTo>
                  <a:lnTo>
                    <a:pt x="2216744" y="49334"/>
                  </a:lnTo>
                  <a:lnTo>
                    <a:pt x="2229484" y="49232"/>
                  </a:lnTo>
                  <a:lnTo>
                    <a:pt x="2242223" y="49129"/>
                  </a:lnTo>
                  <a:lnTo>
                    <a:pt x="2254963" y="49027"/>
                  </a:lnTo>
                  <a:lnTo>
                    <a:pt x="2267703" y="48924"/>
                  </a:lnTo>
                  <a:lnTo>
                    <a:pt x="2280443" y="48821"/>
                  </a:lnTo>
                  <a:lnTo>
                    <a:pt x="2280443" y="163823"/>
                  </a:lnTo>
                  <a:lnTo>
                    <a:pt x="2267703" y="163859"/>
                  </a:lnTo>
                  <a:lnTo>
                    <a:pt x="2254963" y="163896"/>
                  </a:lnTo>
                  <a:lnTo>
                    <a:pt x="2242223" y="163933"/>
                  </a:lnTo>
                  <a:lnTo>
                    <a:pt x="2229484" y="163970"/>
                  </a:lnTo>
                  <a:lnTo>
                    <a:pt x="2216744" y="164006"/>
                  </a:lnTo>
                  <a:lnTo>
                    <a:pt x="2204004" y="164043"/>
                  </a:lnTo>
                  <a:lnTo>
                    <a:pt x="2191264" y="164079"/>
                  </a:lnTo>
                  <a:lnTo>
                    <a:pt x="2178524" y="164116"/>
                  </a:lnTo>
                  <a:lnTo>
                    <a:pt x="2165784" y="164152"/>
                  </a:lnTo>
                  <a:lnTo>
                    <a:pt x="2153044" y="164188"/>
                  </a:lnTo>
                  <a:lnTo>
                    <a:pt x="2140304" y="164224"/>
                  </a:lnTo>
                  <a:lnTo>
                    <a:pt x="2127564" y="164260"/>
                  </a:lnTo>
                  <a:lnTo>
                    <a:pt x="2114824" y="164296"/>
                  </a:lnTo>
                  <a:lnTo>
                    <a:pt x="2102084" y="164331"/>
                  </a:lnTo>
                  <a:lnTo>
                    <a:pt x="2089345" y="164366"/>
                  </a:lnTo>
                  <a:lnTo>
                    <a:pt x="2076605" y="164401"/>
                  </a:lnTo>
                  <a:lnTo>
                    <a:pt x="2063865" y="164435"/>
                  </a:lnTo>
                  <a:lnTo>
                    <a:pt x="2051125" y="164468"/>
                  </a:lnTo>
                  <a:lnTo>
                    <a:pt x="2038385" y="164502"/>
                  </a:lnTo>
                  <a:lnTo>
                    <a:pt x="2025645" y="164534"/>
                  </a:lnTo>
                  <a:lnTo>
                    <a:pt x="2012905" y="164566"/>
                  </a:lnTo>
                  <a:lnTo>
                    <a:pt x="2000165" y="164597"/>
                  </a:lnTo>
                  <a:lnTo>
                    <a:pt x="1987425" y="164628"/>
                  </a:lnTo>
                  <a:lnTo>
                    <a:pt x="1974685" y="164658"/>
                  </a:lnTo>
                  <a:lnTo>
                    <a:pt x="1961945" y="164686"/>
                  </a:lnTo>
                  <a:lnTo>
                    <a:pt x="1949206" y="164714"/>
                  </a:lnTo>
                  <a:lnTo>
                    <a:pt x="1936466" y="164741"/>
                  </a:lnTo>
                  <a:lnTo>
                    <a:pt x="1923726" y="164767"/>
                  </a:lnTo>
                  <a:lnTo>
                    <a:pt x="1910986" y="164791"/>
                  </a:lnTo>
                  <a:lnTo>
                    <a:pt x="1898246" y="164814"/>
                  </a:lnTo>
                  <a:lnTo>
                    <a:pt x="1885506" y="164836"/>
                  </a:lnTo>
                  <a:lnTo>
                    <a:pt x="1872766" y="164857"/>
                  </a:lnTo>
                  <a:lnTo>
                    <a:pt x="1860026" y="164876"/>
                  </a:lnTo>
                  <a:lnTo>
                    <a:pt x="1847286" y="164893"/>
                  </a:lnTo>
                  <a:lnTo>
                    <a:pt x="1834546" y="164909"/>
                  </a:lnTo>
                  <a:lnTo>
                    <a:pt x="1821806" y="164924"/>
                  </a:lnTo>
                  <a:lnTo>
                    <a:pt x="1809067" y="164936"/>
                  </a:lnTo>
                  <a:lnTo>
                    <a:pt x="1796327" y="164946"/>
                  </a:lnTo>
                  <a:lnTo>
                    <a:pt x="1783587" y="164955"/>
                  </a:lnTo>
                  <a:lnTo>
                    <a:pt x="1770847" y="164962"/>
                  </a:lnTo>
                  <a:lnTo>
                    <a:pt x="1758107" y="164966"/>
                  </a:lnTo>
                  <a:lnTo>
                    <a:pt x="1745367" y="164968"/>
                  </a:lnTo>
                  <a:lnTo>
                    <a:pt x="1732627" y="164968"/>
                  </a:lnTo>
                  <a:lnTo>
                    <a:pt x="1719887" y="164966"/>
                  </a:lnTo>
                  <a:lnTo>
                    <a:pt x="1707147" y="164961"/>
                  </a:lnTo>
                  <a:lnTo>
                    <a:pt x="1694407" y="164954"/>
                  </a:lnTo>
                  <a:lnTo>
                    <a:pt x="1681667" y="164944"/>
                  </a:lnTo>
                  <a:lnTo>
                    <a:pt x="1668928" y="164931"/>
                  </a:lnTo>
                  <a:lnTo>
                    <a:pt x="1656188" y="164916"/>
                  </a:lnTo>
                  <a:lnTo>
                    <a:pt x="1643448" y="164897"/>
                  </a:lnTo>
                  <a:lnTo>
                    <a:pt x="1630708" y="164876"/>
                  </a:lnTo>
                  <a:lnTo>
                    <a:pt x="1617968" y="164852"/>
                  </a:lnTo>
                  <a:lnTo>
                    <a:pt x="1605228" y="164825"/>
                  </a:lnTo>
                  <a:lnTo>
                    <a:pt x="1592488" y="164794"/>
                  </a:lnTo>
                  <a:lnTo>
                    <a:pt x="1579748" y="164760"/>
                  </a:lnTo>
                  <a:lnTo>
                    <a:pt x="1567008" y="164723"/>
                  </a:lnTo>
                  <a:lnTo>
                    <a:pt x="1554268" y="164683"/>
                  </a:lnTo>
                  <a:lnTo>
                    <a:pt x="1541528" y="164639"/>
                  </a:lnTo>
                  <a:lnTo>
                    <a:pt x="1528789" y="164591"/>
                  </a:lnTo>
                  <a:lnTo>
                    <a:pt x="1516049" y="164540"/>
                  </a:lnTo>
                  <a:lnTo>
                    <a:pt x="1503309" y="164485"/>
                  </a:lnTo>
                  <a:lnTo>
                    <a:pt x="1490569" y="164427"/>
                  </a:lnTo>
                  <a:lnTo>
                    <a:pt x="1477829" y="164364"/>
                  </a:lnTo>
                  <a:lnTo>
                    <a:pt x="1465089" y="164297"/>
                  </a:lnTo>
                  <a:lnTo>
                    <a:pt x="1452349" y="164227"/>
                  </a:lnTo>
                  <a:lnTo>
                    <a:pt x="1439609" y="164152"/>
                  </a:lnTo>
                  <a:lnTo>
                    <a:pt x="1426869" y="164073"/>
                  </a:lnTo>
                  <a:lnTo>
                    <a:pt x="1414129" y="163990"/>
                  </a:lnTo>
                  <a:lnTo>
                    <a:pt x="1401389" y="163903"/>
                  </a:lnTo>
                  <a:lnTo>
                    <a:pt x="1388650" y="163811"/>
                  </a:lnTo>
                  <a:lnTo>
                    <a:pt x="1375910" y="163715"/>
                  </a:lnTo>
                  <a:lnTo>
                    <a:pt x="1363170" y="163614"/>
                  </a:lnTo>
                  <a:lnTo>
                    <a:pt x="1350430" y="163509"/>
                  </a:lnTo>
                  <a:lnTo>
                    <a:pt x="1337690" y="163399"/>
                  </a:lnTo>
                  <a:lnTo>
                    <a:pt x="1324950" y="163285"/>
                  </a:lnTo>
                  <a:lnTo>
                    <a:pt x="1312210" y="163165"/>
                  </a:lnTo>
                  <a:lnTo>
                    <a:pt x="1299470" y="163041"/>
                  </a:lnTo>
                  <a:lnTo>
                    <a:pt x="1286730" y="162912"/>
                  </a:lnTo>
                  <a:lnTo>
                    <a:pt x="1273990" y="162778"/>
                  </a:lnTo>
                  <a:lnTo>
                    <a:pt x="1261250" y="162640"/>
                  </a:lnTo>
                  <a:lnTo>
                    <a:pt x="1248511" y="162496"/>
                  </a:lnTo>
                  <a:lnTo>
                    <a:pt x="1235771" y="162347"/>
                  </a:lnTo>
                  <a:lnTo>
                    <a:pt x="1223031" y="162193"/>
                  </a:lnTo>
                  <a:lnTo>
                    <a:pt x="1210291" y="162034"/>
                  </a:lnTo>
                  <a:lnTo>
                    <a:pt x="1197551" y="161870"/>
                  </a:lnTo>
                  <a:lnTo>
                    <a:pt x="1184811" y="161701"/>
                  </a:lnTo>
                  <a:lnTo>
                    <a:pt x="1172071" y="161526"/>
                  </a:lnTo>
                  <a:lnTo>
                    <a:pt x="1159331" y="161347"/>
                  </a:lnTo>
                  <a:lnTo>
                    <a:pt x="1146591" y="161162"/>
                  </a:lnTo>
                  <a:lnTo>
                    <a:pt x="1133851" y="160972"/>
                  </a:lnTo>
                  <a:lnTo>
                    <a:pt x="1121111" y="160776"/>
                  </a:lnTo>
                  <a:lnTo>
                    <a:pt x="1108372" y="160575"/>
                  </a:lnTo>
                  <a:lnTo>
                    <a:pt x="1095632" y="160369"/>
                  </a:lnTo>
                  <a:lnTo>
                    <a:pt x="1082892" y="160158"/>
                  </a:lnTo>
                  <a:lnTo>
                    <a:pt x="1070152" y="159941"/>
                  </a:lnTo>
                  <a:lnTo>
                    <a:pt x="1057412" y="159719"/>
                  </a:lnTo>
                  <a:lnTo>
                    <a:pt x="1044672" y="159492"/>
                  </a:lnTo>
                  <a:lnTo>
                    <a:pt x="1031932" y="159260"/>
                  </a:lnTo>
                  <a:lnTo>
                    <a:pt x="1019192" y="159022"/>
                  </a:lnTo>
                  <a:lnTo>
                    <a:pt x="1006452" y="158779"/>
                  </a:lnTo>
                  <a:lnTo>
                    <a:pt x="993712" y="158530"/>
                  </a:lnTo>
                  <a:lnTo>
                    <a:pt x="980972" y="158277"/>
                  </a:lnTo>
                  <a:lnTo>
                    <a:pt x="968233" y="158018"/>
                  </a:lnTo>
                  <a:lnTo>
                    <a:pt x="955493" y="157754"/>
                  </a:lnTo>
                  <a:lnTo>
                    <a:pt x="942753" y="157485"/>
                  </a:lnTo>
                  <a:lnTo>
                    <a:pt x="930013" y="157210"/>
                  </a:lnTo>
                  <a:lnTo>
                    <a:pt x="917273" y="156931"/>
                  </a:lnTo>
                  <a:lnTo>
                    <a:pt x="904533" y="156647"/>
                  </a:lnTo>
                  <a:lnTo>
                    <a:pt x="891793" y="156357"/>
                  </a:lnTo>
                  <a:lnTo>
                    <a:pt x="879053" y="156063"/>
                  </a:lnTo>
                  <a:lnTo>
                    <a:pt x="866313" y="155764"/>
                  </a:lnTo>
                  <a:lnTo>
                    <a:pt x="853573" y="155460"/>
                  </a:lnTo>
                  <a:lnTo>
                    <a:pt x="840833" y="155151"/>
                  </a:lnTo>
                  <a:lnTo>
                    <a:pt x="828094" y="154837"/>
                  </a:lnTo>
                  <a:lnTo>
                    <a:pt x="815354" y="154519"/>
                  </a:lnTo>
                  <a:lnTo>
                    <a:pt x="802614" y="154196"/>
                  </a:lnTo>
                  <a:lnTo>
                    <a:pt x="789874" y="153869"/>
                  </a:lnTo>
                  <a:lnTo>
                    <a:pt x="777134" y="153537"/>
                  </a:lnTo>
                  <a:lnTo>
                    <a:pt x="764394" y="153201"/>
                  </a:lnTo>
                  <a:lnTo>
                    <a:pt x="751654" y="152860"/>
                  </a:lnTo>
                  <a:lnTo>
                    <a:pt x="738914" y="152515"/>
                  </a:lnTo>
                  <a:lnTo>
                    <a:pt x="726174" y="152166"/>
                  </a:lnTo>
                  <a:lnTo>
                    <a:pt x="713434" y="151813"/>
                  </a:lnTo>
                  <a:lnTo>
                    <a:pt x="700694" y="151456"/>
                  </a:lnTo>
                  <a:lnTo>
                    <a:pt x="687955" y="151095"/>
                  </a:lnTo>
                  <a:lnTo>
                    <a:pt x="675215" y="150730"/>
                  </a:lnTo>
                  <a:lnTo>
                    <a:pt x="662475" y="150361"/>
                  </a:lnTo>
                  <a:lnTo>
                    <a:pt x="649735" y="149988"/>
                  </a:lnTo>
                  <a:lnTo>
                    <a:pt x="636995" y="149612"/>
                  </a:lnTo>
                  <a:lnTo>
                    <a:pt x="624255" y="149233"/>
                  </a:lnTo>
                  <a:lnTo>
                    <a:pt x="611515" y="148850"/>
                  </a:lnTo>
                  <a:lnTo>
                    <a:pt x="598775" y="148464"/>
                  </a:lnTo>
                  <a:lnTo>
                    <a:pt x="586035" y="148074"/>
                  </a:lnTo>
                  <a:lnTo>
                    <a:pt x="573295" y="147682"/>
                  </a:lnTo>
                  <a:lnTo>
                    <a:pt x="560555" y="147286"/>
                  </a:lnTo>
                  <a:lnTo>
                    <a:pt x="547816" y="146888"/>
                  </a:lnTo>
                  <a:lnTo>
                    <a:pt x="535076" y="146486"/>
                  </a:lnTo>
                  <a:lnTo>
                    <a:pt x="522336" y="146082"/>
                  </a:lnTo>
                  <a:lnTo>
                    <a:pt x="509596" y="145676"/>
                  </a:lnTo>
                  <a:lnTo>
                    <a:pt x="496856" y="145266"/>
                  </a:lnTo>
                  <a:lnTo>
                    <a:pt x="484116" y="144854"/>
                  </a:lnTo>
                  <a:lnTo>
                    <a:pt x="471376" y="144440"/>
                  </a:lnTo>
                  <a:lnTo>
                    <a:pt x="458636" y="144024"/>
                  </a:lnTo>
                  <a:lnTo>
                    <a:pt x="445896" y="143605"/>
                  </a:lnTo>
                  <a:lnTo>
                    <a:pt x="433156" y="143185"/>
                  </a:lnTo>
                  <a:lnTo>
                    <a:pt x="420416" y="142762"/>
                  </a:lnTo>
                  <a:lnTo>
                    <a:pt x="407677" y="142337"/>
                  </a:lnTo>
                  <a:lnTo>
                    <a:pt x="394937" y="141911"/>
                  </a:lnTo>
                  <a:lnTo>
                    <a:pt x="382197" y="141483"/>
                  </a:lnTo>
                  <a:lnTo>
                    <a:pt x="369457" y="141053"/>
                  </a:lnTo>
                  <a:lnTo>
                    <a:pt x="356717" y="140622"/>
                  </a:lnTo>
                  <a:lnTo>
                    <a:pt x="343977" y="140190"/>
                  </a:lnTo>
                  <a:lnTo>
                    <a:pt x="331237" y="139755"/>
                  </a:lnTo>
                  <a:lnTo>
                    <a:pt x="318497" y="139320"/>
                  </a:lnTo>
                  <a:lnTo>
                    <a:pt x="305757" y="138884"/>
                  </a:lnTo>
                  <a:lnTo>
                    <a:pt x="293017" y="138446"/>
                  </a:lnTo>
                  <a:lnTo>
                    <a:pt x="280277" y="138007"/>
                  </a:lnTo>
                  <a:lnTo>
                    <a:pt x="267538" y="137568"/>
                  </a:lnTo>
                  <a:lnTo>
                    <a:pt x="254798" y="137127"/>
                  </a:lnTo>
                  <a:lnTo>
                    <a:pt x="242058" y="136686"/>
                  </a:lnTo>
                  <a:lnTo>
                    <a:pt x="229318" y="136244"/>
                  </a:lnTo>
                  <a:lnTo>
                    <a:pt x="216578" y="135801"/>
                  </a:lnTo>
                  <a:lnTo>
                    <a:pt x="203838" y="135357"/>
                  </a:lnTo>
                  <a:lnTo>
                    <a:pt x="191098" y="134913"/>
                  </a:lnTo>
                  <a:lnTo>
                    <a:pt x="178358" y="134469"/>
                  </a:lnTo>
                  <a:lnTo>
                    <a:pt x="165618" y="134024"/>
                  </a:lnTo>
                  <a:lnTo>
                    <a:pt x="152878" y="133579"/>
                  </a:lnTo>
                  <a:lnTo>
                    <a:pt x="140138" y="133133"/>
                  </a:lnTo>
                  <a:lnTo>
                    <a:pt x="127399" y="132687"/>
                  </a:lnTo>
                  <a:lnTo>
                    <a:pt x="114659" y="132241"/>
                  </a:lnTo>
                  <a:lnTo>
                    <a:pt x="101919" y="131795"/>
                  </a:lnTo>
                  <a:lnTo>
                    <a:pt x="89179" y="131348"/>
                  </a:lnTo>
                  <a:lnTo>
                    <a:pt x="76439" y="130902"/>
                  </a:lnTo>
                  <a:lnTo>
                    <a:pt x="63699" y="130455"/>
                  </a:lnTo>
                  <a:lnTo>
                    <a:pt x="50959" y="130008"/>
                  </a:lnTo>
                  <a:lnTo>
                    <a:pt x="38219" y="129561"/>
                  </a:lnTo>
                  <a:lnTo>
                    <a:pt x="25479" y="129114"/>
                  </a:lnTo>
                  <a:lnTo>
                    <a:pt x="12739" y="128667"/>
                  </a:lnTo>
                  <a:lnTo>
                    <a:pt x="0" y="128221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3841967" y="1392136"/>
              <a:ext cx="2280443" cy="52656"/>
            </a:xfrm>
            <a:custGeom>
              <a:avLst/>
              <a:pathLst>
                <a:path w="2280443" h="52656">
                  <a:moveTo>
                    <a:pt x="0" y="0"/>
                  </a:moveTo>
                  <a:lnTo>
                    <a:pt x="12739" y="663"/>
                  </a:lnTo>
                  <a:lnTo>
                    <a:pt x="25479" y="1327"/>
                  </a:lnTo>
                  <a:lnTo>
                    <a:pt x="38219" y="1991"/>
                  </a:lnTo>
                  <a:lnTo>
                    <a:pt x="50959" y="2655"/>
                  </a:lnTo>
                  <a:lnTo>
                    <a:pt x="63699" y="3318"/>
                  </a:lnTo>
                  <a:lnTo>
                    <a:pt x="76439" y="3982"/>
                  </a:lnTo>
                  <a:lnTo>
                    <a:pt x="89179" y="4645"/>
                  </a:lnTo>
                  <a:lnTo>
                    <a:pt x="101919" y="5308"/>
                  </a:lnTo>
                  <a:lnTo>
                    <a:pt x="114659" y="5971"/>
                  </a:lnTo>
                  <a:lnTo>
                    <a:pt x="127399" y="6634"/>
                  </a:lnTo>
                  <a:lnTo>
                    <a:pt x="140138" y="7296"/>
                  </a:lnTo>
                  <a:lnTo>
                    <a:pt x="152878" y="7957"/>
                  </a:lnTo>
                  <a:lnTo>
                    <a:pt x="165618" y="8618"/>
                  </a:lnTo>
                  <a:lnTo>
                    <a:pt x="178358" y="9279"/>
                  </a:lnTo>
                  <a:lnTo>
                    <a:pt x="191098" y="9939"/>
                  </a:lnTo>
                  <a:lnTo>
                    <a:pt x="203838" y="10597"/>
                  </a:lnTo>
                  <a:lnTo>
                    <a:pt x="216578" y="11255"/>
                  </a:lnTo>
                  <a:lnTo>
                    <a:pt x="229318" y="11912"/>
                  </a:lnTo>
                  <a:lnTo>
                    <a:pt x="242058" y="12568"/>
                  </a:lnTo>
                  <a:lnTo>
                    <a:pt x="254798" y="13223"/>
                  </a:lnTo>
                  <a:lnTo>
                    <a:pt x="267538" y="13876"/>
                  </a:lnTo>
                  <a:lnTo>
                    <a:pt x="280277" y="14527"/>
                  </a:lnTo>
                  <a:lnTo>
                    <a:pt x="293017" y="15177"/>
                  </a:lnTo>
                  <a:lnTo>
                    <a:pt x="305757" y="15826"/>
                  </a:lnTo>
                  <a:lnTo>
                    <a:pt x="318497" y="16472"/>
                  </a:lnTo>
                  <a:lnTo>
                    <a:pt x="331237" y="17117"/>
                  </a:lnTo>
                  <a:lnTo>
                    <a:pt x="343977" y="17759"/>
                  </a:lnTo>
                  <a:lnTo>
                    <a:pt x="356717" y="18399"/>
                  </a:lnTo>
                  <a:lnTo>
                    <a:pt x="369457" y="19037"/>
                  </a:lnTo>
                  <a:lnTo>
                    <a:pt x="382197" y="19672"/>
                  </a:lnTo>
                  <a:lnTo>
                    <a:pt x="394937" y="20305"/>
                  </a:lnTo>
                  <a:lnTo>
                    <a:pt x="407677" y="20934"/>
                  </a:lnTo>
                  <a:lnTo>
                    <a:pt x="420416" y="21561"/>
                  </a:lnTo>
                  <a:lnTo>
                    <a:pt x="433156" y="22185"/>
                  </a:lnTo>
                  <a:lnTo>
                    <a:pt x="445896" y="22806"/>
                  </a:lnTo>
                  <a:lnTo>
                    <a:pt x="458636" y="23423"/>
                  </a:lnTo>
                  <a:lnTo>
                    <a:pt x="471376" y="24036"/>
                  </a:lnTo>
                  <a:lnTo>
                    <a:pt x="484116" y="24646"/>
                  </a:lnTo>
                  <a:lnTo>
                    <a:pt x="496856" y="25253"/>
                  </a:lnTo>
                  <a:lnTo>
                    <a:pt x="509596" y="25855"/>
                  </a:lnTo>
                  <a:lnTo>
                    <a:pt x="522336" y="26453"/>
                  </a:lnTo>
                  <a:lnTo>
                    <a:pt x="535076" y="27047"/>
                  </a:lnTo>
                  <a:lnTo>
                    <a:pt x="547816" y="27637"/>
                  </a:lnTo>
                  <a:lnTo>
                    <a:pt x="560555" y="28222"/>
                  </a:lnTo>
                  <a:lnTo>
                    <a:pt x="573295" y="28802"/>
                  </a:lnTo>
                  <a:lnTo>
                    <a:pt x="586035" y="29378"/>
                  </a:lnTo>
                  <a:lnTo>
                    <a:pt x="598775" y="29949"/>
                  </a:lnTo>
                  <a:lnTo>
                    <a:pt x="611515" y="30515"/>
                  </a:lnTo>
                  <a:lnTo>
                    <a:pt x="624255" y="31075"/>
                  </a:lnTo>
                  <a:lnTo>
                    <a:pt x="636995" y="31630"/>
                  </a:lnTo>
                  <a:lnTo>
                    <a:pt x="649735" y="32180"/>
                  </a:lnTo>
                  <a:lnTo>
                    <a:pt x="662475" y="32724"/>
                  </a:lnTo>
                  <a:lnTo>
                    <a:pt x="675215" y="33263"/>
                  </a:lnTo>
                  <a:lnTo>
                    <a:pt x="687955" y="33795"/>
                  </a:lnTo>
                  <a:lnTo>
                    <a:pt x="700694" y="34322"/>
                  </a:lnTo>
                  <a:lnTo>
                    <a:pt x="713434" y="34842"/>
                  </a:lnTo>
                  <a:lnTo>
                    <a:pt x="726174" y="35356"/>
                  </a:lnTo>
                  <a:lnTo>
                    <a:pt x="738914" y="35864"/>
                  </a:lnTo>
                  <a:lnTo>
                    <a:pt x="751654" y="36365"/>
                  </a:lnTo>
                  <a:lnTo>
                    <a:pt x="764394" y="36860"/>
                  </a:lnTo>
                  <a:lnTo>
                    <a:pt x="777134" y="37348"/>
                  </a:lnTo>
                  <a:lnTo>
                    <a:pt x="789874" y="37829"/>
                  </a:lnTo>
                  <a:lnTo>
                    <a:pt x="802614" y="38304"/>
                  </a:lnTo>
                  <a:lnTo>
                    <a:pt x="815354" y="38771"/>
                  </a:lnTo>
                  <a:lnTo>
                    <a:pt x="828094" y="39231"/>
                  </a:lnTo>
                  <a:lnTo>
                    <a:pt x="840833" y="39684"/>
                  </a:lnTo>
                  <a:lnTo>
                    <a:pt x="853573" y="40129"/>
                  </a:lnTo>
                  <a:lnTo>
                    <a:pt x="866313" y="40568"/>
                  </a:lnTo>
                  <a:lnTo>
                    <a:pt x="879053" y="40998"/>
                  </a:lnTo>
                  <a:lnTo>
                    <a:pt x="891793" y="41422"/>
                  </a:lnTo>
                  <a:lnTo>
                    <a:pt x="904533" y="41837"/>
                  </a:lnTo>
                  <a:lnTo>
                    <a:pt x="917273" y="42245"/>
                  </a:lnTo>
                  <a:lnTo>
                    <a:pt x="930013" y="42645"/>
                  </a:lnTo>
                  <a:lnTo>
                    <a:pt x="942753" y="43037"/>
                  </a:lnTo>
                  <a:lnTo>
                    <a:pt x="955493" y="43422"/>
                  </a:lnTo>
                  <a:lnTo>
                    <a:pt x="968233" y="43798"/>
                  </a:lnTo>
                  <a:lnTo>
                    <a:pt x="980972" y="44166"/>
                  </a:lnTo>
                  <a:lnTo>
                    <a:pt x="993712" y="44527"/>
                  </a:lnTo>
                  <a:lnTo>
                    <a:pt x="1006452" y="44879"/>
                  </a:lnTo>
                  <a:lnTo>
                    <a:pt x="1019192" y="45223"/>
                  </a:lnTo>
                  <a:lnTo>
                    <a:pt x="1031932" y="45559"/>
                  </a:lnTo>
                  <a:lnTo>
                    <a:pt x="1044672" y="45887"/>
                  </a:lnTo>
                  <a:lnTo>
                    <a:pt x="1057412" y="46207"/>
                  </a:lnTo>
                  <a:lnTo>
                    <a:pt x="1070152" y="46519"/>
                  </a:lnTo>
                  <a:lnTo>
                    <a:pt x="1082892" y="46822"/>
                  </a:lnTo>
                  <a:lnTo>
                    <a:pt x="1095632" y="47117"/>
                  </a:lnTo>
                  <a:lnTo>
                    <a:pt x="1108372" y="47404"/>
                  </a:lnTo>
                  <a:lnTo>
                    <a:pt x="1121111" y="47683"/>
                  </a:lnTo>
                  <a:lnTo>
                    <a:pt x="1133851" y="47953"/>
                  </a:lnTo>
                  <a:lnTo>
                    <a:pt x="1146591" y="48216"/>
                  </a:lnTo>
                  <a:lnTo>
                    <a:pt x="1159331" y="48470"/>
                  </a:lnTo>
                  <a:lnTo>
                    <a:pt x="1172071" y="48716"/>
                  </a:lnTo>
                  <a:lnTo>
                    <a:pt x="1184811" y="48954"/>
                  </a:lnTo>
                  <a:lnTo>
                    <a:pt x="1197551" y="49184"/>
                  </a:lnTo>
                  <a:lnTo>
                    <a:pt x="1210291" y="49405"/>
                  </a:lnTo>
                  <a:lnTo>
                    <a:pt x="1223031" y="49619"/>
                  </a:lnTo>
                  <a:lnTo>
                    <a:pt x="1235771" y="49825"/>
                  </a:lnTo>
                  <a:lnTo>
                    <a:pt x="1248511" y="50023"/>
                  </a:lnTo>
                  <a:lnTo>
                    <a:pt x="1261250" y="50213"/>
                  </a:lnTo>
                  <a:lnTo>
                    <a:pt x="1273990" y="50395"/>
                  </a:lnTo>
                  <a:lnTo>
                    <a:pt x="1286730" y="50569"/>
                  </a:lnTo>
                  <a:lnTo>
                    <a:pt x="1299470" y="50736"/>
                  </a:lnTo>
                  <a:lnTo>
                    <a:pt x="1312210" y="50895"/>
                  </a:lnTo>
                  <a:lnTo>
                    <a:pt x="1324950" y="51047"/>
                  </a:lnTo>
                  <a:lnTo>
                    <a:pt x="1337690" y="51191"/>
                  </a:lnTo>
                  <a:lnTo>
                    <a:pt x="1350430" y="51327"/>
                  </a:lnTo>
                  <a:lnTo>
                    <a:pt x="1363170" y="51457"/>
                  </a:lnTo>
                  <a:lnTo>
                    <a:pt x="1375910" y="51579"/>
                  </a:lnTo>
                  <a:lnTo>
                    <a:pt x="1388650" y="51694"/>
                  </a:lnTo>
                  <a:lnTo>
                    <a:pt x="1401389" y="51802"/>
                  </a:lnTo>
                  <a:lnTo>
                    <a:pt x="1414129" y="51903"/>
                  </a:lnTo>
                  <a:lnTo>
                    <a:pt x="1426869" y="51997"/>
                  </a:lnTo>
                  <a:lnTo>
                    <a:pt x="1439609" y="52084"/>
                  </a:lnTo>
                  <a:lnTo>
                    <a:pt x="1452349" y="52165"/>
                  </a:lnTo>
                  <a:lnTo>
                    <a:pt x="1465089" y="52239"/>
                  </a:lnTo>
                  <a:lnTo>
                    <a:pt x="1477829" y="52306"/>
                  </a:lnTo>
                  <a:lnTo>
                    <a:pt x="1490569" y="52367"/>
                  </a:lnTo>
                  <a:lnTo>
                    <a:pt x="1503309" y="52422"/>
                  </a:lnTo>
                  <a:lnTo>
                    <a:pt x="1516049" y="52471"/>
                  </a:lnTo>
                  <a:lnTo>
                    <a:pt x="1528789" y="52514"/>
                  </a:lnTo>
                  <a:lnTo>
                    <a:pt x="1541528" y="52551"/>
                  </a:lnTo>
                  <a:lnTo>
                    <a:pt x="1554268" y="52582"/>
                  </a:lnTo>
                  <a:lnTo>
                    <a:pt x="1567008" y="52608"/>
                  </a:lnTo>
                  <a:lnTo>
                    <a:pt x="1579748" y="52628"/>
                  </a:lnTo>
                  <a:lnTo>
                    <a:pt x="1592488" y="52642"/>
                  </a:lnTo>
                  <a:lnTo>
                    <a:pt x="1605228" y="52652"/>
                  </a:lnTo>
                  <a:lnTo>
                    <a:pt x="1617968" y="52656"/>
                  </a:lnTo>
                  <a:lnTo>
                    <a:pt x="1630708" y="52655"/>
                  </a:lnTo>
                  <a:lnTo>
                    <a:pt x="1643448" y="52649"/>
                  </a:lnTo>
                  <a:lnTo>
                    <a:pt x="1656188" y="52638"/>
                  </a:lnTo>
                  <a:lnTo>
                    <a:pt x="1668928" y="52623"/>
                  </a:lnTo>
                  <a:lnTo>
                    <a:pt x="1681667" y="52603"/>
                  </a:lnTo>
                  <a:lnTo>
                    <a:pt x="1694407" y="52579"/>
                  </a:lnTo>
                  <a:lnTo>
                    <a:pt x="1707147" y="52551"/>
                  </a:lnTo>
                  <a:lnTo>
                    <a:pt x="1719887" y="52518"/>
                  </a:lnTo>
                  <a:lnTo>
                    <a:pt x="1732627" y="52482"/>
                  </a:lnTo>
                  <a:lnTo>
                    <a:pt x="1745367" y="52441"/>
                  </a:lnTo>
                  <a:lnTo>
                    <a:pt x="1758107" y="52397"/>
                  </a:lnTo>
                  <a:lnTo>
                    <a:pt x="1770847" y="52349"/>
                  </a:lnTo>
                  <a:lnTo>
                    <a:pt x="1783587" y="52298"/>
                  </a:lnTo>
                  <a:lnTo>
                    <a:pt x="1796327" y="52243"/>
                  </a:lnTo>
                  <a:lnTo>
                    <a:pt x="1809067" y="52186"/>
                  </a:lnTo>
                  <a:lnTo>
                    <a:pt x="1821806" y="52125"/>
                  </a:lnTo>
                  <a:lnTo>
                    <a:pt x="1834546" y="52061"/>
                  </a:lnTo>
                  <a:lnTo>
                    <a:pt x="1847286" y="51994"/>
                  </a:lnTo>
                  <a:lnTo>
                    <a:pt x="1860026" y="51925"/>
                  </a:lnTo>
                  <a:lnTo>
                    <a:pt x="1872766" y="51853"/>
                  </a:lnTo>
                  <a:lnTo>
                    <a:pt x="1885506" y="51778"/>
                  </a:lnTo>
                  <a:lnTo>
                    <a:pt x="1898246" y="51701"/>
                  </a:lnTo>
                  <a:lnTo>
                    <a:pt x="1910986" y="51622"/>
                  </a:lnTo>
                  <a:lnTo>
                    <a:pt x="1923726" y="51541"/>
                  </a:lnTo>
                  <a:lnTo>
                    <a:pt x="1936466" y="51458"/>
                  </a:lnTo>
                  <a:lnTo>
                    <a:pt x="1949206" y="51373"/>
                  </a:lnTo>
                  <a:lnTo>
                    <a:pt x="1961945" y="51287"/>
                  </a:lnTo>
                  <a:lnTo>
                    <a:pt x="1974685" y="51198"/>
                  </a:lnTo>
                  <a:lnTo>
                    <a:pt x="1987425" y="51108"/>
                  </a:lnTo>
                  <a:lnTo>
                    <a:pt x="2000165" y="51017"/>
                  </a:lnTo>
                  <a:lnTo>
                    <a:pt x="2012905" y="50924"/>
                  </a:lnTo>
                  <a:lnTo>
                    <a:pt x="2025645" y="50830"/>
                  </a:lnTo>
                  <a:lnTo>
                    <a:pt x="2038385" y="50735"/>
                  </a:lnTo>
                  <a:lnTo>
                    <a:pt x="2051125" y="50639"/>
                  </a:lnTo>
                  <a:lnTo>
                    <a:pt x="2063865" y="50542"/>
                  </a:lnTo>
                  <a:lnTo>
                    <a:pt x="2076605" y="50444"/>
                  </a:lnTo>
                  <a:lnTo>
                    <a:pt x="2089345" y="50346"/>
                  </a:lnTo>
                  <a:lnTo>
                    <a:pt x="2102084" y="50247"/>
                  </a:lnTo>
                  <a:lnTo>
                    <a:pt x="2114824" y="50147"/>
                  </a:lnTo>
                  <a:lnTo>
                    <a:pt x="2127564" y="50046"/>
                  </a:lnTo>
                  <a:lnTo>
                    <a:pt x="2140304" y="49945"/>
                  </a:lnTo>
                  <a:lnTo>
                    <a:pt x="2153044" y="49844"/>
                  </a:lnTo>
                  <a:lnTo>
                    <a:pt x="2165784" y="49743"/>
                  </a:lnTo>
                  <a:lnTo>
                    <a:pt x="2178524" y="49641"/>
                  </a:lnTo>
                  <a:lnTo>
                    <a:pt x="2191264" y="49539"/>
                  </a:lnTo>
                  <a:lnTo>
                    <a:pt x="2204004" y="49437"/>
                  </a:lnTo>
                  <a:lnTo>
                    <a:pt x="2216744" y="49334"/>
                  </a:lnTo>
                  <a:lnTo>
                    <a:pt x="2229484" y="49232"/>
                  </a:lnTo>
                  <a:lnTo>
                    <a:pt x="2242223" y="49129"/>
                  </a:lnTo>
                  <a:lnTo>
                    <a:pt x="2254963" y="49027"/>
                  </a:lnTo>
                  <a:lnTo>
                    <a:pt x="2267703" y="48924"/>
                  </a:lnTo>
                  <a:lnTo>
                    <a:pt x="2280443" y="48821"/>
                  </a:lnTo>
                  <a:lnTo>
                    <a:pt x="2280443" y="4882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3841967" y="1520357"/>
              <a:ext cx="2280443" cy="36747"/>
            </a:xfrm>
            <a:custGeom>
              <a:avLst/>
              <a:pathLst>
                <a:path w="2280443" h="36747">
                  <a:moveTo>
                    <a:pt x="2280443" y="35602"/>
                  </a:moveTo>
                  <a:lnTo>
                    <a:pt x="2267703" y="35638"/>
                  </a:lnTo>
                  <a:lnTo>
                    <a:pt x="2254963" y="35675"/>
                  </a:lnTo>
                  <a:lnTo>
                    <a:pt x="2242223" y="35712"/>
                  </a:lnTo>
                  <a:lnTo>
                    <a:pt x="2229484" y="35748"/>
                  </a:lnTo>
                  <a:lnTo>
                    <a:pt x="2216744" y="35785"/>
                  </a:lnTo>
                  <a:lnTo>
                    <a:pt x="2204004" y="35822"/>
                  </a:lnTo>
                  <a:lnTo>
                    <a:pt x="2191264" y="35858"/>
                  </a:lnTo>
                  <a:lnTo>
                    <a:pt x="2178524" y="35895"/>
                  </a:lnTo>
                  <a:lnTo>
                    <a:pt x="2165784" y="35931"/>
                  </a:lnTo>
                  <a:lnTo>
                    <a:pt x="2153044" y="35967"/>
                  </a:lnTo>
                  <a:lnTo>
                    <a:pt x="2140304" y="36003"/>
                  </a:lnTo>
                  <a:lnTo>
                    <a:pt x="2127564" y="36039"/>
                  </a:lnTo>
                  <a:lnTo>
                    <a:pt x="2114824" y="36075"/>
                  </a:lnTo>
                  <a:lnTo>
                    <a:pt x="2102084" y="36110"/>
                  </a:lnTo>
                  <a:lnTo>
                    <a:pt x="2089345" y="36145"/>
                  </a:lnTo>
                  <a:lnTo>
                    <a:pt x="2076605" y="36179"/>
                  </a:lnTo>
                  <a:lnTo>
                    <a:pt x="2063865" y="36214"/>
                  </a:lnTo>
                  <a:lnTo>
                    <a:pt x="2051125" y="36247"/>
                  </a:lnTo>
                  <a:lnTo>
                    <a:pt x="2038385" y="36281"/>
                  </a:lnTo>
                  <a:lnTo>
                    <a:pt x="2025645" y="36313"/>
                  </a:lnTo>
                  <a:lnTo>
                    <a:pt x="2012905" y="36345"/>
                  </a:lnTo>
                  <a:lnTo>
                    <a:pt x="2000165" y="36376"/>
                  </a:lnTo>
                  <a:lnTo>
                    <a:pt x="1987425" y="36407"/>
                  </a:lnTo>
                  <a:lnTo>
                    <a:pt x="1974685" y="36437"/>
                  </a:lnTo>
                  <a:lnTo>
                    <a:pt x="1961945" y="36465"/>
                  </a:lnTo>
                  <a:lnTo>
                    <a:pt x="1949206" y="36493"/>
                  </a:lnTo>
                  <a:lnTo>
                    <a:pt x="1936466" y="36520"/>
                  </a:lnTo>
                  <a:lnTo>
                    <a:pt x="1923726" y="36546"/>
                  </a:lnTo>
                  <a:lnTo>
                    <a:pt x="1910986" y="36570"/>
                  </a:lnTo>
                  <a:lnTo>
                    <a:pt x="1898246" y="36593"/>
                  </a:lnTo>
                  <a:lnTo>
                    <a:pt x="1885506" y="36615"/>
                  </a:lnTo>
                  <a:lnTo>
                    <a:pt x="1872766" y="36636"/>
                  </a:lnTo>
                  <a:lnTo>
                    <a:pt x="1860026" y="36655"/>
                  </a:lnTo>
                  <a:lnTo>
                    <a:pt x="1847286" y="36672"/>
                  </a:lnTo>
                  <a:lnTo>
                    <a:pt x="1834546" y="36688"/>
                  </a:lnTo>
                  <a:lnTo>
                    <a:pt x="1821806" y="36702"/>
                  </a:lnTo>
                  <a:lnTo>
                    <a:pt x="1809067" y="36715"/>
                  </a:lnTo>
                  <a:lnTo>
                    <a:pt x="1796327" y="36725"/>
                  </a:lnTo>
                  <a:lnTo>
                    <a:pt x="1783587" y="36734"/>
                  </a:lnTo>
                  <a:lnTo>
                    <a:pt x="1770847" y="36740"/>
                  </a:lnTo>
                  <a:lnTo>
                    <a:pt x="1758107" y="36745"/>
                  </a:lnTo>
                  <a:lnTo>
                    <a:pt x="1745367" y="36747"/>
                  </a:lnTo>
                  <a:lnTo>
                    <a:pt x="1732627" y="36747"/>
                  </a:lnTo>
                  <a:lnTo>
                    <a:pt x="1719887" y="36745"/>
                  </a:lnTo>
                  <a:lnTo>
                    <a:pt x="1707147" y="36740"/>
                  </a:lnTo>
                  <a:lnTo>
                    <a:pt x="1694407" y="36732"/>
                  </a:lnTo>
                  <a:lnTo>
                    <a:pt x="1681667" y="36723"/>
                  </a:lnTo>
                  <a:lnTo>
                    <a:pt x="1668928" y="36710"/>
                  </a:lnTo>
                  <a:lnTo>
                    <a:pt x="1656188" y="36694"/>
                  </a:lnTo>
                  <a:lnTo>
                    <a:pt x="1643448" y="36676"/>
                  </a:lnTo>
                  <a:lnTo>
                    <a:pt x="1630708" y="36655"/>
                  </a:lnTo>
                  <a:lnTo>
                    <a:pt x="1617968" y="36631"/>
                  </a:lnTo>
                  <a:lnTo>
                    <a:pt x="1605228" y="36603"/>
                  </a:lnTo>
                  <a:lnTo>
                    <a:pt x="1592488" y="36573"/>
                  </a:lnTo>
                  <a:lnTo>
                    <a:pt x="1579748" y="36539"/>
                  </a:lnTo>
                  <a:lnTo>
                    <a:pt x="1567008" y="36502"/>
                  </a:lnTo>
                  <a:lnTo>
                    <a:pt x="1554268" y="36462"/>
                  </a:lnTo>
                  <a:lnTo>
                    <a:pt x="1541528" y="36418"/>
                  </a:lnTo>
                  <a:lnTo>
                    <a:pt x="1528789" y="36370"/>
                  </a:lnTo>
                  <a:lnTo>
                    <a:pt x="1516049" y="36319"/>
                  </a:lnTo>
                  <a:lnTo>
                    <a:pt x="1503309" y="36264"/>
                  </a:lnTo>
                  <a:lnTo>
                    <a:pt x="1490569" y="36206"/>
                  </a:lnTo>
                  <a:lnTo>
                    <a:pt x="1477829" y="36143"/>
                  </a:lnTo>
                  <a:lnTo>
                    <a:pt x="1465089" y="36076"/>
                  </a:lnTo>
                  <a:lnTo>
                    <a:pt x="1452349" y="36006"/>
                  </a:lnTo>
                  <a:lnTo>
                    <a:pt x="1439609" y="35931"/>
                  </a:lnTo>
                  <a:lnTo>
                    <a:pt x="1426869" y="35852"/>
                  </a:lnTo>
                  <a:lnTo>
                    <a:pt x="1414129" y="35769"/>
                  </a:lnTo>
                  <a:lnTo>
                    <a:pt x="1401389" y="35682"/>
                  </a:lnTo>
                  <a:lnTo>
                    <a:pt x="1388650" y="35590"/>
                  </a:lnTo>
                  <a:lnTo>
                    <a:pt x="1375910" y="35494"/>
                  </a:lnTo>
                  <a:lnTo>
                    <a:pt x="1363170" y="35393"/>
                  </a:lnTo>
                  <a:lnTo>
                    <a:pt x="1350430" y="35288"/>
                  </a:lnTo>
                  <a:lnTo>
                    <a:pt x="1337690" y="35178"/>
                  </a:lnTo>
                  <a:lnTo>
                    <a:pt x="1324950" y="35064"/>
                  </a:lnTo>
                  <a:lnTo>
                    <a:pt x="1312210" y="34944"/>
                  </a:lnTo>
                  <a:lnTo>
                    <a:pt x="1299470" y="34820"/>
                  </a:lnTo>
                  <a:lnTo>
                    <a:pt x="1286730" y="34691"/>
                  </a:lnTo>
                  <a:lnTo>
                    <a:pt x="1273990" y="34557"/>
                  </a:lnTo>
                  <a:lnTo>
                    <a:pt x="1261250" y="34419"/>
                  </a:lnTo>
                  <a:lnTo>
                    <a:pt x="1248511" y="34275"/>
                  </a:lnTo>
                  <a:lnTo>
                    <a:pt x="1235771" y="34126"/>
                  </a:lnTo>
                  <a:lnTo>
                    <a:pt x="1223031" y="33972"/>
                  </a:lnTo>
                  <a:lnTo>
                    <a:pt x="1210291" y="33813"/>
                  </a:lnTo>
                  <a:lnTo>
                    <a:pt x="1197551" y="33649"/>
                  </a:lnTo>
                  <a:lnTo>
                    <a:pt x="1184811" y="33480"/>
                  </a:lnTo>
                  <a:lnTo>
                    <a:pt x="1172071" y="33305"/>
                  </a:lnTo>
                  <a:lnTo>
                    <a:pt x="1159331" y="33126"/>
                  </a:lnTo>
                  <a:lnTo>
                    <a:pt x="1146591" y="32941"/>
                  </a:lnTo>
                  <a:lnTo>
                    <a:pt x="1133851" y="32751"/>
                  </a:lnTo>
                  <a:lnTo>
                    <a:pt x="1121111" y="32555"/>
                  </a:lnTo>
                  <a:lnTo>
                    <a:pt x="1108372" y="32354"/>
                  </a:lnTo>
                  <a:lnTo>
                    <a:pt x="1095632" y="32148"/>
                  </a:lnTo>
                  <a:lnTo>
                    <a:pt x="1082892" y="31937"/>
                  </a:lnTo>
                  <a:lnTo>
                    <a:pt x="1070152" y="31720"/>
                  </a:lnTo>
                  <a:lnTo>
                    <a:pt x="1057412" y="31498"/>
                  </a:lnTo>
                  <a:lnTo>
                    <a:pt x="1044672" y="31271"/>
                  </a:lnTo>
                  <a:lnTo>
                    <a:pt x="1031932" y="31039"/>
                  </a:lnTo>
                  <a:lnTo>
                    <a:pt x="1019192" y="30801"/>
                  </a:lnTo>
                  <a:lnTo>
                    <a:pt x="1006452" y="30558"/>
                  </a:lnTo>
                  <a:lnTo>
                    <a:pt x="993712" y="30309"/>
                  </a:lnTo>
                  <a:lnTo>
                    <a:pt x="980972" y="30056"/>
                  </a:lnTo>
                  <a:lnTo>
                    <a:pt x="968233" y="29797"/>
                  </a:lnTo>
                  <a:lnTo>
                    <a:pt x="955493" y="29533"/>
                  </a:lnTo>
                  <a:lnTo>
                    <a:pt x="942753" y="29264"/>
                  </a:lnTo>
                  <a:lnTo>
                    <a:pt x="930013" y="28989"/>
                  </a:lnTo>
                  <a:lnTo>
                    <a:pt x="917273" y="28710"/>
                  </a:lnTo>
                  <a:lnTo>
                    <a:pt x="904533" y="28426"/>
                  </a:lnTo>
                  <a:lnTo>
                    <a:pt x="891793" y="28136"/>
                  </a:lnTo>
                  <a:lnTo>
                    <a:pt x="879053" y="27842"/>
                  </a:lnTo>
                  <a:lnTo>
                    <a:pt x="866313" y="27543"/>
                  </a:lnTo>
                  <a:lnTo>
                    <a:pt x="853573" y="27239"/>
                  </a:lnTo>
                  <a:lnTo>
                    <a:pt x="840833" y="26930"/>
                  </a:lnTo>
                  <a:lnTo>
                    <a:pt x="828094" y="26616"/>
                  </a:lnTo>
                  <a:lnTo>
                    <a:pt x="815354" y="26298"/>
                  </a:lnTo>
                  <a:lnTo>
                    <a:pt x="802614" y="25975"/>
                  </a:lnTo>
                  <a:lnTo>
                    <a:pt x="789874" y="25648"/>
                  </a:lnTo>
                  <a:lnTo>
                    <a:pt x="777134" y="25316"/>
                  </a:lnTo>
                  <a:lnTo>
                    <a:pt x="764394" y="24979"/>
                  </a:lnTo>
                  <a:lnTo>
                    <a:pt x="751654" y="24639"/>
                  </a:lnTo>
                  <a:lnTo>
                    <a:pt x="738914" y="24294"/>
                  </a:lnTo>
                  <a:lnTo>
                    <a:pt x="726174" y="23945"/>
                  </a:lnTo>
                  <a:lnTo>
                    <a:pt x="713434" y="23592"/>
                  </a:lnTo>
                  <a:lnTo>
                    <a:pt x="700694" y="23235"/>
                  </a:lnTo>
                  <a:lnTo>
                    <a:pt x="687955" y="22873"/>
                  </a:lnTo>
                  <a:lnTo>
                    <a:pt x="675215" y="22508"/>
                  </a:lnTo>
                  <a:lnTo>
                    <a:pt x="662475" y="22140"/>
                  </a:lnTo>
                  <a:lnTo>
                    <a:pt x="649735" y="21767"/>
                  </a:lnTo>
                  <a:lnTo>
                    <a:pt x="636995" y="21391"/>
                  </a:lnTo>
                  <a:lnTo>
                    <a:pt x="624255" y="21012"/>
                  </a:lnTo>
                  <a:lnTo>
                    <a:pt x="611515" y="20629"/>
                  </a:lnTo>
                  <a:lnTo>
                    <a:pt x="598775" y="20243"/>
                  </a:lnTo>
                  <a:lnTo>
                    <a:pt x="586035" y="19853"/>
                  </a:lnTo>
                  <a:lnTo>
                    <a:pt x="573295" y="19461"/>
                  </a:lnTo>
                  <a:lnTo>
                    <a:pt x="560555" y="19065"/>
                  </a:lnTo>
                  <a:lnTo>
                    <a:pt x="547816" y="18667"/>
                  </a:lnTo>
                  <a:lnTo>
                    <a:pt x="535076" y="18265"/>
                  </a:lnTo>
                  <a:lnTo>
                    <a:pt x="522336" y="17861"/>
                  </a:lnTo>
                  <a:lnTo>
                    <a:pt x="509596" y="17454"/>
                  </a:lnTo>
                  <a:lnTo>
                    <a:pt x="496856" y="17045"/>
                  </a:lnTo>
                  <a:lnTo>
                    <a:pt x="484116" y="16633"/>
                  </a:lnTo>
                  <a:lnTo>
                    <a:pt x="471376" y="16219"/>
                  </a:lnTo>
                  <a:lnTo>
                    <a:pt x="458636" y="15803"/>
                  </a:lnTo>
                  <a:lnTo>
                    <a:pt x="445896" y="15384"/>
                  </a:lnTo>
                  <a:lnTo>
                    <a:pt x="433156" y="14964"/>
                  </a:lnTo>
                  <a:lnTo>
                    <a:pt x="420416" y="14541"/>
                  </a:lnTo>
                  <a:lnTo>
                    <a:pt x="407677" y="14116"/>
                  </a:lnTo>
                  <a:lnTo>
                    <a:pt x="394937" y="13690"/>
                  </a:lnTo>
                  <a:lnTo>
                    <a:pt x="382197" y="13262"/>
                  </a:lnTo>
                  <a:lnTo>
                    <a:pt x="369457" y="12832"/>
                  </a:lnTo>
                  <a:lnTo>
                    <a:pt x="356717" y="12401"/>
                  </a:lnTo>
                  <a:lnTo>
                    <a:pt x="343977" y="11968"/>
                  </a:lnTo>
                  <a:lnTo>
                    <a:pt x="331237" y="11534"/>
                  </a:lnTo>
                  <a:lnTo>
                    <a:pt x="318497" y="11099"/>
                  </a:lnTo>
                  <a:lnTo>
                    <a:pt x="305757" y="10663"/>
                  </a:lnTo>
                  <a:lnTo>
                    <a:pt x="293017" y="10225"/>
                  </a:lnTo>
                  <a:lnTo>
                    <a:pt x="280277" y="9786"/>
                  </a:lnTo>
                  <a:lnTo>
                    <a:pt x="267538" y="9347"/>
                  </a:lnTo>
                  <a:lnTo>
                    <a:pt x="254798" y="8906"/>
                  </a:lnTo>
                  <a:lnTo>
                    <a:pt x="242058" y="8465"/>
                  </a:lnTo>
                  <a:lnTo>
                    <a:pt x="229318" y="8023"/>
                  </a:lnTo>
                  <a:lnTo>
                    <a:pt x="216578" y="7580"/>
                  </a:lnTo>
                  <a:lnTo>
                    <a:pt x="203838" y="7136"/>
                  </a:lnTo>
                  <a:lnTo>
                    <a:pt x="191098" y="6692"/>
                  </a:lnTo>
                  <a:lnTo>
                    <a:pt x="178358" y="6248"/>
                  </a:lnTo>
                  <a:lnTo>
                    <a:pt x="165618" y="5803"/>
                  </a:lnTo>
                  <a:lnTo>
                    <a:pt x="152878" y="5358"/>
                  </a:lnTo>
                  <a:lnTo>
                    <a:pt x="140138" y="4912"/>
                  </a:lnTo>
                  <a:lnTo>
                    <a:pt x="127399" y="4466"/>
                  </a:lnTo>
                  <a:lnTo>
                    <a:pt x="114659" y="4020"/>
                  </a:lnTo>
                  <a:lnTo>
                    <a:pt x="101919" y="3574"/>
                  </a:lnTo>
                  <a:lnTo>
                    <a:pt x="89179" y="3127"/>
                  </a:lnTo>
                  <a:lnTo>
                    <a:pt x="76439" y="2681"/>
                  </a:lnTo>
                  <a:lnTo>
                    <a:pt x="63699" y="2234"/>
                  </a:lnTo>
                  <a:lnTo>
                    <a:pt x="50959" y="1787"/>
                  </a:lnTo>
                  <a:lnTo>
                    <a:pt x="38219" y="1340"/>
                  </a:lnTo>
                  <a:lnTo>
                    <a:pt x="25479" y="893"/>
                  </a:lnTo>
                  <a:lnTo>
                    <a:pt x="12739" y="446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3841967" y="1453130"/>
              <a:ext cx="2280443" cy="46124"/>
            </a:xfrm>
            <a:custGeom>
              <a:avLst/>
              <a:pathLst>
                <a:path w="2280443" h="46124">
                  <a:moveTo>
                    <a:pt x="0" y="0"/>
                  </a:moveTo>
                  <a:lnTo>
                    <a:pt x="12739" y="580"/>
                  </a:lnTo>
                  <a:lnTo>
                    <a:pt x="25479" y="1160"/>
                  </a:lnTo>
                  <a:lnTo>
                    <a:pt x="38219" y="1740"/>
                  </a:lnTo>
                  <a:lnTo>
                    <a:pt x="50959" y="2320"/>
                  </a:lnTo>
                  <a:lnTo>
                    <a:pt x="63699" y="2900"/>
                  </a:lnTo>
                  <a:lnTo>
                    <a:pt x="76439" y="3479"/>
                  </a:lnTo>
                  <a:lnTo>
                    <a:pt x="89179" y="4059"/>
                  </a:lnTo>
                  <a:lnTo>
                    <a:pt x="101919" y="4639"/>
                  </a:lnTo>
                  <a:lnTo>
                    <a:pt x="114659" y="5218"/>
                  </a:lnTo>
                  <a:lnTo>
                    <a:pt x="127399" y="5797"/>
                  </a:lnTo>
                  <a:lnTo>
                    <a:pt x="140138" y="6376"/>
                  </a:lnTo>
                  <a:lnTo>
                    <a:pt x="152878" y="6954"/>
                  </a:lnTo>
                  <a:lnTo>
                    <a:pt x="165618" y="7532"/>
                  </a:lnTo>
                  <a:lnTo>
                    <a:pt x="178358" y="8109"/>
                  </a:lnTo>
                  <a:lnTo>
                    <a:pt x="191098" y="8686"/>
                  </a:lnTo>
                  <a:lnTo>
                    <a:pt x="203838" y="9262"/>
                  </a:lnTo>
                  <a:lnTo>
                    <a:pt x="216578" y="9837"/>
                  </a:lnTo>
                  <a:lnTo>
                    <a:pt x="229318" y="10411"/>
                  </a:lnTo>
                  <a:lnTo>
                    <a:pt x="242058" y="10984"/>
                  </a:lnTo>
                  <a:lnTo>
                    <a:pt x="254798" y="11557"/>
                  </a:lnTo>
                  <a:lnTo>
                    <a:pt x="267538" y="12128"/>
                  </a:lnTo>
                  <a:lnTo>
                    <a:pt x="280277" y="12698"/>
                  </a:lnTo>
                  <a:lnTo>
                    <a:pt x="293017" y="13266"/>
                  </a:lnTo>
                  <a:lnTo>
                    <a:pt x="305757" y="13833"/>
                  </a:lnTo>
                  <a:lnTo>
                    <a:pt x="318497" y="14399"/>
                  </a:lnTo>
                  <a:lnTo>
                    <a:pt x="331237" y="14962"/>
                  </a:lnTo>
                  <a:lnTo>
                    <a:pt x="343977" y="15524"/>
                  </a:lnTo>
                  <a:lnTo>
                    <a:pt x="356717" y="16084"/>
                  </a:lnTo>
                  <a:lnTo>
                    <a:pt x="369457" y="16642"/>
                  </a:lnTo>
                  <a:lnTo>
                    <a:pt x="382197" y="17198"/>
                  </a:lnTo>
                  <a:lnTo>
                    <a:pt x="394937" y="17751"/>
                  </a:lnTo>
                  <a:lnTo>
                    <a:pt x="407677" y="18302"/>
                  </a:lnTo>
                  <a:lnTo>
                    <a:pt x="420416" y="18851"/>
                  </a:lnTo>
                  <a:lnTo>
                    <a:pt x="433156" y="19396"/>
                  </a:lnTo>
                  <a:lnTo>
                    <a:pt x="445896" y="19939"/>
                  </a:lnTo>
                  <a:lnTo>
                    <a:pt x="458636" y="20479"/>
                  </a:lnTo>
                  <a:lnTo>
                    <a:pt x="471376" y="21016"/>
                  </a:lnTo>
                  <a:lnTo>
                    <a:pt x="484116" y="21550"/>
                  </a:lnTo>
                  <a:lnTo>
                    <a:pt x="496856" y="22081"/>
                  </a:lnTo>
                  <a:lnTo>
                    <a:pt x="509596" y="22608"/>
                  </a:lnTo>
                  <a:lnTo>
                    <a:pt x="522336" y="23131"/>
                  </a:lnTo>
                  <a:lnTo>
                    <a:pt x="535076" y="23651"/>
                  </a:lnTo>
                  <a:lnTo>
                    <a:pt x="547816" y="24167"/>
                  </a:lnTo>
                  <a:lnTo>
                    <a:pt x="560555" y="24678"/>
                  </a:lnTo>
                  <a:lnTo>
                    <a:pt x="573295" y="25186"/>
                  </a:lnTo>
                  <a:lnTo>
                    <a:pt x="586035" y="25690"/>
                  </a:lnTo>
                  <a:lnTo>
                    <a:pt x="598775" y="26189"/>
                  </a:lnTo>
                  <a:lnTo>
                    <a:pt x="611515" y="26684"/>
                  </a:lnTo>
                  <a:lnTo>
                    <a:pt x="624255" y="27174"/>
                  </a:lnTo>
                  <a:lnTo>
                    <a:pt x="636995" y="27659"/>
                  </a:lnTo>
                  <a:lnTo>
                    <a:pt x="649735" y="28140"/>
                  </a:lnTo>
                  <a:lnTo>
                    <a:pt x="662475" y="28615"/>
                  </a:lnTo>
                  <a:lnTo>
                    <a:pt x="675215" y="29086"/>
                  </a:lnTo>
                  <a:lnTo>
                    <a:pt x="687955" y="29551"/>
                  </a:lnTo>
                  <a:lnTo>
                    <a:pt x="700694" y="30011"/>
                  </a:lnTo>
                  <a:lnTo>
                    <a:pt x="713434" y="30466"/>
                  </a:lnTo>
                  <a:lnTo>
                    <a:pt x="726174" y="30915"/>
                  </a:lnTo>
                  <a:lnTo>
                    <a:pt x="738914" y="31359"/>
                  </a:lnTo>
                  <a:lnTo>
                    <a:pt x="751654" y="31796"/>
                  </a:lnTo>
                  <a:lnTo>
                    <a:pt x="764394" y="32228"/>
                  </a:lnTo>
                  <a:lnTo>
                    <a:pt x="777134" y="32654"/>
                  </a:lnTo>
                  <a:lnTo>
                    <a:pt x="789874" y="33074"/>
                  </a:lnTo>
                  <a:lnTo>
                    <a:pt x="802614" y="33488"/>
                  </a:lnTo>
                  <a:lnTo>
                    <a:pt x="815354" y="33896"/>
                  </a:lnTo>
                  <a:lnTo>
                    <a:pt x="828094" y="34298"/>
                  </a:lnTo>
                  <a:lnTo>
                    <a:pt x="840833" y="34693"/>
                  </a:lnTo>
                  <a:lnTo>
                    <a:pt x="853573" y="35081"/>
                  </a:lnTo>
                  <a:lnTo>
                    <a:pt x="866313" y="35464"/>
                  </a:lnTo>
                  <a:lnTo>
                    <a:pt x="879053" y="35839"/>
                  </a:lnTo>
                  <a:lnTo>
                    <a:pt x="891793" y="36208"/>
                  </a:lnTo>
                  <a:lnTo>
                    <a:pt x="904533" y="36571"/>
                  </a:lnTo>
                  <a:lnTo>
                    <a:pt x="917273" y="36926"/>
                  </a:lnTo>
                  <a:lnTo>
                    <a:pt x="930013" y="37275"/>
                  </a:lnTo>
                  <a:lnTo>
                    <a:pt x="942753" y="37617"/>
                  </a:lnTo>
                  <a:lnTo>
                    <a:pt x="955493" y="37952"/>
                  </a:lnTo>
                  <a:lnTo>
                    <a:pt x="968233" y="38280"/>
                  </a:lnTo>
                  <a:lnTo>
                    <a:pt x="980972" y="38602"/>
                  </a:lnTo>
                  <a:lnTo>
                    <a:pt x="993712" y="38916"/>
                  </a:lnTo>
                  <a:lnTo>
                    <a:pt x="1006452" y="39223"/>
                  </a:lnTo>
                  <a:lnTo>
                    <a:pt x="1019192" y="39523"/>
                  </a:lnTo>
                  <a:lnTo>
                    <a:pt x="1031932" y="39816"/>
                  </a:lnTo>
                  <a:lnTo>
                    <a:pt x="1044672" y="40102"/>
                  </a:lnTo>
                  <a:lnTo>
                    <a:pt x="1057412" y="40381"/>
                  </a:lnTo>
                  <a:lnTo>
                    <a:pt x="1070152" y="40653"/>
                  </a:lnTo>
                  <a:lnTo>
                    <a:pt x="1082892" y="40918"/>
                  </a:lnTo>
                  <a:lnTo>
                    <a:pt x="1095632" y="41175"/>
                  </a:lnTo>
                  <a:lnTo>
                    <a:pt x="1108372" y="41426"/>
                  </a:lnTo>
                  <a:lnTo>
                    <a:pt x="1121111" y="41669"/>
                  </a:lnTo>
                  <a:lnTo>
                    <a:pt x="1133851" y="41905"/>
                  </a:lnTo>
                  <a:lnTo>
                    <a:pt x="1146591" y="42135"/>
                  </a:lnTo>
                  <a:lnTo>
                    <a:pt x="1159331" y="42357"/>
                  </a:lnTo>
                  <a:lnTo>
                    <a:pt x="1172071" y="42572"/>
                  </a:lnTo>
                  <a:lnTo>
                    <a:pt x="1184811" y="42780"/>
                  </a:lnTo>
                  <a:lnTo>
                    <a:pt x="1197551" y="42982"/>
                  </a:lnTo>
                  <a:lnTo>
                    <a:pt x="1210291" y="43176"/>
                  </a:lnTo>
                  <a:lnTo>
                    <a:pt x="1223031" y="43363"/>
                  </a:lnTo>
                  <a:lnTo>
                    <a:pt x="1235771" y="43544"/>
                  </a:lnTo>
                  <a:lnTo>
                    <a:pt x="1248511" y="43718"/>
                  </a:lnTo>
                  <a:lnTo>
                    <a:pt x="1261250" y="43885"/>
                  </a:lnTo>
                  <a:lnTo>
                    <a:pt x="1273990" y="44045"/>
                  </a:lnTo>
                  <a:lnTo>
                    <a:pt x="1286730" y="44199"/>
                  </a:lnTo>
                  <a:lnTo>
                    <a:pt x="1299470" y="44346"/>
                  </a:lnTo>
                  <a:lnTo>
                    <a:pt x="1312210" y="44487"/>
                  </a:lnTo>
                  <a:lnTo>
                    <a:pt x="1324950" y="44621"/>
                  </a:lnTo>
                  <a:lnTo>
                    <a:pt x="1337690" y="44749"/>
                  </a:lnTo>
                  <a:lnTo>
                    <a:pt x="1350430" y="44870"/>
                  </a:lnTo>
                  <a:lnTo>
                    <a:pt x="1363170" y="44986"/>
                  </a:lnTo>
                  <a:lnTo>
                    <a:pt x="1375910" y="45095"/>
                  </a:lnTo>
                  <a:lnTo>
                    <a:pt x="1388650" y="45198"/>
                  </a:lnTo>
                  <a:lnTo>
                    <a:pt x="1401389" y="45295"/>
                  </a:lnTo>
                  <a:lnTo>
                    <a:pt x="1414129" y="45386"/>
                  </a:lnTo>
                  <a:lnTo>
                    <a:pt x="1426869" y="45471"/>
                  </a:lnTo>
                  <a:lnTo>
                    <a:pt x="1439609" y="45551"/>
                  </a:lnTo>
                  <a:lnTo>
                    <a:pt x="1452349" y="45625"/>
                  </a:lnTo>
                  <a:lnTo>
                    <a:pt x="1465089" y="45693"/>
                  </a:lnTo>
                  <a:lnTo>
                    <a:pt x="1477829" y="45756"/>
                  </a:lnTo>
                  <a:lnTo>
                    <a:pt x="1490569" y="45814"/>
                  </a:lnTo>
                  <a:lnTo>
                    <a:pt x="1503309" y="45866"/>
                  </a:lnTo>
                  <a:lnTo>
                    <a:pt x="1516049" y="45913"/>
                  </a:lnTo>
                  <a:lnTo>
                    <a:pt x="1528789" y="45955"/>
                  </a:lnTo>
                  <a:lnTo>
                    <a:pt x="1541528" y="45992"/>
                  </a:lnTo>
                  <a:lnTo>
                    <a:pt x="1554268" y="46024"/>
                  </a:lnTo>
                  <a:lnTo>
                    <a:pt x="1567008" y="46052"/>
                  </a:lnTo>
                  <a:lnTo>
                    <a:pt x="1579748" y="46075"/>
                  </a:lnTo>
                  <a:lnTo>
                    <a:pt x="1592488" y="46093"/>
                  </a:lnTo>
                  <a:lnTo>
                    <a:pt x="1605228" y="46107"/>
                  </a:lnTo>
                  <a:lnTo>
                    <a:pt x="1617968" y="46117"/>
                  </a:lnTo>
                  <a:lnTo>
                    <a:pt x="1630708" y="46122"/>
                  </a:lnTo>
                  <a:lnTo>
                    <a:pt x="1643448" y="46124"/>
                  </a:lnTo>
                  <a:lnTo>
                    <a:pt x="1656188" y="46121"/>
                  </a:lnTo>
                  <a:lnTo>
                    <a:pt x="1668928" y="46115"/>
                  </a:lnTo>
                  <a:lnTo>
                    <a:pt x="1681667" y="46105"/>
                  </a:lnTo>
                  <a:lnTo>
                    <a:pt x="1694407" y="46091"/>
                  </a:lnTo>
                  <a:lnTo>
                    <a:pt x="1707147" y="46074"/>
                  </a:lnTo>
                  <a:lnTo>
                    <a:pt x="1719887" y="46053"/>
                  </a:lnTo>
                  <a:lnTo>
                    <a:pt x="1732627" y="46029"/>
                  </a:lnTo>
                  <a:lnTo>
                    <a:pt x="1745367" y="46002"/>
                  </a:lnTo>
                  <a:lnTo>
                    <a:pt x="1758107" y="45971"/>
                  </a:lnTo>
                  <a:lnTo>
                    <a:pt x="1770847" y="45938"/>
                  </a:lnTo>
                  <a:lnTo>
                    <a:pt x="1783587" y="45902"/>
                  </a:lnTo>
                  <a:lnTo>
                    <a:pt x="1796327" y="45864"/>
                  </a:lnTo>
                  <a:lnTo>
                    <a:pt x="1809067" y="45822"/>
                  </a:lnTo>
                  <a:lnTo>
                    <a:pt x="1821806" y="45778"/>
                  </a:lnTo>
                  <a:lnTo>
                    <a:pt x="1834546" y="45732"/>
                  </a:lnTo>
                  <a:lnTo>
                    <a:pt x="1847286" y="45684"/>
                  </a:lnTo>
                  <a:lnTo>
                    <a:pt x="1860026" y="45633"/>
                  </a:lnTo>
                  <a:lnTo>
                    <a:pt x="1872766" y="45580"/>
                  </a:lnTo>
                  <a:lnTo>
                    <a:pt x="1885506" y="45525"/>
                  </a:lnTo>
                  <a:lnTo>
                    <a:pt x="1898246" y="45469"/>
                  </a:lnTo>
                  <a:lnTo>
                    <a:pt x="1910986" y="45410"/>
                  </a:lnTo>
                  <a:lnTo>
                    <a:pt x="1923726" y="45350"/>
                  </a:lnTo>
                  <a:lnTo>
                    <a:pt x="1936466" y="45289"/>
                  </a:lnTo>
                  <a:lnTo>
                    <a:pt x="1949206" y="45225"/>
                  </a:lnTo>
                  <a:lnTo>
                    <a:pt x="1961945" y="45161"/>
                  </a:lnTo>
                  <a:lnTo>
                    <a:pt x="1974685" y="45095"/>
                  </a:lnTo>
                  <a:lnTo>
                    <a:pt x="1987425" y="45028"/>
                  </a:lnTo>
                  <a:lnTo>
                    <a:pt x="2000165" y="44960"/>
                  </a:lnTo>
                  <a:lnTo>
                    <a:pt x="2012905" y="44891"/>
                  </a:lnTo>
                  <a:lnTo>
                    <a:pt x="2025645" y="44821"/>
                  </a:lnTo>
                  <a:lnTo>
                    <a:pt x="2038385" y="44750"/>
                  </a:lnTo>
                  <a:lnTo>
                    <a:pt x="2051125" y="44678"/>
                  </a:lnTo>
                  <a:lnTo>
                    <a:pt x="2063865" y="44606"/>
                  </a:lnTo>
                  <a:lnTo>
                    <a:pt x="2076605" y="44532"/>
                  </a:lnTo>
                  <a:lnTo>
                    <a:pt x="2089345" y="44459"/>
                  </a:lnTo>
                  <a:lnTo>
                    <a:pt x="2102084" y="44385"/>
                  </a:lnTo>
                  <a:lnTo>
                    <a:pt x="2114824" y="44310"/>
                  </a:lnTo>
                  <a:lnTo>
                    <a:pt x="2127564" y="44235"/>
                  </a:lnTo>
                  <a:lnTo>
                    <a:pt x="2140304" y="44159"/>
                  </a:lnTo>
                  <a:lnTo>
                    <a:pt x="2153044" y="44084"/>
                  </a:lnTo>
                  <a:lnTo>
                    <a:pt x="2165784" y="44008"/>
                  </a:lnTo>
                  <a:lnTo>
                    <a:pt x="2178524" y="43931"/>
                  </a:lnTo>
                  <a:lnTo>
                    <a:pt x="2191264" y="43855"/>
                  </a:lnTo>
                  <a:lnTo>
                    <a:pt x="2204004" y="43779"/>
                  </a:lnTo>
                  <a:lnTo>
                    <a:pt x="2216744" y="43702"/>
                  </a:lnTo>
                  <a:lnTo>
                    <a:pt x="2229484" y="43625"/>
                  </a:lnTo>
                  <a:lnTo>
                    <a:pt x="2242223" y="43549"/>
                  </a:lnTo>
                  <a:lnTo>
                    <a:pt x="2254963" y="43472"/>
                  </a:lnTo>
                  <a:lnTo>
                    <a:pt x="2267703" y="43395"/>
                  </a:lnTo>
                  <a:lnTo>
                    <a:pt x="2280443" y="43318"/>
                  </a:lnTo>
                  <a:lnTo>
                    <a:pt x="2280443" y="43318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3446243" y="801109"/>
              <a:ext cx="0" cy="2345003"/>
            </a:xfrm>
            <a:custGeom>
              <a:avLst/>
              <a:pathLst>
                <a:path w="0" h="2345003">
                  <a:moveTo>
                    <a:pt x="0" y="2345003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tx50"/>
            <p:cNvSpPr/>
            <p:nvPr/>
          </p:nvSpPr>
          <p:spPr>
            <a:xfrm>
              <a:off x="3209341" y="3104750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3209341" y="279202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3209341" y="24793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3209341" y="2167865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3209341" y="1855756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3209341" y="1541414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3209341" y="1228685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3209341" y="916018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58" name="pl58"/>
            <p:cNvSpPr/>
            <p:nvPr/>
          </p:nvSpPr>
          <p:spPr>
            <a:xfrm>
              <a:off x="3370327" y="314611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370327" y="283344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370327" y="252077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370327" y="220811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370327" y="189544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370327" y="158277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370327" y="1270109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370327" y="95744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446243" y="3146112"/>
              <a:ext cx="2676167" cy="0"/>
            </a:xfrm>
            <a:custGeom>
              <a:avLst/>
              <a:pathLst>
                <a:path w="2676167" h="0">
                  <a:moveTo>
                    <a:pt x="0" y="0"/>
                  </a:moveTo>
                  <a:lnTo>
                    <a:pt x="2676167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3774895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4110254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4445614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4780973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5116332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5451692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5787051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6122410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tx75"/>
            <p:cNvSpPr/>
            <p:nvPr/>
          </p:nvSpPr>
          <p:spPr>
            <a:xfrm>
              <a:off x="3707054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30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4042413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40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4377773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50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4713132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60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5048492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5383851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5719210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90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6020649" y="3247642"/>
              <a:ext cx="203522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100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4515216" y="3387149"/>
              <a:ext cx="79920" cy="1001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F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4595136" y="3386777"/>
              <a:ext cx="36388" cy="1005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i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4631525" y="3384470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4743146" y="3443816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4800132" y="3487311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4838232" y="3359988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  <p:sp>
          <p:nvSpPr>
            <p:cNvPr id="89" name="tx89"/>
            <p:cNvSpPr/>
            <p:nvPr/>
          </p:nvSpPr>
          <p:spPr>
            <a:xfrm rot="-5400000">
              <a:off x="3028546" y="2180734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90" name="tx90"/>
            <p:cNvSpPr/>
            <p:nvPr/>
          </p:nvSpPr>
          <p:spPr>
            <a:xfrm rot="-5400000">
              <a:off x="3050052" y="2115994"/>
              <a:ext cx="45913" cy="1001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f</a:t>
              </a:r>
            </a:p>
          </p:txBody>
        </p:sp>
        <p:sp>
          <p:nvSpPr>
            <p:cNvPr id="91" name="tx91"/>
            <p:cNvSpPr/>
            <p:nvPr/>
          </p:nvSpPr>
          <p:spPr>
            <a:xfrm rot="-5400000">
              <a:off x="3053921" y="2073950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92" name="tx92"/>
            <p:cNvSpPr/>
            <p:nvPr/>
          </p:nvSpPr>
          <p:spPr>
            <a:xfrm rot="-5400000">
              <a:off x="3015859" y="1986625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93" name="tx93"/>
            <p:cNvSpPr/>
            <p:nvPr/>
          </p:nvSpPr>
          <p:spPr>
            <a:xfrm rot="-5400000">
              <a:off x="3085533" y="1919310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94" name="tx94"/>
            <p:cNvSpPr/>
            <p:nvPr/>
          </p:nvSpPr>
          <p:spPr>
            <a:xfrm rot="-5400000">
              <a:off x="3104039" y="1906198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5" name="tx95"/>
            <p:cNvSpPr/>
            <p:nvPr/>
          </p:nvSpPr>
          <p:spPr>
            <a:xfrm rot="-5400000">
              <a:off x="2951825" y="1715884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zz86</cp:lastModifiedBy>
  <cp:revision>3</cp:revision>
  <dcterms:created xsi:type="dcterms:W3CDTF">2017-02-13T16:18:36Z</dcterms:created>
  <dcterms:modified xsi:type="dcterms:W3CDTF">2026-05-13T16:49:46Z</dcterms:modified>
  <cp:category/>
</cp:coreProperties>
</file>