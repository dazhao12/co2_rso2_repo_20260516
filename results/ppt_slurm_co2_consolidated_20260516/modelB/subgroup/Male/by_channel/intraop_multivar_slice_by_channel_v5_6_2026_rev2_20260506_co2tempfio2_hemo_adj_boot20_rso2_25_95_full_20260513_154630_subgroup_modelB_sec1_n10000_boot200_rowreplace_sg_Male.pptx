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1974294"/>
            </a:xfrm>
            <a:custGeom>
              <a:avLst/>
              <a:pathLst>
                <a:path w="2191014" h="1974294">
                  <a:moveTo>
                    <a:pt x="0" y="1572367"/>
                  </a:moveTo>
                  <a:lnTo>
                    <a:pt x="12240" y="1606045"/>
                  </a:lnTo>
                  <a:lnTo>
                    <a:pt x="24480" y="1637957"/>
                  </a:lnTo>
                  <a:lnTo>
                    <a:pt x="36720" y="1667057"/>
                  </a:lnTo>
                  <a:lnTo>
                    <a:pt x="48961" y="1693434"/>
                  </a:lnTo>
                  <a:lnTo>
                    <a:pt x="61201" y="1712149"/>
                  </a:lnTo>
                  <a:lnTo>
                    <a:pt x="73441" y="1731261"/>
                  </a:lnTo>
                  <a:lnTo>
                    <a:pt x="85682" y="1742538"/>
                  </a:lnTo>
                  <a:lnTo>
                    <a:pt x="97922" y="1747945"/>
                  </a:lnTo>
                  <a:lnTo>
                    <a:pt x="110162" y="1752404"/>
                  </a:lnTo>
                  <a:lnTo>
                    <a:pt x="122403" y="1755995"/>
                  </a:lnTo>
                  <a:lnTo>
                    <a:pt x="134643" y="1761170"/>
                  </a:lnTo>
                  <a:lnTo>
                    <a:pt x="146883" y="1767826"/>
                  </a:lnTo>
                  <a:lnTo>
                    <a:pt x="159123" y="1771311"/>
                  </a:lnTo>
                  <a:lnTo>
                    <a:pt x="171364" y="1773964"/>
                  </a:lnTo>
                  <a:lnTo>
                    <a:pt x="183604" y="1775902"/>
                  </a:lnTo>
                  <a:lnTo>
                    <a:pt x="195844" y="1777144"/>
                  </a:lnTo>
                  <a:lnTo>
                    <a:pt x="208085" y="1775298"/>
                  </a:lnTo>
                  <a:lnTo>
                    <a:pt x="220325" y="1771643"/>
                  </a:lnTo>
                  <a:lnTo>
                    <a:pt x="232565" y="1767239"/>
                  </a:lnTo>
                  <a:lnTo>
                    <a:pt x="244806" y="1762128"/>
                  </a:lnTo>
                  <a:lnTo>
                    <a:pt x="257046" y="1756352"/>
                  </a:lnTo>
                  <a:lnTo>
                    <a:pt x="269286" y="1750686"/>
                  </a:lnTo>
                  <a:lnTo>
                    <a:pt x="281527" y="1744268"/>
                  </a:lnTo>
                  <a:lnTo>
                    <a:pt x="293767" y="1737070"/>
                  </a:lnTo>
                  <a:lnTo>
                    <a:pt x="306007" y="1731505"/>
                  </a:lnTo>
                  <a:lnTo>
                    <a:pt x="318247" y="1725111"/>
                  </a:lnTo>
                  <a:lnTo>
                    <a:pt x="330488" y="1717496"/>
                  </a:lnTo>
                  <a:lnTo>
                    <a:pt x="342728" y="1707643"/>
                  </a:lnTo>
                  <a:lnTo>
                    <a:pt x="354968" y="1697663"/>
                  </a:lnTo>
                  <a:lnTo>
                    <a:pt x="367209" y="1687591"/>
                  </a:lnTo>
                  <a:lnTo>
                    <a:pt x="379449" y="1677463"/>
                  </a:lnTo>
                  <a:lnTo>
                    <a:pt x="391689" y="1666073"/>
                  </a:lnTo>
                  <a:lnTo>
                    <a:pt x="403930" y="1657179"/>
                  </a:lnTo>
                  <a:lnTo>
                    <a:pt x="416170" y="1647093"/>
                  </a:lnTo>
                  <a:lnTo>
                    <a:pt x="428410" y="1636612"/>
                  </a:lnTo>
                  <a:lnTo>
                    <a:pt x="440650" y="1622785"/>
                  </a:lnTo>
                  <a:lnTo>
                    <a:pt x="452891" y="1608918"/>
                  </a:lnTo>
                  <a:lnTo>
                    <a:pt x="465131" y="1598151"/>
                  </a:lnTo>
                  <a:lnTo>
                    <a:pt x="477371" y="1587600"/>
                  </a:lnTo>
                  <a:lnTo>
                    <a:pt x="489612" y="1577050"/>
                  </a:lnTo>
                  <a:lnTo>
                    <a:pt x="501852" y="1566496"/>
                  </a:lnTo>
                  <a:lnTo>
                    <a:pt x="514092" y="1557916"/>
                  </a:lnTo>
                  <a:lnTo>
                    <a:pt x="526333" y="1549161"/>
                  </a:lnTo>
                  <a:lnTo>
                    <a:pt x="538573" y="1538411"/>
                  </a:lnTo>
                  <a:lnTo>
                    <a:pt x="550813" y="1527677"/>
                  </a:lnTo>
                  <a:lnTo>
                    <a:pt x="563054" y="1516950"/>
                  </a:lnTo>
                  <a:lnTo>
                    <a:pt x="575294" y="1506218"/>
                  </a:lnTo>
                  <a:lnTo>
                    <a:pt x="587534" y="1495489"/>
                  </a:lnTo>
                  <a:lnTo>
                    <a:pt x="599774" y="1484739"/>
                  </a:lnTo>
                  <a:lnTo>
                    <a:pt x="612015" y="1473967"/>
                  </a:lnTo>
                  <a:lnTo>
                    <a:pt x="624255" y="1463164"/>
                  </a:lnTo>
                  <a:lnTo>
                    <a:pt x="636495" y="1452324"/>
                  </a:lnTo>
                  <a:lnTo>
                    <a:pt x="648736" y="1440232"/>
                  </a:lnTo>
                  <a:lnTo>
                    <a:pt x="660976" y="1427983"/>
                  </a:lnTo>
                  <a:lnTo>
                    <a:pt x="673216" y="1415825"/>
                  </a:lnTo>
                  <a:lnTo>
                    <a:pt x="685457" y="1405085"/>
                  </a:lnTo>
                  <a:lnTo>
                    <a:pt x="697697" y="1395759"/>
                  </a:lnTo>
                  <a:lnTo>
                    <a:pt x="709937" y="1386058"/>
                  </a:lnTo>
                  <a:lnTo>
                    <a:pt x="722177" y="1374278"/>
                  </a:lnTo>
                  <a:lnTo>
                    <a:pt x="734418" y="1360926"/>
                  </a:lnTo>
                  <a:lnTo>
                    <a:pt x="746658" y="1347682"/>
                  </a:lnTo>
                  <a:lnTo>
                    <a:pt x="758898" y="1336006"/>
                  </a:lnTo>
                  <a:lnTo>
                    <a:pt x="771139" y="1324227"/>
                  </a:lnTo>
                  <a:lnTo>
                    <a:pt x="783379" y="1312340"/>
                  </a:lnTo>
                  <a:lnTo>
                    <a:pt x="795619" y="1300341"/>
                  </a:lnTo>
                  <a:lnTo>
                    <a:pt x="807860" y="1288224"/>
                  </a:lnTo>
                  <a:lnTo>
                    <a:pt x="820100" y="1275987"/>
                  </a:lnTo>
                  <a:lnTo>
                    <a:pt x="832340" y="1263624"/>
                  </a:lnTo>
                  <a:lnTo>
                    <a:pt x="844581" y="1251130"/>
                  </a:lnTo>
                  <a:lnTo>
                    <a:pt x="856821" y="1237217"/>
                  </a:lnTo>
                  <a:lnTo>
                    <a:pt x="869061" y="1222544"/>
                  </a:lnTo>
                  <a:lnTo>
                    <a:pt x="881301" y="1207910"/>
                  </a:lnTo>
                  <a:lnTo>
                    <a:pt x="893542" y="1193321"/>
                  </a:lnTo>
                  <a:lnTo>
                    <a:pt x="905782" y="1179700"/>
                  </a:lnTo>
                  <a:lnTo>
                    <a:pt x="918022" y="1166443"/>
                  </a:lnTo>
                  <a:lnTo>
                    <a:pt x="930263" y="1153050"/>
                  </a:lnTo>
                  <a:lnTo>
                    <a:pt x="942503" y="1139211"/>
                  </a:lnTo>
                  <a:lnTo>
                    <a:pt x="954743" y="1124706"/>
                  </a:lnTo>
                  <a:lnTo>
                    <a:pt x="966984" y="1110086"/>
                  </a:lnTo>
                  <a:lnTo>
                    <a:pt x="979224" y="1095482"/>
                  </a:lnTo>
                  <a:lnTo>
                    <a:pt x="991464" y="1079091"/>
                  </a:lnTo>
                  <a:lnTo>
                    <a:pt x="1003704" y="1063899"/>
                  </a:lnTo>
                  <a:lnTo>
                    <a:pt x="1015945" y="1049710"/>
                  </a:lnTo>
                  <a:lnTo>
                    <a:pt x="1028185" y="1034323"/>
                  </a:lnTo>
                  <a:lnTo>
                    <a:pt x="1040425" y="1018300"/>
                  </a:lnTo>
                  <a:lnTo>
                    <a:pt x="1052666" y="1002242"/>
                  </a:lnTo>
                  <a:lnTo>
                    <a:pt x="1064906" y="986168"/>
                  </a:lnTo>
                  <a:lnTo>
                    <a:pt x="1077146" y="969032"/>
                  </a:lnTo>
                  <a:lnTo>
                    <a:pt x="1089387" y="951388"/>
                  </a:lnTo>
                  <a:lnTo>
                    <a:pt x="1101627" y="933869"/>
                  </a:lnTo>
                  <a:lnTo>
                    <a:pt x="1113867" y="916507"/>
                  </a:lnTo>
                  <a:lnTo>
                    <a:pt x="1126108" y="899334"/>
                  </a:lnTo>
                  <a:lnTo>
                    <a:pt x="1138348" y="882382"/>
                  </a:lnTo>
                  <a:lnTo>
                    <a:pt x="1150588" y="865683"/>
                  </a:lnTo>
                  <a:lnTo>
                    <a:pt x="1162828" y="849269"/>
                  </a:lnTo>
                  <a:lnTo>
                    <a:pt x="1175069" y="833173"/>
                  </a:lnTo>
                  <a:lnTo>
                    <a:pt x="1187309" y="818165"/>
                  </a:lnTo>
                  <a:lnTo>
                    <a:pt x="1199549" y="803983"/>
                  </a:lnTo>
                  <a:lnTo>
                    <a:pt x="1211790" y="789932"/>
                  </a:lnTo>
                  <a:lnTo>
                    <a:pt x="1224030" y="775600"/>
                  </a:lnTo>
                  <a:lnTo>
                    <a:pt x="1236270" y="759525"/>
                  </a:lnTo>
                  <a:lnTo>
                    <a:pt x="1248511" y="745049"/>
                  </a:lnTo>
                  <a:lnTo>
                    <a:pt x="1260751" y="732070"/>
                  </a:lnTo>
                  <a:lnTo>
                    <a:pt x="1272991" y="717885"/>
                  </a:lnTo>
                  <a:lnTo>
                    <a:pt x="1285231" y="701953"/>
                  </a:lnTo>
                  <a:lnTo>
                    <a:pt x="1297472" y="686372"/>
                  </a:lnTo>
                  <a:lnTo>
                    <a:pt x="1309712" y="671536"/>
                  </a:lnTo>
                  <a:lnTo>
                    <a:pt x="1321952" y="658527"/>
                  </a:lnTo>
                  <a:lnTo>
                    <a:pt x="1334193" y="646035"/>
                  </a:lnTo>
                  <a:lnTo>
                    <a:pt x="1346433" y="634039"/>
                  </a:lnTo>
                  <a:lnTo>
                    <a:pt x="1358673" y="622522"/>
                  </a:lnTo>
                  <a:lnTo>
                    <a:pt x="1370914" y="611463"/>
                  </a:lnTo>
                  <a:lnTo>
                    <a:pt x="1383154" y="598434"/>
                  </a:lnTo>
                  <a:lnTo>
                    <a:pt x="1395394" y="587239"/>
                  </a:lnTo>
                  <a:lnTo>
                    <a:pt x="1407635" y="577012"/>
                  </a:lnTo>
                  <a:lnTo>
                    <a:pt x="1419875" y="563736"/>
                  </a:lnTo>
                  <a:lnTo>
                    <a:pt x="1432115" y="551203"/>
                  </a:lnTo>
                  <a:lnTo>
                    <a:pt x="1444355" y="541401"/>
                  </a:lnTo>
                  <a:lnTo>
                    <a:pt x="1456596" y="528643"/>
                  </a:lnTo>
                  <a:lnTo>
                    <a:pt x="1468836" y="513010"/>
                  </a:lnTo>
                  <a:lnTo>
                    <a:pt x="1481076" y="500946"/>
                  </a:lnTo>
                  <a:lnTo>
                    <a:pt x="1493317" y="490818"/>
                  </a:lnTo>
                  <a:lnTo>
                    <a:pt x="1505557" y="480572"/>
                  </a:lnTo>
                  <a:lnTo>
                    <a:pt x="1517797" y="471019"/>
                  </a:lnTo>
                  <a:lnTo>
                    <a:pt x="1530038" y="459814"/>
                  </a:lnTo>
                  <a:lnTo>
                    <a:pt x="1542278" y="448240"/>
                  </a:lnTo>
                  <a:lnTo>
                    <a:pt x="1554518" y="436779"/>
                  </a:lnTo>
                  <a:lnTo>
                    <a:pt x="1566759" y="425425"/>
                  </a:lnTo>
                  <a:lnTo>
                    <a:pt x="1578999" y="413385"/>
                  </a:lnTo>
                  <a:lnTo>
                    <a:pt x="1591239" y="398740"/>
                  </a:lnTo>
                  <a:lnTo>
                    <a:pt x="1603479" y="386547"/>
                  </a:lnTo>
                  <a:lnTo>
                    <a:pt x="1615720" y="376011"/>
                  </a:lnTo>
                  <a:lnTo>
                    <a:pt x="1627960" y="365702"/>
                  </a:lnTo>
                  <a:lnTo>
                    <a:pt x="1640200" y="355623"/>
                  </a:lnTo>
                  <a:lnTo>
                    <a:pt x="1652441" y="345781"/>
                  </a:lnTo>
                  <a:lnTo>
                    <a:pt x="1664681" y="336178"/>
                  </a:lnTo>
                  <a:lnTo>
                    <a:pt x="1676921" y="326820"/>
                  </a:lnTo>
                  <a:lnTo>
                    <a:pt x="1689162" y="314851"/>
                  </a:lnTo>
                  <a:lnTo>
                    <a:pt x="1701402" y="303345"/>
                  </a:lnTo>
                  <a:lnTo>
                    <a:pt x="1713642" y="291193"/>
                  </a:lnTo>
                  <a:lnTo>
                    <a:pt x="1725882" y="282577"/>
                  </a:lnTo>
                  <a:lnTo>
                    <a:pt x="1738123" y="274765"/>
                  </a:lnTo>
                  <a:lnTo>
                    <a:pt x="1750363" y="264377"/>
                  </a:lnTo>
                  <a:lnTo>
                    <a:pt x="1762603" y="254013"/>
                  </a:lnTo>
                  <a:lnTo>
                    <a:pt x="1774844" y="249596"/>
                  </a:lnTo>
                  <a:lnTo>
                    <a:pt x="1787084" y="245567"/>
                  </a:lnTo>
                  <a:lnTo>
                    <a:pt x="1799324" y="233332"/>
                  </a:lnTo>
                  <a:lnTo>
                    <a:pt x="1811565" y="221201"/>
                  </a:lnTo>
                  <a:lnTo>
                    <a:pt x="1823805" y="209249"/>
                  </a:lnTo>
                  <a:lnTo>
                    <a:pt x="1836045" y="197549"/>
                  </a:lnTo>
                  <a:lnTo>
                    <a:pt x="1848286" y="186177"/>
                  </a:lnTo>
                  <a:lnTo>
                    <a:pt x="1860526" y="175441"/>
                  </a:lnTo>
                  <a:lnTo>
                    <a:pt x="1872766" y="166644"/>
                  </a:lnTo>
                  <a:lnTo>
                    <a:pt x="1885006" y="154778"/>
                  </a:lnTo>
                  <a:lnTo>
                    <a:pt x="1897247" y="142947"/>
                  </a:lnTo>
                  <a:lnTo>
                    <a:pt x="1909487" y="129853"/>
                  </a:lnTo>
                  <a:lnTo>
                    <a:pt x="1921727" y="117265"/>
                  </a:lnTo>
                  <a:lnTo>
                    <a:pt x="1933968" y="111236"/>
                  </a:lnTo>
                  <a:lnTo>
                    <a:pt x="1946208" y="101979"/>
                  </a:lnTo>
                  <a:lnTo>
                    <a:pt x="1958448" y="94532"/>
                  </a:lnTo>
                  <a:lnTo>
                    <a:pt x="1970689" y="89050"/>
                  </a:lnTo>
                  <a:lnTo>
                    <a:pt x="1982929" y="85689"/>
                  </a:lnTo>
                  <a:lnTo>
                    <a:pt x="1995169" y="84606"/>
                  </a:lnTo>
                  <a:lnTo>
                    <a:pt x="2007409" y="80364"/>
                  </a:lnTo>
                  <a:lnTo>
                    <a:pt x="2019650" y="73713"/>
                  </a:lnTo>
                  <a:lnTo>
                    <a:pt x="2031890" y="69920"/>
                  </a:lnTo>
                  <a:lnTo>
                    <a:pt x="2044130" y="69672"/>
                  </a:lnTo>
                  <a:lnTo>
                    <a:pt x="2056371" y="65547"/>
                  </a:lnTo>
                  <a:lnTo>
                    <a:pt x="2068611" y="67857"/>
                  </a:lnTo>
                  <a:lnTo>
                    <a:pt x="2080851" y="66064"/>
                  </a:lnTo>
                  <a:lnTo>
                    <a:pt x="2093092" y="61855"/>
                  </a:lnTo>
                  <a:lnTo>
                    <a:pt x="2105332" y="51975"/>
                  </a:lnTo>
                  <a:lnTo>
                    <a:pt x="2117572" y="47281"/>
                  </a:lnTo>
                  <a:lnTo>
                    <a:pt x="2129813" y="47829"/>
                  </a:lnTo>
                  <a:lnTo>
                    <a:pt x="2142053" y="34693"/>
                  </a:lnTo>
                  <a:lnTo>
                    <a:pt x="2154293" y="11038"/>
                  </a:lnTo>
                  <a:lnTo>
                    <a:pt x="2157700" y="0"/>
                  </a:lnTo>
                  <a:lnTo>
                    <a:pt x="2191014" y="0"/>
                  </a:lnTo>
                  <a:lnTo>
                    <a:pt x="2191014" y="836730"/>
                  </a:lnTo>
                  <a:lnTo>
                    <a:pt x="2178774" y="790125"/>
                  </a:lnTo>
                  <a:lnTo>
                    <a:pt x="2166533" y="736382"/>
                  </a:lnTo>
                  <a:lnTo>
                    <a:pt x="2154293" y="665702"/>
                  </a:lnTo>
                  <a:lnTo>
                    <a:pt x="2142053" y="610760"/>
                  </a:lnTo>
                  <a:lnTo>
                    <a:pt x="2129813" y="603819"/>
                  </a:lnTo>
                  <a:lnTo>
                    <a:pt x="2117572" y="589086"/>
                  </a:lnTo>
                  <a:lnTo>
                    <a:pt x="2105332" y="558076"/>
                  </a:lnTo>
                  <a:lnTo>
                    <a:pt x="2093092" y="536056"/>
                  </a:lnTo>
                  <a:lnTo>
                    <a:pt x="2080851" y="509229"/>
                  </a:lnTo>
                  <a:lnTo>
                    <a:pt x="2068611" y="484558"/>
                  </a:lnTo>
                  <a:lnTo>
                    <a:pt x="2056371" y="484154"/>
                  </a:lnTo>
                  <a:lnTo>
                    <a:pt x="2044130" y="484298"/>
                  </a:lnTo>
                  <a:lnTo>
                    <a:pt x="2031890" y="471383"/>
                  </a:lnTo>
                  <a:lnTo>
                    <a:pt x="2019650" y="483169"/>
                  </a:lnTo>
                  <a:lnTo>
                    <a:pt x="2007409" y="481988"/>
                  </a:lnTo>
                  <a:lnTo>
                    <a:pt x="1995169" y="490138"/>
                  </a:lnTo>
                  <a:lnTo>
                    <a:pt x="1982929" y="500342"/>
                  </a:lnTo>
                  <a:lnTo>
                    <a:pt x="1970689" y="508599"/>
                  </a:lnTo>
                  <a:lnTo>
                    <a:pt x="1958448" y="515054"/>
                  </a:lnTo>
                  <a:lnTo>
                    <a:pt x="1946208" y="518697"/>
                  </a:lnTo>
                  <a:lnTo>
                    <a:pt x="1933968" y="513710"/>
                  </a:lnTo>
                  <a:lnTo>
                    <a:pt x="1921727" y="516054"/>
                  </a:lnTo>
                  <a:lnTo>
                    <a:pt x="1909487" y="515024"/>
                  </a:lnTo>
                  <a:lnTo>
                    <a:pt x="1897247" y="508688"/>
                  </a:lnTo>
                  <a:lnTo>
                    <a:pt x="1885006" y="502982"/>
                  </a:lnTo>
                  <a:lnTo>
                    <a:pt x="1872766" y="497888"/>
                  </a:lnTo>
                  <a:lnTo>
                    <a:pt x="1860526" y="496950"/>
                  </a:lnTo>
                  <a:lnTo>
                    <a:pt x="1848286" y="500565"/>
                  </a:lnTo>
                  <a:lnTo>
                    <a:pt x="1836045" y="506064"/>
                  </a:lnTo>
                  <a:lnTo>
                    <a:pt x="1823805" y="507609"/>
                  </a:lnTo>
                  <a:lnTo>
                    <a:pt x="1811565" y="508916"/>
                  </a:lnTo>
                  <a:lnTo>
                    <a:pt x="1799324" y="503604"/>
                  </a:lnTo>
                  <a:lnTo>
                    <a:pt x="1787084" y="498929"/>
                  </a:lnTo>
                  <a:lnTo>
                    <a:pt x="1774844" y="503315"/>
                  </a:lnTo>
                  <a:lnTo>
                    <a:pt x="1762603" y="510282"/>
                  </a:lnTo>
                  <a:lnTo>
                    <a:pt x="1750363" y="521239"/>
                  </a:lnTo>
                  <a:lnTo>
                    <a:pt x="1738123" y="523555"/>
                  </a:lnTo>
                  <a:lnTo>
                    <a:pt x="1725882" y="529875"/>
                  </a:lnTo>
                  <a:lnTo>
                    <a:pt x="1713642" y="536010"/>
                  </a:lnTo>
                  <a:lnTo>
                    <a:pt x="1701402" y="541665"/>
                  </a:lnTo>
                  <a:lnTo>
                    <a:pt x="1689162" y="547797"/>
                  </a:lnTo>
                  <a:lnTo>
                    <a:pt x="1676921" y="553488"/>
                  </a:lnTo>
                  <a:lnTo>
                    <a:pt x="1664681" y="559070"/>
                  </a:lnTo>
                  <a:lnTo>
                    <a:pt x="1652441" y="566422"/>
                  </a:lnTo>
                  <a:lnTo>
                    <a:pt x="1640200" y="573027"/>
                  </a:lnTo>
                  <a:lnTo>
                    <a:pt x="1627960" y="578548"/>
                  </a:lnTo>
                  <a:lnTo>
                    <a:pt x="1615720" y="586912"/>
                  </a:lnTo>
                  <a:lnTo>
                    <a:pt x="1603479" y="593378"/>
                  </a:lnTo>
                  <a:lnTo>
                    <a:pt x="1591239" y="597417"/>
                  </a:lnTo>
                  <a:lnTo>
                    <a:pt x="1578999" y="601688"/>
                  </a:lnTo>
                  <a:lnTo>
                    <a:pt x="1566759" y="606198"/>
                  </a:lnTo>
                  <a:lnTo>
                    <a:pt x="1554518" y="610957"/>
                  </a:lnTo>
                  <a:lnTo>
                    <a:pt x="1542278" y="618054"/>
                  </a:lnTo>
                  <a:lnTo>
                    <a:pt x="1530038" y="625435"/>
                  </a:lnTo>
                  <a:lnTo>
                    <a:pt x="1517797" y="632895"/>
                  </a:lnTo>
                  <a:lnTo>
                    <a:pt x="1505557" y="640453"/>
                  </a:lnTo>
                  <a:lnTo>
                    <a:pt x="1493317" y="648126"/>
                  </a:lnTo>
                  <a:lnTo>
                    <a:pt x="1481076" y="656049"/>
                  </a:lnTo>
                  <a:lnTo>
                    <a:pt x="1468836" y="665476"/>
                  </a:lnTo>
                  <a:lnTo>
                    <a:pt x="1456596" y="672200"/>
                  </a:lnTo>
                  <a:lnTo>
                    <a:pt x="1444355" y="683149"/>
                  </a:lnTo>
                  <a:lnTo>
                    <a:pt x="1432115" y="694182"/>
                  </a:lnTo>
                  <a:lnTo>
                    <a:pt x="1419875" y="702519"/>
                  </a:lnTo>
                  <a:lnTo>
                    <a:pt x="1407635" y="710014"/>
                  </a:lnTo>
                  <a:lnTo>
                    <a:pt x="1395394" y="719682"/>
                  </a:lnTo>
                  <a:lnTo>
                    <a:pt x="1383154" y="730609"/>
                  </a:lnTo>
                  <a:lnTo>
                    <a:pt x="1370914" y="743491"/>
                  </a:lnTo>
                  <a:lnTo>
                    <a:pt x="1358673" y="757070"/>
                  </a:lnTo>
                  <a:lnTo>
                    <a:pt x="1346433" y="768547"/>
                  </a:lnTo>
                  <a:lnTo>
                    <a:pt x="1334193" y="779807"/>
                  </a:lnTo>
                  <a:lnTo>
                    <a:pt x="1321952" y="793510"/>
                  </a:lnTo>
                  <a:lnTo>
                    <a:pt x="1309712" y="807727"/>
                  </a:lnTo>
                  <a:lnTo>
                    <a:pt x="1297472" y="818132"/>
                  </a:lnTo>
                  <a:lnTo>
                    <a:pt x="1285231" y="828783"/>
                  </a:lnTo>
                  <a:lnTo>
                    <a:pt x="1272991" y="839671"/>
                  </a:lnTo>
                  <a:lnTo>
                    <a:pt x="1260751" y="854115"/>
                  </a:lnTo>
                  <a:lnTo>
                    <a:pt x="1248511" y="868685"/>
                  </a:lnTo>
                  <a:lnTo>
                    <a:pt x="1236270" y="883293"/>
                  </a:lnTo>
                  <a:lnTo>
                    <a:pt x="1224030" y="897936"/>
                  </a:lnTo>
                  <a:lnTo>
                    <a:pt x="1211790" y="912607"/>
                  </a:lnTo>
                  <a:lnTo>
                    <a:pt x="1199549" y="927303"/>
                  </a:lnTo>
                  <a:lnTo>
                    <a:pt x="1187309" y="942018"/>
                  </a:lnTo>
                  <a:lnTo>
                    <a:pt x="1175069" y="956748"/>
                  </a:lnTo>
                  <a:lnTo>
                    <a:pt x="1162828" y="971489"/>
                  </a:lnTo>
                  <a:lnTo>
                    <a:pt x="1150588" y="986235"/>
                  </a:lnTo>
                  <a:lnTo>
                    <a:pt x="1138348" y="1000982"/>
                  </a:lnTo>
                  <a:lnTo>
                    <a:pt x="1126108" y="1015725"/>
                  </a:lnTo>
                  <a:lnTo>
                    <a:pt x="1113867" y="1030459"/>
                  </a:lnTo>
                  <a:lnTo>
                    <a:pt x="1101627" y="1045180"/>
                  </a:lnTo>
                  <a:lnTo>
                    <a:pt x="1089387" y="1059883"/>
                  </a:lnTo>
                  <a:lnTo>
                    <a:pt x="1077146" y="1074564"/>
                  </a:lnTo>
                  <a:lnTo>
                    <a:pt x="1064906" y="1089128"/>
                  </a:lnTo>
                  <a:lnTo>
                    <a:pt x="1052666" y="1103837"/>
                  </a:lnTo>
                  <a:lnTo>
                    <a:pt x="1040425" y="1118421"/>
                  </a:lnTo>
                  <a:lnTo>
                    <a:pt x="1028185" y="1132963"/>
                  </a:lnTo>
                  <a:lnTo>
                    <a:pt x="1015945" y="1147459"/>
                  </a:lnTo>
                  <a:lnTo>
                    <a:pt x="1003704" y="1161904"/>
                  </a:lnTo>
                  <a:lnTo>
                    <a:pt x="991464" y="1176293"/>
                  </a:lnTo>
                  <a:lnTo>
                    <a:pt x="979224" y="1191428"/>
                  </a:lnTo>
                  <a:lnTo>
                    <a:pt x="966984" y="1207079"/>
                  </a:lnTo>
                  <a:lnTo>
                    <a:pt x="954743" y="1221543"/>
                  </a:lnTo>
                  <a:lnTo>
                    <a:pt x="942503" y="1234945"/>
                  </a:lnTo>
                  <a:lnTo>
                    <a:pt x="930263" y="1250601"/>
                  </a:lnTo>
                  <a:lnTo>
                    <a:pt x="918022" y="1265984"/>
                  </a:lnTo>
                  <a:lnTo>
                    <a:pt x="905782" y="1281068"/>
                  </a:lnTo>
                  <a:lnTo>
                    <a:pt x="893542" y="1295418"/>
                  </a:lnTo>
                  <a:lnTo>
                    <a:pt x="881301" y="1309583"/>
                  </a:lnTo>
                  <a:lnTo>
                    <a:pt x="869061" y="1323489"/>
                  </a:lnTo>
                  <a:lnTo>
                    <a:pt x="856821" y="1336944"/>
                  </a:lnTo>
                  <a:lnTo>
                    <a:pt x="844581" y="1349972"/>
                  </a:lnTo>
                  <a:lnTo>
                    <a:pt x="832340" y="1362599"/>
                  </a:lnTo>
                  <a:lnTo>
                    <a:pt x="820100" y="1374849"/>
                  </a:lnTo>
                  <a:lnTo>
                    <a:pt x="807860" y="1386746"/>
                  </a:lnTo>
                  <a:lnTo>
                    <a:pt x="795619" y="1399194"/>
                  </a:lnTo>
                  <a:lnTo>
                    <a:pt x="783379" y="1411603"/>
                  </a:lnTo>
                  <a:lnTo>
                    <a:pt x="771139" y="1423047"/>
                  </a:lnTo>
                  <a:lnTo>
                    <a:pt x="758898" y="1434213"/>
                  </a:lnTo>
                  <a:lnTo>
                    <a:pt x="746658" y="1446400"/>
                  </a:lnTo>
                  <a:lnTo>
                    <a:pt x="734418" y="1458619"/>
                  </a:lnTo>
                  <a:lnTo>
                    <a:pt x="722177" y="1470830"/>
                  </a:lnTo>
                  <a:lnTo>
                    <a:pt x="709937" y="1482175"/>
                  </a:lnTo>
                  <a:lnTo>
                    <a:pt x="697697" y="1494101"/>
                  </a:lnTo>
                  <a:lnTo>
                    <a:pt x="685457" y="1504554"/>
                  </a:lnTo>
                  <a:lnTo>
                    <a:pt x="673216" y="1517381"/>
                  </a:lnTo>
                  <a:lnTo>
                    <a:pt x="660976" y="1530093"/>
                  </a:lnTo>
                  <a:lnTo>
                    <a:pt x="648736" y="1542678"/>
                  </a:lnTo>
                  <a:lnTo>
                    <a:pt x="636495" y="1554757"/>
                  </a:lnTo>
                  <a:lnTo>
                    <a:pt x="624255" y="1566344"/>
                  </a:lnTo>
                  <a:lnTo>
                    <a:pt x="612015" y="1577839"/>
                  </a:lnTo>
                  <a:lnTo>
                    <a:pt x="599774" y="1589240"/>
                  </a:lnTo>
                  <a:lnTo>
                    <a:pt x="587534" y="1600508"/>
                  </a:lnTo>
                  <a:lnTo>
                    <a:pt x="575294" y="1610773"/>
                  </a:lnTo>
                  <a:lnTo>
                    <a:pt x="563054" y="1621343"/>
                  </a:lnTo>
                  <a:lnTo>
                    <a:pt x="550813" y="1633072"/>
                  </a:lnTo>
                  <a:lnTo>
                    <a:pt x="538573" y="1644682"/>
                  </a:lnTo>
                  <a:lnTo>
                    <a:pt x="526333" y="1655723"/>
                  </a:lnTo>
                  <a:lnTo>
                    <a:pt x="514092" y="1666488"/>
                  </a:lnTo>
                  <a:lnTo>
                    <a:pt x="501852" y="1677164"/>
                  </a:lnTo>
                  <a:lnTo>
                    <a:pt x="489612" y="1687752"/>
                  </a:lnTo>
                  <a:lnTo>
                    <a:pt x="477371" y="1700904"/>
                  </a:lnTo>
                  <a:lnTo>
                    <a:pt x="465131" y="1710613"/>
                  </a:lnTo>
                  <a:lnTo>
                    <a:pt x="452891" y="1720030"/>
                  </a:lnTo>
                  <a:lnTo>
                    <a:pt x="440650" y="1729232"/>
                  </a:lnTo>
                  <a:lnTo>
                    <a:pt x="428410" y="1739489"/>
                  </a:lnTo>
                  <a:lnTo>
                    <a:pt x="416170" y="1749413"/>
                  </a:lnTo>
                  <a:lnTo>
                    <a:pt x="403930" y="1759867"/>
                  </a:lnTo>
                  <a:lnTo>
                    <a:pt x="391689" y="1771833"/>
                  </a:lnTo>
                  <a:lnTo>
                    <a:pt x="379449" y="1782122"/>
                  </a:lnTo>
                  <a:lnTo>
                    <a:pt x="367209" y="1793880"/>
                  </a:lnTo>
                  <a:lnTo>
                    <a:pt x="354968" y="1806748"/>
                  </a:lnTo>
                  <a:lnTo>
                    <a:pt x="342728" y="1816739"/>
                  </a:lnTo>
                  <a:lnTo>
                    <a:pt x="330488" y="1827096"/>
                  </a:lnTo>
                  <a:lnTo>
                    <a:pt x="318247" y="1838761"/>
                  </a:lnTo>
                  <a:lnTo>
                    <a:pt x="306007" y="1852630"/>
                  </a:lnTo>
                  <a:lnTo>
                    <a:pt x="293767" y="1865415"/>
                  </a:lnTo>
                  <a:lnTo>
                    <a:pt x="281527" y="1876894"/>
                  </a:lnTo>
                  <a:lnTo>
                    <a:pt x="269286" y="1887268"/>
                  </a:lnTo>
                  <a:lnTo>
                    <a:pt x="257046" y="1896418"/>
                  </a:lnTo>
                  <a:lnTo>
                    <a:pt x="244806" y="1904223"/>
                  </a:lnTo>
                  <a:lnTo>
                    <a:pt x="232565" y="1910566"/>
                  </a:lnTo>
                  <a:lnTo>
                    <a:pt x="220325" y="1920432"/>
                  </a:lnTo>
                  <a:lnTo>
                    <a:pt x="208085" y="1927351"/>
                  </a:lnTo>
                  <a:lnTo>
                    <a:pt x="195844" y="1931430"/>
                  </a:lnTo>
                  <a:lnTo>
                    <a:pt x="183604" y="1933872"/>
                  </a:lnTo>
                  <a:lnTo>
                    <a:pt x="171364" y="1933420"/>
                  </a:lnTo>
                  <a:lnTo>
                    <a:pt x="159123" y="1931228"/>
                  </a:lnTo>
                  <a:lnTo>
                    <a:pt x="146883" y="1933213"/>
                  </a:lnTo>
                  <a:lnTo>
                    <a:pt x="134643" y="1938105"/>
                  </a:lnTo>
                  <a:lnTo>
                    <a:pt x="122403" y="1940513"/>
                  </a:lnTo>
                  <a:lnTo>
                    <a:pt x="110162" y="1943271"/>
                  </a:lnTo>
                  <a:lnTo>
                    <a:pt x="97922" y="1946293"/>
                  </a:lnTo>
                  <a:lnTo>
                    <a:pt x="85682" y="1950669"/>
                  </a:lnTo>
                  <a:lnTo>
                    <a:pt x="73441" y="1954521"/>
                  </a:lnTo>
                  <a:lnTo>
                    <a:pt x="61201" y="1957828"/>
                  </a:lnTo>
                  <a:lnTo>
                    <a:pt x="48961" y="1960570"/>
                  </a:lnTo>
                  <a:lnTo>
                    <a:pt x="36720" y="1962702"/>
                  </a:lnTo>
                  <a:lnTo>
                    <a:pt x="24480" y="1964271"/>
                  </a:lnTo>
                  <a:lnTo>
                    <a:pt x="12240" y="1970208"/>
                  </a:lnTo>
                  <a:lnTo>
                    <a:pt x="0" y="197429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157700" cy="1777144"/>
            </a:xfrm>
            <a:custGeom>
              <a:avLst/>
              <a:pathLst>
                <a:path w="2157700" h="1777144">
                  <a:moveTo>
                    <a:pt x="0" y="1572367"/>
                  </a:moveTo>
                  <a:lnTo>
                    <a:pt x="12240" y="1606045"/>
                  </a:lnTo>
                  <a:lnTo>
                    <a:pt x="24480" y="1637957"/>
                  </a:lnTo>
                  <a:lnTo>
                    <a:pt x="36720" y="1667057"/>
                  </a:lnTo>
                  <a:lnTo>
                    <a:pt x="48961" y="1693434"/>
                  </a:lnTo>
                  <a:lnTo>
                    <a:pt x="61201" y="1712149"/>
                  </a:lnTo>
                  <a:lnTo>
                    <a:pt x="73441" y="1731261"/>
                  </a:lnTo>
                  <a:lnTo>
                    <a:pt x="85682" y="1742538"/>
                  </a:lnTo>
                  <a:lnTo>
                    <a:pt x="97922" y="1747945"/>
                  </a:lnTo>
                  <a:lnTo>
                    <a:pt x="110162" y="1752404"/>
                  </a:lnTo>
                  <a:lnTo>
                    <a:pt x="122403" y="1755995"/>
                  </a:lnTo>
                  <a:lnTo>
                    <a:pt x="134643" y="1761170"/>
                  </a:lnTo>
                  <a:lnTo>
                    <a:pt x="146883" y="1767826"/>
                  </a:lnTo>
                  <a:lnTo>
                    <a:pt x="159123" y="1771311"/>
                  </a:lnTo>
                  <a:lnTo>
                    <a:pt x="171364" y="1773964"/>
                  </a:lnTo>
                  <a:lnTo>
                    <a:pt x="183604" y="1775902"/>
                  </a:lnTo>
                  <a:lnTo>
                    <a:pt x="195844" y="1777144"/>
                  </a:lnTo>
                  <a:lnTo>
                    <a:pt x="208085" y="1775298"/>
                  </a:lnTo>
                  <a:lnTo>
                    <a:pt x="220325" y="1771643"/>
                  </a:lnTo>
                  <a:lnTo>
                    <a:pt x="232565" y="1767239"/>
                  </a:lnTo>
                  <a:lnTo>
                    <a:pt x="244806" y="1762128"/>
                  </a:lnTo>
                  <a:lnTo>
                    <a:pt x="257046" y="1756352"/>
                  </a:lnTo>
                  <a:lnTo>
                    <a:pt x="269286" y="1750686"/>
                  </a:lnTo>
                  <a:lnTo>
                    <a:pt x="281527" y="1744268"/>
                  </a:lnTo>
                  <a:lnTo>
                    <a:pt x="293767" y="1737070"/>
                  </a:lnTo>
                  <a:lnTo>
                    <a:pt x="306007" y="1731505"/>
                  </a:lnTo>
                  <a:lnTo>
                    <a:pt x="318247" y="1725111"/>
                  </a:lnTo>
                  <a:lnTo>
                    <a:pt x="330488" y="1717496"/>
                  </a:lnTo>
                  <a:lnTo>
                    <a:pt x="342728" y="1707643"/>
                  </a:lnTo>
                  <a:lnTo>
                    <a:pt x="354968" y="1697663"/>
                  </a:lnTo>
                  <a:lnTo>
                    <a:pt x="367209" y="1687591"/>
                  </a:lnTo>
                  <a:lnTo>
                    <a:pt x="379449" y="1677463"/>
                  </a:lnTo>
                  <a:lnTo>
                    <a:pt x="391689" y="1666073"/>
                  </a:lnTo>
                  <a:lnTo>
                    <a:pt x="403930" y="1657179"/>
                  </a:lnTo>
                  <a:lnTo>
                    <a:pt x="416170" y="1647093"/>
                  </a:lnTo>
                  <a:lnTo>
                    <a:pt x="428410" y="1636612"/>
                  </a:lnTo>
                  <a:lnTo>
                    <a:pt x="440650" y="1622785"/>
                  </a:lnTo>
                  <a:lnTo>
                    <a:pt x="452891" y="1608918"/>
                  </a:lnTo>
                  <a:lnTo>
                    <a:pt x="465131" y="1598151"/>
                  </a:lnTo>
                  <a:lnTo>
                    <a:pt x="477371" y="1587600"/>
                  </a:lnTo>
                  <a:lnTo>
                    <a:pt x="489612" y="1577050"/>
                  </a:lnTo>
                  <a:lnTo>
                    <a:pt x="501852" y="1566496"/>
                  </a:lnTo>
                  <a:lnTo>
                    <a:pt x="514092" y="1557916"/>
                  </a:lnTo>
                  <a:lnTo>
                    <a:pt x="526333" y="1549161"/>
                  </a:lnTo>
                  <a:lnTo>
                    <a:pt x="538573" y="1538411"/>
                  </a:lnTo>
                  <a:lnTo>
                    <a:pt x="550813" y="1527677"/>
                  </a:lnTo>
                  <a:lnTo>
                    <a:pt x="563054" y="1516950"/>
                  </a:lnTo>
                  <a:lnTo>
                    <a:pt x="575294" y="1506218"/>
                  </a:lnTo>
                  <a:lnTo>
                    <a:pt x="587534" y="1495489"/>
                  </a:lnTo>
                  <a:lnTo>
                    <a:pt x="599774" y="1484739"/>
                  </a:lnTo>
                  <a:lnTo>
                    <a:pt x="612015" y="1473967"/>
                  </a:lnTo>
                  <a:lnTo>
                    <a:pt x="624255" y="1463164"/>
                  </a:lnTo>
                  <a:lnTo>
                    <a:pt x="636495" y="1452324"/>
                  </a:lnTo>
                  <a:lnTo>
                    <a:pt x="648736" y="1440232"/>
                  </a:lnTo>
                  <a:lnTo>
                    <a:pt x="660976" y="1427983"/>
                  </a:lnTo>
                  <a:lnTo>
                    <a:pt x="673216" y="1415825"/>
                  </a:lnTo>
                  <a:lnTo>
                    <a:pt x="685457" y="1405085"/>
                  </a:lnTo>
                  <a:lnTo>
                    <a:pt x="697697" y="1395759"/>
                  </a:lnTo>
                  <a:lnTo>
                    <a:pt x="709937" y="1386058"/>
                  </a:lnTo>
                  <a:lnTo>
                    <a:pt x="722177" y="1374278"/>
                  </a:lnTo>
                  <a:lnTo>
                    <a:pt x="734418" y="1360926"/>
                  </a:lnTo>
                  <a:lnTo>
                    <a:pt x="746658" y="1347682"/>
                  </a:lnTo>
                  <a:lnTo>
                    <a:pt x="758898" y="1336006"/>
                  </a:lnTo>
                  <a:lnTo>
                    <a:pt x="771139" y="1324227"/>
                  </a:lnTo>
                  <a:lnTo>
                    <a:pt x="783379" y="1312340"/>
                  </a:lnTo>
                  <a:lnTo>
                    <a:pt x="795619" y="1300341"/>
                  </a:lnTo>
                  <a:lnTo>
                    <a:pt x="807860" y="1288224"/>
                  </a:lnTo>
                  <a:lnTo>
                    <a:pt x="820100" y="1275987"/>
                  </a:lnTo>
                  <a:lnTo>
                    <a:pt x="832340" y="1263624"/>
                  </a:lnTo>
                  <a:lnTo>
                    <a:pt x="844581" y="1251130"/>
                  </a:lnTo>
                  <a:lnTo>
                    <a:pt x="856821" y="1237217"/>
                  </a:lnTo>
                  <a:lnTo>
                    <a:pt x="869061" y="1222544"/>
                  </a:lnTo>
                  <a:lnTo>
                    <a:pt x="881301" y="1207910"/>
                  </a:lnTo>
                  <a:lnTo>
                    <a:pt x="893542" y="1193321"/>
                  </a:lnTo>
                  <a:lnTo>
                    <a:pt x="905782" y="1179700"/>
                  </a:lnTo>
                  <a:lnTo>
                    <a:pt x="918022" y="1166443"/>
                  </a:lnTo>
                  <a:lnTo>
                    <a:pt x="930263" y="1153050"/>
                  </a:lnTo>
                  <a:lnTo>
                    <a:pt x="942503" y="1139211"/>
                  </a:lnTo>
                  <a:lnTo>
                    <a:pt x="954743" y="1124706"/>
                  </a:lnTo>
                  <a:lnTo>
                    <a:pt x="966984" y="1110086"/>
                  </a:lnTo>
                  <a:lnTo>
                    <a:pt x="979224" y="1095482"/>
                  </a:lnTo>
                  <a:lnTo>
                    <a:pt x="991464" y="1079091"/>
                  </a:lnTo>
                  <a:lnTo>
                    <a:pt x="1003704" y="1063899"/>
                  </a:lnTo>
                  <a:lnTo>
                    <a:pt x="1015945" y="1049710"/>
                  </a:lnTo>
                  <a:lnTo>
                    <a:pt x="1028185" y="1034323"/>
                  </a:lnTo>
                  <a:lnTo>
                    <a:pt x="1040425" y="1018300"/>
                  </a:lnTo>
                  <a:lnTo>
                    <a:pt x="1052666" y="1002242"/>
                  </a:lnTo>
                  <a:lnTo>
                    <a:pt x="1064906" y="986168"/>
                  </a:lnTo>
                  <a:lnTo>
                    <a:pt x="1077146" y="969032"/>
                  </a:lnTo>
                  <a:lnTo>
                    <a:pt x="1089387" y="951388"/>
                  </a:lnTo>
                  <a:lnTo>
                    <a:pt x="1101627" y="933869"/>
                  </a:lnTo>
                  <a:lnTo>
                    <a:pt x="1113867" y="916507"/>
                  </a:lnTo>
                  <a:lnTo>
                    <a:pt x="1126108" y="899334"/>
                  </a:lnTo>
                  <a:lnTo>
                    <a:pt x="1138348" y="882382"/>
                  </a:lnTo>
                  <a:lnTo>
                    <a:pt x="1150588" y="865683"/>
                  </a:lnTo>
                  <a:lnTo>
                    <a:pt x="1162828" y="849269"/>
                  </a:lnTo>
                  <a:lnTo>
                    <a:pt x="1175069" y="833173"/>
                  </a:lnTo>
                  <a:lnTo>
                    <a:pt x="1187309" y="818165"/>
                  </a:lnTo>
                  <a:lnTo>
                    <a:pt x="1199549" y="803983"/>
                  </a:lnTo>
                  <a:lnTo>
                    <a:pt x="1211790" y="789932"/>
                  </a:lnTo>
                  <a:lnTo>
                    <a:pt x="1224030" y="775600"/>
                  </a:lnTo>
                  <a:lnTo>
                    <a:pt x="1236270" y="759525"/>
                  </a:lnTo>
                  <a:lnTo>
                    <a:pt x="1248511" y="745049"/>
                  </a:lnTo>
                  <a:lnTo>
                    <a:pt x="1260751" y="732070"/>
                  </a:lnTo>
                  <a:lnTo>
                    <a:pt x="1272991" y="717885"/>
                  </a:lnTo>
                  <a:lnTo>
                    <a:pt x="1285231" y="701953"/>
                  </a:lnTo>
                  <a:lnTo>
                    <a:pt x="1297472" y="686372"/>
                  </a:lnTo>
                  <a:lnTo>
                    <a:pt x="1309712" y="671536"/>
                  </a:lnTo>
                  <a:lnTo>
                    <a:pt x="1321952" y="658527"/>
                  </a:lnTo>
                  <a:lnTo>
                    <a:pt x="1334193" y="646035"/>
                  </a:lnTo>
                  <a:lnTo>
                    <a:pt x="1346433" y="634039"/>
                  </a:lnTo>
                  <a:lnTo>
                    <a:pt x="1358673" y="622522"/>
                  </a:lnTo>
                  <a:lnTo>
                    <a:pt x="1370914" y="611463"/>
                  </a:lnTo>
                  <a:lnTo>
                    <a:pt x="1383154" y="598434"/>
                  </a:lnTo>
                  <a:lnTo>
                    <a:pt x="1395394" y="587239"/>
                  </a:lnTo>
                  <a:lnTo>
                    <a:pt x="1407635" y="577012"/>
                  </a:lnTo>
                  <a:lnTo>
                    <a:pt x="1419875" y="563736"/>
                  </a:lnTo>
                  <a:lnTo>
                    <a:pt x="1432115" y="551203"/>
                  </a:lnTo>
                  <a:lnTo>
                    <a:pt x="1444355" y="541401"/>
                  </a:lnTo>
                  <a:lnTo>
                    <a:pt x="1456596" y="528643"/>
                  </a:lnTo>
                  <a:lnTo>
                    <a:pt x="1468836" y="513010"/>
                  </a:lnTo>
                  <a:lnTo>
                    <a:pt x="1481076" y="500946"/>
                  </a:lnTo>
                  <a:lnTo>
                    <a:pt x="1493317" y="490818"/>
                  </a:lnTo>
                  <a:lnTo>
                    <a:pt x="1505557" y="480572"/>
                  </a:lnTo>
                  <a:lnTo>
                    <a:pt x="1517797" y="471019"/>
                  </a:lnTo>
                  <a:lnTo>
                    <a:pt x="1530038" y="459814"/>
                  </a:lnTo>
                  <a:lnTo>
                    <a:pt x="1542278" y="448240"/>
                  </a:lnTo>
                  <a:lnTo>
                    <a:pt x="1554518" y="436779"/>
                  </a:lnTo>
                  <a:lnTo>
                    <a:pt x="1566759" y="425425"/>
                  </a:lnTo>
                  <a:lnTo>
                    <a:pt x="1578999" y="413385"/>
                  </a:lnTo>
                  <a:lnTo>
                    <a:pt x="1591239" y="398740"/>
                  </a:lnTo>
                  <a:lnTo>
                    <a:pt x="1603479" y="386547"/>
                  </a:lnTo>
                  <a:lnTo>
                    <a:pt x="1615720" y="376011"/>
                  </a:lnTo>
                  <a:lnTo>
                    <a:pt x="1627960" y="365702"/>
                  </a:lnTo>
                  <a:lnTo>
                    <a:pt x="1640200" y="355623"/>
                  </a:lnTo>
                  <a:lnTo>
                    <a:pt x="1652441" y="345781"/>
                  </a:lnTo>
                  <a:lnTo>
                    <a:pt x="1664681" y="336178"/>
                  </a:lnTo>
                  <a:lnTo>
                    <a:pt x="1676921" y="326820"/>
                  </a:lnTo>
                  <a:lnTo>
                    <a:pt x="1689162" y="314851"/>
                  </a:lnTo>
                  <a:lnTo>
                    <a:pt x="1701402" y="303345"/>
                  </a:lnTo>
                  <a:lnTo>
                    <a:pt x="1713642" y="291193"/>
                  </a:lnTo>
                  <a:lnTo>
                    <a:pt x="1725882" y="282577"/>
                  </a:lnTo>
                  <a:lnTo>
                    <a:pt x="1738123" y="274765"/>
                  </a:lnTo>
                  <a:lnTo>
                    <a:pt x="1750363" y="264377"/>
                  </a:lnTo>
                  <a:lnTo>
                    <a:pt x="1762603" y="254013"/>
                  </a:lnTo>
                  <a:lnTo>
                    <a:pt x="1774844" y="249596"/>
                  </a:lnTo>
                  <a:lnTo>
                    <a:pt x="1787084" y="245567"/>
                  </a:lnTo>
                  <a:lnTo>
                    <a:pt x="1799324" y="233332"/>
                  </a:lnTo>
                  <a:lnTo>
                    <a:pt x="1811565" y="221201"/>
                  </a:lnTo>
                  <a:lnTo>
                    <a:pt x="1823805" y="209249"/>
                  </a:lnTo>
                  <a:lnTo>
                    <a:pt x="1836045" y="197549"/>
                  </a:lnTo>
                  <a:lnTo>
                    <a:pt x="1848286" y="186177"/>
                  </a:lnTo>
                  <a:lnTo>
                    <a:pt x="1860526" y="175441"/>
                  </a:lnTo>
                  <a:lnTo>
                    <a:pt x="1872766" y="166644"/>
                  </a:lnTo>
                  <a:lnTo>
                    <a:pt x="1885006" y="154778"/>
                  </a:lnTo>
                  <a:lnTo>
                    <a:pt x="1897247" y="142947"/>
                  </a:lnTo>
                  <a:lnTo>
                    <a:pt x="1909487" y="129853"/>
                  </a:lnTo>
                  <a:lnTo>
                    <a:pt x="1921727" y="117265"/>
                  </a:lnTo>
                  <a:lnTo>
                    <a:pt x="1933968" y="111236"/>
                  </a:lnTo>
                  <a:lnTo>
                    <a:pt x="1946208" y="101979"/>
                  </a:lnTo>
                  <a:lnTo>
                    <a:pt x="1958448" y="94532"/>
                  </a:lnTo>
                  <a:lnTo>
                    <a:pt x="1970689" y="89050"/>
                  </a:lnTo>
                  <a:lnTo>
                    <a:pt x="1982929" y="85689"/>
                  </a:lnTo>
                  <a:lnTo>
                    <a:pt x="1995169" y="84606"/>
                  </a:lnTo>
                  <a:lnTo>
                    <a:pt x="2007409" y="80364"/>
                  </a:lnTo>
                  <a:lnTo>
                    <a:pt x="2019650" y="73713"/>
                  </a:lnTo>
                  <a:lnTo>
                    <a:pt x="2031890" y="69920"/>
                  </a:lnTo>
                  <a:lnTo>
                    <a:pt x="2044130" y="69672"/>
                  </a:lnTo>
                  <a:lnTo>
                    <a:pt x="2056371" y="65547"/>
                  </a:lnTo>
                  <a:lnTo>
                    <a:pt x="2068611" y="67857"/>
                  </a:lnTo>
                  <a:lnTo>
                    <a:pt x="2080851" y="66064"/>
                  </a:lnTo>
                  <a:lnTo>
                    <a:pt x="2093092" y="61855"/>
                  </a:lnTo>
                  <a:lnTo>
                    <a:pt x="2105332" y="51975"/>
                  </a:lnTo>
                  <a:lnTo>
                    <a:pt x="2117572" y="47281"/>
                  </a:lnTo>
                  <a:lnTo>
                    <a:pt x="2129813" y="47829"/>
                  </a:lnTo>
                  <a:lnTo>
                    <a:pt x="2142053" y="34693"/>
                  </a:lnTo>
                  <a:lnTo>
                    <a:pt x="2154293" y="11038"/>
                  </a:lnTo>
                  <a:lnTo>
                    <a:pt x="215770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272492"/>
              <a:ext cx="2191014" cy="1502911"/>
            </a:xfrm>
            <a:custGeom>
              <a:avLst/>
              <a:pathLst>
                <a:path w="2191014" h="1502911">
                  <a:moveTo>
                    <a:pt x="2191014" y="365347"/>
                  </a:moveTo>
                  <a:lnTo>
                    <a:pt x="2178774" y="318741"/>
                  </a:lnTo>
                  <a:lnTo>
                    <a:pt x="2166533" y="264999"/>
                  </a:lnTo>
                  <a:lnTo>
                    <a:pt x="2154293" y="194319"/>
                  </a:lnTo>
                  <a:lnTo>
                    <a:pt x="2142053" y="139376"/>
                  </a:lnTo>
                  <a:lnTo>
                    <a:pt x="2129813" y="132435"/>
                  </a:lnTo>
                  <a:lnTo>
                    <a:pt x="2117572" y="117702"/>
                  </a:lnTo>
                  <a:lnTo>
                    <a:pt x="2105332" y="86692"/>
                  </a:lnTo>
                  <a:lnTo>
                    <a:pt x="2093092" y="64672"/>
                  </a:lnTo>
                  <a:lnTo>
                    <a:pt x="2080851" y="37845"/>
                  </a:lnTo>
                  <a:lnTo>
                    <a:pt x="2068611" y="13174"/>
                  </a:lnTo>
                  <a:lnTo>
                    <a:pt x="2056371" y="12770"/>
                  </a:lnTo>
                  <a:lnTo>
                    <a:pt x="2044130" y="12915"/>
                  </a:lnTo>
                  <a:lnTo>
                    <a:pt x="2031890" y="0"/>
                  </a:lnTo>
                  <a:lnTo>
                    <a:pt x="2019650" y="11786"/>
                  </a:lnTo>
                  <a:lnTo>
                    <a:pt x="2007409" y="10604"/>
                  </a:lnTo>
                  <a:lnTo>
                    <a:pt x="1995169" y="18755"/>
                  </a:lnTo>
                  <a:lnTo>
                    <a:pt x="1982929" y="28958"/>
                  </a:lnTo>
                  <a:lnTo>
                    <a:pt x="1970689" y="37215"/>
                  </a:lnTo>
                  <a:lnTo>
                    <a:pt x="1958448" y="43670"/>
                  </a:lnTo>
                  <a:lnTo>
                    <a:pt x="1946208" y="47313"/>
                  </a:lnTo>
                  <a:lnTo>
                    <a:pt x="1933968" y="42326"/>
                  </a:lnTo>
                  <a:lnTo>
                    <a:pt x="1921727" y="44670"/>
                  </a:lnTo>
                  <a:lnTo>
                    <a:pt x="1909487" y="43641"/>
                  </a:lnTo>
                  <a:lnTo>
                    <a:pt x="1897247" y="37305"/>
                  </a:lnTo>
                  <a:lnTo>
                    <a:pt x="1885006" y="31599"/>
                  </a:lnTo>
                  <a:lnTo>
                    <a:pt x="1872766" y="26505"/>
                  </a:lnTo>
                  <a:lnTo>
                    <a:pt x="1860526" y="25567"/>
                  </a:lnTo>
                  <a:lnTo>
                    <a:pt x="1848286" y="29181"/>
                  </a:lnTo>
                  <a:lnTo>
                    <a:pt x="1836045" y="34681"/>
                  </a:lnTo>
                  <a:lnTo>
                    <a:pt x="1823805" y="36225"/>
                  </a:lnTo>
                  <a:lnTo>
                    <a:pt x="1811565" y="37532"/>
                  </a:lnTo>
                  <a:lnTo>
                    <a:pt x="1799324" y="32220"/>
                  </a:lnTo>
                  <a:lnTo>
                    <a:pt x="1787084" y="27545"/>
                  </a:lnTo>
                  <a:lnTo>
                    <a:pt x="1774844" y="31931"/>
                  </a:lnTo>
                  <a:lnTo>
                    <a:pt x="1762603" y="38899"/>
                  </a:lnTo>
                  <a:lnTo>
                    <a:pt x="1750363" y="49855"/>
                  </a:lnTo>
                  <a:lnTo>
                    <a:pt x="1738123" y="52172"/>
                  </a:lnTo>
                  <a:lnTo>
                    <a:pt x="1725882" y="58492"/>
                  </a:lnTo>
                  <a:lnTo>
                    <a:pt x="1713642" y="64626"/>
                  </a:lnTo>
                  <a:lnTo>
                    <a:pt x="1701402" y="70281"/>
                  </a:lnTo>
                  <a:lnTo>
                    <a:pt x="1689162" y="76413"/>
                  </a:lnTo>
                  <a:lnTo>
                    <a:pt x="1676921" y="82105"/>
                  </a:lnTo>
                  <a:lnTo>
                    <a:pt x="1664681" y="87687"/>
                  </a:lnTo>
                  <a:lnTo>
                    <a:pt x="1652441" y="95038"/>
                  </a:lnTo>
                  <a:lnTo>
                    <a:pt x="1640200" y="101644"/>
                  </a:lnTo>
                  <a:lnTo>
                    <a:pt x="1627960" y="107164"/>
                  </a:lnTo>
                  <a:lnTo>
                    <a:pt x="1615720" y="115529"/>
                  </a:lnTo>
                  <a:lnTo>
                    <a:pt x="1603479" y="121994"/>
                  </a:lnTo>
                  <a:lnTo>
                    <a:pt x="1591239" y="126034"/>
                  </a:lnTo>
                  <a:lnTo>
                    <a:pt x="1578999" y="130305"/>
                  </a:lnTo>
                  <a:lnTo>
                    <a:pt x="1566759" y="134815"/>
                  </a:lnTo>
                  <a:lnTo>
                    <a:pt x="1554518" y="139573"/>
                  </a:lnTo>
                  <a:lnTo>
                    <a:pt x="1542278" y="146671"/>
                  </a:lnTo>
                  <a:lnTo>
                    <a:pt x="1530038" y="154052"/>
                  </a:lnTo>
                  <a:lnTo>
                    <a:pt x="1517797" y="161512"/>
                  </a:lnTo>
                  <a:lnTo>
                    <a:pt x="1505557" y="169069"/>
                  </a:lnTo>
                  <a:lnTo>
                    <a:pt x="1493317" y="176743"/>
                  </a:lnTo>
                  <a:lnTo>
                    <a:pt x="1481076" y="184665"/>
                  </a:lnTo>
                  <a:lnTo>
                    <a:pt x="1468836" y="194092"/>
                  </a:lnTo>
                  <a:lnTo>
                    <a:pt x="1456596" y="200816"/>
                  </a:lnTo>
                  <a:lnTo>
                    <a:pt x="1444355" y="211766"/>
                  </a:lnTo>
                  <a:lnTo>
                    <a:pt x="1432115" y="222798"/>
                  </a:lnTo>
                  <a:lnTo>
                    <a:pt x="1419875" y="231135"/>
                  </a:lnTo>
                  <a:lnTo>
                    <a:pt x="1407635" y="238630"/>
                  </a:lnTo>
                  <a:lnTo>
                    <a:pt x="1395394" y="248299"/>
                  </a:lnTo>
                  <a:lnTo>
                    <a:pt x="1383154" y="259226"/>
                  </a:lnTo>
                  <a:lnTo>
                    <a:pt x="1370914" y="272108"/>
                  </a:lnTo>
                  <a:lnTo>
                    <a:pt x="1358673" y="285686"/>
                  </a:lnTo>
                  <a:lnTo>
                    <a:pt x="1346433" y="297164"/>
                  </a:lnTo>
                  <a:lnTo>
                    <a:pt x="1334193" y="308423"/>
                  </a:lnTo>
                  <a:lnTo>
                    <a:pt x="1321952" y="322127"/>
                  </a:lnTo>
                  <a:lnTo>
                    <a:pt x="1309712" y="336344"/>
                  </a:lnTo>
                  <a:lnTo>
                    <a:pt x="1297472" y="346748"/>
                  </a:lnTo>
                  <a:lnTo>
                    <a:pt x="1285231" y="357399"/>
                  </a:lnTo>
                  <a:lnTo>
                    <a:pt x="1272991" y="368287"/>
                  </a:lnTo>
                  <a:lnTo>
                    <a:pt x="1260751" y="382731"/>
                  </a:lnTo>
                  <a:lnTo>
                    <a:pt x="1248511" y="397301"/>
                  </a:lnTo>
                  <a:lnTo>
                    <a:pt x="1236270" y="411910"/>
                  </a:lnTo>
                  <a:lnTo>
                    <a:pt x="1224030" y="426552"/>
                  </a:lnTo>
                  <a:lnTo>
                    <a:pt x="1211790" y="441223"/>
                  </a:lnTo>
                  <a:lnTo>
                    <a:pt x="1199549" y="455919"/>
                  </a:lnTo>
                  <a:lnTo>
                    <a:pt x="1187309" y="470634"/>
                  </a:lnTo>
                  <a:lnTo>
                    <a:pt x="1175069" y="485365"/>
                  </a:lnTo>
                  <a:lnTo>
                    <a:pt x="1162828" y="500105"/>
                  </a:lnTo>
                  <a:lnTo>
                    <a:pt x="1150588" y="514851"/>
                  </a:lnTo>
                  <a:lnTo>
                    <a:pt x="1138348" y="529598"/>
                  </a:lnTo>
                  <a:lnTo>
                    <a:pt x="1126108" y="544341"/>
                  </a:lnTo>
                  <a:lnTo>
                    <a:pt x="1113867" y="559076"/>
                  </a:lnTo>
                  <a:lnTo>
                    <a:pt x="1101627" y="573797"/>
                  </a:lnTo>
                  <a:lnTo>
                    <a:pt x="1089387" y="588500"/>
                  </a:lnTo>
                  <a:lnTo>
                    <a:pt x="1077146" y="603180"/>
                  </a:lnTo>
                  <a:lnTo>
                    <a:pt x="1064906" y="617745"/>
                  </a:lnTo>
                  <a:lnTo>
                    <a:pt x="1052666" y="632454"/>
                  </a:lnTo>
                  <a:lnTo>
                    <a:pt x="1040425" y="647037"/>
                  </a:lnTo>
                  <a:lnTo>
                    <a:pt x="1028185" y="661580"/>
                  </a:lnTo>
                  <a:lnTo>
                    <a:pt x="1015945" y="676076"/>
                  </a:lnTo>
                  <a:lnTo>
                    <a:pt x="1003704" y="690521"/>
                  </a:lnTo>
                  <a:lnTo>
                    <a:pt x="991464" y="704910"/>
                  </a:lnTo>
                  <a:lnTo>
                    <a:pt x="979224" y="720045"/>
                  </a:lnTo>
                  <a:lnTo>
                    <a:pt x="966984" y="735696"/>
                  </a:lnTo>
                  <a:lnTo>
                    <a:pt x="954743" y="750160"/>
                  </a:lnTo>
                  <a:lnTo>
                    <a:pt x="942503" y="763562"/>
                  </a:lnTo>
                  <a:lnTo>
                    <a:pt x="930263" y="779217"/>
                  </a:lnTo>
                  <a:lnTo>
                    <a:pt x="918022" y="794600"/>
                  </a:lnTo>
                  <a:lnTo>
                    <a:pt x="905782" y="809684"/>
                  </a:lnTo>
                  <a:lnTo>
                    <a:pt x="893542" y="824035"/>
                  </a:lnTo>
                  <a:lnTo>
                    <a:pt x="881301" y="838200"/>
                  </a:lnTo>
                  <a:lnTo>
                    <a:pt x="869061" y="852105"/>
                  </a:lnTo>
                  <a:lnTo>
                    <a:pt x="856821" y="865560"/>
                  </a:lnTo>
                  <a:lnTo>
                    <a:pt x="844581" y="878589"/>
                  </a:lnTo>
                  <a:lnTo>
                    <a:pt x="832340" y="891216"/>
                  </a:lnTo>
                  <a:lnTo>
                    <a:pt x="820100" y="903465"/>
                  </a:lnTo>
                  <a:lnTo>
                    <a:pt x="807860" y="915363"/>
                  </a:lnTo>
                  <a:lnTo>
                    <a:pt x="795619" y="927810"/>
                  </a:lnTo>
                  <a:lnTo>
                    <a:pt x="783379" y="940220"/>
                  </a:lnTo>
                  <a:lnTo>
                    <a:pt x="771139" y="951664"/>
                  </a:lnTo>
                  <a:lnTo>
                    <a:pt x="758898" y="962829"/>
                  </a:lnTo>
                  <a:lnTo>
                    <a:pt x="746658" y="975016"/>
                  </a:lnTo>
                  <a:lnTo>
                    <a:pt x="734418" y="987236"/>
                  </a:lnTo>
                  <a:lnTo>
                    <a:pt x="722177" y="999446"/>
                  </a:lnTo>
                  <a:lnTo>
                    <a:pt x="709937" y="1010791"/>
                  </a:lnTo>
                  <a:lnTo>
                    <a:pt x="697697" y="1022717"/>
                  </a:lnTo>
                  <a:lnTo>
                    <a:pt x="685457" y="1033170"/>
                  </a:lnTo>
                  <a:lnTo>
                    <a:pt x="673216" y="1045998"/>
                  </a:lnTo>
                  <a:lnTo>
                    <a:pt x="660976" y="1058709"/>
                  </a:lnTo>
                  <a:lnTo>
                    <a:pt x="648736" y="1071295"/>
                  </a:lnTo>
                  <a:lnTo>
                    <a:pt x="636495" y="1083373"/>
                  </a:lnTo>
                  <a:lnTo>
                    <a:pt x="624255" y="1094961"/>
                  </a:lnTo>
                  <a:lnTo>
                    <a:pt x="612015" y="1106455"/>
                  </a:lnTo>
                  <a:lnTo>
                    <a:pt x="599774" y="1117856"/>
                  </a:lnTo>
                  <a:lnTo>
                    <a:pt x="587534" y="1129124"/>
                  </a:lnTo>
                  <a:lnTo>
                    <a:pt x="575294" y="1139389"/>
                  </a:lnTo>
                  <a:lnTo>
                    <a:pt x="563054" y="1149959"/>
                  </a:lnTo>
                  <a:lnTo>
                    <a:pt x="550813" y="1161688"/>
                  </a:lnTo>
                  <a:lnTo>
                    <a:pt x="538573" y="1173298"/>
                  </a:lnTo>
                  <a:lnTo>
                    <a:pt x="526333" y="1184340"/>
                  </a:lnTo>
                  <a:lnTo>
                    <a:pt x="514092" y="1195104"/>
                  </a:lnTo>
                  <a:lnTo>
                    <a:pt x="501852" y="1205781"/>
                  </a:lnTo>
                  <a:lnTo>
                    <a:pt x="489612" y="1216368"/>
                  </a:lnTo>
                  <a:lnTo>
                    <a:pt x="477371" y="1229521"/>
                  </a:lnTo>
                  <a:lnTo>
                    <a:pt x="465131" y="1239229"/>
                  </a:lnTo>
                  <a:lnTo>
                    <a:pt x="452891" y="1248647"/>
                  </a:lnTo>
                  <a:lnTo>
                    <a:pt x="440650" y="1257849"/>
                  </a:lnTo>
                  <a:lnTo>
                    <a:pt x="428410" y="1268106"/>
                  </a:lnTo>
                  <a:lnTo>
                    <a:pt x="416170" y="1278030"/>
                  </a:lnTo>
                  <a:lnTo>
                    <a:pt x="403930" y="1288483"/>
                  </a:lnTo>
                  <a:lnTo>
                    <a:pt x="391689" y="1300450"/>
                  </a:lnTo>
                  <a:lnTo>
                    <a:pt x="379449" y="1310738"/>
                  </a:lnTo>
                  <a:lnTo>
                    <a:pt x="367209" y="1322496"/>
                  </a:lnTo>
                  <a:lnTo>
                    <a:pt x="354968" y="1335364"/>
                  </a:lnTo>
                  <a:lnTo>
                    <a:pt x="342728" y="1345355"/>
                  </a:lnTo>
                  <a:lnTo>
                    <a:pt x="330488" y="1355712"/>
                  </a:lnTo>
                  <a:lnTo>
                    <a:pt x="318247" y="1367377"/>
                  </a:lnTo>
                  <a:lnTo>
                    <a:pt x="306007" y="1381247"/>
                  </a:lnTo>
                  <a:lnTo>
                    <a:pt x="293767" y="1394031"/>
                  </a:lnTo>
                  <a:lnTo>
                    <a:pt x="281527" y="1405510"/>
                  </a:lnTo>
                  <a:lnTo>
                    <a:pt x="269286" y="1415884"/>
                  </a:lnTo>
                  <a:lnTo>
                    <a:pt x="257046" y="1425034"/>
                  </a:lnTo>
                  <a:lnTo>
                    <a:pt x="244806" y="1432840"/>
                  </a:lnTo>
                  <a:lnTo>
                    <a:pt x="232565" y="1439182"/>
                  </a:lnTo>
                  <a:lnTo>
                    <a:pt x="220325" y="1449048"/>
                  </a:lnTo>
                  <a:lnTo>
                    <a:pt x="208085" y="1455967"/>
                  </a:lnTo>
                  <a:lnTo>
                    <a:pt x="195844" y="1460046"/>
                  </a:lnTo>
                  <a:lnTo>
                    <a:pt x="183604" y="1462489"/>
                  </a:lnTo>
                  <a:lnTo>
                    <a:pt x="171364" y="1462036"/>
                  </a:lnTo>
                  <a:lnTo>
                    <a:pt x="159123" y="1459845"/>
                  </a:lnTo>
                  <a:lnTo>
                    <a:pt x="146883" y="1461829"/>
                  </a:lnTo>
                  <a:lnTo>
                    <a:pt x="134643" y="1466721"/>
                  </a:lnTo>
                  <a:lnTo>
                    <a:pt x="122403" y="1469130"/>
                  </a:lnTo>
                  <a:lnTo>
                    <a:pt x="110162" y="1471887"/>
                  </a:lnTo>
                  <a:lnTo>
                    <a:pt x="97922" y="1474909"/>
                  </a:lnTo>
                  <a:lnTo>
                    <a:pt x="85682" y="1479285"/>
                  </a:lnTo>
                  <a:lnTo>
                    <a:pt x="73441" y="1483138"/>
                  </a:lnTo>
                  <a:lnTo>
                    <a:pt x="61201" y="1486445"/>
                  </a:lnTo>
                  <a:lnTo>
                    <a:pt x="48961" y="1489186"/>
                  </a:lnTo>
                  <a:lnTo>
                    <a:pt x="36720" y="1491318"/>
                  </a:lnTo>
                  <a:lnTo>
                    <a:pt x="24480" y="1492887"/>
                  </a:lnTo>
                  <a:lnTo>
                    <a:pt x="12240" y="1498824"/>
                  </a:lnTo>
                  <a:lnTo>
                    <a:pt x="0" y="1502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077049"/>
              <a:ext cx="2191014" cy="1579992"/>
            </a:xfrm>
            <a:custGeom>
              <a:avLst/>
              <a:pathLst>
                <a:path w="2191014" h="1579992">
                  <a:moveTo>
                    <a:pt x="0" y="1496510"/>
                  </a:moveTo>
                  <a:lnTo>
                    <a:pt x="12240" y="1510673"/>
                  </a:lnTo>
                  <a:lnTo>
                    <a:pt x="24480" y="1523381"/>
                  </a:lnTo>
                  <a:lnTo>
                    <a:pt x="36720" y="1534677"/>
                  </a:lnTo>
                  <a:lnTo>
                    <a:pt x="48961" y="1544605"/>
                  </a:lnTo>
                  <a:lnTo>
                    <a:pt x="61201" y="1553209"/>
                  </a:lnTo>
                  <a:lnTo>
                    <a:pt x="73441" y="1560531"/>
                  </a:lnTo>
                  <a:lnTo>
                    <a:pt x="85682" y="1566615"/>
                  </a:lnTo>
                  <a:lnTo>
                    <a:pt x="97922" y="1571505"/>
                  </a:lnTo>
                  <a:lnTo>
                    <a:pt x="110162" y="1575245"/>
                  </a:lnTo>
                  <a:lnTo>
                    <a:pt x="122403" y="1577877"/>
                  </a:lnTo>
                  <a:lnTo>
                    <a:pt x="134643" y="1579445"/>
                  </a:lnTo>
                  <a:lnTo>
                    <a:pt x="146883" y="1579992"/>
                  </a:lnTo>
                  <a:lnTo>
                    <a:pt x="159123" y="1579562"/>
                  </a:lnTo>
                  <a:lnTo>
                    <a:pt x="171364" y="1578199"/>
                  </a:lnTo>
                  <a:lnTo>
                    <a:pt x="183604" y="1575946"/>
                  </a:lnTo>
                  <a:lnTo>
                    <a:pt x="195844" y="1572846"/>
                  </a:lnTo>
                  <a:lnTo>
                    <a:pt x="208085" y="1568943"/>
                  </a:lnTo>
                  <a:lnTo>
                    <a:pt x="220325" y="1564280"/>
                  </a:lnTo>
                  <a:lnTo>
                    <a:pt x="232565" y="1558900"/>
                  </a:lnTo>
                  <a:lnTo>
                    <a:pt x="244806" y="1552848"/>
                  </a:lnTo>
                  <a:lnTo>
                    <a:pt x="257046" y="1546167"/>
                  </a:lnTo>
                  <a:lnTo>
                    <a:pt x="269286" y="1538899"/>
                  </a:lnTo>
                  <a:lnTo>
                    <a:pt x="281527" y="1531089"/>
                  </a:lnTo>
                  <a:lnTo>
                    <a:pt x="293767" y="1522780"/>
                  </a:lnTo>
                  <a:lnTo>
                    <a:pt x="306007" y="1514016"/>
                  </a:lnTo>
                  <a:lnTo>
                    <a:pt x="318247" y="1504839"/>
                  </a:lnTo>
                  <a:lnTo>
                    <a:pt x="330488" y="1495293"/>
                  </a:lnTo>
                  <a:lnTo>
                    <a:pt x="342728" y="1485423"/>
                  </a:lnTo>
                  <a:lnTo>
                    <a:pt x="354968" y="1475271"/>
                  </a:lnTo>
                  <a:lnTo>
                    <a:pt x="367209" y="1464880"/>
                  </a:lnTo>
                  <a:lnTo>
                    <a:pt x="379449" y="1454294"/>
                  </a:lnTo>
                  <a:lnTo>
                    <a:pt x="391689" y="1443558"/>
                  </a:lnTo>
                  <a:lnTo>
                    <a:pt x="403930" y="1432713"/>
                  </a:lnTo>
                  <a:lnTo>
                    <a:pt x="416170" y="1421803"/>
                  </a:lnTo>
                  <a:lnTo>
                    <a:pt x="428410" y="1410873"/>
                  </a:lnTo>
                  <a:lnTo>
                    <a:pt x="440650" y="1399965"/>
                  </a:lnTo>
                  <a:lnTo>
                    <a:pt x="452891" y="1389109"/>
                  </a:lnTo>
                  <a:lnTo>
                    <a:pt x="465131" y="1378300"/>
                  </a:lnTo>
                  <a:lnTo>
                    <a:pt x="477371" y="1367532"/>
                  </a:lnTo>
                  <a:lnTo>
                    <a:pt x="489612" y="1356796"/>
                  </a:lnTo>
                  <a:lnTo>
                    <a:pt x="501852" y="1346085"/>
                  </a:lnTo>
                  <a:lnTo>
                    <a:pt x="514092" y="1335392"/>
                  </a:lnTo>
                  <a:lnTo>
                    <a:pt x="526333" y="1324708"/>
                  </a:lnTo>
                  <a:lnTo>
                    <a:pt x="538573" y="1314026"/>
                  </a:lnTo>
                  <a:lnTo>
                    <a:pt x="550813" y="1303339"/>
                  </a:lnTo>
                  <a:lnTo>
                    <a:pt x="563054" y="1292638"/>
                  </a:lnTo>
                  <a:lnTo>
                    <a:pt x="575294" y="1281916"/>
                  </a:lnTo>
                  <a:lnTo>
                    <a:pt x="587534" y="1271165"/>
                  </a:lnTo>
                  <a:lnTo>
                    <a:pt x="599774" y="1260378"/>
                  </a:lnTo>
                  <a:lnTo>
                    <a:pt x="612015" y="1249546"/>
                  </a:lnTo>
                  <a:lnTo>
                    <a:pt x="624255" y="1238663"/>
                  </a:lnTo>
                  <a:lnTo>
                    <a:pt x="636495" y="1227721"/>
                  </a:lnTo>
                  <a:lnTo>
                    <a:pt x="648736" y="1216711"/>
                  </a:lnTo>
                  <a:lnTo>
                    <a:pt x="660976" y="1205627"/>
                  </a:lnTo>
                  <a:lnTo>
                    <a:pt x="673216" y="1194460"/>
                  </a:lnTo>
                  <a:lnTo>
                    <a:pt x="685457" y="1183203"/>
                  </a:lnTo>
                  <a:lnTo>
                    <a:pt x="697697" y="1171848"/>
                  </a:lnTo>
                  <a:lnTo>
                    <a:pt x="709937" y="1160388"/>
                  </a:lnTo>
                  <a:lnTo>
                    <a:pt x="722177" y="1148814"/>
                  </a:lnTo>
                  <a:lnTo>
                    <a:pt x="734418" y="1137120"/>
                  </a:lnTo>
                  <a:lnTo>
                    <a:pt x="746658" y="1125297"/>
                  </a:lnTo>
                  <a:lnTo>
                    <a:pt x="758898" y="1113338"/>
                  </a:lnTo>
                  <a:lnTo>
                    <a:pt x="771139" y="1101235"/>
                  </a:lnTo>
                  <a:lnTo>
                    <a:pt x="783379" y="1088980"/>
                  </a:lnTo>
                  <a:lnTo>
                    <a:pt x="795619" y="1076567"/>
                  </a:lnTo>
                  <a:lnTo>
                    <a:pt x="807860" y="1063986"/>
                  </a:lnTo>
                  <a:lnTo>
                    <a:pt x="820100" y="1051231"/>
                  </a:lnTo>
                  <a:lnTo>
                    <a:pt x="832340" y="1038294"/>
                  </a:lnTo>
                  <a:lnTo>
                    <a:pt x="844581" y="1025167"/>
                  </a:lnTo>
                  <a:lnTo>
                    <a:pt x="856821" y="1011842"/>
                  </a:lnTo>
                  <a:lnTo>
                    <a:pt x="869061" y="998312"/>
                  </a:lnTo>
                  <a:lnTo>
                    <a:pt x="881301" y="984569"/>
                  </a:lnTo>
                  <a:lnTo>
                    <a:pt x="893542" y="970615"/>
                  </a:lnTo>
                  <a:lnTo>
                    <a:pt x="905782" y="956462"/>
                  </a:lnTo>
                  <a:lnTo>
                    <a:pt x="918022" y="942124"/>
                  </a:lnTo>
                  <a:lnTo>
                    <a:pt x="930263" y="927613"/>
                  </a:lnTo>
                  <a:lnTo>
                    <a:pt x="942503" y="912943"/>
                  </a:lnTo>
                  <a:lnTo>
                    <a:pt x="954743" y="898128"/>
                  </a:lnTo>
                  <a:lnTo>
                    <a:pt x="966984" y="883181"/>
                  </a:lnTo>
                  <a:lnTo>
                    <a:pt x="979224" y="868114"/>
                  </a:lnTo>
                  <a:lnTo>
                    <a:pt x="991464" y="852943"/>
                  </a:lnTo>
                  <a:lnTo>
                    <a:pt x="1003704" y="837679"/>
                  </a:lnTo>
                  <a:lnTo>
                    <a:pt x="1015945" y="822336"/>
                  </a:lnTo>
                  <a:lnTo>
                    <a:pt x="1028185" y="806928"/>
                  </a:lnTo>
                  <a:lnTo>
                    <a:pt x="1040425" y="791467"/>
                  </a:lnTo>
                  <a:lnTo>
                    <a:pt x="1052666" y="775968"/>
                  </a:lnTo>
                  <a:lnTo>
                    <a:pt x="1064906" y="760443"/>
                  </a:lnTo>
                  <a:lnTo>
                    <a:pt x="1077146" y="744906"/>
                  </a:lnTo>
                  <a:lnTo>
                    <a:pt x="1089387" y="729369"/>
                  </a:lnTo>
                  <a:lnTo>
                    <a:pt x="1101627" y="713848"/>
                  </a:lnTo>
                  <a:lnTo>
                    <a:pt x="1113867" y="698354"/>
                  </a:lnTo>
                  <a:lnTo>
                    <a:pt x="1126108" y="682901"/>
                  </a:lnTo>
                  <a:lnTo>
                    <a:pt x="1138348" y="667503"/>
                  </a:lnTo>
                  <a:lnTo>
                    <a:pt x="1150588" y="652173"/>
                  </a:lnTo>
                  <a:lnTo>
                    <a:pt x="1162828" y="636923"/>
                  </a:lnTo>
                  <a:lnTo>
                    <a:pt x="1175069" y="621769"/>
                  </a:lnTo>
                  <a:lnTo>
                    <a:pt x="1187309" y="606722"/>
                  </a:lnTo>
                  <a:lnTo>
                    <a:pt x="1199549" y="591796"/>
                  </a:lnTo>
                  <a:lnTo>
                    <a:pt x="1211790" y="577004"/>
                  </a:lnTo>
                  <a:lnTo>
                    <a:pt x="1224030" y="562360"/>
                  </a:lnTo>
                  <a:lnTo>
                    <a:pt x="1236270" y="547878"/>
                  </a:lnTo>
                  <a:lnTo>
                    <a:pt x="1248511" y="533570"/>
                  </a:lnTo>
                  <a:lnTo>
                    <a:pt x="1260751" y="519449"/>
                  </a:lnTo>
                  <a:lnTo>
                    <a:pt x="1272991" y="505530"/>
                  </a:lnTo>
                  <a:lnTo>
                    <a:pt x="1285231" y="491825"/>
                  </a:lnTo>
                  <a:lnTo>
                    <a:pt x="1297472" y="478348"/>
                  </a:lnTo>
                  <a:lnTo>
                    <a:pt x="1309712" y="465112"/>
                  </a:lnTo>
                  <a:lnTo>
                    <a:pt x="1321952" y="452130"/>
                  </a:lnTo>
                  <a:lnTo>
                    <a:pt x="1334193" y="439404"/>
                  </a:lnTo>
                  <a:lnTo>
                    <a:pt x="1346433" y="426928"/>
                  </a:lnTo>
                  <a:lnTo>
                    <a:pt x="1358673" y="414696"/>
                  </a:lnTo>
                  <a:lnTo>
                    <a:pt x="1370914" y="402702"/>
                  </a:lnTo>
                  <a:lnTo>
                    <a:pt x="1383154" y="390940"/>
                  </a:lnTo>
                  <a:lnTo>
                    <a:pt x="1395394" y="379404"/>
                  </a:lnTo>
                  <a:lnTo>
                    <a:pt x="1407635" y="368088"/>
                  </a:lnTo>
                  <a:lnTo>
                    <a:pt x="1419875" y="356985"/>
                  </a:lnTo>
                  <a:lnTo>
                    <a:pt x="1432115" y="346091"/>
                  </a:lnTo>
                  <a:lnTo>
                    <a:pt x="1444355" y="335398"/>
                  </a:lnTo>
                  <a:lnTo>
                    <a:pt x="1456596" y="324901"/>
                  </a:lnTo>
                  <a:lnTo>
                    <a:pt x="1468836" y="314594"/>
                  </a:lnTo>
                  <a:lnTo>
                    <a:pt x="1481076" y="304470"/>
                  </a:lnTo>
                  <a:lnTo>
                    <a:pt x="1493317" y="294524"/>
                  </a:lnTo>
                  <a:lnTo>
                    <a:pt x="1505557" y="284750"/>
                  </a:lnTo>
                  <a:lnTo>
                    <a:pt x="1517797" y="275141"/>
                  </a:lnTo>
                  <a:lnTo>
                    <a:pt x="1530038" y="265691"/>
                  </a:lnTo>
                  <a:lnTo>
                    <a:pt x="1542278" y="256395"/>
                  </a:lnTo>
                  <a:lnTo>
                    <a:pt x="1554518" y="247246"/>
                  </a:lnTo>
                  <a:lnTo>
                    <a:pt x="1566759" y="238239"/>
                  </a:lnTo>
                  <a:lnTo>
                    <a:pt x="1578999" y="229367"/>
                  </a:lnTo>
                  <a:lnTo>
                    <a:pt x="1591239" y="220624"/>
                  </a:lnTo>
                  <a:lnTo>
                    <a:pt x="1603479" y="212004"/>
                  </a:lnTo>
                  <a:lnTo>
                    <a:pt x="1615720" y="203502"/>
                  </a:lnTo>
                  <a:lnTo>
                    <a:pt x="1627960" y="195110"/>
                  </a:lnTo>
                  <a:lnTo>
                    <a:pt x="1640200" y="186824"/>
                  </a:lnTo>
                  <a:lnTo>
                    <a:pt x="1652441" y="178637"/>
                  </a:lnTo>
                  <a:lnTo>
                    <a:pt x="1664681" y="170543"/>
                  </a:lnTo>
                  <a:lnTo>
                    <a:pt x="1676921" y="162536"/>
                  </a:lnTo>
                  <a:lnTo>
                    <a:pt x="1689162" y="154609"/>
                  </a:lnTo>
                  <a:lnTo>
                    <a:pt x="1701402" y="146758"/>
                  </a:lnTo>
                  <a:lnTo>
                    <a:pt x="1713642" y="138975"/>
                  </a:lnTo>
                  <a:lnTo>
                    <a:pt x="1725882" y="131255"/>
                  </a:lnTo>
                  <a:lnTo>
                    <a:pt x="1738123" y="123592"/>
                  </a:lnTo>
                  <a:lnTo>
                    <a:pt x="1750363" y="115980"/>
                  </a:lnTo>
                  <a:lnTo>
                    <a:pt x="1762603" y="108415"/>
                  </a:lnTo>
                  <a:lnTo>
                    <a:pt x="1774844" y="100912"/>
                  </a:lnTo>
                  <a:lnTo>
                    <a:pt x="1787084" y="93496"/>
                  </a:lnTo>
                  <a:lnTo>
                    <a:pt x="1799324" y="86190"/>
                  </a:lnTo>
                  <a:lnTo>
                    <a:pt x="1811565" y="79019"/>
                  </a:lnTo>
                  <a:lnTo>
                    <a:pt x="1823805" y="72005"/>
                  </a:lnTo>
                  <a:lnTo>
                    <a:pt x="1836045" y="65173"/>
                  </a:lnTo>
                  <a:lnTo>
                    <a:pt x="1848286" y="58547"/>
                  </a:lnTo>
                  <a:lnTo>
                    <a:pt x="1860526" y="52151"/>
                  </a:lnTo>
                  <a:lnTo>
                    <a:pt x="1872766" y="46008"/>
                  </a:lnTo>
                  <a:lnTo>
                    <a:pt x="1885006" y="40143"/>
                  </a:lnTo>
                  <a:lnTo>
                    <a:pt x="1897247" y="34579"/>
                  </a:lnTo>
                  <a:lnTo>
                    <a:pt x="1909487" y="29340"/>
                  </a:lnTo>
                  <a:lnTo>
                    <a:pt x="1921727" y="24450"/>
                  </a:lnTo>
                  <a:lnTo>
                    <a:pt x="1933968" y="19933"/>
                  </a:lnTo>
                  <a:lnTo>
                    <a:pt x="1946208" y="15813"/>
                  </a:lnTo>
                  <a:lnTo>
                    <a:pt x="1958448" y="12113"/>
                  </a:lnTo>
                  <a:lnTo>
                    <a:pt x="1970689" y="8858"/>
                  </a:lnTo>
                  <a:lnTo>
                    <a:pt x="1982929" y="6071"/>
                  </a:lnTo>
                  <a:lnTo>
                    <a:pt x="1995169" y="3777"/>
                  </a:lnTo>
                  <a:lnTo>
                    <a:pt x="2007409" y="1999"/>
                  </a:lnTo>
                  <a:lnTo>
                    <a:pt x="2019650" y="760"/>
                  </a:lnTo>
                  <a:lnTo>
                    <a:pt x="2031890" y="86"/>
                  </a:lnTo>
                  <a:lnTo>
                    <a:pt x="2044130" y="0"/>
                  </a:lnTo>
                  <a:lnTo>
                    <a:pt x="2056371" y="525"/>
                  </a:lnTo>
                  <a:lnTo>
                    <a:pt x="2068611" y="1685"/>
                  </a:lnTo>
                  <a:lnTo>
                    <a:pt x="2080851" y="3505"/>
                  </a:lnTo>
                  <a:lnTo>
                    <a:pt x="2093092" y="6008"/>
                  </a:lnTo>
                  <a:lnTo>
                    <a:pt x="2105332" y="9218"/>
                  </a:lnTo>
                  <a:lnTo>
                    <a:pt x="2117572" y="13160"/>
                  </a:lnTo>
                  <a:lnTo>
                    <a:pt x="2129813" y="17856"/>
                  </a:lnTo>
                  <a:lnTo>
                    <a:pt x="2142053" y="23330"/>
                  </a:lnTo>
                  <a:lnTo>
                    <a:pt x="2154293" y="29608"/>
                  </a:lnTo>
                  <a:lnTo>
                    <a:pt x="2166533" y="36712"/>
                  </a:lnTo>
                  <a:lnTo>
                    <a:pt x="2178774" y="44666"/>
                  </a:lnTo>
                  <a:lnTo>
                    <a:pt x="2191014" y="5349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485284"/>
              <a:ext cx="2347515" cy="1229757"/>
            </a:xfrm>
            <a:custGeom>
              <a:avLst/>
              <a:pathLst>
                <a:path w="2347515" h="1229757">
                  <a:moveTo>
                    <a:pt x="0" y="862849"/>
                  </a:moveTo>
                  <a:lnTo>
                    <a:pt x="13114" y="853663"/>
                  </a:lnTo>
                  <a:lnTo>
                    <a:pt x="26229" y="854863"/>
                  </a:lnTo>
                  <a:lnTo>
                    <a:pt x="39343" y="848463"/>
                  </a:lnTo>
                  <a:lnTo>
                    <a:pt x="52458" y="831275"/>
                  </a:lnTo>
                  <a:lnTo>
                    <a:pt x="65573" y="823475"/>
                  </a:lnTo>
                  <a:lnTo>
                    <a:pt x="78687" y="818314"/>
                  </a:lnTo>
                  <a:lnTo>
                    <a:pt x="91802" y="803602"/>
                  </a:lnTo>
                  <a:lnTo>
                    <a:pt x="104916" y="793070"/>
                  </a:lnTo>
                  <a:lnTo>
                    <a:pt x="118031" y="779497"/>
                  </a:lnTo>
                  <a:lnTo>
                    <a:pt x="131146" y="769760"/>
                  </a:lnTo>
                  <a:lnTo>
                    <a:pt x="144260" y="758659"/>
                  </a:lnTo>
                  <a:lnTo>
                    <a:pt x="157375" y="749073"/>
                  </a:lnTo>
                  <a:lnTo>
                    <a:pt x="170489" y="742734"/>
                  </a:lnTo>
                  <a:lnTo>
                    <a:pt x="183604" y="736076"/>
                  </a:lnTo>
                  <a:lnTo>
                    <a:pt x="196719" y="731670"/>
                  </a:lnTo>
                  <a:lnTo>
                    <a:pt x="209833" y="728486"/>
                  </a:lnTo>
                  <a:lnTo>
                    <a:pt x="222948" y="726436"/>
                  </a:lnTo>
                  <a:lnTo>
                    <a:pt x="236063" y="725435"/>
                  </a:lnTo>
                  <a:lnTo>
                    <a:pt x="249177" y="725393"/>
                  </a:lnTo>
                  <a:lnTo>
                    <a:pt x="262292" y="722768"/>
                  </a:lnTo>
                  <a:lnTo>
                    <a:pt x="275406" y="720185"/>
                  </a:lnTo>
                  <a:lnTo>
                    <a:pt x="288521" y="719335"/>
                  </a:lnTo>
                  <a:lnTo>
                    <a:pt x="301636" y="721264"/>
                  </a:lnTo>
                  <a:lnTo>
                    <a:pt x="314750" y="723773"/>
                  </a:lnTo>
                  <a:lnTo>
                    <a:pt x="327865" y="726785"/>
                  </a:lnTo>
                  <a:lnTo>
                    <a:pt x="340979" y="725968"/>
                  </a:lnTo>
                  <a:lnTo>
                    <a:pt x="354094" y="726262"/>
                  </a:lnTo>
                  <a:lnTo>
                    <a:pt x="367209" y="729781"/>
                  </a:lnTo>
                  <a:lnTo>
                    <a:pt x="380323" y="730503"/>
                  </a:lnTo>
                  <a:lnTo>
                    <a:pt x="393438" y="728926"/>
                  </a:lnTo>
                  <a:lnTo>
                    <a:pt x="406552" y="727421"/>
                  </a:lnTo>
                  <a:lnTo>
                    <a:pt x="419667" y="728264"/>
                  </a:lnTo>
                  <a:lnTo>
                    <a:pt x="432782" y="730547"/>
                  </a:lnTo>
                  <a:lnTo>
                    <a:pt x="445896" y="732793"/>
                  </a:lnTo>
                  <a:lnTo>
                    <a:pt x="459011" y="734935"/>
                  </a:lnTo>
                  <a:lnTo>
                    <a:pt x="472126" y="736904"/>
                  </a:lnTo>
                  <a:lnTo>
                    <a:pt x="485240" y="738033"/>
                  </a:lnTo>
                  <a:lnTo>
                    <a:pt x="498355" y="736913"/>
                  </a:lnTo>
                  <a:lnTo>
                    <a:pt x="511469" y="735868"/>
                  </a:lnTo>
                  <a:lnTo>
                    <a:pt x="524584" y="734757"/>
                  </a:lnTo>
                  <a:lnTo>
                    <a:pt x="537699" y="733801"/>
                  </a:lnTo>
                  <a:lnTo>
                    <a:pt x="550813" y="732362"/>
                  </a:lnTo>
                  <a:lnTo>
                    <a:pt x="563928" y="731155"/>
                  </a:lnTo>
                  <a:lnTo>
                    <a:pt x="577042" y="729792"/>
                  </a:lnTo>
                  <a:lnTo>
                    <a:pt x="590157" y="728435"/>
                  </a:lnTo>
                  <a:lnTo>
                    <a:pt x="603272" y="726978"/>
                  </a:lnTo>
                  <a:lnTo>
                    <a:pt x="616386" y="725575"/>
                  </a:lnTo>
                  <a:lnTo>
                    <a:pt x="629501" y="724262"/>
                  </a:lnTo>
                  <a:lnTo>
                    <a:pt x="642615" y="722847"/>
                  </a:lnTo>
                  <a:lnTo>
                    <a:pt x="655730" y="721234"/>
                  </a:lnTo>
                  <a:lnTo>
                    <a:pt x="668845" y="718853"/>
                  </a:lnTo>
                  <a:lnTo>
                    <a:pt x="681959" y="716678"/>
                  </a:lnTo>
                  <a:lnTo>
                    <a:pt x="695074" y="715927"/>
                  </a:lnTo>
                  <a:lnTo>
                    <a:pt x="708189" y="712576"/>
                  </a:lnTo>
                  <a:lnTo>
                    <a:pt x="721303" y="709370"/>
                  </a:lnTo>
                  <a:lnTo>
                    <a:pt x="734418" y="707061"/>
                  </a:lnTo>
                  <a:lnTo>
                    <a:pt x="747532" y="704812"/>
                  </a:lnTo>
                  <a:lnTo>
                    <a:pt x="760647" y="702631"/>
                  </a:lnTo>
                  <a:lnTo>
                    <a:pt x="773762" y="700661"/>
                  </a:lnTo>
                  <a:lnTo>
                    <a:pt x="786876" y="698510"/>
                  </a:lnTo>
                  <a:lnTo>
                    <a:pt x="799991" y="696599"/>
                  </a:lnTo>
                  <a:lnTo>
                    <a:pt x="813105" y="694805"/>
                  </a:lnTo>
                  <a:lnTo>
                    <a:pt x="826220" y="693139"/>
                  </a:lnTo>
                  <a:lnTo>
                    <a:pt x="839335" y="691614"/>
                  </a:lnTo>
                  <a:lnTo>
                    <a:pt x="852449" y="690242"/>
                  </a:lnTo>
                  <a:lnTo>
                    <a:pt x="865564" y="689037"/>
                  </a:lnTo>
                  <a:lnTo>
                    <a:pt x="878679" y="688011"/>
                  </a:lnTo>
                  <a:lnTo>
                    <a:pt x="891793" y="687930"/>
                  </a:lnTo>
                  <a:lnTo>
                    <a:pt x="904908" y="688299"/>
                  </a:lnTo>
                  <a:lnTo>
                    <a:pt x="918022" y="689072"/>
                  </a:lnTo>
                  <a:lnTo>
                    <a:pt x="931137" y="690200"/>
                  </a:lnTo>
                  <a:lnTo>
                    <a:pt x="944252" y="691659"/>
                  </a:lnTo>
                  <a:lnTo>
                    <a:pt x="957366" y="693328"/>
                  </a:lnTo>
                  <a:lnTo>
                    <a:pt x="970481" y="695095"/>
                  </a:lnTo>
                  <a:lnTo>
                    <a:pt x="983595" y="697665"/>
                  </a:lnTo>
                  <a:lnTo>
                    <a:pt x="996710" y="698908"/>
                  </a:lnTo>
                  <a:lnTo>
                    <a:pt x="1009825" y="700390"/>
                  </a:lnTo>
                  <a:lnTo>
                    <a:pt x="1022939" y="702090"/>
                  </a:lnTo>
                  <a:lnTo>
                    <a:pt x="1036054" y="703991"/>
                  </a:lnTo>
                  <a:lnTo>
                    <a:pt x="1049168" y="706074"/>
                  </a:lnTo>
                  <a:lnTo>
                    <a:pt x="1062283" y="708320"/>
                  </a:lnTo>
                  <a:lnTo>
                    <a:pt x="1075398" y="710709"/>
                  </a:lnTo>
                  <a:lnTo>
                    <a:pt x="1088512" y="712016"/>
                  </a:lnTo>
                  <a:lnTo>
                    <a:pt x="1101627" y="713203"/>
                  </a:lnTo>
                  <a:lnTo>
                    <a:pt x="1114742" y="714407"/>
                  </a:lnTo>
                  <a:lnTo>
                    <a:pt x="1127856" y="716144"/>
                  </a:lnTo>
                  <a:lnTo>
                    <a:pt x="1140971" y="718775"/>
                  </a:lnTo>
                  <a:lnTo>
                    <a:pt x="1154085" y="721444"/>
                  </a:lnTo>
                  <a:lnTo>
                    <a:pt x="1167200" y="724135"/>
                  </a:lnTo>
                  <a:lnTo>
                    <a:pt x="1180315" y="725388"/>
                  </a:lnTo>
                  <a:lnTo>
                    <a:pt x="1193429" y="727372"/>
                  </a:lnTo>
                  <a:lnTo>
                    <a:pt x="1206544" y="729485"/>
                  </a:lnTo>
                  <a:lnTo>
                    <a:pt x="1219658" y="729232"/>
                  </a:lnTo>
                  <a:lnTo>
                    <a:pt x="1232773" y="728501"/>
                  </a:lnTo>
                  <a:lnTo>
                    <a:pt x="1245888" y="727771"/>
                  </a:lnTo>
                  <a:lnTo>
                    <a:pt x="1259002" y="729137"/>
                  </a:lnTo>
                  <a:lnTo>
                    <a:pt x="1272117" y="729000"/>
                  </a:lnTo>
                  <a:lnTo>
                    <a:pt x="1285231" y="728847"/>
                  </a:lnTo>
                  <a:lnTo>
                    <a:pt x="1298346" y="728677"/>
                  </a:lnTo>
                  <a:lnTo>
                    <a:pt x="1311461" y="728488"/>
                  </a:lnTo>
                  <a:lnTo>
                    <a:pt x="1324575" y="728278"/>
                  </a:lnTo>
                  <a:lnTo>
                    <a:pt x="1337690" y="728045"/>
                  </a:lnTo>
                  <a:lnTo>
                    <a:pt x="1350805" y="727788"/>
                  </a:lnTo>
                  <a:lnTo>
                    <a:pt x="1363919" y="727654"/>
                  </a:lnTo>
                  <a:lnTo>
                    <a:pt x="1377034" y="727355"/>
                  </a:lnTo>
                  <a:lnTo>
                    <a:pt x="1390148" y="726855"/>
                  </a:lnTo>
                  <a:lnTo>
                    <a:pt x="1403263" y="726484"/>
                  </a:lnTo>
                  <a:lnTo>
                    <a:pt x="1416378" y="726080"/>
                  </a:lnTo>
                  <a:lnTo>
                    <a:pt x="1429492" y="725645"/>
                  </a:lnTo>
                  <a:lnTo>
                    <a:pt x="1442607" y="725181"/>
                  </a:lnTo>
                  <a:lnTo>
                    <a:pt x="1455721" y="724691"/>
                  </a:lnTo>
                  <a:lnTo>
                    <a:pt x="1468836" y="724179"/>
                  </a:lnTo>
                  <a:lnTo>
                    <a:pt x="1481951" y="723648"/>
                  </a:lnTo>
                  <a:lnTo>
                    <a:pt x="1495065" y="720279"/>
                  </a:lnTo>
                  <a:lnTo>
                    <a:pt x="1508180" y="714848"/>
                  </a:lnTo>
                  <a:lnTo>
                    <a:pt x="1521295" y="712442"/>
                  </a:lnTo>
                  <a:lnTo>
                    <a:pt x="1534409" y="709507"/>
                  </a:lnTo>
                  <a:lnTo>
                    <a:pt x="1547524" y="705609"/>
                  </a:lnTo>
                  <a:lnTo>
                    <a:pt x="1560638" y="702308"/>
                  </a:lnTo>
                  <a:lnTo>
                    <a:pt x="1573753" y="700804"/>
                  </a:lnTo>
                  <a:lnTo>
                    <a:pt x="1586868" y="698280"/>
                  </a:lnTo>
                  <a:lnTo>
                    <a:pt x="1599982" y="696543"/>
                  </a:lnTo>
                  <a:lnTo>
                    <a:pt x="1613097" y="694960"/>
                  </a:lnTo>
                  <a:lnTo>
                    <a:pt x="1626211" y="693559"/>
                  </a:lnTo>
                  <a:lnTo>
                    <a:pt x="1639326" y="691706"/>
                  </a:lnTo>
                  <a:lnTo>
                    <a:pt x="1652441" y="691408"/>
                  </a:lnTo>
                  <a:lnTo>
                    <a:pt x="1665555" y="690712"/>
                  </a:lnTo>
                  <a:lnTo>
                    <a:pt x="1678670" y="690306"/>
                  </a:lnTo>
                  <a:lnTo>
                    <a:pt x="1691784" y="688741"/>
                  </a:lnTo>
                  <a:lnTo>
                    <a:pt x="1704899" y="686857"/>
                  </a:lnTo>
                  <a:lnTo>
                    <a:pt x="1718014" y="685469"/>
                  </a:lnTo>
                  <a:lnTo>
                    <a:pt x="1731128" y="686962"/>
                  </a:lnTo>
                  <a:lnTo>
                    <a:pt x="1744243" y="689927"/>
                  </a:lnTo>
                  <a:lnTo>
                    <a:pt x="1757358" y="693752"/>
                  </a:lnTo>
                  <a:lnTo>
                    <a:pt x="1770472" y="696342"/>
                  </a:lnTo>
                  <a:lnTo>
                    <a:pt x="1783587" y="698812"/>
                  </a:lnTo>
                  <a:lnTo>
                    <a:pt x="1796701" y="701868"/>
                  </a:lnTo>
                  <a:lnTo>
                    <a:pt x="1809816" y="706383"/>
                  </a:lnTo>
                  <a:lnTo>
                    <a:pt x="1822931" y="709862"/>
                  </a:lnTo>
                  <a:lnTo>
                    <a:pt x="1836045" y="713093"/>
                  </a:lnTo>
                  <a:lnTo>
                    <a:pt x="1849160" y="714596"/>
                  </a:lnTo>
                  <a:lnTo>
                    <a:pt x="1862274" y="719012"/>
                  </a:lnTo>
                  <a:lnTo>
                    <a:pt x="1875389" y="726489"/>
                  </a:lnTo>
                  <a:lnTo>
                    <a:pt x="1888504" y="732893"/>
                  </a:lnTo>
                  <a:lnTo>
                    <a:pt x="1901618" y="740331"/>
                  </a:lnTo>
                  <a:lnTo>
                    <a:pt x="1914733" y="744098"/>
                  </a:lnTo>
                  <a:lnTo>
                    <a:pt x="1927847" y="748206"/>
                  </a:lnTo>
                  <a:lnTo>
                    <a:pt x="1940962" y="752657"/>
                  </a:lnTo>
                  <a:lnTo>
                    <a:pt x="1954077" y="759672"/>
                  </a:lnTo>
                  <a:lnTo>
                    <a:pt x="1967191" y="762740"/>
                  </a:lnTo>
                  <a:lnTo>
                    <a:pt x="1980306" y="768082"/>
                  </a:lnTo>
                  <a:lnTo>
                    <a:pt x="1993421" y="773919"/>
                  </a:lnTo>
                  <a:lnTo>
                    <a:pt x="2006535" y="780991"/>
                  </a:lnTo>
                  <a:lnTo>
                    <a:pt x="2019650" y="786646"/>
                  </a:lnTo>
                  <a:lnTo>
                    <a:pt x="2032764" y="793539"/>
                  </a:lnTo>
                  <a:lnTo>
                    <a:pt x="2045879" y="800786"/>
                  </a:lnTo>
                  <a:lnTo>
                    <a:pt x="2058994" y="804931"/>
                  </a:lnTo>
                  <a:lnTo>
                    <a:pt x="2072108" y="800836"/>
                  </a:lnTo>
                  <a:lnTo>
                    <a:pt x="2085223" y="795202"/>
                  </a:lnTo>
                  <a:lnTo>
                    <a:pt x="2098337" y="787921"/>
                  </a:lnTo>
                  <a:lnTo>
                    <a:pt x="2111452" y="788252"/>
                  </a:lnTo>
                  <a:lnTo>
                    <a:pt x="2124567" y="788897"/>
                  </a:lnTo>
                  <a:lnTo>
                    <a:pt x="2137681" y="771910"/>
                  </a:lnTo>
                  <a:lnTo>
                    <a:pt x="2150796" y="762042"/>
                  </a:lnTo>
                  <a:lnTo>
                    <a:pt x="2163911" y="746522"/>
                  </a:lnTo>
                  <a:lnTo>
                    <a:pt x="2177025" y="715207"/>
                  </a:lnTo>
                  <a:lnTo>
                    <a:pt x="2190140" y="681886"/>
                  </a:lnTo>
                  <a:lnTo>
                    <a:pt x="2203254" y="648191"/>
                  </a:lnTo>
                  <a:lnTo>
                    <a:pt x="2216369" y="612777"/>
                  </a:lnTo>
                  <a:lnTo>
                    <a:pt x="2229484" y="560051"/>
                  </a:lnTo>
                  <a:lnTo>
                    <a:pt x="2242598" y="497826"/>
                  </a:lnTo>
                  <a:lnTo>
                    <a:pt x="2255713" y="436687"/>
                  </a:lnTo>
                  <a:lnTo>
                    <a:pt x="2268827" y="374575"/>
                  </a:lnTo>
                  <a:lnTo>
                    <a:pt x="2281942" y="312146"/>
                  </a:lnTo>
                  <a:lnTo>
                    <a:pt x="2295057" y="249717"/>
                  </a:lnTo>
                  <a:lnTo>
                    <a:pt x="2308171" y="187287"/>
                  </a:lnTo>
                  <a:lnTo>
                    <a:pt x="2321286" y="124858"/>
                  </a:lnTo>
                  <a:lnTo>
                    <a:pt x="2334400" y="62429"/>
                  </a:lnTo>
                  <a:lnTo>
                    <a:pt x="2347515" y="0"/>
                  </a:lnTo>
                  <a:lnTo>
                    <a:pt x="2347515" y="1229757"/>
                  </a:lnTo>
                  <a:lnTo>
                    <a:pt x="2334400" y="1213098"/>
                  </a:lnTo>
                  <a:lnTo>
                    <a:pt x="2321286" y="1210558"/>
                  </a:lnTo>
                  <a:lnTo>
                    <a:pt x="2308171" y="1209416"/>
                  </a:lnTo>
                  <a:lnTo>
                    <a:pt x="2295057" y="1207014"/>
                  </a:lnTo>
                  <a:lnTo>
                    <a:pt x="2281942" y="1207757"/>
                  </a:lnTo>
                  <a:lnTo>
                    <a:pt x="2268827" y="1204492"/>
                  </a:lnTo>
                  <a:lnTo>
                    <a:pt x="2255713" y="1199002"/>
                  </a:lnTo>
                  <a:lnTo>
                    <a:pt x="2242598" y="1194330"/>
                  </a:lnTo>
                  <a:lnTo>
                    <a:pt x="2229484" y="1189018"/>
                  </a:lnTo>
                  <a:lnTo>
                    <a:pt x="2216369" y="1186749"/>
                  </a:lnTo>
                  <a:lnTo>
                    <a:pt x="2203254" y="1183773"/>
                  </a:lnTo>
                  <a:lnTo>
                    <a:pt x="2190140" y="1178821"/>
                  </a:lnTo>
                  <a:lnTo>
                    <a:pt x="2177025" y="1173202"/>
                  </a:lnTo>
                  <a:lnTo>
                    <a:pt x="2163911" y="1166160"/>
                  </a:lnTo>
                  <a:lnTo>
                    <a:pt x="2150796" y="1159323"/>
                  </a:lnTo>
                  <a:lnTo>
                    <a:pt x="2137681" y="1150575"/>
                  </a:lnTo>
                  <a:lnTo>
                    <a:pt x="2124567" y="1140072"/>
                  </a:lnTo>
                  <a:lnTo>
                    <a:pt x="2111452" y="1127967"/>
                  </a:lnTo>
                  <a:lnTo>
                    <a:pt x="2098337" y="1117520"/>
                  </a:lnTo>
                  <a:lnTo>
                    <a:pt x="2085223" y="1100166"/>
                  </a:lnTo>
                  <a:lnTo>
                    <a:pt x="2072108" y="1086851"/>
                  </a:lnTo>
                  <a:lnTo>
                    <a:pt x="2058994" y="1078555"/>
                  </a:lnTo>
                  <a:lnTo>
                    <a:pt x="2045879" y="1069412"/>
                  </a:lnTo>
                  <a:lnTo>
                    <a:pt x="2032764" y="1057880"/>
                  </a:lnTo>
                  <a:lnTo>
                    <a:pt x="2019650" y="1035884"/>
                  </a:lnTo>
                  <a:lnTo>
                    <a:pt x="2006535" y="1020942"/>
                  </a:lnTo>
                  <a:lnTo>
                    <a:pt x="1993421" y="1005440"/>
                  </a:lnTo>
                  <a:lnTo>
                    <a:pt x="1980306" y="989538"/>
                  </a:lnTo>
                  <a:lnTo>
                    <a:pt x="1967191" y="978514"/>
                  </a:lnTo>
                  <a:lnTo>
                    <a:pt x="1954077" y="966758"/>
                  </a:lnTo>
                  <a:lnTo>
                    <a:pt x="1940962" y="949729"/>
                  </a:lnTo>
                  <a:lnTo>
                    <a:pt x="1927847" y="933016"/>
                  </a:lnTo>
                  <a:lnTo>
                    <a:pt x="1914733" y="916749"/>
                  </a:lnTo>
                  <a:lnTo>
                    <a:pt x="1901618" y="901060"/>
                  </a:lnTo>
                  <a:lnTo>
                    <a:pt x="1888504" y="886080"/>
                  </a:lnTo>
                  <a:lnTo>
                    <a:pt x="1875389" y="876488"/>
                  </a:lnTo>
                  <a:lnTo>
                    <a:pt x="1862274" y="868640"/>
                  </a:lnTo>
                  <a:lnTo>
                    <a:pt x="1849160" y="862373"/>
                  </a:lnTo>
                  <a:lnTo>
                    <a:pt x="1836045" y="855373"/>
                  </a:lnTo>
                  <a:lnTo>
                    <a:pt x="1822931" y="846559"/>
                  </a:lnTo>
                  <a:lnTo>
                    <a:pt x="1809816" y="840187"/>
                  </a:lnTo>
                  <a:lnTo>
                    <a:pt x="1796701" y="836354"/>
                  </a:lnTo>
                  <a:lnTo>
                    <a:pt x="1783587" y="830797"/>
                  </a:lnTo>
                  <a:lnTo>
                    <a:pt x="1770472" y="825632"/>
                  </a:lnTo>
                  <a:lnTo>
                    <a:pt x="1757358" y="820843"/>
                  </a:lnTo>
                  <a:lnTo>
                    <a:pt x="1744243" y="816414"/>
                  </a:lnTo>
                  <a:lnTo>
                    <a:pt x="1731128" y="812330"/>
                  </a:lnTo>
                  <a:lnTo>
                    <a:pt x="1718014" y="810916"/>
                  </a:lnTo>
                  <a:lnTo>
                    <a:pt x="1704899" y="810273"/>
                  </a:lnTo>
                  <a:lnTo>
                    <a:pt x="1691784" y="809897"/>
                  </a:lnTo>
                  <a:lnTo>
                    <a:pt x="1678670" y="810747"/>
                  </a:lnTo>
                  <a:lnTo>
                    <a:pt x="1665555" y="811604"/>
                  </a:lnTo>
                  <a:lnTo>
                    <a:pt x="1652441" y="812457"/>
                  </a:lnTo>
                  <a:lnTo>
                    <a:pt x="1639326" y="813795"/>
                  </a:lnTo>
                  <a:lnTo>
                    <a:pt x="1626211" y="815296"/>
                  </a:lnTo>
                  <a:lnTo>
                    <a:pt x="1613097" y="816926"/>
                  </a:lnTo>
                  <a:lnTo>
                    <a:pt x="1599982" y="818663"/>
                  </a:lnTo>
                  <a:lnTo>
                    <a:pt x="1586868" y="818866"/>
                  </a:lnTo>
                  <a:lnTo>
                    <a:pt x="1573753" y="818110"/>
                  </a:lnTo>
                  <a:lnTo>
                    <a:pt x="1560638" y="817746"/>
                  </a:lnTo>
                  <a:lnTo>
                    <a:pt x="1547524" y="818339"/>
                  </a:lnTo>
                  <a:lnTo>
                    <a:pt x="1534409" y="820810"/>
                  </a:lnTo>
                  <a:lnTo>
                    <a:pt x="1521295" y="823226"/>
                  </a:lnTo>
                  <a:lnTo>
                    <a:pt x="1508180" y="825547"/>
                  </a:lnTo>
                  <a:lnTo>
                    <a:pt x="1495065" y="827731"/>
                  </a:lnTo>
                  <a:lnTo>
                    <a:pt x="1481951" y="829739"/>
                  </a:lnTo>
                  <a:lnTo>
                    <a:pt x="1468836" y="829628"/>
                  </a:lnTo>
                  <a:lnTo>
                    <a:pt x="1455721" y="829162"/>
                  </a:lnTo>
                  <a:lnTo>
                    <a:pt x="1442607" y="829178"/>
                  </a:lnTo>
                  <a:lnTo>
                    <a:pt x="1429492" y="829508"/>
                  </a:lnTo>
                  <a:lnTo>
                    <a:pt x="1416378" y="829056"/>
                  </a:lnTo>
                  <a:lnTo>
                    <a:pt x="1403263" y="830265"/>
                  </a:lnTo>
                  <a:lnTo>
                    <a:pt x="1390148" y="831645"/>
                  </a:lnTo>
                  <a:lnTo>
                    <a:pt x="1377034" y="832674"/>
                  </a:lnTo>
                  <a:lnTo>
                    <a:pt x="1363919" y="833569"/>
                  </a:lnTo>
                  <a:lnTo>
                    <a:pt x="1350805" y="833589"/>
                  </a:lnTo>
                  <a:lnTo>
                    <a:pt x="1337690" y="833567"/>
                  </a:lnTo>
                  <a:lnTo>
                    <a:pt x="1324575" y="833243"/>
                  </a:lnTo>
                  <a:lnTo>
                    <a:pt x="1311461" y="832633"/>
                  </a:lnTo>
                  <a:lnTo>
                    <a:pt x="1298346" y="831757"/>
                  </a:lnTo>
                  <a:lnTo>
                    <a:pt x="1285231" y="830634"/>
                  </a:lnTo>
                  <a:lnTo>
                    <a:pt x="1272117" y="829282"/>
                  </a:lnTo>
                  <a:lnTo>
                    <a:pt x="1259002" y="827719"/>
                  </a:lnTo>
                  <a:lnTo>
                    <a:pt x="1245888" y="825966"/>
                  </a:lnTo>
                  <a:lnTo>
                    <a:pt x="1232773" y="824039"/>
                  </a:lnTo>
                  <a:lnTo>
                    <a:pt x="1219658" y="821959"/>
                  </a:lnTo>
                  <a:lnTo>
                    <a:pt x="1206544" y="819742"/>
                  </a:lnTo>
                  <a:lnTo>
                    <a:pt x="1193429" y="817410"/>
                  </a:lnTo>
                  <a:lnTo>
                    <a:pt x="1180315" y="815099"/>
                  </a:lnTo>
                  <a:lnTo>
                    <a:pt x="1167200" y="814134"/>
                  </a:lnTo>
                  <a:lnTo>
                    <a:pt x="1154085" y="813118"/>
                  </a:lnTo>
                  <a:lnTo>
                    <a:pt x="1140971" y="812058"/>
                  </a:lnTo>
                  <a:lnTo>
                    <a:pt x="1127856" y="810960"/>
                  </a:lnTo>
                  <a:lnTo>
                    <a:pt x="1114742" y="809827"/>
                  </a:lnTo>
                  <a:lnTo>
                    <a:pt x="1101627" y="809020"/>
                  </a:lnTo>
                  <a:lnTo>
                    <a:pt x="1088512" y="807485"/>
                  </a:lnTo>
                  <a:lnTo>
                    <a:pt x="1075398" y="805125"/>
                  </a:lnTo>
                  <a:lnTo>
                    <a:pt x="1062283" y="803345"/>
                  </a:lnTo>
                  <a:lnTo>
                    <a:pt x="1049168" y="802553"/>
                  </a:lnTo>
                  <a:lnTo>
                    <a:pt x="1036054" y="801750"/>
                  </a:lnTo>
                  <a:lnTo>
                    <a:pt x="1022939" y="800732"/>
                  </a:lnTo>
                  <a:lnTo>
                    <a:pt x="1009825" y="800035"/>
                  </a:lnTo>
                  <a:lnTo>
                    <a:pt x="996710" y="799034"/>
                  </a:lnTo>
                  <a:lnTo>
                    <a:pt x="983595" y="797867"/>
                  </a:lnTo>
                  <a:lnTo>
                    <a:pt x="970481" y="796727"/>
                  </a:lnTo>
                  <a:lnTo>
                    <a:pt x="957366" y="796151"/>
                  </a:lnTo>
                  <a:lnTo>
                    <a:pt x="944252" y="795080"/>
                  </a:lnTo>
                  <a:lnTo>
                    <a:pt x="931137" y="793967"/>
                  </a:lnTo>
                  <a:lnTo>
                    <a:pt x="918022" y="793286"/>
                  </a:lnTo>
                  <a:lnTo>
                    <a:pt x="904908" y="793678"/>
                  </a:lnTo>
                  <a:lnTo>
                    <a:pt x="891793" y="794984"/>
                  </a:lnTo>
                  <a:lnTo>
                    <a:pt x="878679" y="796428"/>
                  </a:lnTo>
                  <a:lnTo>
                    <a:pt x="865564" y="797998"/>
                  </a:lnTo>
                  <a:lnTo>
                    <a:pt x="852449" y="799443"/>
                  </a:lnTo>
                  <a:lnTo>
                    <a:pt x="839335" y="799415"/>
                  </a:lnTo>
                  <a:lnTo>
                    <a:pt x="826220" y="799482"/>
                  </a:lnTo>
                  <a:lnTo>
                    <a:pt x="813105" y="799738"/>
                  </a:lnTo>
                  <a:lnTo>
                    <a:pt x="799991" y="800803"/>
                  </a:lnTo>
                  <a:lnTo>
                    <a:pt x="786876" y="803270"/>
                  </a:lnTo>
                  <a:lnTo>
                    <a:pt x="773762" y="804932"/>
                  </a:lnTo>
                  <a:lnTo>
                    <a:pt x="760647" y="806639"/>
                  </a:lnTo>
                  <a:lnTo>
                    <a:pt x="747532" y="808375"/>
                  </a:lnTo>
                  <a:lnTo>
                    <a:pt x="734418" y="810878"/>
                  </a:lnTo>
                  <a:lnTo>
                    <a:pt x="721303" y="814359"/>
                  </a:lnTo>
                  <a:lnTo>
                    <a:pt x="708189" y="817903"/>
                  </a:lnTo>
                  <a:lnTo>
                    <a:pt x="695074" y="819250"/>
                  </a:lnTo>
                  <a:lnTo>
                    <a:pt x="681959" y="820873"/>
                  </a:lnTo>
                  <a:lnTo>
                    <a:pt x="668845" y="824720"/>
                  </a:lnTo>
                  <a:lnTo>
                    <a:pt x="655730" y="828499"/>
                  </a:lnTo>
                  <a:lnTo>
                    <a:pt x="642615" y="831491"/>
                  </a:lnTo>
                  <a:lnTo>
                    <a:pt x="629501" y="833134"/>
                  </a:lnTo>
                  <a:lnTo>
                    <a:pt x="616386" y="834660"/>
                  </a:lnTo>
                  <a:lnTo>
                    <a:pt x="603272" y="836055"/>
                  </a:lnTo>
                  <a:lnTo>
                    <a:pt x="590157" y="837489"/>
                  </a:lnTo>
                  <a:lnTo>
                    <a:pt x="577042" y="840248"/>
                  </a:lnTo>
                  <a:lnTo>
                    <a:pt x="563928" y="842791"/>
                  </a:lnTo>
                  <a:lnTo>
                    <a:pt x="550813" y="845100"/>
                  </a:lnTo>
                  <a:lnTo>
                    <a:pt x="537699" y="847156"/>
                  </a:lnTo>
                  <a:lnTo>
                    <a:pt x="524584" y="848940"/>
                  </a:lnTo>
                  <a:lnTo>
                    <a:pt x="511469" y="850436"/>
                  </a:lnTo>
                  <a:lnTo>
                    <a:pt x="498355" y="851434"/>
                  </a:lnTo>
                  <a:lnTo>
                    <a:pt x="485240" y="851882"/>
                  </a:lnTo>
                  <a:lnTo>
                    <a:pt x="472126" y="852267"/>
                  </a:lnTo>
                  <a:lnTo>
                    <a:pt x="459011" y="851951"/>
                  </a:lnTo>
                  <a:lnTo>
                    <a:pt x="445896" y="852970"/>
                  </a:lnTo>
                  <a:lnTo>
                    <a:pt x="432782" y="852491"/>
                  </a:lnTo>
                  <a:lnTo>
                    <a:pt x="419667" y="853435"/>
                  </a:lnTo>
                  <a:lnTo>
                    <a:pt x="406552" y="853286"/>
                  </a:lnTo>
                  <a:lnTo>
                    <a:pt x="393438" y="853048"/>
                  </a:lnTo>
                  <a:lnTo>
                    <a:pt x="380323" y="852763"/>
                  </a:lnTo>
                  <a:lnTo>
                    <a:pt x="367209" y="853095"/>
                  </a:lnTo>
                  <a:lnTo>
                    <a:pt x="354094" y="852227"/>
                  </a:lnTo>
                  <a:lnTo>
                    <a:pt x="340979" y="852061"/>
                  </a:lnTo>
                  <a:lnTo>
                    <a:pt x="327865" y="852153"/>
                  </a:lnTo>
                  <a:lnTo>
                    <a:pt x="314750" y="852153"/>
                  </a:lnTo>
                  <a:lnTo>
                    <a:pt x="301636" y="852683"/>
                  </a:lnTo>
                  <a:lnTo>
                    <a:pt x="288521" y="856636"/>
                  </a:lnTo>
                  <a:lnTo>
                    <a:pt x="275406" y="861025"/>
                  </a:lnTo>
                  <a:lnTo>
                    <a:pt x="262292" y="867586"/>
                  </a:lnTo>
                  <a:lnTo>
                    <a:pt x="249177" y="874107"/>
                  </a:lnTo>
                  <a:lnTo>
                    <a:pt x="236063" y="880574"/>
                  </a:lnTo>
                  <a:lnTo>
                    <a:pt x="222948" y="886973"/>
                  </a:lnTo>
                  <a:lnTo>
                    <a:pt x="209833" y="893290"/>
                  </a:lnTo>
                  <a:lnTo>
                    <a:pt x="196719" y="899510"/>
                  </a:lnTo>
                  <a:lnTo>
                    <a:pt x="183604" y="902167"/>
                  </a:lnTo>
                  <a:lnTo>
                    <a:pt x="170489" y="906331"/>
                  </a:lnTo>
                  <a:lnTo>
                    <a:pt x="157375" y="907799"/>
                  </a:lnTo>
                  <a:lnTo>
                    <a:pt x="144260" y="912076"/>
                  </a:lnTo>
                  <a:lnTo>
                    <a:pt x="131146" y="915554"/>
                  </a:lnTo>
                  <a:lnTo>
                    <a:pt x="118031" y="921575"/>
                  </a:lnTo>
                  <a:lnTo>
                    <a:pt x="104916" y="932021"/>
                  </a:lnTo>
                  <a:lnTo>
                    <a:pt x="91802" y="944143"/>
                  </a:lnTo>
                  <a:lnTo>
                    <a:pt x="78687" y="956535"/>
                  </a:lnTo>
                  <a:lnTo>
                    <a:pt x="65573" y="967415"/>
                  </a:lnTo>
                  <a:lnTo>
                    <a:pt x="52458" y="985661"/>
                  </a:lnTo>
                  <a:lnTo>
                    <a:pt x="39343" y="1004838"/>
                  </a:lnTo>
                  <a:lnTo>
                    <a:pt x="26229" y="1030094"/>
                  </a:lnTo>
                  <a:lnTo>
                    <a:pt x="13114" y="1055761"/>
                  </a:lnTo>
                  <a:lnTo>
                    <a:pt x="0" y="108293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485284"/>
              <a:ext cx="2347515" cy="862849"/>
            </a:xfrm>
            <a:custGeom>
              <a:avLst/>
              <a:pathLst>
                <a:path w="2347515" h="862849">
                  <a:moveTo>
                    <a:pt x="0" y="862849"/>
                  </a:moveTo>
                  <a:lnTo>
                    <a:pt x="13114" y="853663"/>
                  </a:lnTo>
                  <a:lnTo>
                    <a:pt x="26229" y="854863"/>
                  </a:lnTo>
                  <a:lnTo>
                    <a:pt x="39343" y="848463"/>
                  </a:lnTo>
                  <a:lnTo>
                    <a:pt x="52458" y="831275"/>
                  </a:lnTo>
                  <a:lnTo>
                    <a:pt x="65573" y="823475"/>
                  </a:lnTo>
                  <a:lnTo>
                    <a:pt x="78687" y="818314"/>
                  </a:lnTo>
                  <a:lnTo>
                    <a:pt x="91802" y="803602"/>
                  </a:lnTo>
                  <a:lnTo>
                    <a:pt x="104916" y="793070"/>
                  </a:lnTo>
                  <a:lnTo>
                    <a:pt x="118031" y="779497"/>
                  </a:lnTo>
                  <a:lnTo>
                    <a:pt x="131146" y="769760"/>
                  </a:lnTo>
                  <a:lnTo>
                    <a:pt x="144260" y="758659"/>
                  </a:lnTo>
                  <a:lnTo>
                    <a:pt x="157375" y="749073"/>
                  </a:lnTo>
                  <a:lnTo>
                    <a:pt x="170489" y="742734"/>
                  </a:lnTo>
                  <a:lnTo>
                    <a:pt x="183604" y="736076"/>
                  </a:lnTo>
                  <a:lnTo>
                    <a:pt x="196719" y="731670"/>
                  </a:lnTo>
                  <a:lnTo>
                    <a:pt x="209833" y="728486"/>
                  </a:lnTo>
                  <a:lnTo>
                    <a:pt x="222948" y="726436"/>
                  </a:lnTo>
                  <a:lnTo>
                    <a:pt x="236063" y="725435"/>
                  </a:lnTo>
                  <a:lnTo>
                    <a:pt x="249177" y="725393"/>
                  </a:lnTo>
                  <a:lnTo>
                    <a:pt x="262292" y="722768"/>
                  </a:lnTo>
                  <a:lnTo>
                    <a:pt x="275406" y="720185"/>
                  </a:lnTo>
                  <a:lnTo>
                    <a:pt x="288521" y="719335"/>
                  </a:lnTo>
                  <a:lnTo>
                    <a:pt x="301636" y="721264"/>
                  </a:lnTo>
                  <a:lnTo>
                    <a:pt x="314750" y="723773"/>
                  </a:lnTo>
                  <a:lnTo>
                    <a:pt x="327865" y="726785"/>
                  </a:lnTo>
                  <a:lnTo>
                    <a:pt x="340979" y="725968"/>
                  </a:lnTo>
                  <a:lnTo>
                    <a:pt x="354094" y="726262"/>
                  </a:lnTo>
                  <a:lnTo>
                    <a:pt x="367209" y="729781"/>
                  </a:lnTo>
                  <a:lnTo>
                    <a:pt x="380323" y="730503"/>
                  </a:lnTo>
                  <a:lnTo>
                    <a:pt x="393438" y="728926"/>
                  </a:lnTo>
                  <a:lnTo>
                    <a:pt x="406552" y="727421"/>
                  </a:lnTo>
                  <a:lnTo>
                    <a:pt x="419667" y="728264"/>
                  </a:lnTo>
                  <a:lnTo>
                    <a:pt x="432782" y="730547"/>
                  </a:lnTo>
                  <a:lnTo>
                    <a:pt x="445896" y="732793"/>
                  </a:lnTo>
                  <a:lnTo>
                    <a:pt x="459011" y="734935"/>
                  </a:lnTo>
                  <a:lnTo>
                    <a:pt x="472126" y="736904"/>
                  </a:lnTo>
                  <a:lnTo>
                    <a:pt x="485240" y="738033"/>
                  </a:lnTo>
                  <a:lnTo>
                    <a:pt x="498355" y="736913"/>
                  </a:lnTo>
                  <a:lnTo>
                    <a:pt x="511469" y="735868"/>
                  </a:lnTo>
                  <a:lnTo>
                    <a:pt x="524584" y="734757"/>
                  </a:lnTo>
                  <a:lnTo>
                    <a:pt x="537699" y="733801"/>
                  </a:lnTo>
                  <a:lnTo>
                    <a:pt x="550813" y="732362"/>
                  </a:lnTo>
                  <a:lnTo>
                    <a:pt x="563928" y="731155"/>
                  </a:lnTo>
                  <a:lnTo>
                    <a:pt x="577042" y="729792"/>
                  </a:lnTo>
                  <a:lnTo>
                    <a:pt x="590157" y="728435"/>
                  </a:lnTo>
                  <a:lnTo>
                    <a:pt x="603272" y="726978"/>
                  </a:lnTo>
                  <a:lnTo>
                    <a:pt x="616386" y="725575"/>
                  </a:lnTo>
                  <a:lnTo>
                    <a:pt x="629501" y="724262"/>
                  </a:lnTo>
                  <a:lnTo>
                    <a:pt x="642615" y="722847"/>
                  </a:lnTo>
                  <a:lnTo>
                    <a:pt x="655730" y="721234"/>
                  </a:lnTo>
                  <a:lnTo>
                    <a:pt x="668845" y="718853"/>
                  </a:lnTo>
                  <a:lnTo>
                    <a:pt x="681959" y="716678"/>
                  </a:lnTo>
                  <a:lnTo>
                    <a:pt x="695074" y="715927"/>
                  </a:lnTo>
                  <a:lnTo>
                    <a:pt x="708189" y="712576"/>
                  </a:lnTo>
                  <a:lnTo>
                    <a:pt x="721303" y="709370"/>
                  </a:lnTo>
                  <a:lnTo>
                    <a:pt x="734418" y="707061"/>
                  </a:lnTo>
                  <a:lnTo>
                    <a:pt x="747532" y="704812"/>
                  </a:lnTo>
                  <a:lnTo>
                    <a:pt x="760647" y="702631"/>
                  </a:lnTo>
                  <a:lnTo>
                    <a:pt x="773762" y="700661"/>
                  </a:lnTo>
                  <a:lnTo>
                    <a:pt x="786876" y="698510"/>
                  </a:lnTo>
                  <a:lnTo>
                    <a:pt x="799991" y="696599"/>
                  </a:lnTo>
                  <a:lnTo>
                    <a:pt x="813105" y="694805"/>
                  </a:lnTo>
                  <a:lnTo>
                    <a:pt x="826220" y="693139"/>
                  </a:lnTo>
                  <a:lnTo>
                    <a:pt x="839335" y="691614"/>
                  </a:lnTo>
                  <a:lnTo>
                    <a:pt x="852449" y="690242"/>
                  </a:lnTo>
                  <a:lnTo>
                    <a:pt x="865564" y="689037"/>
                  </a:lnTo>
                  <a:lnTo>
                    <a:pt x="878679" y="688011"/>
                  </a:lnTo>
                  <a:lnTo>
                    <a:pt x="891793" y="687930"/>
                  </a:lnTo>
                  <a:lnTo>
                    <a:pt x="904908" y="688299"/>
                  </a:lnTo>
                  <a:lnTo>
                    <a:pt x="918022" y="689072"/>
                  </a:lnTo>
                  <a:lnTo>
                    <a:pt x="931137" y="690200"/>
                  </a:lnTo>
                  <a:lnTo>
                    <a:pt x="944252" y="691659"/>
                  </a:lnTo>
                  <a:lnTo>
                    <a:pt x="957366" y="693328"/>
                  </a:lnTo>
                  <a:lnTo>
                    <a:pt x="970481" y="695095"/>
                  </a:lnTo>
                  <a:lnTo>
                    <a:pt x="983595" y="697665"/>
                  </a:lnTo>
                  <a:lnTo>
                    <a:pt x="996710" y="698908"/>
                  </a:lnTo>
                  <a:lnTo>
                    <a:pt x="1009825" y="700390"/>
                  </a:lnTo>
                  <a:lnTo>
                    <a:pt x="1022939" y="702090"/>
                  </a:lnTo>
                  <a:lnTo>
                    <a:pt x="1036054" y="703991"/>
                  </a:lnTo>
                  <a:lnTo>
                    <a:pt x="1049168" y="706074"/>
                  </a:lnTo>
                  <a:lnTo>
                    <a:pt x="1062283" y="708320"/>
                  </a:lnTo>
                  <a:lnTo>
                    <a:pt x="1075398" y="710709"/>
                  </a:lnTo>
                  <a:lnTo>
                    <a:pt x="1088512" y="712016"/>
                  </a:lnTo>
                  <a:lnTo>
                    <a:pt x="1101627" y="713203"/>
                  </a:lnTo>
                  <a:lnTo>
                    <a:pt x="1114742" y="714407"/>
                  </a:lnTo>
                  <a:lnTo>
                    <a:pt x="1127856" y="716144"/>
                  </a:lnTo>
                  <a:lnTo>
                    <a:pt x="1140971" y="718775"/>
                  </a:lnTo>
                  <a:lnTo>
                    <a:pt x="1154085" y="721444"/>
                  </a:lnTo>
                  <a:lnTo>
                    <a:pt x="1167200" y="724135"/>
                  </a:lnTo>
                  <a:lnTo>
                    <a:pt x="1180315" y="725388"/>
                  </a:lnTo>
                  <a:lnTo>
                    <a:pt x="1193429" y="727372"/>
                  </a:lnTo>
                  <a:lnTo>
                    <a:pt x="1206544" y="729485"/>
                  </a:lnTo>
                  <a:lnTo>
                    <a:pt x="1219658" y="729232"/>
                  </a:lnTo>
                  <a:lnTo>
                    <a:pt x="1232773" y="728501"/>
                  </a:lnTo>
                  <a:lnTo>
                    <a:pt x="1245888" y="727771"/>
                  </a:lnTo>
                  <a:lnTo>
                    <a:pt x="1259002" y="729137"/>
                  </a:lnTo>
                  <a:lnTo>
                    <a:pt x="1272117" y="729000"/>
                  </a:lnTo>
                  <a:lnTo>
                    <a:pt x="1285231" y="728847"/>
                  </a:lnTo>
                  <a:lnTo>
                    <a:pt x="1298346" y="728677"/>
                  </a:lnTo>
                  <a:lnTo>
                    <a:pt x="1311461" y="728488"/>
                  </a:lnTo>
                  <a:lnTo>
                    <a:pt x="1324575" y="728278"/>
                  </a:lnTo>
                  <a:lnTo>
                    <a:pt x="1337690" y="728045"/>
                  </a:lnTo>
                  <a:lnTo>
                    <a:pt x="1350805" y="727788"/>
                  </a:lnTo>
                  <a:lnTo>
                    <a:pt x="1363919" y="727654"/>
                  </a:lnTo>
                  <a:lnTo>
                    <a:pt x="1377034" y="727355"/>
                  </a:lnTo>
                  <a:lnTo>
                    <a:pt x="1390148" y="726855"/>
                  </a:lnTo>
                  <a:lnTo>
                    <a:pt x="1403263" y="726484"/>
                  </a:lnTo>
                  <a:lnTo>
                    <a:pt x="1416378" y="726080"/>
                  </a:lnTo>
                  <a:lnTo>
                    <a:pt x="1429492" y="725645"/>
                  </a:lnTo>
                  <a:lnTo>
                    <a:pt x="1442607" y="725181"/>
                  </a:lnTo>
                  <a:lnTo>
                    <a:pt x="1455721" y="724691"/>
                  </a:lnTo>
                  <a:lnTo>
                    <a:pt x="1468836" y="724179"/>
                  </a:lnTo>
                  <a:lnTo>
                    <a:pt x="1481951" y="723648"/>
                  </a:lnTo>
                  <a:lnTo>
                    <a:pt x="1495065" y="720279"/>
                  </a:lnTo>
                  <a:lnTo>
                    <a:pt x="1508180" y="714848"/>
                  </a:lnTo>
                  <a:lnTo>
                    <a:pt x="1521295" y="712442"/>
                  </a:lnTo>
                  <a:lnTo>
                    <a:pt x="1534409" y="709507"/>
                  </a:lnTo>
                  <a:lnTo>
                    <a:pt x="1547524" y="705609"/>
                  </a:lnTo>
                  <a:lnTo>
                    <a:pt x="1560638" y="702308"/>
                  </a:lnTo>
                  <a:lnTo>
                    <a:pt x="1573753" y="700804"/>
                  </a:lnTo>
                  <a:lnTo>
                    <a:pt x="1586868" y="698280"/>
                  </a:lnTo>
                  <a:lnTo>
                    <a:pt x="1599982" y="696543"/>
                  </a:lnTo>
                  <a:lnTo>
                    <a:pt x="1613097" y="694960"/>
                  </a:lnTo>
                  <a:lnTo>
                    <a:pt x="1626211" y="693559"/>
                  </a:lnTo>
                  <a:lnTo>
                    <a:pt x="1639326" y="691706"/>
                  </a:lnTo>
                  <a:lnTo>
                    <a:pt x="1652441" y="691408"/>
                  </a:lnTo>
                  <a:lnTo>
                    <a:pt x="1665555" y="690712"/>
                  </a:lnTo>
                  <a:lnTo>
                    <a:pt x="1678670" y="690306"/>
                  </a:lnTo>
                  <a:lnTo>
                    <a:pt x="1691784" y="688741"/>
                  </a:lnTo>
                  <a:lnTo>
                    <a:pt x="1704899" y="686857"/>
                  </a:lnTo>
                  <a:lnTo>
                    <a:pt x="1718014" y="685469"/>
                  </a:lnTo>
                  <a:lnTo>
                    <a:pt x="1731128" y="686962"/>
                  </a:lnTo>
                  <a:lnTo>
                    <a:pt x="1744243" y="689927"/>
                  </a:lnTo>
                  <a:lnTo>
                    <a:pt x="1757358" y="693752"/>
                  </a:lnTo>
                  <a:lnTo>
                    <a:pt x="1770472" y="696342"/>
                  </a:lnTo>
                  <a:lnTo>
                    <a:pt x="1783587" y="698812"/>
                  </a:lnTo>
                  <a:lnTo>
                    <a:pt x="1796701" y="701868"/>
                  </a:lnTo>
                  <a:lnTo>
                    <a:pt x="1809816" y="706383"/>
                  </a:lnTo>
                  <a:lnTo>
                    <a:pt x="1822931" y="709862"/>
                  </a:lnTo>
                  <a:lnTo>
                    <a:pt x="1836045" y="713093"/>
                  </a:lnTo>
                  <a:lnTo>
                    <a:pt x="1849160" y="714596"/>
                  </a:lnTo>
                  <a:lnTo>
                    <a:pt x="1862274" y="719012"/>
                  </a:lnTo>
                  <a:lnTo>
                    <a:pt x="1875389" y="726489"/>
                  </a:lnTo>
                  <a:lnTo>
                    <a:pt x="1888504" y="732893"/>
                  </a:lnTo>
                  <a:lnTo>
                    <a:pt x="1901618" y="740331"/>
                  </a:lnTo>
                  <a:lnTo>
                    <a:pt x="1914733" y="744098"/>
                  </a:lnTo>
                  <a:lnTo>
                    <a:pt x="1927847" y="748206"/>
                  </a:lnTo>
                  <a:lnTo>
                    <a:pt x="1940962" y="752657"/>
                  </a:lnTo>
                  <a:lnTo>
                    <a:pt x="1954077" y="759672"/>
                  </a:lnTo>
                  <a:lnTo>
                    <a:pt x="1967191" y="762740"/>
                  </a:lnTo>
                  <a:lnTo>
                    <a:pt x="1980306" y="768082"/>
                  </a:lnTo>
                  <a:lnTo>
                    <a:pt x="1993421" y="773919"/>
                  </a:lnTo>
                  <a:lnTo>
                    <a:pt x="2006535" y="780991"/>
                  </a:lnTo>
                  <a:lnTo>
                    <a:pt x="2019650" y="786646"/>
                  </a:lnTo>
                  <a:lnTo>
                    <a:pt x="2032764" y="793539"/>
                  </a:lnTo>
                  <a:lnTo>
                    <a:pt x="2045879" y="800786"/>
                  </a:lnTo>
                  <a:lnTo>
                    <a:pt x="2058994" y="804931"/>
                  </a:lnTo>
                  <a:lnTo>
                    <a:pt x="2072108" y="800836"/>
                  </a:lnTo>
                  <a:lnTo>
                    <a:pt x="2085223" y="795202"/>
                  </a:lnTo>
                  <a:lnTo>
                    <a:pt x="2098337" y="787921"/>
                  </a:lnTo>
                  <a:lnTo>
                    <a:pt x="2111452" y="788252"/>
                  </a:lnTo>
                  <a:lnTo>
                    <a:pt x="2124567" y="788897"/>
                  </a:lnTo>
                  <a:lnTo>
                    <a:pt x="2137681" y="771910"/>
                  </a:lnTo>
                  <a:lnTo>
                    <a:pt x="2150796" y="762042"/>
                  </a:lnTo>
                  <a:lnTo>
                    <a:pt x="2163911" y="746522"/>
                  </a:lnTo>
                  <a:lnTo>
                    <a:pt x="2177025" y="715207"/>
                  </a:lnTo>
                  <a:lnTo>
                    <a:pt x="2190140" y="681886"/>
                  </a:lnTo>
                  <a:lnTo>
                    <a:pt x="2203254" y="648191"/>
                  </a:lnTo>
                  <a:lnTo>
                    <a:pt x="2216369" y="612777"/>
                  </a:lnTo>
                  <a:lnTo>
                    <a:pt x="2229484" y="560051"/>
                  </a:lnTo>
                  <a:lnTo>
                    <a:pt x="2242598" y="497826"/>
                  </a:lnTo>
                  <a:lnTo>
                    <a:pt x="2255713" y="436687"/>
                  </a:lnTo>
                  <a:lnTo>
                    <a:pt x="2268827" y="374575"/>
                  </a:lnTo>
                  <a:lnTo>
                    <a:pt x="2281942" y="312146"/>
                  </a:lnTo>
                  <a:lnTo>
                    <a:pt x="2295057" y="249717"/>
                  </a:lnTo>
                  <a:lnTo>
                    <a:pt x="2308171" y="187287"/>
                  </a:lnTo>
                  <a:lnTo>
                    <a:pt x="2321286" y="124858"/>
                  </a:lnTo>
                  <a:lnTo>
                    <a:pt x="2334400" y="6242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278571"/>
              <a:ext cx="2347515" cy="436471"/>
            </a:xfrm>
            <a:custGeom>
              <a:avLst/>
              <a:pathLst>
                <a:path w="2347515" h="436471">
                  <a:moveTo>
                    <a:pt x="2347515" y="436471"/>
                  </a:moveTo>
                  <a:lnTo>
                    <a:pt x="2334400" y="419811"/>
                  </a:lnTo>
                  <a:lnTo>
                    <a:pt x="2321286" y="417271"/>
                  </a:lnTo>
                  <a:lnTo>
                    <a:pt x="2308171" y="416129"/>
                  </a:lnTo>
                  <a:lnTo>
                    <a:pt x="2295057" y="413727"/>
                  </a:lnTo>
                  <a:lnTo>
                    <a:pt x="2281942" y="414470"/>
                  </a:lnTo>
                  <a:lnTo>
                    <a:pt x="2268827" y="411205"/>
                  </a:lnTo>
                  <a:lnTo>
                    <a:pt x="2255713" y="405715"/>
                  </a:lnTo>
                  <a:lnTo>
                    <a:pt x="2242598" y="401043"/>
                  </a:lnTo>
                  <a:lnTo>
                    <a:pt x="2229484" y="395731"/>
                  </a:lnTo>
                  <a:lnTo>
                    <a:pt x="2216369" y="393462"/>
                  </a:lnTo>
                  <a:lnTo>
                    <a:pt x="2203254" y="390486"/>
                  </a:lnTo>
                  <a:lnTo>
                    <a:pt x="2190140" y="385534"/>
                  </a:lnTo>
                  <a:lnTo>
                    <a:pt x="2177025" y="379916"/>
                  </a:lnTo>
                  <a:lnTo>
                    <a:pt x="2163911" y="372874"/>
                  </a:lnTo>
                  <a:lnTo>
                    <a:pt x="2150796" y="366036"/>
                  </a:lnTo>
                  <a:lnTo>
                    <a:pt x="2137681" y="357288"/>
                  </a:lnTo>
                  <a:lnTo>
                    <a:pt x="2124567" y="346785"/>
                  </a:lnTo>
                  <a:lnTo>
                    <a:pt x="2111452" y="334680"/>
                  </a:lnTo>
                  <a:lnTo>
                    <a:pt x="2098337" y="324233"/>
                  </a:lnTo>
                  <a:lnTo>
                    <a:pt x="2085223" y="306880"/>
                  </a:lnTo>
                  <a:lnTo>
                    <a:pt x="2072108" y="293564"/>
                  </a:lnTo>
                  <a:lnTo>
                    <a:pt x="2058994" y="285268"/>
                  </a:lnTo>
                  <a:lnTo>
                    <a:pt x="2045879" y="276125"/>
                  </a:lnTo>
                  <a:lnTo>
                    <a:pt x="2032764" y="264593"/>
                  </a:lnTo>
                  <a:lnTo>
                    <a:pt x="2019650" y="242598"/>
                  </a:lnTo>
                  <a:lnTo>
                    <a:pt x="2006535" y="227655"/>
                  </a:lnTo>
                  <a:lnTo>
                    <a:pt x="1993421" y="212153"/>
                  </a:lnTo>
                  <a:lnTo>
                    <a:pt x="1980306" y="196251"/>
                  </a:lnTo>
                  <a:lnTo>
                    <a:pt x="1967191" y="185227"/>
                  </a:lnTo>
                  <a:lnTo>
                    <a:pt x="1954077" y="173471"/>
                  </a:lnTo>
                  <a:lnTo>
                    <a:pt x="1940962" y="156443"/>
                  </a:lnTo>
                  <a:lnTo>
                    <a:pt x="1927847" y="139729"/>
                  </a:lnTo>
                  <a:lnTo>
                    <a:pt x="1914733" y="123462"/>
                  </a:lnTo>
                  <a:lnTo>
                    <a:pt x="1901618" y="107773"/>
                  </a:lnTo>
                  <a:lnTo>
                    <a:pt x="1888504" y="92793"/>
                  </a:lnTo>
                  <a:lnTo>
                    <a:pt x="1875389" y="83201"/>
                  </a:lnTo>
                  <a:lnTo>
                    <a:pt x="1862274" y="75353"/>
                  </a:lnTo>
                  <a:lnTo>
                    <a:pt x="1849160" y="69086"/>
                  </a:lnTo>
                  <a:lnTo>
                    <a:pt x="1836045" y="62086"/>
                  </a:lnTo>
                  <a:lnTo>
                    <a:pt x="1822931" y="53272"/>
                  </a:lnTo>
                  <a:lnTo>
                    <a:pt x="1809816" y="46901"/>
                  </a:lnTo>
                  <a:lnTo>
                    <a:pt x="1796701" y="43068"/>
                  </a:lnTo>
                  <a:lnTo>
                    <a:pt x="1783587" y="37510"/>
                  </a:lnTo>
                  <a:lnTo>
                    <a:pt x="1770472" y="32345"/>
                  </a:lnTo>
                  <a:lnTo>
                    <a:pt x="1757358" y="27556"/>
                  </a:lnTo>
                  <a:lnTo>
                    <a:pt x="1744243" y="23127"/>
                  </a:lnTo>
                  <a:lnTo>
                    <a:pt x="1731128" y="19043"/>
                  </a:lnTo>
                  <a:lnTo>
                    <a:pt x="1718014" y="17629"/>
                  </a:lnTo>
                  <a:lnTo>
                    <a:pt x="1704899" y="16986"/>
                  </a:lnTo>
                  <a:lnTo>
                    <a:pt x="1691784" y="16610"/>
                  </a:lnTo>
                  <a:lnTo>
                    <a:pt x="1678670" y="17460"/>
                  </a:lnTo>
                  <a:lnTo>
                    <a:pt x="1665555" y="18317"/>
                  </a:lnTo>
                  <a:lnTo>
                    <a:pt x="1652441" y="19170"/>
                  </a:lnTo>
                  <a:lnTo>
                    <a:pt x="1639326" y="20508"/>
                  </a:lnTo>
                  <a:lnTo>
                    <a:pt x="1626211" y="22009"/>
                  </a:lnTo>
                  <a:lnTo>
                    <a:pt x="1613097" y="23639"/>
                  </a:lnTo>
                  <a:lnTo>
                    <a:pt x="1599982" y="25377"/>
                  </a:lnTo>
                  <a:lnTo>
                    <a:pt x="1586868" y="25579"/>
                  </a:lnTo>
                  <a:lnTo>
                    <a:pt x="1573753" y="24823"/>
                  </a:lnTo>
                  <a:lnTo>
                    <a:pt x="1560638" y="24459"/>
                  </a:lnTo>
                  <a:lnTo>
                    <a:pt x="1547524" y="25052"/>
                  </a:lnTo>
                  <a:lnTo>
                    <a:pt x="1534409" y="27523"/>
                  </a:lnTo>
                  <a:lnTo>
                    <a:pt x="1521295" y="29939"/>
                  </a:lnTo>
                  <a:lnTo>
                    <a:pt x="1508180" y="32260"/>
                  </a:lnTo>
                  <a:lnTo>
                    <a:pt x="1495065" y="34445"/>
                  </a:lnTo>
                  <a:lnTo>
                    <a:pt x="1481951" y="36452"/>
                  </a:lnTo>
                  <a:lnTo>
                    <a:pt x="1468836" y="36341"/>
                  </a:lnTo>
                  <a:lnTo>
                    <a:pt x="1455721" y="35875"/>
                  </a:lnTo>
                  <a:lnTo>
                    <a:pt x="1442607" y="35891"/>
                  </a:lnTo>
                  <a:lnTo>
                    <a:pt x="1429492" y="36221"/>
                  </a:lnTo>
                  <a:lnTo>
                    <a:pt x="1416378" y="35769"/>
                  </a:lnTo>
                  <a:lnTo>
                    <a:pt x="1403263" y="36978"/>
                  </a:lnTo>
                  <a:lnTo>
                    <a:pt x="1390148" y="38358"/>
                  </a:lnTo>
                  <a:lnTo>
                    <a:pt x="1377034" y="39387"/>
                  </a:lnTo>
                  <a:lnTo>
                    <a:pt x="1363919" y="40283"/>
                  </a:lnTo>
                  <a:lnTo>
                    <a:pt x="1350805" y="40302"/>
                  </a:lnTo>
                  <a:lnTo>
                    <a:pt x="1337690" y="40280"/>
                  </a:lnTo>
                  <a:lnTo>
                    <a:pt x="1324575" y="39956"/>
                  </a:lnTo>
                  <a:lnTo>
                    <a:pt x="1311461" y="39346"/>
                  </a:lnTo>
                  <a:lnTo>
                    <a:pt x="1298346" y="38470"/>
                  </a:lnTo>
                  <a:lnTo>
                    <a:pt x="1285231" y="37347"/>
                  </a:lnTo>
                  <a:lnTo>
                    <a:pt x="1272117" y="35995"/>
                  </a:lnTo>
                  <a:lnTo>
                    <a:pt x="1259002" y="34433"/>
                  </a:lnTo>
                  <a:lnTo>
                    <a:pt x="1245888" y="32679"/>
                  </a:lnTo>
                  <a:lnTo>
                    <a:pt x="1232773" y="30752"/>
                  </a:lnTo>
                  <a:lnTo>
                    <a:pt x="1219658" y="28672"/>
                  </a:lnTo>
                  <a:lnTo>
                    <a:pt x="1206544" y="26456"/>
                  </a:lnTo>
                  <a:lnTo>
                    <a:pt x="1193429" y="24123"/>
                  </a:lnTo>
                  <a:lnTo>
                    <a:pt x="1180315" y="21812"/>
                  </a:lnTo>
                  <a:lnTo>
                    <a:pt x="1167200" y="20847"/>
                  </a:lnTo>
                  <a:lnTo>
                    <a:pt x="1154085" y="19831"/>
                  </a:lnTo>
                  <a:lnTo>
                    <a:pt x="1140971" y="18771"/>
                  </a:lnTo>
                  <a:lnTo>
                    <a:pt x="1127856" y="17673"/>
                  </a:lnTo>
                  <a:lnTo>
                    <a:pt x="1114742" y="16541"/>
                  </a:lnTo>
                  <a:lnTo>
                    <a:pt x="1101627" y="15733"/>
                  </a:lnTo>
                  <a:lnTo>
                    <a:pt x="1088512" y="14198"/>
                  </a:lnTo>
                  <a:lnTo>
                    <a:pt x="1075398" y="11838"/>
                  </a:lnTo>
                  <a:lnTo>
                    <a:pt x="1062283" y="10058"/>
                  </a:lnTo>
                  <a:lnTo>
                    <a:pt x="1049168" y="9266"/>
                  </a:lnTo>
                  <a:lnTo>
                    <a:pt x="1036054" y="8463"/>
                  </a:lnTo>
                  <a:lnTo>
                    <a:pt x="1022939" y="7445"/>
                  </a:lnTo>
                  <a:lnTo>
                    <a:pt x="1009825" y="6748"/>
                  </a:lnTo>
                  <a:lnTo>
                    <a:pt x="996710" y="5747"/>
                  </a:lnTo>
                  <a:lnTo>
                    <a:pt x="983595" y="4580"/>
                  </a:lnTo>
                  <a:lnTo>
                    <a:pt x="970481" y="3440"/>
                  </a:lnTo>
                  <a:lnTo>
                    <a:pt x="957366" y="2864"/>
                  </a:lnTo>
                  <a:lnTo>
                    <a:pt x="944252" y="1793"/>
                  </a:lnTo>
                  <a:lnTo>
                    <a:pt x="931137" y="680"/>
                  </a:lnTo>
                  <a:lnTo>
                    <a:pt x="918022" y="0"/>
                  </a:lnTo>
                  <a:lnTo>
                    <a:pt x="904908" y="391"/>
                  </a:lnTo>
                  <a:lnTo>
                    <a:pt x="891793" y="1697"/>
                  </a:lnTo>
                  <a:lnTo>
                    <a:pt x="878679" y="3141"/>
                  </a:lnTo>
                  <a:lnTo>
                    <a:pt x="865564" y="4711"/>
                  </a:lnTo>
                  <a:lnTo>
                    <a:pt x="852449" y="6156"/>
                  </a:lnTo>
                  <a:lnTo>
                    <a:pt x="839335" y="6128"/>
                  </a:lnTo>
                  <a:lnTo>
                    <a:pt x="826220" y="6195"/>
                  </a:lnTo>
                  <a:lnTo>
                    <a:pt x="813105" y="6451"/>
                  </a:lnTo>
                  <a:lnTo>
                    <a:pt x="799991" y="7516"/>
                  </a:lnTo>
                  <a:lnTo>
                    <a:pt x="786876" y="9983"/>
                  </a:lnTo>
                  <a:lnTo>
                    <a:pt x="773762" y="11645"/>
                  </a:lnTo>
                  <a:lnTo>
                    <a:pt x="760647" y="13352"/>
                  </a:lnTo>
                  <a:lnTo>
                    <a:pt x="747532" y="15088"/>
                  </a:lnTo>
                  <a:lnTo>
                    <a:pt x="734418" y="17591"/>
                  </a:lnTo>
                  <a:lnTo>
                    <a:pt x="721303" y="21072"/>
                  </a:lnTo>
                  <a:lnTo>
                    <a:pt x="708189" y="24617"/>
                  </a:lnTo>
                  <a:lnTo>
                    <a:pt x="695074" y="25963"/>
                  </a:lnTo>
                  <a:lnTo>
                    <a:pt x="681959" y="27586"/>
                  </a:lnTo>
                  <a:lnTo>
                    <a:pt x="668845" y="31433"/>
                  </a:lnTo>
                  <a:lnTo>
                    <a:pt x="655730" y="35212"/>
                  </a:lnTo>
                  <a:lnTo>
                    <a:pt x="642615" y="38204"/>
                  </a:lnTo>
                  <a:lnTo>
                    <a:pt x="629501" y="39847"/>
                  </a:lnTo>
                  <a:lnTo>
                    <a:pt x="616386" y="41373"/>
                  </a:lnTo>
                  <a:lnTo>
                    <a:pt x="603272" y="42768"/>
                  </a:lnTo>
                  <a:lnTo>
                    <a:pt x="590157" y="44203"/>
                  </a:lnTo>
                  <a:lnTo>
                    <a:pt x="577042" y="46961"/>
                  </a:lnTo>
                  <a:lnTo>
                    <a:pt x="563928" y="49504"/>
                  </a:lnTo>
                  <a:lnTo>
                    <a:pt x="550813" y="51813"/>
                  </a:lnTo>
                  <a:lnTo>
                    <a:pt x="537699" y="53869"/>
                  </a:lnTo>
                  <a:lnTo>
                    <a:pt x="524584" y="55653"/>
                  </a:lnTo>
                  <a:lnTo>
                    <a:pt x="511469" y="57149"/>
                  </a:lnTo>
                  <a:lnTo>
                    <a:pt x="498355" y="58147"/>
                  </a:lnTo>
                  <a:lnTo>
                    <a:pt x="485240" y="58595"/>
                  </a:lnTo>
                  <a:lnTo>
                    <a:pt x="472126" y="58980"/>
                  </a:lnTo>
                  <a:lnTo>
                    <a:pt x="459011" y="58664"/>
                  </a:lnTo>
                  <a:lnTo>
                    <a:pt x="445896" y="59683"/>
                  </a:lnTo>
                  <a:lnTo>
                    <a:pt x="432782" y="59204"/>
                  </a:lnTo>
                  <a:lnTo>
                    <a:pt x="419667" y="60148"/>
                  </a:lnTo>
                  <a:lnTo>
                    <a:pt x="406552" y="60000"/>
                  </a:lnTo>
                  <a:lnTo>
                    <a:pt x="393438" y="59761"/>
                  </a:lnTo>
                  <a:lnTo>
                    <a:pt x="380323" y="59476"/>
                  </a:lnTo>
                  <a:lnTo>
                    <a:pt x="367209" y="59809"/>
                  </a:lnTo>
                  <a:lnTo>
                    <a:pt x="354094" y="58940"/>
                  </a:lnTo>
                  <a:lnTo>
                    <a:pt x="340979" y="58774"/>
                  </a:lnTo>
                  <a:lnTo>
                    <a:pt x="327865" y="58866"/>
                  </a:lnTo>
                  <a:lnTo>
                    <a:pt x="314750" y="58866"/>
                  </a:lnTo>
                  <a:lnTo>
                    <a:pt x="301636" y="59396"/>
                  </a:lnTo>
                  <a:lnTo>
                    <a:pt x="288521" y="63349"/>
                  </a:lnTo>
                  <a:lnTo>
                    <a:pt x="275406" y="67738"/>
                  </a:lnTo>
                  <a:lnTo>
                    <a:pt x="262292" y="74299"/>
                  </a:lnTo>
                  <a:lnTo>
                    <a:pt x="249177" y="80820"/>
                  </a:lnTo>
                  <a:lnTo>
                    <a:pt x="236063" y="87287"/>
                  </a:lnTo>
                  <a:lnTo>
                    <a:pt x="222948" y="93686"/>
                  </a:lnTo>
                  <a:lnTo>
                    <a:pt x="209833" y="100003"/>
                  </a:lnTo>
                  <a:lnTo>
                    <a:pt x="196719" y="106223"/>
                  </a:lnTo>
                  <a:lnTo>
                    <a:pt x="183604" y="108880"/>
                  </a:lnTo>
                  <a:lnTo>
                    <a:pt x="170489" y="113044"/>
                  </a:lnTo>
                  <a:lnTo>
                    <a:pt x="157375" y="114512"/>
                  </a:lnTo>
                  <a:lnTo>
                    <a:pt x="144260" y="118790"/>
                  </a:lnTo>
                  <a:lnTo>
                    <a:pt x="131146" y="122267"/>
                  </a:lnTo>
                  <a:lnTo>
                    <a:pt x="118031" y="128288"/>
                  </a:lnTo>
                  <a:lnTo>
                    <a:pt x="104916" y="138734"/>
                  </a:lnTo>
                  <a:lnTo>
                    <a:pt x="91802" y="150856"/>
                  </a:lnTo>
                  <a:lnTo>
                    <a:pt x="78687" y="163248"/>
                  </a:lnTo>
                  <a:lnTo>
                    <a:pt x="65573" y="174128"/>
                  </a:lnTo>
                  <a:lnTo>
                    <a:pt x="52458" y="192374"/>
                  </a:lnTo>
                  <a:lnTo>
                    <a:pt x="39343" y="211551"/>
                  </a:lnTo>
                  <a:lnTo>
                    <a:pt x="26229" y="236807"/>
                  </a:lnTo>
                  <a:lnTo>
                    <a:pt x="13114" y="262474"/>
                  </a:lnTo>
                  <a:lnTo>
                    <a:pt x="0" y="2896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233563"/>
              <a:ext cx="2347515" cy="231104"/>
            </a:xfrm>
            <a:custGeom>
              <a:avLst/>
              <a:pathLst>
                <a:path w="2347515" h="231104">
                  <a:moveTo>
                    <a:pt x="0" y="231104"/>
                  </a:moveTo>
                  <a:lnTo>
                    <a:pt x="13114" y="212489"/>
                  </a:lnTo>
                  <a:lnTo>
                    <a:pt x="26229" y="195100"/>
                  </a:lnTo>
                  <a:lnTo>
                    <a:pt x="39343" y="178894"/>
                  </a:lnTo>
                  <a:lnTo>
                    <a:pt x="52458" y="163831"/>
                  </a:lnTo>
                  <a:lnTo>
                    <a:pt x="65573" y="149870"/>
                  </a:lnTo>
                  <a:lnTo>
                    <a:pt x="78687" y="136970"/>
                  </a:lnTo>
                  <a:lnTo>
                    <a:pt x="91802" y="125090"/>
                  </a:lnTo>
                  <a:lnTo>
                    <a:pt x="104916" y="114189"/>
                  </a:lnTo>
                  <a:lnTo>
                    <a:pt x="118031" y="104226"/>
                  </a:lnTo>
                  <a:lnTo>
                    <a:pt x="131146" y="95160"/>
                  </a:lnTo>
                  <a:lnTo>
                    <a:pt x="144260" y="86951"/>
                  </a:lnTo>
                  <a:lnTo>
                    <a:pt x="157375" y="79556"/>
                  </a:lnTo>
                  <a:lnTo>
                    <a:pt x="170489" y="72936"/>
                  </a:lnTo>
                  <a:lnTo>
                    <a:pt x="183604" y="67048"/>
                  </a:lnTo>
                  <a:lnTo>
                    <a:pt x="196719" y="61853"/>
                  </a:lnTo>
                  <a:lnTo>
                    <a:pt x="209833" y="57310"/>
                  </a:lnTo>
                  <a:lnTo>
                    <a:pt x="222948" y="53376"/>
                  </a:lnTo>
                  <a:lnTo>
                    <a:pt x="236063" y="50012"/>
                  </a:lnTo>
                  <a:lnTo>
                    <a:pt x="249177" y="47176"/>
                  </a:lnTo>
                  <a:lnTo>
                    <a:pt x="262292" y="44828"/>
                  </a:lnTo>
                  <a:lnTo>
                    <a:pt x="275406" y="42926"/>
                  </a:lnTo>
                  <a:lnTo>
                    <a:pt x="288521" y="41429"/>
                  </a:lnTo>
                  <a:lnTo>
                    <a:pt x="301636" y="40297"/>
                  </a:lnTo>
                  <a:lnTo>
                    <a:pt x="314750" y="39488"/>
                  </a:lnTo>
                  <a:lnTo>
                    <a:pt x="327865" y="38962"/>
                  </a:lnTo>
                  <a:lnTo>
                    <a:pt x="340979" y="38678"/>
                  </a:lnTo>
                  <a:lnTo>
                    <a:pt x="354094" y="38594"/>
                  </a:lnTo>
                  <a:lnTo>
                    <a:pt x="367209" y="38669"/>
                  </a:lnTo>
                  <a:lnTo>
                    <a:pt x="380323" y="38863"/>
                  </a:lnTo>
                  <a:lnTo>
                    <a:pt x="393438" y="39135"/>
                  </a:lnTo>
                  <a:lnTo>
                    <a:pt x="406552" y="39444"/>
                  </a:lnTo>
                  <a:lnTo>
                    <a:pt x="419667" y="39748"/>
                  </a:lnTo>
                  <a:lnTo>
                    <a:pt x="432782" y="40007"/>
                  </a:lnTo>
                  <a:lnTo>
                    <a:pt x="445896" y="40180"/>
                  </a:lnTo>
                  <a:lnTo>
                    <a:pt x="459011" y="40226"/>
                  </a:lnTo>
                  <a:lnTo>
                    <a:pt x="472126" y="40108"/>
                  </a:lnTo>
                  <a:lnTo>
                    <a:pt x="485240" y="39809"/>
                  </a:lnTo>
                  <a:lnTo>
                    <a:pt x="498355" y="39338"/>
                  </a:lnTo>
                  <a:lnTo>
                    <a:pt x="511469" y="38705"/>
                  </a:lnTo>
                  <a:lnTo>
                    <a:pt x="524584" y="37923"/>
                  </a:lnTo>
                  <a:lnTo>
                    <a:pt x="537699" y="37002"/>
                  </a:lnTo>
                  <a:lnTo>
                    <a:pt x="550813" y="35953"/>
                  </a:lnTo>
                  <a:lnTo>
                    <a:pt x="563928" y="34787"/>
                  </a:lnTo>
                  <a:lnTo>
                    <a:pt x="577042" y="33516"/>
                  </a:lnTo>
                  <a:lnTo>
                    <a:pt x="590157" y="32151"/>
                  </a:lnTo>
                  <a:lnTo>
                    <a:pt x="603272" y="30703"/>
                  </a:lnTo>
                  <a:lnTo>
                    <a:pt x="616386" y="29183"/>
                  </a:lnTo>
                  <a:lnTo>
                    <a:pt x="629501" y="27602"/>
                  </a:lnTo>
                  <a:lnTo>
                    <a:pt x="642615" y="25971"/>
                  </a:lnTo>
                  <a:lnTo>
                    <a:pt x="655730" y="24302"/>
                  </a:lnTo>
                  <a:lnTo>
                    <a:pt x="668845" y="22606"/>
                  </a:lnTo>
                  <a:lnTo>
                    <a:pt x="681959" y="20893"/>
                  </a:lnTo>
                  <a:lnTo>
                    <a:pt x="695074" y="19175"/>
                  </a:lnTo>
                  <a:lnTo>
                    <a:pt x="708189" y="17463"/>
                  </a:lnTo>
                  <a:lnTo>
                    <a:pt x="721303" y="15769"/>
                  </a:lnTo>
                  <a:lnTo>
                    <a:pt x="734418" y="14103"/>
                  </a:lnTo>
                  <a:lnTo>
                    <a:pt x="747532" y="12476"/>
                  </a:lnTo>
                  <a:lnTo>
                    <a:pt x="760647" y="10900"/>
                  </a:lnTo>
                  <a:lnTo>
                    <a:pt x="773762" y="9386"/>
                  </a:lnTo>
                  <a:lnTo>
                    <a:pt x="786876" y="7945"/>
                  </a:lnTo>
                  <a:lnTo>
                    <a:pt x="799991" y="6588"/>
                  </a:lnTo>
                  <a:lnTo>
                    <a:pt x="813105" y="5326"/>
                  </a:lnTo>
                  <a:lnTo>
                    <a:pt x="826220" y="4171"/>
                  </a:lnTo>
                  <a:lnTo>
                    <a:pt x="839335" y="3133"/>
                  </a:lnTo>
                  <a:lnTo>
                    <a:pt x="852449" y="2224"/>
                  </a:lnTo>
                  <a:lnTo>
                    <a:pt x="865564" y="1455"/>
                  </a:lnTo>
                  <a:lnTo>
                    <a:pt x="878679" y="837"/>
                  </a:lnTo>
                  <a:lnTo>
                    <a:pt x="891793" y="381"/>
                  </a:lnTo>
                  <a:lnTo>
                    <a:pt x="904908" y="98"/>
                  </a:lnTo>
                  <a:lnTo>
                    <a:pt x="918022" y="0"/>
                  </a:lnTo>
                  <a:lnTo>
                    <a:pt x="931137" y="93"/>
                  </a:lnTo>
                  <a:lnTo>
                    <a:pt x="944252" y="383"/>
                  </a:lnTo>
                  <a:lnTo>
                    <a:pt x="957366" y="866"/>
                  </a:lnTo>
                  <a:lnTo>
                    <a:pt x="970481" y="1529"/>
                  </a:lnTo>
                  <a:lnTo>
                    <a:pt x="983595" y="2357"/>
                  </a:lnTo>
                  <a:lnTo>
                    <a:pt x="996710" y="3339"/>
                  </a:lnTo>
                  <a:lnTo>
                    <a:pt x="1009825" y="4460"/>
                  </a:lnTo>
                  <a:lnTo>
                    <a:pt x="1022939" y="5708"/>
                  </a:lnTo>
                  <a:lnTo>
                    <a:pt x="1036054" y="7069"/>
                  </a:lnTo>
                  <a:lnTo>
                    <a:pt x="1049168" y="8530"/>
                  </a:lnTo>
                  <a:lnTo>
                    <a:pt x="1062283" y="10077"/>
                  </a:lnTo>
                  <a:lnTo>
                    <a:pt x="1075398" y="11697"/>
                  </a:lnTo>
                  <a:lnTo>
                    <a:pt x="1088512" y="13377"/>
                  </a:lnTo>
                  <a:lnTo>
                    <a:pt x="1101627" y="15104"/>
                  </a:lnTo>
                  <a:lnTo>
                    <a:pt x="1114742" y="16864"/>
                  </a:lnTo>
                  <a:lnTo>
                    <a:pt x="1127856" y="18644"/>
                  </a:lnTo>
                  <a:lnTo>
                    <a:pt x="1140971" y="20430"/>
                  </a:lnTo>
                  <a:lnTo>
                    <a:pt x="1154085" y="22210"/>
                  </a:lnTo>
                  <a:lnTo>
                    <a:pt x="1167200" y="23970"/>
                  </a:lnTo>
                  <a:lnTo>
                    <a:pt x="1180315" y="25696"/>
                  </a:lnTo>
                  <a:lnTo>
                    <a:pt x="1193429" y="27376"/>
                  </a:lnTo>
                  <a:lnTo>
                    <a:pt x="1206544" y="28996"/>
                  </a:lnTo>
                  <a:lnTo>
                    <a:pt x="1219658" y="30543"/>
                  </a:lnTo>
                  <a:lnTo>
                    <a:pt x="1232773" y="32004"/>
                  </a:lnTo>
                  <a:lnTo>
                    <a:pt x="1245888" y="33364"/>
                  </a:lnTo>
                  <a:lnTo>
                    <a:pt x="1259002" y="34611"/>
                  </a:lnTo>
                  <a:lnTo>
                    <a:pt x="1272117" y="35732"/>
                  </a:lnTo>
                  <a:lnTo>
                    <a:pt x="1285231" y="36714"/>
                  </a:lnTo>
                  <a:lnTo>
                    <a:pt x="1298346" y="37542"/>
                  </a:lnTo>
                  <a:lnTo>
                    <a:pt x="1311461" y="38204"/>
                  </a:lnTo>
                  <a:lnTo>
                    <a:pt x="1324575" y="38686"/>
                  </a:lnTo>
                  <a:lnTo>
                    <a:pt x="1337690" y="38975"/>
                  </a:lnTo>
                  <a:lnTo>
                    <a:pt x="1350805" y="39058"/>
                  </a:lnTo>
                  <a:lnTo>
                    <a:pt x="1363919" y="38922"/>
                  </a:lnTo>
                  <a:lnTo>
                    <a:pt x="1377034" y="38555"/>
                  </a:lnTo>
                  <a:lnTo>
                    <a:pt x="1390148" y="37949"/>
                  </a:lnTo>
                  <a:lnTo>
                    <a:pt x="1403263" y="37099"/>
                  </a:lnTo>
                  <a:lnTo>
                    <a:pt x="1416378" y="36005"/>
                  </a:lnTo>
                  <a:lnTo>
                    <a:pt x="1429492" y="34686"/>
                  </a:lnTo>
                  <a:lnTo>
                    <a:pt x="1442607" y="33169"/>
                  </a:lnTo>
                  <a:lnTo>
                    <a:pt x="1455721" y="31483"/>
                  </a:lnTo>
                  <a:lnTo>
                    <a:pt x="1468836" y="29654"/>
                  </a:lnTo>
                  <a:lnTo>
                    <a:pt x="1481951" y="27712"/>
                  </a:lnTo>
                  <a:lnTo>
                    <a:pt x="1495065" y="25684"/>
                  </a:lnTo>
                  <a:lnTo>
                    <a:pt x="1508180" y="23599"/>
                  </a:lnTo>
                  <a:lnTo>
                    <a:pt x="1521295" y="21485"/>
                  </a:lnTo>
                  <a:lnTo>
                    <a:pt x="1534409" y="19369"/>
                  </a:lnTo>
                  <a:lnTo>
                    <a:pt x="1547524" y="17280"/>
                  </a:lnTo>
                  <a:lnTo>
                    <a:pt x="1560638" y="15246"/>
                  </a:lnTo>
                  <a:lnTo>
                    <a:pt x="1573753" y="13295"/>
                  </a:lnTo>
                  <a:lnTo>
                    <a:pt x="1586868" y="11454"/>
                  </a:lnTo>
                  <a:lnTo>
                    <a:pt x="1599982" y="9753"/>
                  </a:lnTo>
                  <a:lnTo>
                    <a:pt x="1613097" y="8219"/>
                  </a:lnTo>
                  <a:lnTo>
                    <a:pt x="1626211" y="6881"/>
                  </a:lnTo>
                  <a:lnTo>
                    <a:pt x="1639326" y="5766"/>
                  </a:lnTo>
                  <a:lnTo>
                    <a:pt x="1652441" y="4902"/>
                  </a:lnTo>
                  <a:lnTo>
                    <a:pt x="1665555" y="4318"/>
                  </a:lnTo>
                  <a:lnTo>
                    <a:pt x="1678670" y="4041"/>
                  </a:lnTo>
                  <a:lnTo>
                    <a:pt x="1691784" y="4100"/>
                  </a:lnTo>
                  <a:lnTo>
                    <a:pt x="1704899" y="4523"/>
                  </a:lnTo>
                  <a:lnTo>
                    <a:pt x="1718014" y="5338"/>
                  </a:lnTo>
                  <a:lnTo>
                    <a:pt x="1731128" y="6572"/>
                  </a:lnTo>
                  <a:lnTo>
                    <a:pt x="1744243" y="8255"/>
                  </a:lnTo>
                  <a:lnTo>
                    <a:pt x="1757358" y="10414"/>
                  </a:lnTo>
                  <a:lnTo>
                    <a:pt x="1770472" y="13076"/>
                  </a:lnTo>
                  <a:lnTo>
                    <a:pt x="1783587" y="16272"/>
                  </a:lnTo>
                  <a:lnTo>
                    <a:pt x="1796701" y="20027"/>
                  </a:lnTo>
                  <a:lnTo>
                    <a:pt x="1809816" y="24371"/>
                  </a:lnTo>
                  <a:lnTo>
                    <a:pt x="1822931" y="29328"/>
                  </a:lnTo>
                  <a:lnTo>
                    <a:pt x="1836045" y="34920"/>
                  </a:lnTo>
                  <a:lnTo>
                    <a:pt x="1849160" y="41159"/>
                  </a:lnTo>
                  <a:lnTo>
                    <a:pt x="1862274" y="48052"/>
                  </a:lnTo>
                  <a:lnTo>
                    <a:pt x="1875389" y="55597"/>
                  </a:lnTo>
                  <a:lnTo>
                    <a:pt x="1888504" y="63772"/>
                  </a:lnTo>
                  <a:lnTo>
                    <a:pt x="1901618" y="72506"/>
                  </a:lnTo>
                  <a:lnTo>
                    <a:pt x="1914733" y="81710"/>
                  </a:lnTo>
                  <a:lnTo>
                    <a:pt x="1927847" y="91295"/>
                  </a:lnTo>
                  <a:lnTo>
                    <a:pt x="1940962" y="101173"/>
                  </a:lnTo>
                  <a:lnTo>
                    <a:pt x="1954077" y="111255"/>
                  </a:lnTo>
                  <a:lnTo>
                    <a:pt x="1967191" y="121452"/>
                  </a:lnTo>
                  <a:lnTo>
                    <a:pt x="1980306" y="131674"/>
                  </a:lnTo>
                  <a:lnTo>
                    <a:pt x="1993421" y="141833"/>
                  </a:lnTo>
                  <a:lnTo>
                    <a:pt x="2006535" y="151841"/>
                  </a:lnTo>
                  <a:lnTo>
                    <a:pt x="2019650" y="161607"/>
                  </a:lnTo>
                  <a:lnTo>
                    <a:pt x="2032764" y="171044"/>
                  </a:lnTo>
                  <a:lnTo>
                    <a:pt x="2045879" y="180061"/>
                  </a:lnTo>
                  <a:lnTo>
                    <a:pt x="2058994" y="188572"/>
                  </a:lnTo>
                  <a:lnTo>
                    <a:pt x="2072108" y="196485"/>
                  </a:lnTo>
                  <a:lnTo>
                    <a:pt x="2085223" y="203713"/>
                  </a:lnTo>
                  <a:lnTo>
                    <a:pt x="2098337" y="210167"/>
                  </a:lnTo>
                  <a:lnTo>
                    <a:pt x="2111452" y="215757"/>
                  </a:lnTo>
                  <a:lnTo>
                    <a:pt x="2124567" y="220395"/>
                  </a:lnTo>
                  <a:lnTo>
                    <a:pt x="2137681" y="223992"/>
                  </a:lnTo>
                  <a:lnTo>
                    <a:pt x="2150796" y="226458"/>
                  </a:lnTo>
                  <a:lnTo>
                    <a:pt x="2163911" y="227706"/>
                  </a:lnTo>
                  <a:lnTo>
                    <a:pt x="2177025" y="227646"/>
                  </a:lnTo>
                  <a:lnTo>
                    <a:pt x="2190140" y="226189"/>
                  </a:lnTo>
                  <a:lnTo>
                    <a:pt x="2203254" y="223246"/>
                  </a:lnTo>
                  <a:lnTo>
                    <a:pt x="2216369" y="218728"/>
                  </a:lnTo>
                  <a:lnTo>
                    <a:pt x="2229484" y="212547"/>
                  </a:lnTo>
                  <a:lnTo>
                    <a:pt x="2242598" y="204613"/>
                  </a:lnTo>
                  <a:lnTo>
                    <a:pt x="2255713" y="194844"/>
                  </a:lnTo>
                  <a:lnTo>
                    <a:pt x="2268827" y="183193"/>
                  </a:lnTo>
                  <a:lnTo>
                    <a:pt x="2281942" y="169682"/>
                  </a:lnTo>
                  <a:lnTo>
                    <a:pt x="2295057" y="154343"/>
                  </a:lnTo>
                  <a:lnTo>
                    <a:pt x="2308171" y="137169"/>
                  </a:lnTo>
                  <a:lnTo>
                    <a:pt x="2321286" y="118257"/>
                  </a:lnTo>
                  <a:lnTo>
                    <a:pt x="2334400" y="97720"/>
                  </a:lnTo>
                  <a:lnTo>
                    <a:pt x="2347515" y="75719"/>
                  </a:lnTo>
                  <a:lnTo>
                    <a:pt x="2347515" y="7571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958932"/>
              <a:ext cx="2347515" cy="482693"/>
            </a:xfrm>
            <a:custGeom>
              <a:avLst/>
              <a:pathLst>
                <a:path w="2347515" h="482693">
                  <a:moveTo>
                    <a:pt x="0" y="231037"/>
                  </a:moveTo>
                  <a:lnTo>
                    <a:pt x="13114" y="230488"/>
                  </a:lnTo>
                  <a:lnTo>
                    <a:pt x="26229" y="229939"/>
                  </a:lnTo>
                  <a:lnTo>
                    <a:pt x="39343" y="229391"/>
                  </a:lnTo>
                  <a:lnTo>
                    <a:pt x="52458" y="228842"/>
                  </a:lnTo>
                  <a:lnTo>
                    <a:pt x="65573" y="228292"/>
                  </a:lnTo>
                  <a:lnTo>
                    <a:pt x="78687" y="227743"/>
                  </a:lnTo>
                  <a:lnTo>
                    <a:pt x="91802" y="227193"/>
                  </a:lnTo>
                  <a:lnTo>
                    <a:pt x="104916" y="226642"/>
                  </a:lnTo>
                  <a:lnTo>
                    <a:pt x="118031" y="226090"/>
                  </a:lnTo>
                  <a:lnTo>
                    <a:pt x="131146" y="225537"/>
                  </a:lnTo>
                  <a:lnTo>
                    <a:pt x="144260" y="224982"/>
                  </a:lnTo>
                  <a:lnTo>
                    <a:pt x="157375" y="224426"/>
                  </a:lnTo>
                  <a:lnTo>
                    <a:pt x="170489" y="223868"/>
                  </a:lnTo>
                  <a:lnTo>
                    <a:pt x="183604" y="223309"/>
                  </a:lnTo>
                  <a:lnTo>
                    <a:pt x="196719" y="222747"/>
                  </a:lnTo>
                  <a:lnTo>
                    <a:pt x="209833" y="222182"/>
                  </a:lnTo>
                  <a:lnTo>
                    <a:pt x="222948" y="221614"/>
                  </a:lnTo>
                  <a:lnTo>
                    <a:pt x="236063" y="221044"/>
                  </a:lnTo>
                  <a:lnTo>
                    <a:pt x="249177" y="220470"/>
                  </a:lnTo>
                  <a:lnTo>
                    <a:pt x="262292" y="219893"/>
                  </a:lnTo>
                  <a:lnTo>
                    <a:pt x="275406" y="219311"/>
                  </a:lnTo>
                  <a:lnTo>
                    <a:pt x="288521" y="218725"/>
                  </a:lnTo>
                  <a:lnTo>
                    <a:pt x="301636" y="218135"/>
                  </a:lnTo>
                  <a:lnTo>
                    <a:pt x="314750" y="217540"/>
                  </a:lnTo>
                  <a:lnTo>
                    <a:pt x="327865" y="216940"/>
                  </a:lnTo>
                  <a:lnTo>
                    <a:pt x="340979" y="216335"/>
                  </a:lnTo>
                  <a:lnTo>
                    <a:pt x="354094" y="215723"/>
                  </a:lnTo>
                  <a:lnTo>
                    <a:pt x="367209" y="215106"/>
                  </a:lnTo>
                  <a:lnTo>
                    <a:pt x="380323" y="214482"/>
                  </a:lnTo>
                  <a:lnTo>
                    <a:pt x="393438" y="213852"/>
                  </a:lnTo>
                  <a:lnTo>
                    <a:pt x="406552" y="213215"/>
                  </a:lnTo>
                  <a:lnTo>
                    <a:pt x="419667" y="212570"/>
                  </a:lnTo>
                  <a:lnTo>
                    <a:pt x="432782" y="211918"/>
                  </a:lnTo>
                  <a:lnTo>
                    <a:pt x="445896" y="211258"/>
                  </a:lnTo>
                  <a:lnTo>
                    <a:pt x="459011" y="210590"/>
                  </a:lnTo>
                  <a:lnTo>
                    <a:pt x="472126" y="209914"/>
                  </a:lnTo>
                  <a:lnTo>
                    <a:pt x="485240" y="209229"/>
                  </a:lnTo>
                  <a:lnTo>
                    <a:pt x="498355" y="208534"/>
                  </a:lnTo>
                  <a:lnTo>
                    <a:pt x="511469" y="207831"/>
                  </a:lnTo>
                  <a:lnTo>
                    <a:pt x="524584" y="207118"/>
                  </a:lnTo>
                  <a:lnTo>
                    <a:pt x="537699" y="206395"/>
                  </a:lnTo>
                  <a:lnTo>
                    <a:pt x="550813" y="205662"/>
                  </a:lnTo>
                  <a:lnTo>
                    <a:pt x="563928" y="204918"/>
                  </a:lnTo>
                  <a:lnTo>
                    <a:pt x="577042" y="204164"/>
                  </a:lnTo>
                  <a:lnTo>
                    <a:pt x="590157" y="203400"/>
                  </a:lnTo>
                  <a:lnTo>
                    <a:pt x="603272" y="202624"/>
                  </a:lnTo>
                  <a:lnTo>
                    <a:pt x="616386" y="201837"/>
                  </a:lnTo>
                  <a:lnTo>
                    <a:pt x="629501" y="201038"/>
                  </a:lnTo>
                  <a:lnTo>
                    <a:pt x="642615" y="200228"/>
                  </a:lnTo>
                  <a:lnTo>
                    <a:pt x="655730" y="199405"/>
                  </a:lnTo>
                  <a:lnTo>
                    <a:pt x="668845" y="198571"/>
                  </a:lnTo>
                  <a:lnTo>
                    <a:pt x="681959" y="197724"/>
                  </a:lnTo>
                  <a:lnTo>
                    <a:pt x="695074" y="196865"/>
                  </a:lnTo>
                  <a:lnTo>
                    <a:pt x="708189" y="195993"/>
                  </a:lnTo>
                  <a:lnTo>
                    <a:pt x="721303" y="195108"/>
                  </a:lnTo>
                  <a:lnTo>
                    <a:pt x="734418" y="194211"/>
                  </a:lnTo>
                  <a:lnTo>
                    <a:pt x="747532" y="193300"/>
                  </a:lnTo>
                  <a:lnTo>
                    <a:pt x="760647" y="192376"/>
                  </a:lnTo>
                  <a:lnTo>
                    <a:pt x="773762" y="191438"/>
                  </a:lnTo>
                  <a:lnTo>
                    <a:pt x="786876" y="190488"/>
                  </a:lnTo>
                  <a:lnTo>
                    <a:pt x="799991" y="189523"/>
                  </a:lnTo>
                  <a:lnTo>
                    <a:pt x="813105" y="188545"/>
                  </a:lnTo>
                  <a:lnTo>
                    <a:pt x="826220" y="187553"/>
                  </a:lnTo>
                  <a:lnTo>
                    <a:pt x="839335" y="186548"/>
                  </a:lnTo>
                  <a:lnTo>
                    <a:pt x="852449" y="185528"/>
                  </a:lnTo>
                  <a:lnTo>
                    <a:pt x="865564" y="184495"/>
                  </a:lnTo>
                  <a:lnTo>
                    <a:pt x="878679" y="183448"/>
                  </a:lnTo>
                  <a:lnTo>
                    <a:pt x="891793" y="182386"/>
                  </a:lnTo>
                  <a:lnTo>
                    <a:pt x="904908" y="181311"/>
                  </a:lnTo>
                  <a:lnTo>
                    <a:pt x="918022" y="180221"/>
                  </a:lnTo>
                  <a:lnTo>
                    <a:pt x="931137" y="179118"/>
                  </a:lnTo>
                  <a:lnTo>
                    <a:pt x="944252" y="178000"/>
                  </a:lnTo>
                  <a:lnTo>
                    <a:pt x="957366" y="176868"/>
                  </a:lnTo>
                  <a:lnTo>
                    <a:pt x="970481" y="175723"/>
                  </a:lnTo>
                  <a:lnTo>
                    <a:pt x="983595" y="174563"/>
                  </a:lnTo>
                  <a:lnTo>
                    <a:pt x="996710" y="173389"/>
                  </a:lnTo>
                  <a:lnTo>
                    <a:pt x="1009825" y="172202"/>
                  </a:lnTo>
                  <a:lnTo>
                    <a:pt x="1022939" y="171000"/>
                  </a:lnTo>
                  <a:lnTo>
                    <a:pt x="1036054" y="169785"/>
                  </a:lnTo>
                  <a:lnTo>
                    <a:pt x="1049168" y="168555"/>
                  </a:lnTo>
                  <a:lnTo>
                    <a:pt x="1062283" y="167312"/>
                  </a:lnTo>
                  <a:lnTo>
                    <a:pt x="1075398" y="166056"/>
                  </a:lnTo>
                  <a:lnTo>
                    <a:pt x="1088512" y="164786"/>
                  </a:lnTo>
                  <a:lnTo>
                    <a:pt x="1101627" y="163502"/>
                  </a:lnTo>
                  <a:lnTo>
                    <a:pt x="1114742" y="162205"/>
                  </a:lnTo>
                  <a:lnTo>
                    <a:pt x="1127856" y="160895"/>
                  </a:lnTo>
                  <a:lnTo>
                    <a:pt x="1140971" y="159572"/>
                  </a:lnTo>
                  <a:lnTo>
                    <a:pt x="1154085" y="158235"/>
                  </a:lnTo>
                  <a:lnTo>
                    <a:pt x="1167200" y="156886"/>
                  </a:lnTo>
                  <a:lnTo>
                    <a:pt x="1180315" y="155523"/>
                  </a:lnTo>
                  <a:lnTo>
                    <a:pt x="1193429" y="154148"/>
                  </a:lnTo>
                  <a:lnTo>
                    <a:pt x="1206544" y="152761"/>
                  </a:lnTo>
                  <a:lnTo>
                    <a:pt x="1219658" y="151360"/>
                  </a:lnTo>
                  <a:lnTo>
                    <a:pt x="1232773" y="149948"/>
                  </a:lnTo>
                  <a:lnTo>
                    <a:pt x="1245888" y="148523"/>
                  </a:lnTo>
                  <a:lnTo>
                    <a:pt x="1259002" y="147086"/>
                  </a:lnTo>
                  <a:lnTo>
                    <a:pt x="1272117" y="145638"/>
                  </a:lnTo>
                  <a:lnTo>
                    <a:pt x="1285231" y="144177"/>
                  </a:lnTo>
                  <a:lnTo>
                    <a:pt x="1298346" y="142705"/>
                  </a:lnTo>
                  <a:lnTo>
                    <a:pt x="1311461" y="141221"/>
                  </a:lnTo>
                  <a:lnTo>
                    <a:pt x="1324575" y="139726"/>
                  </a:lnTo>
                  <a:lnTo>
                    <a:pt x="1337690" y="138219"/>
                  </a:lnTo>
                  <a:lnTo>
                    <a:pt x="1350805" y="136701"/>
                  </a:lnTo>
                  <a:lnTo>
                    <a:pt x="1363919" y="135172"/>
                  </a:lnTo>
                  <a:lnTo>
                    <a:pt x="1377034" y="133633"/>
                  </a:lnTo>
                  <a:lnTo>
                    <a:pt x="1390148" y="132082"/>
                  </a:lnTo>
                  <a:lnTo>
                    <a:pt x="1403263" y="130521"/>
                  </a:lnTo>
                  <a:lnTo>
                    <a:pt x="1416378" y="128949"/>
                  </a:lnTo>
                  <a:lnTo>
                    <a:pt x="1429492" y="127367"/>
                  </a:lnTo>
                  <a:lnTo>
                    <a:pt x="1442607" y="125775"/>
                  </a:lnTo>
                  <a:lnTo>
                    <a:pt x="1455721" y="124173"/>
                  </a:lnTo>
                  <a:lnTo>
                    <a:pt x="1468836" y="122560"/>
                  </a:lnTo>
                  <a:lnTo>
                    <a:pt x="1481951" y="120938"/>
                  </a:lnTo>
                  <a:lnTo>
                    <a:pt x="1495065" y="119306"/>
                  </a:lnTo>
                  <a:lnTo>
                    <a:pt x="1508180" y="117665"/>
                  </a:lnTo>
                  <a:lnTo>
                    <a:pt x="1521295" y="116014"/>
                  </a:lnTo>
                  <a:lnTo>
                    <a:pt x="1534409" y="114353"/>
                  </a:lnTo>
                  <a:lnTo>
                    <a:pt x="1547524" y="112684"/>
                  </a:lnTo>
                  <a:lnTo>
                    <a:pt x="1560638" y="111005"/>
                  </a:lnTo>
                  <a:lnTo>
                    <a:pt x="1573753" y="109318"/>
                  </a:lnTo>
                  <a:lnTo>
                    <a:pt x="1586868" y="107621"/>
                  </a:lnTo>
                  <a:lnTo>
                    <a:pt x="1599982" y="105916"/>
                  </a:lnTo>
                  <a:lnTo>
                    <a:pt x="1613097" y="104203"/>
                  </a:lnTo>
                  <a:lnTo>
                    <a:pt x="1626211" y="102481"/>
                  </a:lnTo>
                  <a:lnTo>
                    <a:pt x="1639326" y="100750"/>
                  </a:lnTo>
                  <a:lnTo>
                    <a:pt x="1652441" y="99012"/>
                  </a:lnTo>
                  <a:lnTo>
                    <a:pt x="1665555" y="97266"/>
                  </a:lnTo>
                  <a:lnTo>
                    <a:pt x="1678670" y="95512"/>
                  </a:lnTo>
                  <a:lnTo>
                    <a:pt x="1691784" y="93751"/>
                  </a:lnTo>
                  <a:lnTo>
                    <a:pt x="1704899" y="91982"/>
                  </a:lnTo>
                  <a:lnTo>
                    <a:pt x="1718014" y="90205"/>
                  </a:lnTo>
                  <a:lnTo>
                    <a:pt x="1731128" y="88422"/>
                  </a:lnTo>
                  <a:lnTo>
                    <a:pt x="1744243" y="86631"/>
                  </a:lnTo>
                  <a:lnTo>
                    <a:pt x="1757358" y="84834"/>
                  </a:lnTo>
                  <a:lnTo>
                    <a:pt x="1770472" y="83030"/>
                  </a:lnTo>
                  <a:lnTo>
                    <a:pt x="1783587" y="81220"/>
                  </a:lnTo>
                  <a:lnTo>
                    <a:pt x="1796701" y="79404"/>
                  </a:lnTo>
                  <a:lnTo>
                    <a:pt x="1809816" y="77581"/>
                  </a:lnTo>
                  <a:lnTo>
                    <a:pt x="1822931" y="75753"/>
                  </a:lnTo>
                  <a:lnTo>
                    <a:pt x="1836045" y="73918"/>
                  </a:lnTo>
                  <a:lnTo>
                    <a:pt x="1849160" y="72079"/>
                  </a:lnTo>
                  <a:lnTo>
                    <a:pt x="1862274" y="70234"/>
                  </a:lnTo>
                  <a:lnTo>
                    <a:pt x="1875389" y="68384"/>
                  </a:lnTo>
                  <a:lnTo>
                    <a:pt x="1888504" y="66529"/>
                  </a:lnTo>
                  <a:lnTo>
                    <a:pt x="1901618" y="64669"/>
                  </a:lnTo>
                  <a:lnTo>
                    <a:pt x="1914733" y="62805"/>
                  </a:lnTo>
                  <a:lnTo>
                    <a:pt x="1927847" y="60937"/>
                  </a:lnTo>
                  <a:lnTo>
                    <a:pt x="1940962" y="59064"/>
                  </a:lnTo>
                  <a:lnTo>
                    <a:pt x="1954077" y="57188"/>
                  </a:lnTo>
                  <a:lnTo>
                    <a:pt x="1967191" y="55308"/>
                  </a:lnTo>
                  <a:lnTo>
                    <a:pt x="1980306" y="53425"/>
                  </a:lnTo>
                  <a:lnTo>
                    <a:pt x="1993421" y="51538"/>
                  </a:lnTo>
                  <a:lnTo>
                    <a:pt x="2006535" y="49648"/>
                  </a:lnTo>
                  <a:lnTo>
                    <a:pt x="2019650" y="47756"/>
                  </a:lnTo>
                  <a:lnTo>
                    <a:pt x="2032764" y="45861"/>
                  </a:lnTo>
                  <a:lnTo>
                    <a:pt x="2045879" y="43963"/>
                  </a:lnTo>
                  <a:lnTo>
                    <a:pt x="2058994" y="42063"/>
                  </a:lnTo>
                  <a:lnTo>
                    <a:pt x="2072108" y="40161"/>
                  </a:lnTo>
                  <a:lnTo>
                    <a:pt x="2085223" y="38257"/>
                  </a:lnTo>
                  <a:lnTo>
                    <a:pt x="2098337" y="36352"/>
                  </a:lnTo>
                  <a:lnTo>
                    <a:pt x="2111452" y="34445"/>
                  </a:lnTo>
                  <a:lnTo>
                    <a:pt x="2124567" y="32537"/>
                  </a:lnTo>
                  <a:lnTo>
                    <a:pt x="2137681" y="30627"/>
                  </a:lnTo>
                  <a:lnTo>
                    <a:pt x="2150796" y="28717"/>
                  </a:lnTo>
                  <a:lnTo>
                    <a:pt x="2163911" y="26805"/>
                  </a:lnTo>
                  <a:lnTo>
                    <a:pt x="2177025" y="24893"/>
                  </a:lnTo>
                  <a:lnTo>
                    <a:pt x="2190140" y="22980"/>
                  </a:lnTo>
                  <a:lnTo>
                    <a:pt x="2203254" y="21066"/>
                  </a:lnTo>
                  <a:lnTo>
                    <a:pt x="2216369" y="19152"/>
                  </a:lnTo>
                  <a:lnTo>
                    <a:pt x="2229484" y="17238"/>
                  </a:lnTo>
                  <a:lnTo>
                    <a:pt x="2242598" y="15323"/>
                  </a:lnTo>
                  <a:lnTo>
                    <a:pt x="2255713" y="13408"/>
                  </a:lnTo>
                  <a:lnTo>
                    <a:pt x="2268827" y="11493"/>
                  </a:lnTo>
                  <a:lnTo>
                    <a:pt x="2281942" y="9577"/>
                  </a:lnTo>
                  <a:lnTo>
                    <a:pt x="2295057" y="7662"/>
                  </a:lnTo>
                  <a:lnTo>
                    <a:pt x="2308171" y="5746"/>
                  </a:lnTo>
                  <a:lnTo>
                    <a:pt x="2321286" y="3831"/>
                  </a:lnTo>
                  <a:lnTo>
                    <a:pt x="2334400" y="1915"/>
                  </a:lnTo>
                  <a:lnTo>
                    <a:pt x="2347515" y="0"/>
                  </a:lnTo>
                  <a:lnTo>
                    <a:pt x="2347515" y="109590"/>
                  </a:lnTo>
                  <a:lnTo>
                    <a:pt x="2334400" y="111865"/>
                  </a:lnTo>
                  <a:lnTo>
                    <a:pt x="2321286" y="114140"/>
                  </a:lnTo>
                  <a:lnTo>
                    <a:pt x="2308171" y="116415"/>
                  </a:lnTo>
                  <a:lnTo>
                    <a:pt x="2295057" y="118690"/>
                  </a:lnTo>
                  <a:lnTo>
                    <a:pt x="2281942" y="120965"/>
                  </a:lnTo>
                  <a:lnTo>
                    <a:pt x="2268827" y="123240"/>
                  </a:lnTo>
                  <a:lnTo>
                    <a:pt x="2255713" y="125516"/>
                  </a:lnTo>
                  <a:lnTo>
                    <a:pt x="2242598" y="127791"/>
                  </a:lnTo>
                  <a:lnTo>
                    <a:pt x="2229484" y="130066"/>
                  </a:lnTo>
                  <a:lnTo>
                    <a:pt x="2216369" y="132341"/>
                  </a:lnTo>
                  <a:lnTo>
                    <a:pt x="2203254" y="134616"/>
                  </a:lnTo>
                  <a:lnTo>
                    <a:pt x="2190140" y="136891"/>
                  </a:lnTo>
                  <a:lnTo>
                    <a:pt x="2177025" y="139166"/>
                  </a:lnTo>
                  <a:lnTo>
                    <a:pt x="2163911" y="141441"/>
                  </a:lnTo>
                  <a:lnTo>
                    <a:pt x="2150796" y="143715"/>
                  </a:lnTo>
                  <a:lnTo>
                    <a:pt x="2137681" y="145989"/>
                  </a:lnTo>
                  <a:lnTo>
                    <a:pt x="2124567" y="148263"/>
                  </a:lnTo>
                  <a:lnTo>
                    <a:pt x="2111452" y="150537"/>
                  </a:lnTo>
                  <a:lnTo>
                    <a:pt x="2098337" y="152809"/>
                  </a:lnTo>
                  <a:lnTo>
                    <a:pt x="2085223" y="155081"/>
                  </a:lnTo>
                  <a:lnTo>
                    <a:pt x="2072108" y="157353"/>
                  </a:lnTo>
                  <a:lnTo>
                    <a:pt x="2058994" y="159623"/>
                  </a:lnTo>
                  <a:lnTo>
                    <a:pt x="2045879" y="161892"/>
                  </a:lnTo>
                  <a:lnTo>
                    <a:pt x="2032764" y="164161"/>
                  </a:lnTo>
                  <a:lnTo>
                    <a:pt x="2019650" y="166428"/>
                  </a:lnTo>
                  <a:lnTo>
                    <a:pt x="2006535" y="168693"/>
                  </a:lnTo>
                  <a:lnTo>
                    <a:pt x="1993421" y="170958"/>
                  </a:lnTo>
                  <a:lnTo>
                    <a:pt x="1980306" y="173220"/>
                  </a:lnTo>
                  <a:lnTo>
                    <a:pt x="1967191" y="175481"/>
                  </a:lnTo>
                  <a:lnTo>
                    <a:pt x="1954077" y="177740"/>
                  </a:lnTo>
                  <a:lnTo>
                    <a:pt x="1940962" y="179997"/>
                  </a:lnTo>
                  <a:lnTo>
                    <a:pt x="1927847" y="182252"/>
                  </a:lnTo>
                  <a:lnTo>
                    <a:pt x="1914733" y="184504"/>
                  </a:lnTo>
                  <a:lnTo>
                    <a:pt x="1901618" y="186755"/>
                  </a:lnTo>
                  <a:lnTo>
                    <a:pt x="1888504" y="189002"/>
                  </a:lnTo>
                  <a:lnTo>
                    <a:pt x="1875389" y="191248"/>
                  </a:lnTo>
                  <a:lnTo>
                    <a:pt x="1862274" y="193490"/>
                  </a:lnTo>
                  <a:lnTo>
                    <a:pt x="1849160" y="195730"/>
                  </a:lnTo>
                  <a:lnTo>
                    <a:pt x="1836045" y="197967"/>
                  </a:lnTo>
                  <a:lnTo>
                    <a:pt x="1822931" y="200201"/>
                  </a:lnTo>
                  <a:lnTo>
                    <a:pt x="1809816" y="202432"/>
                  </a:lnTo>
                  <a:lnTo>
                    <a:pt x="1796701" y="204660"/>
                  </a:lnTo>
                  <a:lnTo>
                    <a:pt x="1783587" y="206884"/>
                  </a:lnTo>
                  <a:lnTo>
                    <a:pt x="1770472" y="209106"/>
                  </a:lnTo>
                  <a:lnTo>
                    <a:pt x="1757358" y="211324"/>
                  </a:lnTo>
                  <a:lnTo>
                    <a:pt x="1744243" y="213539"/>
                  </a:lnTo>
                  <a:lnTo>
                    <a:pt x="1731128" y="215750"/>
                  </a:lnTo>
                  <a:lnTo>
                    <a:pt x="1718014" y="217958"/>
                  </a:lnTo>
                  <a:lnTo>
                    <a:pt x="1704899" y="220163"/>
                  </a:lnTo>
                  <a:lnTo>
                    <a:pt x="1691784" y="222364"/>
                  </a:lnTo>
                  <a:lnTo>
                    <a:pt x="1678670" y="224562"/>
                  </a:lnTo>
                  <a:lnTo>
                    <a:pt x="1665555" y="226756"/>
                  </a:lnTo>
                  <a:lnTo>
                    <a:pt x="1652441" y="228947"/>
                  </a:lnTo>
                  <a:lnTo>
                    <a:pt x="1639326" y="231135"/>
                  </a:lnTo>
                  <a:lnTo>
                    <a:pt x="1626211" y="233319"/>
                  </a:lnTo>
                  <a:lnTo>
                    <a:pt x="1613097" y="235500"/>
                  </a:lnTo>
                  <a:lnTo>
                    <a:pt x="1599982" y="237677"/>
                  </a:lnTo>
                  <a:lnTo>
                    <a:pt x="1586868" y="239851"/>
                  </a:lnTo>
                  <a:lnTo>
                    <a:pt x="1573753" y="242021"/>
                  </a:lnTo>
                  <a:lnTo>
                    <a:pt x="1560638" y="244188"/>
                  </a:lnTo>
                  <a:lnTo>
                    <a:pt x="1547524" y="246352"/>
                  </a:lnTo>
                  <a:lnTo>
                    <a:pt x="1534409" y="248512"/>
                  </a:lnTo>
                  <a:lnTo>
                    <a:pt x="1521295" y="250670"/>
                  </a:lnTo>
                  <a:lnTo>
                    <a:pt x="1508180" y="252824"/>
                  </a:lnTo>
                  <a:lnTo>
                    <a:pt x="1495065" y="254974"/>
                  </a:lnTo>
                  <a:lnTo>
                    <a:pt x="1481951" y="257122"/>
                  </a:lnTo>
                  <a:lnTo>
                    <a:pt x="1468836" y="259266"/>
                  </a:lnTo>
                  <a:lnTo>
                    <a:pt x="1455721" y="261408"/>
                  </a:lnTo>
                  <a:lnTo>
                    <a:pt x="1442607" y="263546"/>
                  </a:lnTo>
                  <a:lnTo>
                    <a:pt x="1429492" y="265681"/>
                  </a:lnTo>
                  <a:lnTo>
                    <a:pt x="1416378" y="267813"/>
                  </a:lnTo>
                  <a:lnTo>
                    <a:pt x="1403263" y="269941"/>
                  </a:lnTo>
                  <a:lnTo>
                    <a:pt x="1390148" y="272067"/>
                  </a:lnTo>
                  <a:lnTo>
                    <a:pt x="1377034" y="274190"/>
                  </a:lnTo>
                  <a:lnTo>
                    <a:pt x="1363919" y="276310"/>
                  </a:lnTo>
                  <a:lnTo>
                    <a:pt x="1350805" y="278427"/>
                  </a:lnTo>
                  <a:lnTo>
                    <a:pt x="1337690" y="280541"/>
                  </a:lnTo>
                  <a:lnTo>
                    <a:pt x="1324575" y="282652"/>
                  </a:lnTo>
                  <a:lnTo>
                    <a:pt x="1311461" y="284760"/>
                  </a:lnTo>
                  <a:lnTo>
                    <a:pt x="1298346" y="286865"/>
                  </a:lnTo>
                  <a:lnTo>
                    <a:pt x="1285231" y="288967"/>
                  </a:lnTo>
                  <a:lnTo>
                    <a:pt x="1272117" y="291066"/>
                  </a:lnTo>
                  <a:lnTo>
                    <a:pt x="1259002" y="293163"/>
                  </a:lnTo>
                  <a:lnTo>
                    <a:pt x="1245888" y="295256"/>
                  </a:lnTo>
                  <a:lnTo>
                    <a:pt x="1232773" y="297346"/>
                  </a:lnTo>
                  <a:lnTo>
                    <a:pt x="1219658" y="299434"/>
                  </a:lnTo>
                  <a:lnTo>
                    <a:pt x="1206544" y="301518"/>
                  </a:lnTo>
                  <a:lnTo>
                    <a:pt x="1193429" y="303599"/>
                  </a:lnTo>
                  <a:lnTo>
                    <a:pt x="1180315" y="305678"/>
                  </a:lnTo>
                  <a:lnTo>
                    <a:pt x="1167200" y="307753"/>
                  </a:lnTo>
                  <a:lnTo>
                    <a:pt x="1154085" y="309826"/>
                  </a:lnTo>
                  <a:lnTo>
                    <a:pt x="1140971" y="311895"/>
                  </a:lnTo>
                  <a:lnTo>
                    <a:pt x="1127856" y="313961"/>
                  </a:lnTo>
                  <a:lnTo>
                    <a:pt x="1114742" y="316025"/>
                  </a:lnTo>
                  <a:lnTo>
                    <a:pt x="1101627" y="318085"/>
                  </a:lnTo>
                  <a:lnTo>
                    <a:pt x="1088512" y="320142"/>
                  </a:lnTo>
                  <a:lnTo>
                    <a:pt x="1075398" y="322196"/>
                  </a:lnTo>
                  <a:lnTo>
                    <a:pt x="1062283" y="324247"/>
                  </a:lnTo>
                  <a:lnTo>
                    <a:pt x="1049168" y="326294"/>
                  </a:lnTo>
                  <a:lnTo>
                    <a:pt x="1036054" y="328339"/>
                  </a:lnTo>
                  <a:lnTo>
                    <a:pt x="1022939" y="330380"/>
                  </a:lnTo>
                  <a:lnTo>
                    <a:pt x="1009825" y="332418"/>
                  </a:lnTo>
                  <a:lnTo>
                    <a:pt x="996710" y="334453"/>
                  </a:lnTo>
                  <a:lnTo>
                    <a:pt x="983595" y="336484"/>
                  </a:lnTo>
                  <a:lnTo>
                    <a:pt x="970481" y="338513"/>
                  </a:lnTo>
                  <a:lnTo>
                    <a:pt x="957366" y="340538"/>
                  </a:lnTo>
                  <a:lnTo>
                    <a:pt x="944252" y="342560"/>
                  </a:lnTo>
                  <a:lnTo>
                    <a:pt x="931137" y="344579"/>
                  </a:lnTo>
                  <a:lnTo>
                    <a:pt x="918022" y="346594"/>
                  </a:lnTo>
                  <a:lnTo>
                    <a:pt x="904908" y="348606"/>
                  </a:lnTo>
                  <a:lnTo>
                    <a:pt x="891793" y="350616"/>
                  </a:lnTo>
                  <a:lnTo>
                    <a:pt x="878679" y="352621"/>
                  </a:lnTo>
                  <a:lnTo>
                    <a:pt x="865564" y="354624"/>
                  </a:lnTo>
                  <a:lnTo>
                    <a:pt x="852449" y="356624"/>
                  </a:lnTo>
                  <a:lnTo>
                    <a:pt x="839335" y="358620"/>
                  </a:lnTo>
                  <a:lnTo>
                    <a:pt x="826220" y="360613"/>
                  </a:lnTo>
                  <a:lnTo>
                    <a:pt x="813105" y="362604"/>
                  </a:lnTo>
                  <a:lnTo>
                    <a:pt x="799991" y="364591"/>
                  </a:lnTo>
                  <a:lnTo>
                    <a:pt x="786876" y="366575"/>
                  </a:lnTo>
                  <a:lnTo>
                    <a:pt x="773762" y="368556"/>
                  </a:lnTo>
                  <a:lnTo>
                    <a:pt x="760647" y="370534"/>
                  </a:lnTo>
                  <a:lnTo>
                    <a:pt x="747532" y="372510"/>
                  </a:lnTo>
                  <a:lnTo>
                    <a:pt x="734418" y="374482"/>
                  </a:lnTo>
                  <a:lnTo>
                    <a:pt x="721303" y="376452"/>
                  </a:lnTo>
                  <a:lnTo>
                    <a:pt x="708189" y="378419"/>
                  </a:lnTo>
                  <a:lnTo>
                    <a:pt x="695074" y="380383"/>
                  </a:lnTo>
                  <a:lnTo>
                    <a:pt x="681959" y="382345"/>
                  </a:lnTo>
                  <a:lnTo>
                    <a:pt x="668845" y="384305"/>
                  </a:lnTo>
                  <a:lnTo>
                    <a:pt x="655730" y="386261"/>
                  </a:lnTo>
                  <a:lnTo>
                    <a:pt x="642615" y="388216"/>
                  </a:lnTo>
                  <a:lnTo>
                    <a:pt x="629501" y="390168"/>
                  </a:lnTo>
                  <a:lnTo>
                    <a:pt x="616386" y="392118"/>
                  </a:lnTo>
                  <a:lnTo>
                    <a:pt x="603272" y="394066"/>
                  </a:lnTo>
                  <a:lnTo>
                    <a:pt x="590157" y="396011"/>
                  </a:lnTo>
                  <a:lnTo>
                    <a:pt x="577042" y="397955"/>
                  </a:lnTo>
                  <a:lnTo>
                    <a:pt x="563928" y="399897"/>
                  </a:lnTo>
                  <a:lnTo>
                    <a:pt x="550813" y="401837"/>
                  </a:lnTo>
                  <a:lnTo>
                    <a:pt x="537699" y="403775"/>
                  </a:lnTo>
                  <a:lnTo>
                    <a:pt x="524584" y="405712"/>
                  </a:lnTo>
                  <a:lnTo>
                    <a:pt x="511469" y="407647"/>
                  </a:lnTo>
                  <a:lnTo>
                    <a:pt x="498355" y="409581"/>
                  </a:lnTo>
                  <a:lnTo>
                    <a:pt x="485240" y="411513"/>
                  </a:lnTo>
                  <a:lnTo>
                    <a:pt x="472126" y="413444"/>
                  </a:lnTo>
                  <a:lnTo>
                    <a:pt x="459011" y="415374"/>
                  </a:lnTo>
                  <a:lnTo>
                    <a:pt x="445896" y="417303"/>
                  </a:lnTo>
                  <a:lnTo>
                    <a:pt x="432782" y="419231"/>
                  </a:lnTo>
                  <a:lnTo>
                    <a:pt x="419667" y="421158"/>
                  </a:lnTo>
                  <a:lnTo>
                    <a:pt x="406552" y="423084"/>
                  </a:lnTo>
                  <a:lnTo>
                    <a:pt x="393438" y="425009"/>
                  </a:lnTo>
                  <a:lnTo>
                    <a:pt x="380323" y="426934"/>
                  </a:lnTo>
                  <a:lnTo>
                    <a:pt x="367209" y="428858"/>
                  </a:lnTo>
                  <a:lnTo>
                    <a:pt x="354094" y="430781"/>
                  </a:lnTo>
                  <a:lnTo>
                    <a:pt x="340979" y="432704"/>
                  </a:lnTo>
                  <a:lnTo>
                    <a:pt x="327865" y="434627"/>
                  </a:lnTo>
                  <a:lnTo>
                    <a:pt x="314750" y="436549"/>
                  </a:lnTo>
                  <a:lnTo>
                    <a:pt x="301636" y="438472"/>
                  </a:lnTo>
                  <a:lnTo>
                    <a:pt x="288521" y="440393"/>
                  </a:lnTo>
                  <a:lnTo>
                    <a:pt x="275406" y="442315"/>
                  </a:lnTo>
                  <a:lnTo>
                    <a:pt x="262292" y="444237"/>
                  </a:lnTo>
                  <a:lnTo>
                    <a:pt x="249177" y="446159"/>
                  </a:lnTo>
                  <a:lnTo>
                    <a:pt x="236063" y="448080"/>
                  </a:lnTo>
                  <a:lnTo>
                    <a:pt x="222948" y="450002"/>
                  </a:lnTo>
                  <a:lnTo>
                    <a:pt x="209833" y="451924"/>
                  </a:lnTo>
                  <a:lnTo>
                    <a:pt x="196719" y="453846"/>
                  </a:lnTo>
                  <a:lnTo>
                    <a:pt x="183604" y="455768"/>
                  </a:lnTo>
                  <a:lnTo>
                    <a:pt x="170489" y="457690"/>
                  </a:lnTo>
                  <a:lnTo>
                    <a:pt x="157375" y="459613"/>
                  </a:lnTo>
                  <a:lnTo>
                    <a:pt x="144260" y="461535"/>
                  </a:lnTo>
                  <a:lnTo>
                    <a:pt x="131146" y="463458"/>
                  </a:lnTo>
                  <a:lnTo>
                    <a:pt x="118031" y="465381"/>
                  </a:lnTo>
                  <a:lnTo>
                    <a:pt x="104916" y="467304"/>
                  </a:lnTo>
                  <a:lnTo>
                    <a:pt x="91802" y="469227"/>
                  </a:lnTo>
                  <a:lnTo>
                    <a:pt x="78687" y="471151"/>
                  </a:lnTo>
                  <a:lnTo>
                    <a:pt x="65573" y="473074"/>
                  </a:lnTo>
                  <a:lnTo>
                    <a:pt x="52458" y="474998"/>
                  </a:lnTo>
                  <a:lnTo>
                    <a:pt x="39343" y="476922"/>
                  </a:lnTo>
                  <a:lnTo>
                    <a:pt x="26229" y="478846"/>
                  </a:lnTo>
                  <a:lnTo>
                    <a:pt x="13114" y="480770"/>
                  </a:lnTo>
                  <a:lnTo>
                    <a:pt x="0" y="48269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958932"/>
              <a:ext cx="2347515" cy="231037"/>
            </a:xfrm>
            <a:custGeom>
              <a:avLst/>
              <a:pathLst>
                <a:path w="2347515" h="231037">
                  <a:moveTo>
                    <a:pt x="0" y="231037"/>
                  </a:moveTo>
                  <a:lnTo>
                    <a:pt x="13114" y="230488"/>
                  </a:lnTo>
                  <a:lnTo>
                    <a:pt x="26229" y="229939"/>
                  </a:lnTo>
                  <a:lnTo>
                    <a:pt x="39343" y="229391"/>
                  </a:lnTo>
                  <a:lnTo>
                    <a:pt x="52458" y="228842"/>
                  </a:lnTo>
                  <a:lnTo>
                    <a:pt x="65573" y="228292"/>
                  </a:lnTo>
                  <a:lnTo>
                    <a:pt x="78687" y="227743"/>
                  </a:lnTo>
                  <a:lnTo>
                    <a:pt x="91802" y="227193"/>
                  </a:lnTo>
                  <a:lnTo>
                    <a:pt x="104916" y="226642"/>
                  </a:lnTo>
                  <a:lnTo>
                    <a:pt x="118031" y="226090"/>
                  </a:lnTo>
                  <a:lnTo>
                    <a:pt x="131146" y="225537"/>
                  </a:lnTo>
                  <a:lnTo>
                    <a:pt x="144260" y="224982"/>
                  </a:lnTo>
                  <a:lnTo>
                    <a:pt x="157375" y="224426"/>
                  </a:lnTo>
                  <a:lnTo>
                    <a:pt x="170489" y="223868"/>
                  </a:lnTo>
                  <a:lnTo>
                    <a:pt x="183604" y="223309"/>
                  </a:lnTo>
                  <a:lnTo>
                    <a:pt x="196719" y="222747"/>
                  </a:lnTo>
                  <a:lnTo>
                    <a:pt x="209833" y="222182"/>
                  </a:lnTo>
                  <a:lnTo>
                    <a:pt x="222948" y="221614"/>
                  </a:lnTo>
                  <a:lnTo>
                    <a:pt x="236063" y="221044"/>
                  </a:lnTo>
                  <a:lnTo>
                    <a:pt x="249177" y="220470"/>
                  </a:lnTo>
                  <a:lnTo>
                    <a:pt x="262292" y="219893"/>
                  </a:lnTo>
                  <a:lnTo>
                    <a:pt x="275406" y="219311"/>
                  </a:lnTo>
                  <a:lnTo>
                    <a:pt x="288521" y="218725"/>
                  </a:lnTo>
                  <a:lnTo>
                    <a:pt x="301636" y="218135"/>
                  </a:lnTo>
                  <a:lnTo>
                    <a:pt x="314750" y="217540"/>
                  </a:lnTo>
                  <a:lnTo>
                    <a:pt x="327865" y="216940"/>
                  </a:lnTo>
                  <a:lnTo>
                    <a:pt x="340979" y="216335"/>
                  </a:lnTo>
                  <a:lnTo>
                    <a:pt x="354094" y="215723"/>
                  </a:lnTo>
                  <a:lnTo>
                    <a:pt x="367209" y="215106"/>
                  </a:lnTo>
                  <a:lnTo>
                    <a:pt x="380323" y="214482"/>
                  </a:lnTo>
                  <a:lnTo>
                    <a:pt x="393438" y="213852"/>
                  </a:lnTo>
                  <a:lnTo>
                    <a:pt x="406552" y="213215"/>
                  </a:lnTo>
                  <a:lnTo>
                    <a:pt x="419667" y="212570"/>
                  </a:lnTo>
                  <a:lnTo>
                    <a:pt x="432782" y="211918"/>
                  </a:lnTo>
                  <a:lnTo>
                    <a:pt x="445896" y="211258"/>
                  </a:lnTo>
                  <a:lnTo>
                    <a:pt x="459011" y="210590"/>
                  </a:lnTo>
                  <a:lnTo>
                    <a:pt x="472126" y="209914"/>
                  </a:lnTo>
                  <a:lnTo>
                    <a:pt x="485240" y="209229"/>
                  </a:lnTo>
                  <a:lnTo>
                    <a:pt x="498355" y="208534"/>
                  </a:lnTo>
                  <a:lnTo>
                    <a:pt x="511469" y="207831"/>
                  </a:lnTo>
                  <a:lnTo>
                    <a:pt x="524584" y="207118"/>
                  </a:lnTo>
                  <a:lnTo>
                    <a:pt x="537699" y="206395"/>
                  </a:lnTo>
                  <a:lnTo>
                    <a:pt x="550813" y="205662"/>
                  </a:lnTo>
                  <a:lnTo>
                    <a:pt x="563928" y="204918"/>
                  </a:lnTo>
                  <a:lnTo>
                    <a:pt x="577042" y="204164"/>
                  </a:lnTo>
                  <a:lnTo>
                    <a:pt x="590157" y="203400"/>
                  </a:lnTo>
                  <a:lnTo>
                    <a:pt x="603272" y="202624"/>
                  </a:lnTo>
                  <a:lnTo>
                    <a:pt x="616386" y="201837"/>
                  </a:lnTo>
                  <a:lnTo>
                    <a:pt x="629501" y="201038"/>
                  </a:lnTo>
                  <a:lnTo>
                    <a:pt x="642615" y="200228"/>
                  </a:lnTo>
                  <a:lnTo>
                    <a:pt x="655730" y="199405"/>
                  </a:lnTo>
                  <a:lnTo>
                    <a:pt x="668845" y="198571"/>
                  </a:lnTo>
                  <a:lnTo>
                    <a:pt x="681959" y="197724"/>
                  </a:lnTo>
                  <a:lnTo>
                    <a:pt x="695074" y="196865"/>
                  </a:lnTo>
                  <a:lnTo>
                    <a:pt x="708189" y="195993"/>
                  </a:lnTo>
                  <a:lnTo>
                    <a:pt x="721303" y="195108"/>
                  </a:lnTo>
                  <a:lnTo>
                    <a:pt x="734418" y="194211"/>
                  </a:lnTo>
                  <a:lnTo>
                    <a:pt x="747532" y="193300"/>
                  </a:lnTo>
                  <a:lnTo>
                    <a:pt x="760647" y="192376"/>
                  </a:lnTo>
                  <a:lnTo>
                    <a:pt x="773762" y="191438"/>
                  </a:lnTo>
                  <a:lnTo>
                    <a:pt x="786876" y="190488"/>
                  </a:lnTo>
                  <a:lnTo>
                    <a:pt x="799991" y="189523"/>
                  </a:lnTo>
                  <a:lnTo>
                    <a:pt x="813105" y="188545"/>
                  </a:lnTo>
                  <a:lnTo>
                    <a:pt x="826220" y="187553"/>
                  </a:lnTo>
                  <a:lnTo>
                    <a:pt x="839335" y="186548"/>
                  </a:lnTo>
                  <a:lnTo>
                    <a:pt x="852449" y="185528"/>
                  </a:lnTo>
                  <a:lnTo>
                    <a:pt x="865564" y="184495"/>
                  </a:lnTo>
                  <a:lnTo>
                    <a:pt x="878679" y="183448"/>
                  </a:lnTo>
                  <a:lnTo>
                    <a:pt x="891793" y="182386"/>
                  </a:lnTo>
                  <a:lnTo>
                    <a:pt x="904908" y="181311"/>
                  </a:lnTo>
                  <a:lnTo>
                    <a:pt x="918022" y="180221"/>
                  </a:lnTo>
                  <a:lnTo>
                    <a:pt x="931137" y="179118"/>
                  </a:lnTo>
                  <a:lnTo>
                    <a:pt x="944252" y="178000"/>
                  </a:lnTo>
                  <a:lnTo>
                    <a:pt x="957366" y="176868"/>
                  </a:lnTo>
                  <a:lnTo>
                    <a:pt x="970481" y="175723"/>
                  </a:lnTo>
                  <a:lnTo>
                    <a:pt x="983595" y="174563"/>
                  </a:lnTo>
                  <a:lnTo>
                    <a:pt x="996710" y="173389"/>
                  </a:lnTo>
                  <a:lnTo>
                    <a:pt x="1009825" y="172202"/>
                  </a:lnTo>
                  <a:lnTo>
                    <a:pt x="1022939" y="171000"/>
                  </a:lnTo>
                  <a:lnTo>
                    <a:pt x="1036054" y="169785"/>
                  </a:lnTo>
                  <a:lnTo>
                    <a:pt x="1049168" y="168555"/>
                  </a:lnTo>
                  <a:lnTo>
                    <a:pt x="1062283" y="167312"/>
                  </a:lnTo>
                  <a:lnTo>
                    <a:pt x="1075398" y="166056"/>
                  </a:lnTo>
                  <a:lnTo>
                    <a:pt x="1088512" y="164786"/>
                  </a:lnTo>
                  <a:lnTo>
                    <a:pt x="1101627" y="163502"/>
                  </a:lnTo>
                  <a:lnTo>
                    <a:pt x="1114742" y="162205"/>
                  </a:lnTo>
                  <a:lnTo>
                    <a:pt x="1127856" y="160895"/>
                  </a:lnTo>
                  <a:lnTo>
                    <a:pt x="1140971" y="159572"/>
                  </a:lnTo>
                  <a:lnTo>
                    <a:pt x="1154085" y="158235"/>
                  </a:lnTo>
                  <a:lnTo>
                    <a:pt x="1167200" y="156886"/>
                  </a:lnTo>
                  <a:lnTo>
                    <a:pt x="1180315" y="155523"/>
                  </a:lnTo>
                  <a:lnTo>
                    <a:pt x="1193429" y="154148"/>
                  </a:lnTo>
                  <a:lnTo>
                    <a:pt x="1206544" y="152761"/>
                  </a:lnTo>
                  <a:lnTo>
                    <a:pt x="1219658" y="151360"/>
                  </a:lnTo>
                  <a:lnTo>
                    <a:pt x="1232773" y="149948"/>
                  </a:lnTo>
                  <a:lnTo>
                    <a:pt x="1245888" y="148523"/>
                  </a:lnTo>
                  <a:lnTo>
                    <a:pt x="1259002" y="147086"/>
                  </a:lnTo>
                  <a:lnTo>
                    <a:pt x="1272117" y="145638"/>
                  </a:lnTo>
                  <a:lnTo>
                    <a:pt x="1285231" y="144177"/>
                  </a:lnTo>
                  <a:lnTo>
                    <a:pt x="1298346" y="142705"/>
                  </a:lnTo>
                  <a:lnTo>
                    <a:pt x="1311461" y="141221"/>
                  </a:lnTo>
                  <a:lnTo>
                    <a:pt x="1324575" y="139726"/>
                  </a:lnTo>
                  <a:lnTo>
                    <a:pt x="1337690" y="138219"/>
                  </a:lnTo>
                  <a:lnTo>
                    <a:pt x="1350805" y="136701"/>
                  </a:lnTo>
                  <a:lnTo>
                    <a:pt x="1363919" y="135172"/>
                  </a:lnTo>
                  <a:lnTo>
                    <a:pt x="1377034" y="133633"/>
                  </a:lnTo>
                  <a:lnTo>
                    <a:pt x="1390148" y="132082"/>
                  </a:lnTo>
                  <a:lnTo>
                    <a:pt x="1403263" y="130521"/>
                  </a:lnTo>
                  <a:lnTo>
                    <a:pt x="1416378" y="128949"/>
                  </a:lnTo>
                  <a:lnTo>
                    <a:pt x="1429492" y="127367"/>
                  </a:lnTo>
                  <a:lnTo>
                    <a:pt x="1442607" y="125775"/>
                  </a:lnTo>
                  <a:lnTo>
                    <a:pt x="1455721" y="124173"/>
                  </a:lnTo>
                  <a:lnTo>
                    <a:pt x="1468836" y="122560"/>
                  </a:lnTo>
                  <a:lnTo>
                    <a:pt x="1481951" y="120938"/>
                  </a:lnTo>
                  <a:lnTo>
                    <a:pt x="1495065" y="119306"/>
                  </a:lnTo>
                  <a:lnTo>
                    <a:pt x="1508180" y="117665"/>
                  </a:lnTo>
                  <a:lnTo>
                    <a:pt x="1521295" y="116014"/>
                  </a:lnTo>
                  <a:lnTo>
                    <a:pt x="1534409" y="114353"/>
                  </a:lnTo>
                  <a:lnTo>
                    <a:pt x="1547524" y="112684"/>
                  </a:lnTo>
                  <a:lnTo>
                    <a:pt x="1560638" y="111005"/>
                  </a:lnTo>
                  <a:lnTo>
                    <a:pt x="1573753" y="109318"/>
                  </a:lnTo>
                  <a:lnTo>
                    <a:pt x="1586868" y="107621"/>
                  </a:lnTo>
                  <a:lnTo>
                    <a:pt x="1599982" y="105916"/>
                  </a:lnTo>
                  <a:lnTo>
                    <a:pt x="1613097" y="104203"/>
                  </a:lnTo>
                  <a:lnTo>
                    <a:pt x="1626211" y="102481"/>
                  </a:lnTo>
                  <a:lnTo>
                    <a:pt x="1639326" y="100750"/>
                  </a:lnTo>
                  <a:lnTo>
                    <a:pt x="1652441" y="99012"/>
                  </a:lnTo>
                  <a:lnTo>
                    <a:pt x="1665555" y="97266"/>
                  </a:lnTo>
                  <a:lnTo>
                    <a:pt x="1678670" y="95512"/>
                  </a:lnTo>
                  <a:lnTo>
                    <a:pt x="1691784" y="93751"/>
                  </a:lnTo>
                  <a:lnTo>
                    <a:pt x="1704899" y="91982"/>
                  </a:lnTo>
                  <a:lnTo>
                    <a:pt x="1718014" y="90205"/>
                  </a:lnTo>
                  <a:lnTo>
                    <a:pt x="1731128" y="88422"/>
                  </a:lnTo>
                  <a:lnTo>
                    <a:pt x="1744243" y="86631"/>
                  </a:lnTo>
                  <a:lnTo>
                    <a:pt x="1757358" y="84834"/>
                  </a:lnTo>
                  <a:lnTo>
                    <a:pt x="1770472" y="83030"/>
                  </a:lnTo>
                  <a:lnTo>
                    <a:pt x="1783587" y="81220"/>
                  </a:lnTo>
                  <a:lnTo>
                    <a:pt x="1796701" y="79404"/>
                  </a:lnTo>
                  <a:lnTo>
                    <a:pt x="1809816" y="77581"/>
                  </a:lnTo>
                  <a:lnTo>
                    <a:pt x="1822931" y="75753"/>
                  </a:lnTo>
                  <a:lnTo>
                    <a:pt x="1836045" y="73918"/>
                  </a:lnTo>
                  <a:lnTo>
                    <a:pt x="1849160" y="72079"/>
                  </a:lnTo>
                  <a:lnTo>
                    <a:pt x="1862274" y="70234"/>
                  </a:lnTo>
                  <a:lnTo>
                    <a:pt x="1875389" y="68384"/>
                  </a:lnTo>
                  <a:lnTo>
                    <a:pt x="1888504" y="66529"/>
                  </a:lnTo>
                  <a:lnTo>
                    <a:pt x="1901618" y="64669"/>
                  </a:lnTo>
                  <a:lnTo>
                    <a:pt x="1914733" y="62805"/>
                  </a:lnTo>
                  <a:lnTo>
                    <a:pt x="1927847" y="60937"/>
                  </a:lnTo>
                  <a:lnTo>
                    <a:pt x="1940962" y="59064"/>
                  </a:lnTo>
                  <a:lnTo>
                    <a:pt x="1954077" y="57188"/>
                  </a:lnTo>
                  <a:lnTo>
                    <a:pt x="1967191" y="55308"/>
                  </a:lnTo>
                  <a:lnTo>
                    <a:pt x="1980306" y="53425"/>
                  </a:lnTo>
                  <a:lnTo>
                    <a:pt x="1993421" y="51538"/>
                  </a:lnTo>
                  <a:lnTo>
                    <a:pt x="2006535" y="49648"/>
                  </a:lnTo>
                  <a:lnTo>
                    <a:pt x="2019650" y="47756"/>
                  </a:lnTo>
                  <a:lnTo>
                    <a:pt x="2032764" y="45861"/>
                  </a:lnTo>
                  <a:lnTo>
                    <a:pt x="2045879" y="43963"/>
                  </a:lnTo>
                  <a:lnTo>
                    <a:pt x="2058994" y="42063"/>
                  </a:lnTo>
                  <a:lnTo>
                    <a:pt x="2072108" y="40161"/>
                  </a:lnTo>
                  <a:lnTo>
                    <a:pt x="2085223" y="38257"/>
                  </a:lnTo>
                  <a:lnTo>
                    <a:pt x="2098337" y="36352"/>
                  </a:lnTo>
                  <a:lnTo>
                    <a:pt x="2111452" y="34445"/>
                  </a:lnTo>
                  <a:lnTo>
                    <a:pt x="2124567" y="32537"/>
                  </a:lnTo>
                  <a:lnTo>
                    <a:pt x="2137681" y="30627"/>
                  </a:lnTo>
                  <a:lnTo>
                    <a:pt x="2150796" y="28717"/>
                  </a:lnTo>
                  <a:lnTo>
                    <a:pt x="2163911" y="26805"/>
                  </a:lnTo>
                  <a:lnTo>
                    <a:pt x="2177025" y="24893"/>
                  </a:lnTo>
                  <a:lnTo>
                    <a:pt x="2190140" y="22980"/>
                  </a:lnTo>
                  <a:lnTo>
                    <a:pt x="2203254" y="21066"/>
                  </a:lnTo>
                  <a:lnTo>
                    <a:pt x="2216369" y="19152"/>
                  </a:lnTo>
                  <a:lnTo>
                    <a:pt x="2229484" y="17238"/>
                  </a:lnTo>
                  <a:lnTo>
                    <a:pt x="2242598" y="15323"/>
                  </a:lnTo>
                  <a:lnTo>
                    <a:pt x="2255713" y="13408"/>
                  </a:lnTo>
                  <a:lnTo>
                    <a:pt x="2268827" y="11493"/>
                  </a:lnTo>
                  <a:lnTo>
                    <a:pt x="2281942" y="9577"/>
                  </a:lnTo>
                  <a:lnTo>
                    <a:pt x="2295057" y="7662"/>
                  </a:lnTo>
                  <a:lnTo>
                    <a:pt x="2308171" y="5746"/>
                  </a:lnTo>
                  <a:lnTo>
                    <a:pt x="2321286" y="3831"/>
                  </a:lnTo>
                  <a:lnTo>
                    <a:pt x="2334400" y="1915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068522"/>
              <a:ext cx="2347515" cy="373103"/>
            </a:xfrm>
            <a:custGeom>
              <a:avLst/>
              <a:pathLst>
                <a:path w="2347515" h="373103">
                  <a:moveTo>
                    <a:pt x="2347515" y="0"/>
                  </a:moveTo>
                  <a:lnTo>
                    <a:pt x="2334400" y="2275"/>
                  </a:lnTo>
                  <a:lnTo>
                    <a:pt x="2321286" y="4550"/>
                  </a:lnTo>
                  <a:lnTo>
                    <a:pt x="2308171" y="6825"/>
                  </a:lnTo>
                  <a:lnTo>
                    <a:pt x="2295057" y="9100"/>
                  </a:lnTo>
                  <a:lnTo>
                    <a:pt x="2281942" y="11375"/>
                  </a:lnTo>
                  <a:lnTo>
                    <a:pt x="2268827" y="13650"/>
                  </a:lnTo>
                  <a:lnTo>
                    <a:pt x="2255713" y="15925"/>
                  </a:lnTo>
                  <a:lnTo>
                    <a:pt x="2242598" y="18200"/>
                  </a:lnTo>
                  <a:lnTo>
                    <a:pt x="2229484" y="20475"/>
                  </a:lnTo>
                  <a:lnTo>
                    <a:pt x="2216369" y="22751"/>
                  </a:lnTo>
                  <a:lnTo>
                    <a:pt x="2203254" y="25026"/>
                  </a:lnTo>
                  <a:lnTo>
                    <a:pt x="2190140" y="27301"/>
                  </a:lnTo>
                  <a:lnTo>
                    <a:pt x="2177025" y="29576"/>
                  </a:lnTo>
                  <a:lnTo>
                    <a:pt x="2163911" y="31850"/>
                  </a:lnTo>
                  <a:lnTo>
                    <a:pt x="2150796" y="34125"/>
                  </a:lnTo>
                  <a:lnTo>
                    <a:pt x="2137681" y="36399"/>
                  </a:lnTo>
                  <a:lnTo>
                    <a:pt x="2124567" y="38673"/>
                  </a:lnTo>
                  <a:lnTo>
                    <a:pt x="2111452" y="40946"/>
                  </a:lnTo>
                  <a:lnTo>
                    <a:pt x="2098337" y="43219"/>
                  </a:lnTo>
                  <a:lnTo>
                    <a:pt x="2085223" y="45491"/>
                  </a:lnTo>
                  <a:lnTo>
                    <a:pt x="2072108" y="47762"/>
                  </a:lnTo>
                  <a:lnTo>
                    <a:pt x="2058994" y="50033"/>
                  </a:lnTo>
                  <a:lnTo>
                    <a:pt x="2045879" y="52302"/>
                  </a:lnTo>
                  <a:lnTo>
                    <a:pt x="2032764" y="54570"/>
                  </a:lnTo>
                  <a:lnTo>
                    <a:pt x="2019650" y="56837"/>
                  </a:lnTo>
                  <a:lnTo>
                    <a:pt x="2006535" y="59103"/>
                  </a:lnTo>
                  <a:lnTo>
                    <a:pt x="1993421" y="61367"/>
                  </a:lnTo>
                  <a:lnTo>
                    <a:pt x="1980306" y="63630"/>
                  </a:lnTo>
                  <a:lnTo>
                    <a:pt x="1967191" y="65891"/>
                  </a:lnTo>
                  <a:lnTo>
                    <a:pt x="1954077" y="68150"/>
                  </a:lnTo>
                  <a:lnTo>
                    <a:pt x="1940962" y="70406"/>
                  </a:lnTo>
                  <a:lnTo>
                    <a:pt x="1927847" y="72661"/>
                  </a:lnTo>
                  <a:lnTo>
                    <a:pt x="1914733" y="74914"/>
                  </a:lnTo>
                  <a:lnTo>
                    <a:pt x="1901618" y="77164"/>
                  </a:lnTo>
                  <a:lnTo>
                    <a:pt x="1888504" y="79412"/>
                  </a:lnTo>
                  <a:lnTo>
                    <a:pt x="1875389" y="81657"/>
                  </a:lnTo>
                  <a:lnTo>
                    <a:pt x="1862274" y="83900"/>
                  </a:lnTo>
                  <a:lnTo>
                    <a:pt x="1849160" y="86140"/>
                  </a:lnTo>
                  <a:lnTo>
                    <a:pt x="1836045" y="88376"/>
                  </a:lnTo>
                  <a:lnTo>
                    <a:pt x="1822931" y="90610"/>
                  </a:lnTo>
                  <a:lnTo>
                    <a:pt x="1809816" y="92841"/>
                  </a:lnTo>
                  <a:lnTo>
                    <a:pt x="1796701" y="95069"/>
                  </a:lnTo>
                  <a:lnTo>
                    <a:pt x="1783587" y="97294"/>
                  </a:lnTo>
                  <a:lnTo>
                    <a:pt x="1770472" y="99515"/>
                  </a:lnTo>
                  <a:lnTo>
                    <a:pt x="1757358" y="101733"/>
                  </a:lnTo>
                  <a:lnTo>
                    <a:pt x="1744243" y="103948"/>
                  </a:lnTo>
                  <a:lnTo>
                    <a:pt x="1731128" y="106160"/>
                  </a:lnTo>
                  <a:lnTo>
                    <a:pt x="1718014" y="108368"/>
                  </a:lnTo>
                  <a:lnTo>
                    <a:pt x="1704899" y="110573"/>
                  </a:lnTo>
                  <a:lnTo>
                    <a:pt x="1691784" y="112774"/>
                  </a:lnTo>
                  <a:lnTo>
                    <a:pt x="1678670" y="114972"/>
                  </a:lnTo>
                  <a:lnTo>
                    <a:pt x="1665555" y="117166"/>
                  </a:lnTo>
                  <a:lnTo>
                    <a:pt x="1652441" y="119357"/>
                  </a:lnTo>
                  <a:lnTo>
                    <a:pt x="1639326" y="121544"/>
                  </a:lnTo>
                  <a:lnTo>
                    <a:pt x="1626211" y="123729"/>
                  </a:lnTo>
                  <a:lnTo>
                    <a:pt x="1613097" y="125909"/>
                  </a:lnTo>
                  <a:lnTo>
                    <a:pt x="1599982" y="128086"/>
                  </a:lnTo>
                  <a:lnTo>
                    <a:pt x="1586868" y="130260"/>
                  </a:lnTo>
                  <a:lnTo>
                    <a:pt x="1573753" y="132431"/>
                  </a:lnTo>
                  <a:lnTo>
                    <a:pt x="1560638" y="134598"/>
                  </a:lnTo>
                  <a:lnTo>
                    <a:pt x="1547524" y="136762"/>
                  </a:lnTo>
                  <a:lnTo>
                    <a:pt x="1534409" y="138922"/>
                  </a:lnTo>
                  <a:lnTo>
                    <a:pt x="1521295" y="141079"/>
                  </a:lnTo>
                  <a:lnTo>
                    <a:pt x="1508180" y="143233"/>
                  </a:lnTo>
                  <a:lnTo>
                    <a:pt x="1495065" y="145384"/>
                  </a:lnTo>
                  <a:lnTo>
                    <a:pt x="1481951" y="147532"/>
                  </a:lnTo>
                  <a:lnTo>
                    <a:pt x="1468836" y="149676"/>
                  </a:lnTo>
                  <a:lnTo>
                    <a:pt x="1455721" y="151817"/>
                  </a:lnTo>
                  <a:lnTo>
                    <a:pt x="1442607" y="153955"/>
                  </a:lnTo>
                  <a:lnTo>
                    <a:pt x="1429492" y="156090"/>
                  </a:lnTo>
                  <a:lnTo>
                    <a:pt x="1416378" y="158222"/>
                  </a:lnTo>
                  <a:lnTo>
                    <a:pt x="1403263" y="160351"/>
                  </a:lnTo>
                  <a:lnTo>
                    <a:pt x="1390148" y="162477"/>
                  </a:lnTo>
                  <a:lnTo>
                    <a:pt x="1377034" y="164600"/>
                  </a:lnTo>
                  <a:lnTo>
                    <a:pt x="1363919" y="166720"/>
                  </a:lnTo>
                  <a:lnTo>
                    <a:pt x="1350805" y="168837"/>
                  </a:lnTo>
                  <a:lnTo>
                    <a:pt x="1337690" y="170951"/>
                  </a:lnTo>
                  <a:lnTo>
                    <a:pt x="1324575" y="173062"/>
                  </a:lnTo>
                  <a:lnTo>
                    <a:pt x="1311461" y="175170"/>
                  </a:lnTo>
                  <a:lnTo>
                    <a:pt x="1298346" y="177275"/>
                  </a:lnTo>
                  <a:lnTo>
                    <a:pt x="1285231" y="179377"/>
                  </a:lnTo>
                  <a:lnTo>
                    <a:pt x="1272117" y="181476"/>
                  </a:lnTo>
                  <a:lnTo>
                    <a:pt x="1259002" y="183572"/>
                  </a:lnTo>
                  <a:lnTo>
                    <a:pt x="1245888" y="185665"/>
                  </a:lnTo>
                  <a:lnTo>
                    <a:pt x="1232773" y="187756"/>
                  </a:lnTo>
                  <a:lnTo>
                    <a:pt x="1219658" y="189843"/>
                  </a:lnTo>
                  <a:lnTo>
                    <a:pt x="1206544" y="191928"/>
                  </a:lnTo>
                  <a:lnTo>
                    <a:pt x="1193429" y="194009"/>
                  </a:lnTo>
                  <a:lnTo>
                    <a:pt x="1180315" y="196087"/>
                  </a:lnTo>
                  <a:lnTo>
                    <a:pt x="1167200" y="198163"/>
                  </a:lnTo>
                  <a:lnTo>
                    <a:pt x="1154085" y="200235"/>
                  </a:lnTo>
                  <a:lnTo>
                    <a:pt x="1140971" y="202305"/>
                  </a:lnTo>
                  <a:lnTo>
                    <a:pt x="1127856" y="204371"/>
                  </a:lnTo>
                  <a:lnTo>
                    <a:pt x="1114742" y="206434"/>
                  </a:lnTo>
                  <a:lnTo>
                    <a:pt x="1101627" y="208494"/>
                  </a:lnTo>
                  <a:lnTo>
                    <a:pt x="1088512" y="210551"/>
                  </a:lnTo>
                  <a:lnTo>
                    <a:pt x="1075398" y="212605"/>
                  </a:lnTo>
                  <a:lnTo>
                    <a:pt x="1062283" y="214656"/>
                  </a:lnTo>
                  <a:lnTo>
                    <a:pt x="1049168" y="216704"/>
                  </a:lnTo>
                  <a:lnTo>
                    <a:pt x="1036054" y="218748"/>
                  </a:lnTo>
                  <a:lnTo>
                    <a:pt x="1022939" y="220789"/>
                  </a:lnTo>
                  <a:lnTo>
                    <a:pt x="1009825" y="222828"/>
                  </a:lnTo>
                  <a:lnTo>
                    <a:pt x="996710" y="224862"/>
                  </a:lnTo>
                  <a:lnTo>
                    <a:pt x="983595" y="226894"/>
                  </a:lnTo>
                  <a:lnTo>
                    <a:pt x="970481" y="228922"/>
                  </a:lnTo>
                  <a:lnTo>
                    <a:pt x="957366" y="230948"/>
                  </a:lnTo>
                  <a:lnTo>
                    <a:pt x="944252" y="232970"/>
                  </a:lnTo>
                  <a:lnTo>
                    <a:pt x="931137" y="234988"/>
                  </a:lnTo>
                  <a:lnTo>
                    <a:pt x="918022" y="237004"/>
                  </a:lnTo>
                  <a:lnTo>
                    <a:pt x="904908" y="239016"/>
                  </a:lnTo>
                  <a:lnTo>
                    <a:pt x="891793" y="241025"/>
                  </a:lnTo>
                  <a:lnTo>
                    <a:pt x="878679" y="243031"/>
                  </a:lnTo>
                  <a:lnTo>
                    <a:pt x="865564" y="245034"/>
                  </a:lnTo>
                  <a:lnTo>
                    <a:pt x="852449" y="247033"/>
                  </a:lnTo>
                  <a:lnTo>
                    <a:pt x="839335" y="249030"/>
                  </a:lnTo>
                  <a:lnTo>
                    <a:pt x="826220" y="251023"/>
                  </a:lnTo>
                  <a:lnTo>
                    <a:pt x="813105" y="253013"/>
                  </a:lnTo>
                  <a:lnTo>
                    <a:pt x="799991" y="255000"/>
                  </a:lnTo>
                  <a:lnTo>
                    <a:pt x="786876" y="256984"/>
                  </a:lnTo>
                  <a:lnTo>
                    <a:pt x="773762" y="258966"/>
                  </a:lnTo>
                  <a:lnTo>
                    <a:pt x="760647" y="260944"/>
                  </a:lnTo>
                  <a:lnTo>
                    <a:pt x="747532" y="262919"/>
                  </a:lnTo>
                  <a:lnTo>
                    <a:pt x="734418" y="264892"/>
                  </a:lnTo>
                  <a:lnTo>
                    <a:pt x="721303" y="266862"/>
                  </a:lnTo>
                  <a:lnTo>
                    <a:pt x="708189" y="268829"/>
                  </a:lnTo>
                  <a:lnTo>
                    <a:pt x="695074" y="270793"/>
                  </a:lnTo>
                  <a:lnTo>
                    <a:pt x="681959" y="272755"/>
                  </a:lnTo>
                  <a:lnTo>
                    <a:pt x="668845" y="274714"/>
                  </a:lnTo>
                  <a:lnTo>
                    <a:pt x="655730" y="276671"/>
                  </a:lnTo>
                  <a:lnTo>
                    <a:pt x="642615" y="278625"/>
                  </a:lnTo>
                  <a:lnTo>
                    <a:pt x="629501" y="280578"/>
                  </a:lnTo>
                  <a:lnTo>
                    <a:pt x="616386" y="282528"/>
                  </a:lnTo>
                  <a:lnTo>
                    <a:pt x="603272" y="284475"/>
                  </a:lnTo>
                  <a:lnTo>
                    <a:pt x="590157" y="286421"/>
                  </a:lnTo>
                  <a:lnTo>
                    <a:pt x="577042" y="288365"/>
                  </a:lnTo>
                  <a:lnTo>
                    <a:pt x="563928" y="290307"/>
                  </a:lnTo>
                  <a:lnTo>
                    <a:pt x="550813" y="292247"/>
                  </a:lnTo>
                  <a:lnTo>
                    <a:pt x="537699" y="294185"/>
                  </a:lnTo>
                  <a:lnTo>
                    <a:pt x="524584" y="296122"/>
                  </a:lnTo>
                  <a:lnTo>
                    <a:pt x="511469" y="298057"/>
                  </a:lnTo>
                  <a:lnTo>
                    <a:pt x="498355" y="299990"/>
                  </a:lnTo>
                  <a:lnTo>
                    <a:pt x="485240" y="301923"/>
                  </a:lnTo>
                  <a:lnTo>
                    <a:pt x="472126" y="303854"/>
                  </a:lnTo>
                  <a:lnTo>
                    <a:pt x="459011" y="305784"/>
                  </a:lnTo>
                  <a:lnTo>
                    <a:pt x="445896" y="307713"/>
                  </a:lnTo>
                  <a:lnTo>
                    <a:pt x="432782" y="309640"/>
                  </a:lnTo>
                  <a:lnTo>
                    <a:pt x="419667" y="311567"/>
                  </a:lnTo>
                  <a:lnTo>
                    <a:pt x="406552" y="313493"/>
                  </a:lnTo>
                  <a:lnTo>
                    <a:pt x="393438" y="315419"/>
                  </a:lnTo>
                  <a:lnTo>
                    <a:pt x="380323" y="317343"/>
                  </a:lnTo>
                  <a:lnTo>
                    <a:pt x="367209" y="319267"/>
                  </a:lnTo>
                  <a:lnTo>
                    <a:pt x="354094" y="321191"/>
                  </a:lnTo>
                  <a:lnTo>
                    <a:pt x="340979" y="323114"/>
                  </a:lnTo>
                  <a:lnTo>
                    <a:pt x="327865" y="325037"/>
                  </a:lnTo>
                  <a:lnTo>
                    <a:pt x="314750" y="326959"/>
                  </a:lnTo>
                  <a:lnTo>
                    <a:pt x="301636" y="328881"/>
                  </a:lnTo>
                  <a:lnTo>
                    <a:pt x="288521" y="330803"/>
                  </a:lnTo>
                  <a:lnTo>
                    <a:pt x="275406" y="332725"/>
                  </a:lnTo>
                  <a:lnTo>
                    <a:pt x="262292" y="334647"/>
                  </a:lnTo>
                  <a:lnTo>
                    <a:pt x="249177" y="336568"/>
                  </a:lnTo>
                  <a:lnTo>
                    <a:pt x="236063" y="338490"/>
                  </a:lnTo>
                  <a:lnTo>
                    <a:pt x="222948" y="340412"/>
                  </a:lnTo>
                  <a:lnTo>
                    <a:pt x="209833" y="342334"/>
                  </a:lnTo>
                  <a:lnTo>
                    <a:pt x="196719" y="344255"/>
                  </a:lnTo>
                  <a:lnTo>
                    <a:pt x="183604" y="346178"/>
                  </a:lnTo>
                  <a:lnTo>
                    <a:pt x="170489" y="348100"/>
                  </a:lnTo>
                  <a:lnTo>
                    <a:pt x="157375" y="350022"/>
                  </a:lnTo>
                  <a:lnTo>
                    <a:pt x="144260" y="351945"/>
                  </a:lnTo>
                  <a:lnTo>
                    <a:pt x="131146" y="353868"/>
                  </a:lnTo>
                  <a:lnTo>
                    <a:pt x="118031" y="355791"/>
                  </a:lnTo>
                  <a:lnTo>
                    <a:pt x="104916" y="357714"/>
                  </a:lnTo>
                  <a:lnTo>
                    <a:pt x="91802" y="359637"/>
                  </a:lnTo>
                  <a:lnTo>
                    <a:pt x="78687" y="361560"/>
                  </a:lnTo>
                  <a:lnTo>
                    <a:pt x="65573" y="363484"/>
                  </a:lnTo>
                  <a:lnTo>
                    <a:pt x="52458" y="365408"/>
                  </a:lnTo>
                  <a:lnTo>
                    <a:pt x="39343" y="367332"/>
                  </a:lnTo>
                  <a:lnTo>
                    <a:pt x="26229" y="369255"/>
                  </a:lnTo>
                  <a:lnTo>
                    <a:pt x="13114" y="371179"/>
                  </a:lnTo>
                  <a:lnTo>
                    <a:pt x="0" y="3731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015305"/>
              <a:ext cx="2347515" cy="305347"/>
            </a:xfrm>
            <a:custGeom>
              <a:avLst/>
              <a:pathLst>
                <a:path w="2347515" h="305347">
                  <a:moveTo>
                    <a:pt x="0" y="305347"/>
                  </a:moveTo>
                  <a:lnTo>
                    <a:pt x="13114" y="304091"/>
                  </a:lnTo>
                  <a:lnTo>
                    <a:pt x="26229" y="302834"/>
                  </a:lnTo>
                  <a:lnTo>
                    <a:pt x="39343" y="301578"/>
                  </a:lnTo>
                  <a:lnTo>
                    <a:pt x="52458" y="300322"/>
                  </a:lnTo>
                  <a:lnTo>
                    <a:pt x="65573" y="299066"/>
                  </a:lnTo>
                  <a:lnTo>
                    <a:pt x="78687" y="297809"/>
                  </a:lnTo>
                  <a:lnTo>
                    <a:pt x="91802" y="296553"/>
                  </a:lnTo>
                  <a:lnTo>
                    <a:pt x="104916" y="295296"/>
                  </a:lnTo>
                  <a:lnTo>
                    <a:pt x="118031" y="294038"/>
                  </a:lnTo>
                  <a:lnTo>
                    <a:pt x="131146" y="292781"/>
                  </a:lnTo>
                  <a:lnTo>
                    <a:pt x="144260" y="291522"/>
                  </a:lnTo>
                  <a:lnTo>
                    <a:pt x="157375" y="290263"/>
                  </a:lnTo>
                  <a:lnTo>
                    <a:pt x="170489" y="289004"/>
                  </a:lnTo>
                  <a:lnTo>
                    <a:pt x="183604" y="287743"/>
                  </a:lnTo>
                  <a:lnTo>
                    <a:pt x="196719" y="286481"/>
                  </a:lnTo>
                  <a:lnTo>
                    <a:pt x="209833" y="285218"/>
                  </a:lnTo>
                  <a:lnTo>
                    <a:pt x="222948" y="283954"/>
                  </a:lnTo>
                  <a:lnTo>
                    <a:pt x="236063" y="282688"/>
                  </a:lnTo>
                  <a:lnTo>
                    <a:pt x="249177" y="281421"/>
                  </a:lnTo>
                  <a:lnTo>
                    <a:pt x="262292" y="280152"/>
                  </a:lnTo>
                  <a:lnTo>
                    <a:pt x="275406" y="278881"/>
                  </a:lnTo>
                  <a:lnTo>
                    <a:pt x="288521" y="277608"/>
                  </a:lnTo>
                  <a:lnTo>
                    <a:pt x="301636" y="276333"/>
                  </a:lnTo>
                  <a:lnTo>
                    <a:pt x="314750" y="275055"/>
                  </a:lnTo>
                  <a:lnTo>
                    <a:pt x="327865" y="273774"/>
                  </a:lnTo>
                  <a:lnTo>
                    <a:pt x="340979" y="272491"/>
                  </a:lnTo>
                  <a:lnTo>
                    <a:pt x="354094" y="271205"/>
                  </a:lnTo>
                  <a:lnTo>
                    <a:pt x="367209" y="269915"/>
                  </a:lnTo>
                  <a:lnTo>
                    <a:pt x="380323" y="268622"/>
                  </a:lnTo>
                  <a:lnTo>
                    <a:pt x="393438" y="267326"/>
                  </a:lnTo>
                  <a:lnTo>
                    <a:pt x="406552" y="266026"/>
                  </a:lnTo>
                  <a:lnTo>
                    <a:pt x="419667" y="264721"/>
                  </a:lnTo>
                  <a:lnTo>
                    <a:pt x="432782" y="263413"/>
                  </a:lnTo>
                  <a:lnTo>
                    <a:pt x="445896" y="262100"/>
                  </a:lnTo>
                  <a:lnTo>
                    <a:pt x="459011" y="260783"/>
                  </a:lnTo>
                  <a:lnTo>
                    <a:pt x="472126" y="259461"/>
                  </a:lnTo>
                  <a:lnTo>
                    <a:pt x="485240" y="258134"/>
                  </a:lnTo>
                  <a:lnTo>
                    <a:pt x="498355" y="256801"/>
                  </a:lnTo>
                  <a:lnTo>
                    <a:pt x="511469" y="255464"/>
                  </a:lnTo>
                  <a:lnTo>
                    <a:pt x="524584" y="254121"/>
                  </a:lnTo>
                  <a:lnTo>
                    <a:pt x="537699" y="252772"/>
                  </a:lnTo>
                  <a:lnTo>
                    <a:pt x="550813" y="251418"/>
                  </a:lnTo>
                  <a:lnTo>
                    <a:pt x="563928" y="250057"/>
                  </a:lnTo>
                  <a:lnTo>
                    <a:pt x="577042" y="248691"/>
                  </a:lnTo>
                  <a:lnTo>
                    <a:pt x="590157" y="247318"/>
                  </a:lnTo>
                  <a:lnTo>
                    <a:pt x="603272" y="245938"/>
                  </a:lnTo>
                  <a:lnTo>
                    <a:pt x="616386" y="244552"/>
                  </a:lnTo>
                  <a:lnTo>
                    <a:pt x="629501" y="243159"/>
                  </a:lnTo>
                  <a:lnTo>
                    <a:pt x="642615" y="241759"/>
                  </a:lnTo>
                  <a:lnTo>
                    <a:pt x="655730" y="240351"/>
                  </a:lnTo>
                  <a:lnTo>
                    <a:pt x="668845" y="238937"/>
                  </a:lnTo>
                  <a:lnTo>
                    <a:pt x="681959" y="237515"/>
                  </a:lnTo>
                  <a:lnTo>
                    <a:pt x="695074" y="236086"/>
                  </a:lnTo>
                  <a:lnTo>
                    <a:pt x="708189" y="234649"/>
                  </a:lnTo>
                  <a:lnTo>
                    <a:pt x="721303" y="233204"/>
                  </a:lnTo>
                  <a:lnTo>
                    <a:pt x="734418" y="231751"/>
                  </a:lnTo>
                  <a:lnTo>
                    <a:pt x="747532" y="230291"/>
                  </a:lnTo>
                  <a:lnTo>
                    <a:pt x="760647" y="228822"/>
                  </a:lnTo>
                  <a:lnTo>
                    <a:pt x="773762" y="227346"/>
                  </a:lnTo>
                  <a:lnTo>
                    <a:pt x="786876" y="225861"/>
                  </a:lnTo>
                  <a:lnTo>
                    <a:pt x="799991" y="224368"/>
                  </a:lnTo>
                  <a:lnTo>
                    <a:pt x="813105" y="222866"/>
                  </a:lnTo>
                  <a:lnTo>
                    <a:pt x="826220" y="221356"/>
                  </a:lnTo>
                  <a:lnTo>
                    <a:pt x="839335" y="219838"/>
                  </a:lnTo>
                  <a:lnTo>
                    <a:pt x="852449" y="218311"/>
                  </a:lnTo>
                  <a:lnTo>
                    <a:pt x="865564" y="216775"/>
                  </a:lnTo>
                  <a:lnTo>
                    <a:pt x="878679" y="215231"/>
                  </a:lnTo>
                  <a:lnTo>
                    <a:pt x="891793" y="213679"/>
                  </a:lnTo>
                  <a:lnTo>
                    <a:pt x="904908" y="212117"/>
                  </a:lnTo>
                  <a:lnTo>
                    <a:pt x="918022" y="210548"/>
                  </a:lnTo>
                  <a:lnTo>
                    <a:pt x="931137" y="208969"/>
                  </a:lnTo>
                  <a:lnTo>
                    <a:pt x="944252" y="207382"/>
                  </a:lnTo>
                  <a:lnTo>
                    <a:pt x="957366" y="205786"/>
                  </a:lnTo>
                  <a:lnTo>
                    <a:pt x="970481" y="204182"/>
                  </a:lnTo>
                  <a:lnTo>
                    <a:pt x="983595" y="202568"/>
                  </a:lnTo>
                  <a:lnTo>
                    <a:pt x="996710" y="200947"/>
                  </a:lnTo>
                  <a:lnTo>
                    <a:pt x="1009825" y="199316"/>
                  </a:lnTo>
                  <a:lnTo>
                    <a:pt x="1022939" y="197678"/>
                  </a:lnTo>
                  <a:lnTo>
                    <a:pt x="1036054" y="196030"/>
                  </a:lnTo>
                  <a:lnTo>
                    <a:pt x="1049168" y="194375"/>
                  </a:lnTo>
                  <a:lnTo>
                    <a:pt x="1062283" y="192710"/>
                  </a:lnTo>
                  <a:lnTo>
                    <a:pt x="1075398" y="191038"/>
                  </a:lnTo>
                  <a:lnTo>
                    <a:pt x="1088512" y="189357"/>
                  </a:lnTo>
                  <a:lnTo>
                    <a:pt x="1101627" y="187668"/>
                  </a:lnTo>
                  <a:lnTo>
                    <a:pt x="1114742" y="185970"/>
                  </a:lnTo>
                  <a:lnTo>
                    <a:pt x="1127856" y="184265"/>
                  </a:lnTo>
                  <a:lnTo>
                    <a:pt x="1140971" y="182551"/>
                  </a:lnTo>
                  <a:lnTo>
                    <a:pt x="1154085" y="180829"/>
                  </a:lnTo>
                  <a:lnTo>
                    <a:pt x="1167200" y="179100"/>
                  </a:lnTo>
                  <a:lnTo>
                    <a:pt x="1180315" y="177362"/>
                  </a:lnTo>
                  <a:lnTo>
                    <a:pt x="1193429" y="175617"/>
                  </a:lnTo>
                  <a:lnTo>
                    <a:pt x="1206544" y="173863"/>
                  </a:lnTo>
                  <a:lnTo>
                    <a:pt x="1219658" y="172102"/>
                  </a:lnTo>
                  <a:lnTo>
                    <a:pt x="1232773" y="170334"/>
                  </a:lnTo>
                  <a:lnTo>
                    <a:pt x="1245888" y="168558"/>
                  </a:lnTo>
                  <a:lnTo>
                    <a:pt x="1259002" y="166774"/>
                  </a:lnTo>
                  <a:lnTo>
                    <a:pt x="1272117" y="164983"/>
                  </a:lnTo>
                  <a:lnTo>
                    <a:pt x="1285231" y="163185"/>
                  </a:lnTo>
                  <a:lnTo>
                    <a:pt x="1298346" y="161380"/>
                  </a:lnTo>
                  <a:lnTo>
                    <a:pt x="1311461" y="159567"/>
                  </a:lnTo>
                  <a:lnTo>
                    <a:pt x="1324575" y="157747"/>
                  </a:lnTo>
                  <a:lnTo>
                    <a:pt x="1337690" y="155920"/>
                  </a:lnTo>
                  <a:lnTo>
                    <a:pt x="1350805" y="154086"/>
                  </a:lnTo>
                  <a:lnTo>
                    <a:pt x="1363919" y="152245"/>
                  </a:lnTo>
                  <a:lnTo>
                    <a:pt x="1377034" y="150397"/>
                  </a:lnTo>
                  <a:lnTo>
                    <a:pt x="1390148" y="148542"/>
                  </a:lnTo>
                  <a:lnTo>
                    <a:pt x="1403263" y="146680"/>
                  </a:lnTo>
                  <a:lnTo>
                    <a:pt x="1416378" y="144812"/>
                  </a:lnTo>
                  <a:lnTo>
                    <a:pt x="1429492" y="142937"/>
                  </a:lnTo>
                  <a:lnTo>
                    <a:pt x="1442607" y="141056"/>
                  </a:lnTo>
                  <a:lnTo>
                    <a:pt x="1455721" y="139168"/>
                  </a:lnTo>
                  <a:lnTo>
                    <a:pt x="1468836" y="137273"/>
                  </a:lnTo>
                  <a:lnTo>
                    <a:pt x="1481951" y="135372"/>
                  </a:lnTo>
                  <a:lnTo>
                    <a:pt x="1495065" y="133464"/>
                  </a:lnTo>
                  <a:lnTo>
                    <a:pt x="1508180" y="131551"/>
                  </a:lnTo>
                  <a:lnTo>
                    <a:pt x="1521295" y="129630"/>
                  </a:lnTo>
                  <a:lnTo>
                    <a:pt x="1534409" y="127704"/>
                  </a:lnTo>
                  <a:lnTo>
                    <a:pt x="1547524" y="125771"/>
                  </a:lnTo>
                  <a:lnTo>
                    <a:pt x="1560638" y="123833"/>
                  </a:lnTo>
                  <a:lnTo>
                    <a:pt x="1573753" y="121888"/>
                  </a:lnTo>
                  <a:lnTo>
                    <a:pt x="1586868" y="119937"/>
                  </a:lnTo>
                  <a:lnTo>
                    <a:pt x="1599982" y="117980"/>
                  </a:lnTo>
                  <a:lnTo>
                    <a:pt x="1613097" y="116017"/>
                  </a:lnTo>
                  <a:lnTo>
                    <a:pt x="1626211" y="114048"/>
                  </a:lnTo>
                  <a:lnTo>
                    <a:pt x="1639326" y="112074"/>
                  </a:lnTo>
                  <a:lnTo>
                    <a:pt x="1652441" y="110093"/>
                  </a:lnTo>
                  <a:lnTo>
                    <a:pt x="1665555" y="108107"/>
                  </a:lnTo>
                  <a:lnTo>
                    <a:pt x="1678670" y="106116"/>
                  </a:lnTo>
                  <a:lnTo>
                    <a:pt x="1691784" y="104119"/>
                  </a:lnTo>
                  <a:lnTo>
                    <a:pt x="1704899" y="102116"/>
                  </a:lnTo>
                  <a:lnTo>
                    <a:pt x="1718014" y="100108"/>
                  </a:lnTo>
                  <a:lnTo>
                    <a:pt x="1731128" y="98095"/>
                  </a:lnTo>
                  <a:lnTo>
                    <a:pt x="1744243" y="96077"/>
                  </a:lnTo>
                  <a:lnTo>
                    <a:pt x="1757358" y="94054"/>
                  </a:lnTo>
                  <a:lnTo>
                    <a:pt x="1770472" y="92026"/>
                  </a:lnTo>
                  <a:lnTo>
                    <a:pt x="1783587" y="89992"/>
                  </a:lnTo>
                  <a:lnTo>
                    <a:pt x="1796701" y="87955"/>
                  </a:lnTo>
                  <a:lnTo>
                    <a:pt x="1809816" y="85912"/>
                  </a:lnTo>
                  <a:lnTo>
                    <a:pt x="1822931" y="83865"/>
                  </a:lnTo>
                  <a:lnTo>
                    <a:pt x="1836045" y="81814"/>
                  </a:lnTo>
                  <a:lnTo>
                    <a:pt x="1849160" y="79758"/>
                  </a:lnTo>
                  <a:lnTo>
                    <a:pt x="1862274" y="77699"/>
                  </a:lnTo>
                  <a:lnTo>
                    <a:pt x="1875389" y="75635"/>
                  </a:lnTo>
                  <a:lnTo>
                    <a:pt x="1888504" y="73568"/>
                  </a:lnTo>
                  <a:lnTo>
                    <a:pt x="1901618" y="71497"/>
                  </a:lnTo>
                  <a:lnTo>
                    <a:pt x="1914733" y="69423"/>
                  </a:lnTo>
                  <a:lnTo>
                    <a:pt x="1927847" y="67345"/>
                  </a:lnTo>
                  <a:lnTo>
                    <a:pt x="1940962" y="65264"/>
                  </a:lnTo>
                  <a:lnTo>
                    <a:pt x="1954077" y="63181"/>
                  </a:lnTo>
                  <a:lnTo>
                    <a:pt x="1967191" y="61094"/>
                  </a:lnTo>
                  <a:lnTo>
                    <a:pt x="1980306" y="59005"/>
                  </a:lnTo>
                  <a:lnTo>
                    <a:pt x="1993421" y="56913"/>
                  </a:lnTo>
                  <a:lnTo>
                    <a:pt x="2006535" y="54819"/>
                  </a:lnTo>
                  <a:lnTo>
                    <a:pt x="2019650" y="52723"/>
                  </a:lnTo>
                  <a:lnTo>
                    <a:pt x="2032764" y="50625"/>
                  </a:lnTo>
                  <a:lnTo>
                    <a:pt x="2045879" y="48525"/>
                  </a:lnTo>
                  <a:lnTo>
                    <a:pt x="2058994" y="46423"/>
                  </a:lnTo>
                  <a:lnTo>
                    <a:pt x="2072108" y="44320"/>
                  </a:lnTo>
                  <a:lnTo>
                    <a:pt x="2085223" y="42215"/>
                  </a:lnTo>
                  <a:lnTo>
                    <a:pt x="2098337" y="40110"/>
                  </a:lnTo>
                  <a:lnTo>
                    <a:pt x="2111452" y="38003"/>
                  </a:lnTo>
                  <a:lnTo>
                    <a:pt x="2124567" y="35895"/>
                  </a:lnTo>
                  <a:lnTo>
                    <a:pt x="2137681" y="33786"/>
                  </a:lnTo>
                  <a:lnTo>
                    <a:pt x="2150796" y="31677"/>
                  </a:lnTo>
                  <a:lnTo>
                    <a:pt x="2163911" y="29567"/>
                  </a:lnTo>
                  <a:lnTo>
                    <a:pt x="2177025" y="27456"/>
                  </a:lnTo>
                  <a:lnTo>
                    <a:pt x="2190140" y="25345"/>
                  </a:lnTo>
                  <a:lnTo>
                    <a:pt x="2203254" y="23234"/>
                  </a:lnTo>
                  <a:lnTo>
                    <a:pt x="2216369" y="21122"/>
                  </a:lnTo>
                  <a:lnTo>
                    <a:pt x="2229484" y="19010"/>
                  </a:lnTo>
                  <a:lnTo>
                    <a:pt x="2242598" y="16898"/>
                  </a:lnTo>
                  <a:lnTo>
                    <a:pt x="2255713" y="14786"/>
                  </a:lnTo>
                  <a:lnTo>
                    <a:pt x="2268827" y="12674"/>
                  </a:lnTo>
                  <a:lnTo>
                    <a:pt x="2281942" y="10562"/>
                  </a:lnTo>
                  <a:lnTo>
                    <a:pt x="2295057" y="8449"/>
                  </a:lnTo>
                  <a:lnTo>
                    <a:pt x="2308171" y="6337"/>
                  </a:lnTo>
                  <a:lnTo>
                    <a:pt x="2321286" y="4224"/>
                  </a:lnTo>
                  <a:lnTo>
                    <a:pt x="2334400" y="2112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1936873"/>
            </a:xfrm>
            <a:custGeom>
              <a:avLst/>
              <a:pathLst>
                <a:path w="2189796" h="1936873">
                  <a:moveTo>
                    <a:pt x="0" y="1432779"/>
                  </a:moveTo>
                  <a:lnTo>
                    <a:pt x="12233" y="1491330"/>
                  </a:lnTo>
                  <a:lnTo>
                    <a:pt x="24466" y="1534594"/>
                  </a:lnTo>
                  <a:lnTo>
                    <a:pt x="36700" y="1566566"/>
                  </a:lnTo>
                  <a:lnTo>
                    <a:pt x="48933" y="1591572"/>
                  </a:lnTo>
                  <a:lnTo>
                    <a:pt x="61167" y="1609596"/>
                  </a:lnTo>
                  <a:lnTo>
                    <a:pt x="73400" y="1617645"/>
                  </a:lnTo>
                  <a:lnTo>
                    <a:pt x="85634" y="1634683"/>
                  </a:lnTo>
                  <a:lnTo>
                    <a:pt x="97867" y="1641750"/>
                  </a:lnTo>
                  <a:lnTo>
                    <a:pt x="110101" y="1654762"/>
                  </a:lnTo>
                  <a:lnTo>
                    <a:pt x="122334" y="1670236"/>
                  </a:lnTo>
                  <a:lnTo>
                    <a:pt x="134568" y="1679188"/>
                  </a:lnTo>
                  <a:lnTo>
                    <a:pt x="146801" y="1695857"/>
                  </a:lnTo>
                  <a:lnTo>
                    <a:pt x="159035" y="1712878"/>
                  </a:lnTo>
                  <a:lnTo>
                    <a:pt x="171268" y="1729848"/>
                  </a:lnTo>
                  <a:lnTo>
                    <a:pt x="183502" y="1740699"/>
                  </a:lnTo>
                  <a:lnTo>
                    <a:pt x="195735" y="1746259"/>
                  </a:lnTo>
                  <a:lnTo>
                    <a:pt x="207969" y="1756852"/>
                  </a:lnTo>
                  <a:lnTo>
                    <a:pt x="220202" y="1758375"/>
                  </a:lnTo>
                  <a:lnTo>
                    <a:pt x="232436" y="1766959"/>
                  </a:lnTo>
                  <a:lnTo>
                    <a:pt x="244669" y="1763361"/>
                  </a:lnTo>
                  <a:lnTo>
                    <a:pt x="256903" y="1758303"/>
                  </a:lnTo>
                  <a:lnTo>
                    <a:pt x="269136" y="1753291"/>
                  </a:lnTo>
                  <a:lnTo>
                    <a:pt x="281370" y="1747327"/>
                  </a:lnTo>
                  <a:lnTo>
                    <a:pt x="293603" y="1739482"/>
                  </a:lnTo>
                  <a:lnTo>
                    <a:pt x="305837" y="1732316"/>
                  </a:lnTo>
                  <a:lnTo>
                    <a:pt x="318070" y="1724692"/>
                  </a:lnTo>
                  <a:lnTo>
                    <a:pt x="330304" y="1716286"/>
                  </a:lnTo>
                  <a:lnTo>
                    <a:pt x="342537" y="1706684"/>
                  </a:lnTo>
                  <a:lnTo>
                    <a:pt x="354771" y="1695840"/>
                  </a:lnTo>
                  <a:lnTo>
                    <a:pt x="367004" y="1687710"/>
                  </a:lnTo>
                  <a:lnTo>
                    <a:pt x="379238" y="1677557"/>
                  </a:lnTo>
                  <a:lnTo>
                    <a:pt x="391471" y="1666717"/>
                  </a:lnTo>
                  <a:lnTo>
                    <a:pt x="403705" y="1656867"/>
                  </a:lnTo>
                  <a:lnTo>
                    <a:pt x="415938" y="1644217"/>
                  </a:lnTo>
                  <a:lnTo>
                    <a:pt x="428172" y="1633088"/>
                  </a:lnTo>
                  <a:lnTo>
                    <a:pt x="440405" y="1622323"/>
                  </a:lnTo>
                  <a:lnTo>
                    <a:pt x="452639" y="1611680"/>
                  </a:lnTo>
                  <a:lnTo>
                    <a:pt x="464872" y="1598937"/>
                  </a:lnTo>
                  <a:lnTo>
                    <a:pt x="477106" y="1585521"/>
                  </a:lnTo>
                  <a:lnTo>
                    <a:pt x="489339" y="1571849"/>
                  </a:lnTo>
                  <a:lnTo>
                    <a:pt x="501573" y="1558801"/>
                  </a:lnTo>
                  <a:lnTo>
                    <a:pt x="513806" y="1546223"/>
                  </a:lnTo>
                  <a:lnTo>
                    <a:pt x="526040" y="1534084"/>
                  </a:lnTo>
                  <a:lnTo>
                    <a:pt x="538273" y="1522357"/>
                  </a:lnTo>
                  <a:lnTo>
                    <a:pt x="550507" y="1511009"/>
                  </a:lnTo>
                  <a:lnTo>
                    <a:pt x="562740" y="1501331"/>
                  </a:lnTo>
                  <a:lnTo>
                    <a:pt x="574974" y="1492363"/>
                  </a:lnTo>
                  <a:lnTo>
                    <a:pt x="587207" y="1486950"/>
                  </a:lnTo>
                  <a:lnTo>
                    <a:pt x="599441" y="1482056"/>
                  </a:lnTo>
                  <a:lnTo>
                    <a:pt x="611674" y="1474827"/>
                  </a:lnTo>
                  <a:lnTo>
                    <a:pt x="623908" y="1464920"/>
                  </a:lnTo>
                  <a:lnTo>
                    <a:pt x="636141" y="1454148"/>
                  </a:lnTo>
                  <a:lnTo>
                    <a:pt x="648375" y="1443183"/>
                  </a:lnTo>
                  <a:lnTo>
                    <a:pt x="660608" y="1433223"/>
                  </a:lnTo>
                  <a:lnTo>
                    <a:pt x="672842" y="1424648"/>
                  </a:lnTo>
                  <a:lnTo>
                    <a:pt x="685075" y="1415622"/>
                  </a:lnTo>
                  <a:lnTo>
                    <a:pt x="697309" y="1404001"/>
                  </a:lnTo>
                  <a:lnTo>
                    <a:pt x="709542" y="1392437"/>
                  </a:lnTo>
                  <a:lnTo>
                    <a:pt x="721776" y="1380954"/>
                  </a:lnTo>
                  <a:lnTo>
                    <a:pt x="734009" y="1370618"/>
                  </a:lnTo>
                  <a:lnTo>
                    <a:pt x="746243" y="1360566"/>
                  </a:lnTo>
                  <a:lnTo>
                    <a:pt x="758476" y="1350752"/>
                  </a:lnTo>
                  <a:lnTo>
                    <a:pt x="770710" y="1338245"/>
                  </a:lnTo>
                  <a:lnTo>
                    <a:pt x="782943" y="1328119"/>
                  </a:lnTo>
                  <a:lnTo>
                    <a:pt x="795177" y="1318342"/>
                  </a:lnTo>
                  <a:lnTo>
                    <a:pt x="807410" y="1305237"/>
                  </a:lnTo>
                  <a:lnTo>
                    <a:pt x="819644" y="1293520"/>
                  </a:lnTo>
                  <a:lnTo>
                    <a:pt x="831877" y="1279174"/>
                  </a:lnTo>
                  <a:lnTo>
                    <a:pt x="844111" y="1266882"/>
                  </a:lnTo>
                  <a:lnTo>
                    <a:pt x="856344" y="1255300"/>
                  </a:lnTo>
                  <a:lnTo>
                    <a:pt x="868578" y="1241819"/>
                  </a:lnTo>
                  <a:lnTo>
                    <a:pt x="880811" y="1227239"/>
                  </a:lnTo>
                  <a:lnTo>
                    <a:pt x="893045" y="1210088"/>
                  </a:lnTo>
                  <a:lnTo>
                    <a:pt x="905278" y="1193087"/>
                  </a:lnTo>
                  <a:lnTo>
                    <a:pt x="917512" y="1176912"/>
                  </a:lnTo>
                  <a:lnTo>
                    <a:pt x="929745" y="1162081"/>
                  </a:lnTo>
                  <a:lnTo>
                    <a:pt x="941979" y="1147110"/>
                  </a:lnTo>
                  <a:lnTo>
                    <a:pt x="954212" y="1132011"/>
                  </a:lnTo>
                  <a:lnTo>
                    <a:pt x="966446" y="1117149"/>
                  </a:lnTo>
                  <a:lnTo>
                    <a:pt x="978679" y="1103883"/>
                  </a:lnTo>
                  <a:lnTo>
                    <a:pt x="990913" y="1091321"/>
                  </a:lnTo>
                  <a:lnTo>
                    <a:pt x="1003146" y="1079395"/>
                  </a:lnTo>
                  <a:lnTo>
                    <a:pt x="1015380" y="1067431"/>
                  </a:lnTo>
                  <a:lnTo>
                    <a:pt x="1027613" y="1052565"/>
                  </a:lnTo>
                  <a:lnTo>
                    <a:pt x="1039847" y="1037845"/>
                  </a:lnTo>
                  <a:lnTo>
                    <a:pt x="1052080" y="1025142"/>
                  </a:lnTo>
                  <a:lnTo>
                    <a:pt x="1064314" y="1015552"/>
                  </a:lnTo>
                  <a:lnTo>
                    <a:pt x="1076547" y="1002098"/>
                  </a:lnTo>
                  <a:lnTo>
                    <a:pt x="1088781" y="988224"/>
                  </a:lnTo>
                  <a:lnTo>
                    <a:pt x="1101014" y="976921"/>
                  </a:lnTo>
                  <a:lnTo>
                    <a:pt x="1113248" y="963971"/>
                  </a:lnTo>
                  <a:lnTo>
                    <a:pt x="1125481" y="949974"/>
                  </a:lnTo>
                  <a:lnTo>
                    <a:pt x="1137715" y="932748"/>
                  </a:lnTo>
                  <a:lnTo>
                    <a:pt x="1149948" y="917816"/>
                  </a:lnTo>
                  <a:lnTo>
                    <a:pt x="1162182" y="902789"/>
                  </a:lnTo>
                  <a:lnTo>
                    <a:pt x="1174415" y="885647"/>
                  </a:lnTo>
                  <a:lnTo>
                    <a:pt x="1186649" y="868518"/>
                  </a:lnTo>
                  <a:lnTo>
                    <a:pt x="1198882" y="853545"/>
                  </a:lnTo>
                  <a:lnTo>
                    <a:pt x="1211116" y="839997"/>
                  </a:lnTo>
                  <a:lnTo>
                    <a:pt x="1223349" y="826846"/>
                  </a:lnTo>
                  <a:lnTo>
                    <a:pt x="1235583" y="810439"/>
                  </a:lnTo>
                  <a:lnTo>
                    <a:pt x="1247816" y="793206"/>
                  </a:lnTo>
                  <a:lnTo>
                    <a:pt x="1260050" y="777802"/>
                  </a:lnTo>
                  <a:lnTo>
                    <a:pt x="1272283" y="763801"/>
                  </a:lnTo>
                  <a:lnTo>
                    <a:pt x="1284517" y="745594"/>
                  </a:lnTo>
                  <a:lnTo>
                    <a:pt x="1296750" y="725532"/>
                  </a:lnTo>
                  <a:lnTo>
                    <a:pt x="1308984" y="707921"/>
                  </a:lnTo>
                  <a:lnTo>
                    <a:pt x="1321217" y="685067"/>
                  </a:lnTo>
                  <a:lnTo>
                    <a:pt x="1333451" y="664872"/>
                  </a:lnTo>
                  <a:lnTo>
                    <a:pt x="1345684" y="646492"/>
                  </a:lnTo>
                  <a:lnTo>
                    <a:pt x="1357918" y="628881"/>
                  </a:lnTo>
                  <a:lnTo>
                    <a:pt x="1370151" y="605553"/>
                  </a:lnTo>
                  <a:lnTo>
                    <a:pt x="1382385" y="584789"/>
                  </a:lnTo>
                  <a:lnTo>
                    <a:pt x="1394618" y="565250"/>
                  </a:lnTo>
                  <a:lnTo>
                    <a:pt x="1406852" y="546004"/>
                  </a:lnTo>
                  <a:lnTo>
                    <a:pt x="1419085" y="527104"/>
                  </a:lnTo>
                  <a:lnTo>
                    <a:pt x="1431319" y="508599"/>
                  </a:lnTo>
                  <a:lnTo>
                    <a:pt x="1443552" y="490151"/>
                  </a:lnTo>
                  <a:lnTo>
                    <a:pt x="1455786" y="472980"/>
                  </a:lnTo>
                  <a:lnTo>
                    <a:pt x="1468019" y="455965"/>
                  </a:lnTo>
                  <a:lnTo>
                    <a:pt x="1480253" y="439508"/>
                  </a:lnTo>
                  <a:lnTo>
                    <a:pt x="1492486" y="424342"/>
                  </a:lnTo>
                  <a:lnTo>
                    <a:pt x="1504720" y="410658"/>
                  </a:lnTo>
                  <a:lnTo>
                    <a:pt x="1516953" y="405984"/>
                  </a:lnTo>
                  <a:lnTo>
                    <a:pt x="1529187" y="401164"/>
                  </a:lnTo>
                  <a:lnTo>
                    <a:pt x="1541420" y="380781"/>
                  </a:lnTo>
                  <a:lnTo>
                    <a:pt x="1553654" y="364998"/>
                  </a:lnTo>
                  <a:lnTo>
                    <a:pt x="1565887" y="356359"/>
                  </a:lnTo>
                  <a:lnTo>
                    <a:pt x="1578121" y="348057"/>
                  </a:lnTo>
                  <a:lnTo>
                    <a:pt x="1590354" y="328763"/>
                  </a:lnTo>
                  <a:lnTo>
                    <a:pt x="1602588" y="311742"/>
                  </a:lnTo>
                  <a:lnTo>
                    <a:pt x="1614821" y="298338"/>
                  </a:lnTo>
                  <a:lnTo>
                    <a:pt x="1627055" y="283953"/>
                  </a:lnTo>
                  <a:lnTo>
                    <a:pt x="1639288" y="271755"/>
                  </a:lnTo>
                  <a:lnTo>
                    <a:pt x="1651522" y="260145"/>
                  </a:lnTo>
                  <a:lnTo>
                    <a:pt x="1663755" y="248000"/>
                  </a:lnTo>
                  <a:lnTo>
                    <a:pt x="1675989" y="239039"/>
                  </a:lnTo>
                  <a:lnTo>
                    <a:pt x="1688222" y="226443"/>
                  </a:lnTo>
                  <a:lnTo>
                    <a:pt x="1700456" y="209230"/>
                  </a:lnTo>
                  <a:lnTo>
                    <a:pt x="1712689" y="203169"/>
                  </a:lnTo>
                  <a:lnTo>
                    <a:pt x="1724923" y="196309"/>
                  </a:lnTo>
                  <a:lnTo>
                    <a:pt x="1737156" y="193362"/>
                  </a:lnTo>
                  <a:lnTo>
                    <a:pt x="1749390" y="176968"/>
                  </a:lnTo>
                  <a:lnTo>
                    <a:pt x="1761623" y="171414"/>
                  </a:lnTo>
                  <a:lnTo>
                    <a:pt x="1773857" y="152314"/>
                  </a:lnTo>
                  <a:lnTo>
                    <a:pt x="1786090" y="134342"/>
                  </a:lnTo>
                  <a:lnTo>
                    <a:pt x="1798324" y="128847"/>
                  </a:lnTo>
                  <a:lnTo>
                    <a:pt x="1810557" y="118832"/>
                  </a:lnTo>
                  <a:lnTo>
                    <a:pt x="1822791" y="107044"/>
                  </a:lnTo>
                  <a:lnTo>
                    <a:pt x="1835024" y="96686"/>
                  </a:lnTo>
                  <a:lnTo>
                    <a:pt x="1847258" y="81742"/>
                  </a:lnTo>
                  <a:lnTo>
                    <a:pt x="1859491" y="64467"/>
                  </a:lnTo>
                  <a:lnTo>
                    <a:pt x="1871725" y="41806"/>
                  </a:lnTo>
                  <a:lnTo>
                    <a:pt x="1883958" y="31756"/>
                  </a:lnTo>
                  <a:lnTo>
                    <a:pt x="1896192" y="27612"/>
                  </a:lnTo>
                  <a:lnTo>
                    <a:pt x="1908425" y="24411"/>
                  </a:lnTo>
                  <a:lnTo>
                    <a:pt x="1920659" y="12651"/>
                  </a:lnTo>
                  <a:lnTo>
                    <a:pt x="1932892" y="8114"/>
                  </a:lnTo>
                  <a:lnTo>
                    <a:pt x="1945126" y="2940"/>
                  </a:lnTo>
                  <a:lnTo>
                    <a:pt x="1957359" y="5738"/>
                  </a:lnTo>
                  <a:lnTo>
                    <a:pt x="1969593" y="13089"/>
                  </a:lnTo>
                  <a:lnTo>
                    <a:pt x="1981826" y="6906"/>
                  </a:lnTo>
                  <a:lnTo>
                    <a:pt x="1994060" y="1938"/>
                  </a:lnTo>
                  <a:lnTo>
                    <a:pt x="2004113" y="0"/>
                  </a:lnTo>
                  <a:lnTo>
                    <a:pt x="2189796" y="0"/>
                  </a:lnTo>
                  <a:lnTo>
                    <a:pt x="2189796" y="831606"/>
                  </a:lnTo>
                  <a:lnTo>
                    <a:pt x="2177562" y="714700"/>
                  </a:lnTo>
                  <a:lnTo>
                    <a:pt x="2165329" y="624084"/>
                  </a:lnTo>
                  <a:lnTo>
                    <a:pt x="2153095" y="564107"/>
                  </a:lnTo>
                  <a:lnTo>
                    <a:pt x="2140862" y="535455"/>
                  </a:lnTo>
                  <a:lnTo>
                    <a:pt x="2128628" y="526544"/>
                  </a:lnTo>
                  <a:lnTo>
                    <a:pt x="2116395" y="534876"/>
                  </a:lnTo>
                  <a:lnTo>
                    <a:pt x="2104161" y="527107"/>
                  </a:lnTo>
                  <a:lnTo>
                    <a:pt x="2091928" y="526263"/>
                  </a:lnTo>
                  <a:lnTo>
                    <a:pt x="2079694" y="544043"/>
                  </a:lnTo>
                  <a:lnTo>
                    <a:pt x="2067461" y="552298"/>
                  </a:lnTo>
                  <a:lnTo>
                    <a:pt x="2055227" y="551033"/>
                  </a:lnTo>
                  <a:lnTo>
                    <a:pt x="2042994" y="530750"/>
                  </a:lnTo>
                  <a:lnTo>
                    <a:pt x="2030760" y="504464"/>
                  </a:lnTo>
                  <a:lnTo>
                    <a:pt x="2018527" y="504006"/>
                  </a:lnTo>
                  <a:lnTo>
                    <a:pt x="2006293" y="478551"/>
                  </a:lnTo>
                  <a:lnTo>
                    <a:pt x="1994060" y="450522"/>
                  </a:lnTo>
                  <a:lnTo>
                    <a:pt x="1981826" y="442315"/>
                  </a:lnTo>
                  <a:lnTo>
                    <a:pt x="1969593" y="416753"/>
                  </a:lnTo>
                  <a:lnTo>
                    <a:pt x="1957359" y="418995"/>
                  </a:lnTo>
                  <a:lnTo>
                    <a:pt x="1945126" y="423402"/>
                  </a:lnTo>
                  <a:lnTo>
                    <a:pt x="1932892" y="430458"/>
                  </a:lnTo>
                  <a:lnTo>
                    <a:pt x="1920659" y="442322"/>
                  </a:lnTo>
                  <a:lnTo>
                    <a:pt x="1908425" y="446834"/>
                  </a:lnTo>
                  <a:lnTo>
                    <a:pt x="1896192" y="452321"/>
                  </a:lnTo>
                  <a:lnTo>
                    <a:pt x="1883958" y="449542"/>
                  </a:lnTo>
                  <a:lnTo>
                    <a:pt x="1871725" y="454846"/>
                  </a:lnTo>
                  <a:lnTo>
                    <a:pt x="1859491" y="452592"/>
                  </a:lnTo>
                  <a:lnTo>
                    <a:pt x="1847258" y="450513"/>
                  </a:lnTo>
                  <a:lnTo>
                    <a:pt x="1835024" y="455369"/>
                  </a:lnTo>
                  <a:lnTo>
                    <a:pt x="1822791" y="453444"/>
                  </a:lnTo>
                  <a:lnTo>
                    <a:pt x="1810557" y="457736"/>
                  </a:lnTo>
                  <a:lnTo>
                    <a:pt x="1798324" y="458350"/>
                  </a:lnTo>
                  <a:lnTo>
                    <a:pt x="1786090" y="465075"/>
                  </a:lnTo>
                  <a:lnTo>
                    <a:pt x="1773857" y="467817"/>
                  </a:lnTo>
                  <a:lnTo>
                    <a:pt x="1761623" y="475076"/>
                  </a:lnTo>
                  <a:lnTo>
                    <a:pt x="1749390" y="480516"/>
                  </a:lnTo>
                  <a:lnTo>
                    <a:pt x="1737156" y="486858"/>
                  </a:lnTo>
                  <a:lnTo>
                    <a:pt x="1724923" y="491483"/>
                  </a:lnTo>
                  <a:lnTo>
                    <a:pt x="1712689" y="503950"/>
                  </a:lnTo>
                  <a:lnTo>
                    <a:pt x="1700456" y="515407"/>
                  </a:lnTo>
                  <a:lnTo>
                    <a:pt x="1688222" y="526853"/>
                  </a:lnTo>
                  <a:lnTo>
                    <a:pt x="1675989" y="536744"/>
                  </a:lnTo>
                  <a:lnTo>
                    <a:pt x="1663755" y="545229"/>
                  </a:lnTo>
                  <a:lnTo>
                    <a:pt x="1651522" y="554260"/>
                  </a:lnTo>
                  <a:lnTo>
                    <a:pt x="1639288" y="563049"/>
                  </a:lnTo>
                  <a:lnTo>
                    <a:pt x="1627055" y="568235"/>
                  </a:lnTo>
                  <a:lnTo>
                    <a:pt x="1614821" y="569948"/>
                  </a:lnTo>
                  <a:lnTo>
                    <a:pt x="1602588" y="572817"/>
                  </a:lnTo>
                  <a:lnTo>
                    <a:pt x="1590354" y="574950"/>
                  </a:lnTo>
                  <a:lnTo>
                    <a:pt x="1578121" y="580590"/>
                  </a:lnTo>
                  <a:lnTo>
                    <a:pt x="1565887" y="581288"/>
                  </a:lnTo>
                  <a:lnTo>
                    <a:pt x="1553654" y="592087"/>
                  </a:lnTo>
                  <a:lnTo>
                    <a:pt x="1541420" y="600730"/>
                  </a:lnTo>
                  <a:lnTo>
                    <a:pt x="1529187" y="612255"/>
                  </a:lnTo>
                  <a:lnTo>
                    <a:pt x="1516953" y="619022"/>
                  </a:lnTo>
                  <a:lnTo>
                    <a:pt x="1504720" y="630840"/>
                  </a:lnTo>
                  <a:lnTo>
                    <a:pt x="1492486" y="648881"/>
                  </a:lnTo>
                  <a:lnTo>
                    <a:pt x="1480253" y="660987"/>
                  </a:lnTo>
                  <a:lnTo>
                    <a:pt x="1468019" y="672862"/>
                  </a:lnTo>
                  <a:lnTo>
                    <a:pt x="1455786" y="690323"/>
                  </a:lnTo>
                  <a:lnTo>
                    <a:pt x="1443552" y="708975"/>
                  </a:lnTo>
                  <a:lnTo>
                    <a:pt x="1431319" y="726620"/>
                  </a:lnTo>
                  <a:lnTo>
                    <a:pt x="1419085" y="739777"/>
                  </a:lnTo>
                  <a:lnTo>
                    <a:pt x="1406852" y="749221"/>
                  </a:lnTo>
                  <a:lnTo>
                    <a:pt x="1394618" y="763244"/>
                  </a:lnTo>
                  <a:lnTo>
                    <a:pt x="1382385" y="774012"/>
                  </a:lnTo>
                  <a:lnTo>
                    <a:pt x="1370151" y="785320"/>
                  </a:lnTo>
                  <a:lnTo>
                    <a:pt x="1357918" y="798199"/>
                  </a:lnTo>
                  <a:lnTo>
                    <a:pt x="1345684" y="811117"/>
                  </a:lnTo>
                  <a:lnTo>
                    <a:pt x="1333451" y="826779"/>
                  </a:lnTo>
                  <a:lnTo>
                    <a:pt x="1321217" y="841787"/>
                  </a:lnTo>
                  <a:lnTo>
                    <a:pt x="1308984" y="853052"/>
                  </a:lnTo>
                  <a:lnTo>
                    <a:pt x="1296750" y="864391"/>
                  </a:lnTo>
                  <a:lnTo>
                    <a:pt x="1284517" y="879146"/>
                  </a:lnTo>
                  <a:lnTo>
                    <a:pt x="1272283" y="892848"/>
                  </a:lnTo>
                  <a:lnTo>
                    <a:pt x="1260050" y="910165"/>
                  </a:lnTo>
                  <a:lnTo>
                    <a:pt x="1247816" y="927786"/>
                  </a:lnTo>
                  <a:lnTo>
                    <a:pt x="1235583" y="940837"/>
                  </a:lnTo>
                  <a:lnTo>
                    <a:pt x="1223349" y="954984"/>
                  </a:lnTo>
                  <a:lnTo>
                    <a:pt x="1211116" y="973405"/>
                  </a:lnTo>
                  <a:lnTo>
                    <a:pt x="1198882" y="987273"/>
                  </a:lnTo>
                  <a:lnTo>
                    <a:pt x="1186649" y="997341"/>
                  </a:lnTo>
                  <a:lnTo>
                    <a:pt x="1174415" y="1006186"/>
                  </a:lnTo>
                  <a:lnTo>
                    <a:pt x="1162182" y="1014547"/>
                  </a:lnTo>
                  <a:lnTo>
                    <a:pt x="1149948" y="1027683"/>
                  </a:lnTo>
                  <a:lnTo>
                    <a:pt x="1137715" y="1042665"/>
                  </a:lnTo>
                  <a:lnTo>
                    <a:pt x="1125481" y="1057831"/>
                  </a:lnTo>
                  <a:lnTo>
                    <a:pt x="1113248" y="1072438"/>
                  </a:lnTo>
                  <a:lnTo>
                    <a:pt x="1101014" y="1085594"/>
                  </a:lnTo>
                  <a:lnTo>
                    <a:pt x="1088781" y="1097129"/>
                  </a:lnTo>
                  <a:lnTo>
                    <a:pt x="1076547" y="1110504"/>
                  </a:lnTo>
                  <a:lnTo>
                    <a:pt x="1064314" y="1123638"/>
                  </a:lnTo>
                  <a:lnTo>
                    <a:pt x="1052080" y="1136529"/>
                  </a:lnTo>
                  <a:lnTo>
                    <a:pt x="1039847" y="1149178"/>
                  </a:lnTo>
                  <a:lnTo>
                    <a:pt x="1027613" y="1160836"/>
                  </a:lnTo>
                  <a:lnTo>
                    <a:pt x="1015380" y="1173748"/>
                  </a:lnTo>
                  <a:lnTo>
                    <a:pt x="1003146" y="1185668"/>
                  </a:lnTo>
                  <a:lnTo>
                    <a:pt x="990913" y="1198331"/>
                  </a:lnTo>
                  <a:lnTo>
                    <a:pt x="978679" y="1211039"/>
                  </a:lnTo>
                  <a:lnTo>
                    <a:pt x="966446" y="1222709"/>
                  </a:lnTo>
                  <a:lnTo>
                    <a:pt x="954212" y="1234801"/>
                  </a:lnTo>
                  <a:lnTo>
                    <a:pt x="941979" y="1247984"/>
                  </a:lnTo>
                  <a:lnTo>
                    <a:pt x="929745" y="1261570"/>
                  </a:lnTo>
                  <a:lnTo>
                    <a:pt x="917512" y="1275373"/>
                  </a:lnTo>
                  <a:lnTo>
                    <a:pt x="905278" y="1288603"/>
                  </a:lnTo>
                  <a:lnTo>
                    <a:pt x="893045" y="1300922"/>
                  </a:lnTo>
                  <a:lnTo>
                    <a:pt x="880811" y="1313119"/>
                  </a:lnTo>
                  <a:lnTo>
                    <a:pt x="868578" y="1325336"/>
                  </a:lnTo>
                  <a:lnTo>
                    <a:pt x="856344" y="1338370"/>
                  </a:lnTo>
                  <a:lnTo>
                    <a:pt x="844111" y="1353066"/>
                  </a:lnTo>
                  <a:lnTo>
                    <a:pt x="831877" y="1365417"/>
                  </a:lnTo>
                  <a:lnTo>
                    <a:pt x="819644" y="1377572"/>
                  </a:lnTo>
                  <a:lnTo>
                    <a:pt x="807410" y="1389525"/>
                  </a:lnTo>
                  <a:lnTo>
                    <a:pt x="795177" y="1401270"/>
                  </a:lnTo>
                  <a:lnTo>
                    <a:pt x="782943" y="1412799"/>
                  </a:lnTo>
                  <a:lnTo>
                    <a:pt x="770710" y="1427085"/>
                  </a:lnTo>
                  <a:lnTo>
                    <a:pt x="758476" y="1439486"/>
                  </a:lnTo>
                  <a:lnTo>
                    <a:pt x="746243" y="1449347"/>
                  </a:lnTo>
                  <a:lnTo>
                    <a:pt x="734009" y="1458687"/>
                  </a:lnTo>
                  <a:lnTo>
                    <a:pt x="721776" y="1469097"/>
                  </a:lnTo>
                  <a:lnTo>
                    <a:pt x="709542" y="1479584"/>
                  </a:lnTo>
                  <a:lnTo>
                    <a:pt x="697309" y="1491357"/>
                  </a:lnTo>
                  <a:lnTo>
                    <a:pt x="685075" y="1500546"/>
                  </a:lnTo>
                  <a:lnTo>
                    <a:pt x="672842" y="1511483"/>
                  </a:lnTo>
                  <a:lnTo>
                    <a:pt x="660608" y="1521775"/>
                  </a:lnTo>
                  <a:lnTo>
                    <a:pt x="648375" y="1532563"/>
                  </a:lnTo>
                  <a:lnTo>
                    <a:pt x="636141" y="1543424"/>
                  </a:lnTo>
                  <a:lnTo>
                    <a:pt x="623908" y="1553816"/>
                  </a:lnTo>
                  <a:lnTo>
                    <a:pt x="611674" y="1564097"/>
                  </a:lnTo>
                  <a:lnTo>
                    <a:pt x="599441" y="1574279"/>
                  </a:lnTo>
                  <a:lnTo>
                    <a:pt x="587207" y="1583524"/>
                  </a:lnTo>
                  <a:lnTo>
                    <a:pt x="574974" y="1592807"/>
                  </a:lnTo>
                  <a:lnTo>
                    <a:pt x="562740" y="1603014"/>
                  </a:lnTo>
                  <a:lnTo>
                    <a:pt x="550507" y="1613825"/>
                  </a:lnTo>
                  <a:lnTo>
                    <a:pt x="538273" y="1622969"/>
                  </a:lnTo>
                  <a:lnTo>
                    <a:pt x="526040" y="1633326"/>
                  </a:lnTo>
                  <a:lnTo>
                    <a:pt x="513806" y="1643657"/>
                  </a:lnTo>
                  <a:lnTo>
                    <a:pt x="501573" y="1654400"/>
                  </a:lnTo>
                  <a:lnTo>
                    <a:pt x="489339" y="1665343"/>
                  </a:lnTo>
                  <a:lnTo>
                    <a:pt x="477106" y="1677009"/>
                  </a:lnTo>
                  <a:lnTo>
                    <a:pt x="464872" y="1688925"/>
                  </a:lnTo>
                  <a:lnTo>
                    <a:pt x="452639" y="1701084"/>
                  </a:lnTo>
                  <a:lnTo>
                    <a:pt x="440405" y="1713704"/>
                  </a:lnTo>
                  <a:lnTo>
                    <a:pt x="428172" y="1725923"/>
                  </a:lnTo>
                  <a:lnTo>
                    <a:pt x="415938" y="1741244"/>
                  </a:lnTo>
                  <a:lnTo>
                    <a:pt x="403705" y="1755586"/>
                  </a:lnTo>
                  <a:lnTo>
                    <a:pt x="391471" y="1766677"/>
                  </a:lnTo>
                  <a:lnTo>
                    <a:pt x="379238" y="1781725"/>
                  </a:lnTo>
                  <a:lnTo>
                    <a:pt x="367004" y="1796799"/>
                  </a:lnTo>
                  <a:lnTo>
                    <a:pt x="354771" y="1811422"/>
                  </a:lnTo>
                  <a:lnTo>
                    <a:pt x="342537" y="1824737"/>
                  </a:lnTo>
                  <a:lnTo>
                    <a:pt x="330304" y="1836991"/>
                  </a:lnTo>
                  <a:lnTo>
                    <a:pt x="318070" y="1848025"/>
                  </a:lnTo>
                  <a:lnTo>
                    <a:pt x="305837" y="1857682"/>
                  </a:lnTo>
                  <a:lnTo>
                    <a:pt x="293603" y="1865804"/>
                  </a:lnTo>
                  <a:lnTo>
                    <a:pt x="281370" y="1874477"/>
                  </a:lnTo>
                  <a:lnTo>
                    <a:pt x="269136" y="1883039"/>
                  </a:lnTo>
                  <a:lnTo>
                    <a:pt x="256903" y="1890359"/>
                  </a:lnTo>
                  <a:lnTo>
                    <a:pt x="244669" y="1896331"/>
                  </a:lnTo>
                  <a:lnTo>
                    <a:pt x="232436" y="1899229"/>
                  </a:lnTo>
                  <a:lnTo>
                    <a:pt x="220202" y="1903816"/>
                  </a:lnTo>
                  <a:lnTo>
                    <a:pt x="207969" y="1910098"/>
                  </a:lnTo>
                  <a:lnTo>
                    <a:pt x="195735" y="1918531"/>
                  </a:lnTo>
                  <a:lnTo>
                    <a:pt x="183502" y="1925124"/>
                  </a:lnTo>
                  <a:lnTo>
                    <a:pt x="171268" y="1929822"/>
                  </a:lnTo>
                  <a:lnTo>
                    <a:pt x="159035" y="1936873"/>
                  </a:lnTo>
                  <a:lnTo>
                    <a:pt x="146801" y="1933798"/>
                  </a:lnTo>
                  <a:lnTo>
                    <a:pt x="134568" y="1928467"/>
                  </a:lnTo>
                  <a:lnTo>
                    <a:pt x="122334" y="1921338"/>
                  </a:lnTo>
                  <a:lnTo>
                    <a:pt x="110101" y="1918453"/>
                  </a:lnTo>
                  <a:lnTo>
                    <a:pt x="97867" y="1919106"/>
                  </a:lnTo>
                  <a:lnTo>
                    <a:pt x="85634" y="1903270"/>
                  </a:lnTo>
                  <a:lnTo>
                    <a:pt x="73400" y="1894500"/>
                  </a:lnTo>
                  <a:lnTo>
                    <a:pt x="61167" y="1878134"/>
                  </a:lnTo>
                  <a:lnTo>
                    <a:pt x="48933" y="1863846"/>
                  </a:lnTo>
                  <a:lnTo>
                    <a:pt x="36700" y="1852944"/>
                  </a:lnTo>
                  <a:lnTo>
                    <a:pt x="24466" y="1848580"/>
                  </a:lnTo>
                  <a:lnTo>
                    <a:pt x="12233" y="1852996"/>
                  </a:lnTo>
                  <a:lnTo>
                    <a:pt x="0" y="18772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2004113" cy="1766959"/>
            </a:xfrm>
            <a:custGeom>
              <a:avLst/>
              <a:pathLst>
                <a:path w="2004113" h="1766959">
                  <a:moveTo>
                    <a:pt x="0" y="1432779"/>
                  </a:moveTo>
                  <a:lnTo>
                    <a:pt x="12233" y="1491330"/>
                  </a:lnTo>
                  <a:lnTo>
                    <a:pt x="24466" y="1534594"/>
                  </a:lnTo>
                  <a:lnTo>
                    <a:pt x="36700" y="1566566"/>
                  </a:lnTo>
                  <a:lnTo>
                    <a:pt x="48933" y="1591572"/>
                  </a:lnTo>
                  <a:lnTo>
                    <a:pt x="61167" y="1609596"/>
                  </a:lnTo>
                  <a:lnTo>
                    <a:pt x="73400" y="1617645"/>
                  </a:lnTo>
                  <a:lnTo>
                    <a:pt x="85634" y="1634683"/>
                  </a:lnTo>
                  <a:lnTo>
                    <a:pt x="97867" y="1641750"/>
                  </a:lnTo>
                  <a:lnTo>
                    <a:pt x="110101" y="1654762"/>
                  </a:lnTo>
                  <a:lnTo>
                    <a:pt x="122334" y="1670236"/>
                  </a:lnTo>
                  <a:lnTo>
                    <a:pt x="134568" y="1679188"/>
                  </a:lnTo>
                  <a:lnTo>
                    <a:pt x="146801" y="1695857"/>
                  </a:lnTo>
                  <a:lnTo>
                    <a:pt x="159035" y="1712878"/>
                  </a:lnTo>
                  <a:lnTo>
                    <a:pt x="171268" y="1729848"/>
                  </a:lnTo>
                  <a:lnTo>
                    <a:pt x="183502" y="1740699"/>
                  </a:lnTo>
                  <a:lnTo>
                    <a:pt x="195735" y="1746259"/>
                  </a:lnTo>
                  <a:lnTo>
                    <a:pt x="207969" y="1756852"/>
                  </a:lnTo>
                  <a:lnTo>
                    <a:pt x="220202" y="1758375"/>
                  </a:lnTo>
                  <a:lnTo>
                    <a:pt x="232436" y="1766959"/>
                  </a:lnTo>
                  <a:lnTo>
                    <a:pt x="244669" y="1763361"/>
                  </a:lnTo>
                  <a:lnTo>
                    <a:pt x="256903" y="1758303"/>
                  </a:lnTo>
                  <a:lnTo>
                    <a:pt x="269136" y="1753291"/>
                  </a:lnTo>
                  <a:lnTo>
                    <a:pt x="281370" y="1747327"/>
                  </a:lnTo>
                  <a:lnTo>
                    <a:pt x="293603" y="1739482"/>
                  </a:lnTo>
                  <a:lnTo>
                    <a:pt x="305837" y="1732316"/>
                  </a:lnTo>
                  <a:lnTo>
                    <a:pt x="318070" y="1724692"/>
                  </a:lnTo>
                  <a:lnTo>
                    <a:pt x="330304" y="1716286"/>
                  </a:lnTo>
                  <a:lnTo>
                    <a:pt x="342537" y="1706684"/>
                  </a:lnTo>
                  <a:lnTo>
                    <a:pt x="354771" y="1695840"/>
                  </a:lnTo>
                  <a:lnTo>
                    <a:pt x="367004" y="1687710"/>
                  </a:lnTo>
                  <a:lnTo>
                    <a:pt x="379238" y="1677557"/>
                  </a:lnTo>
                  <a:lnTo>
                    <a:pt x="391471" y="1666717"/>
                  </a:lnTo>
                  <a:lnTo>
                    <a:pt x="403705" y="1656867"/>
                  </a:lnTo>
                  <a:lnTo>
                    <a:pt x="415938" y="1644217"/>
                  </a:lnTo>
                  <a:lnTo>
                    <a:pt x="428172" y="1633088"/>
                  </a:lnTo>
                  <a:lnTo>
                    <a:pt x="440405" y="1622323"/>
                  </a:lnTo>
                  <a:lnTo>
                    <a:pt x="452639" y="1611680"/>
                  </a:lnTo>
                  <a:lnTo>
                    <a:pt x="464872" y="1598937"/>
                  </a:lnTo>
                  <a:lnTo>
                    <a:pt x="477106" y="1585521"/>
                  </a:lnTo>
                  <a:lnTo>
                    <a:pt x="489339" y="1571849"/>
                  </a:lnTo>
                  <a:lnTo>
                    <a:pt x="501573" y="1558801"/>
                  </a:lnTo>
                  <a:lnTo>
                    <a:pt x="513806" y="1546223"/>
                  </a:lnTo>
                  <a:lnTo>
                    <a:pt x="526040" y="1534084"/>
                  </a:lnTo>
                  <a:lnTo>
                    <a:pt x="538273" y="1522357"/>
                  </a:lnTo>
                  <a:lnTo>
                    <a:pt x="550507" y="1511009"/>
                  </a:lnTo>
                  <a:lnTo>
                    <a:pt x="562740" y="1501331"/>
                  </a:lnTo>
                  <a:lnTo>
                    <a:pt x="574974" y="1492363"/>
                  </a:lnTo>
                  <a:lnTo>
                    <a:pt x="587207" y="1486950"/>
                  </a:lnTo>
                  <a:lnTo>
                    <a:pt x="599441" y="1482056"/>
                  </a:lnTo>
                  <a:lnTo>
                    <a:pt x="611674" y="1474827"/>
                  </a:lnTo>
                  <a:lnTo>
                    <a:pt x="623908" y="1464920"/>
                  </a:lnTo>
                  <a:lnTo>
                    <a:pt x="636141" y="1454148"/>
                  </a:lnTo>
                  <a:lnTo>
                    <a:pt x="648375" y="1443183"/>
                  </a:lnTo>
                  <a:lnTo>
                    <a:pt x="660608" y="1433223"/>
                  </a:lnTo>
                  <a:lnTo>
                    <a:pt x="672842" y="1424648"/>
                  </a:lnTo>
                  <a:lnTo>
                    <a:pt x="685075" y="1415622"/>
                  </a:lnTo>
                  <a:lnTo>
                    <a:pt x="697309" y="1404001"/>
                  </a:lnTo>
                  <a:lnTo>
                    <a:pt x="709542" y="1392437"/>
                  </a:lnTo>
                  <a:lnTo>
                    <a:pt x="721776" y="1380954"/>
                  </a:lnTo>
                  <a:lnTo>
                    <a:pt x="734009" y="1370618"/>
                  </a:lnTo>
                  <a:lnTo>
                    <a:pt x="746243" y="1360566"/>
                  </a:lnTo>
                  <a:lnTo>
                    <a:pt x="758476" y="1350752"/>
                  </a:lnTo>
                  <a:lnTo>
                    <a:pt x="770710" y="1338245"/>
                  </a:lnTo>
                  <a:lnTo>
                    <a:pt x="782943" y="1328119"/>
                  </a:lnTo>
                  <a:lnTo>
                    <a:pt x="795177" y="1318342"/>
                  </a:lnTo>
                  <a:lnTo>
                    <a:pt x="807410" y="1305237"/>
                  </a:lnTo>
                  <a:lnTo>
                    <a:pt x="819644" y="1293520"/>
                  </a:lnTo>
                  <a:lnTo>
                    <a:pt x="831877" y="1279174"/>
                  </a:lnTo>
                  <a:lnTo>
                    <a:pt x="844111" y="1266882"/>
                  </a:lnTo>
                  <a:lnTo>
                    <a:pt x="856344" y="1255300"/>
                  </a:lnTo>
                  <a:lnTo>
                    <a:pt x="868578" y="1241819"/>
                  </a:lnTo>
                  <a:lnTo>
                    <a:pt x="880811" y="1227239"/>
                  </a:lnTo>
                  <a:lnTo>
                    <a:pt x="893045" y="1210088"/>
                  </a:lnTo>
                  <a:lnTo>
                    <a:pt x="905278" y="1193087"/>
                  </a:lnTo>
                  <a:lnTo>
                    <a:pt x="917512" y="1176912"/>
                  </a:lnTo>
                  <a:lnTo>
                    <a:pt x="929745" y="1162081"/>
                  </a:lnTo>
                  <a:lnTo>
                    <a:pt x="941979" y="1147110"/>
                  </a:lnTo>
                  <a:lnTo>
                    <a:pt x="954212" y="1132011"/>
                  </a:lnTo>
                  <a:lnTo>
                    <a:pt x="966446" y="1117149"/>
                  </a:lnTo>
                  <a:lnTo>
                    <a:pt x="978679" y="1103883"/>
                  </a:lnTo>
                  <a:lnTo>
                    <a:pt x="990913" y="1091321"/>
                  </a:lnTo>
                  <a:lnTo>
                    <a:pt x="1003146" y="1079395"/>
                  </a:lnTo>
                  <a:lnTo>
                    <a:pt x="1015380" y="1067431"/>
                  </a:lnTo>
                  <a:lnTo>
                    <a:pt x="1027613" y="1052565"/>
                  </a:lnTo>
                  <a:lnTo>
                    <a:pt x="1039847" y="1037845"/>
                  </a:lnTo>
                  <a:lnTo>
                    <a:pt x="1052080" y="1025142"/>
                  </a:lnTo>
                  <a:lnTo>
                    <a:pt x="1064314" y="1015552"/>
                  </a:lnTo>
                  <a:lnTo>
                    <a:pt x="1076547" y="1002098"/>
                  </a:lnTo>
                  <a:lnTo>
                    <a:pt x="1088781" y="988224"/>
                  </a:lnTo>
                  <a:lnTo>
                    <a:pt x="1101014" y="976921"/>
                  </a:lnTo>
                  <a:lnTo>
                    <a:pt x="1113248" y="963971"/>
                  </a:lnTo>
                  <a:lnTo>
                    <a:pt x="1125481" y="949974"/>
                  </a:lnTo>
                  <a:lnTo>
                    <a:pt x="1137715" y="932748"/>
                  </a:lnTo>
                  <a:lnTo>
                    <a:pt x="1149948" y="917816"/>
                  </a:lnTo>
                  <a:lnTo>
                    <a:pt x="1162182" y="902789"/>
                  </a:lnTo>
                  <a:lnTo>
                    <a:pt x="1174415" y="885647"/>
                  </a:lnTo>
                  <a:lnTo>
                    <a:pt x="1186649" y="868518"/>
                  </a:lnTo>
                  <a:lnTo>
                    <a:pt x="1198882" y="853545"/>
                  </a:lnTo>
                  <a:lnTo>
                    <a:pt x="1211116" y="839997"/>
                  </a:lnTo>
                  <a:lnTo>
                    <a:pt x="1223349" y="826846"/>
                  </a:lnTo>
                  <a:lnTo>
                    <a:pt x="1235583" y="810439"/>
                  </a:lnTo>
                  <a:lnTo>
                    <a:pt x="1247816" y="793206"/>
                  </a:lnTo>
                  <a:lnTo>
                    <a:pt x="1260050" y="777802"/>
                  </a:lnTo>
                  <a:lnTo>
                    <a:pt x="1272283" y="763801"/>
                  </a:lnTo>
                  <a:lnTo>
                    <a:pt x="1284517" y="745594"/>
                  </a:lnTo>
                  <a:lnTo>
                    <a:pt x="1296750" y="725532"/>
                  </a:lnTo>
                  <a:lnTo>
                    <a:pt x="1308984" y="707921"/>
                  </a:lnTo>
                  <a:lnTo>
                    <a:pt x="1321217" y="685067"/>
                  </a:lnTo>
                  <a:lnTo>
                    <a:pt x="1333451" y="664872"/>
                  </a:lnTo>
                  <a:lnTo>
                    <a:pt x="1345684" y="646492"/>
                  </a:lnTo>
                  <a:lnTo>
                    <a:pt x="1357918" y="628881"/>
                  </a:lnTo>
                  <a:lnTo>
                    <a:pt x="1370151" y="605553"/>
                  </a:lnTo>
                  <a:lnTo>
                    <a:pt x="1382385" y="584789"/>
                  </a:lnTo>
                  <a:lnTo>
                    <a:pt x="1394618" y="565250"/>
                  </a:lnTo>
                  <a:lnTo>
                    <a:pt x="1406852" y="546004"/>
                  </a:lnTo>
                  <a:lnTo>
                    <a:pt x="1419085" y="527104"/>
                  </a:lnTo>
                  <a:lnTo>
                    <a:pt x="1431319" y="508599"/>
                  </a:lnTo>
                  <a:lnTo>
                    <a:pt x="1443552" y="490151"/>
                  </a:lnTo>
                  <a:lnTo>
                    <a:pt x="1455786" y="472980"/>
                  </a:lnTo>
                  <a:lnTo>
                    <a:pt x="1468019" y="455965"/>
                  </a:lnTo>
                  <a:lnTo>
                    <a:pt x="1480253" y="439508"/>
                  </a:lnTo>
                  <a:lnTo>
                    <a:pt x="1492486" y="424342"/>
                  </a:lnTo>
                  <a:lnTo>
                    <a:pt x="1504720" y="410658"/>
                  </a:lnTo>
                  <a:lnTo>
                    <a:pt x="1516953" y="405984"/>
                  </a:lnTo>
                  <a:lnTo>
                    <a:pt x="1529187" y="401164"/>
                  </a:lnTo>
                  <a:lnTo>
                    <a:pt x="1541420" y="380781"/>
                  </a:lnTo>
                  <a:lnTo>
                    <a:pt x="1553654" y="364998"/>
                  </a:lnTo>
                  <a:lnTo>
                    <a:pt x="1565887" y="356359"/>
                  </a:lnTo>
                  <a:lnTo>
                    <a:pt x="1578121" y="348057"/>
                  </a:lnTo>
                  <a:lnTo>
                    <a:pt x="1590354" y="328763"/>
                  </a:lnTo>
                  <a:lnTo>
                    <a:pt x="1602588" y="311742"/>
                  </a:lnTo>
                  <a:lnTo>
                    <a:pt x="1614821" y="298338"/>
                  </a:lnTo>
                  <a:lnTo>
                    <a:pt x="1627055" y="283953"/>
                  </a:lnTo>
                  <a:lnTo>
                    <a:pt x="1639288" y="271755"/>
                  </a:lnTo>
                  <a:lnTo>
                    <a:pt x="1651522" y="260145"/>
                  </a:lnTo>
                  <a:lnTo>
                    <a:pt x="1663755" y="248000"/>
                  </a:lnTo>
                  <a:lnTo>
                    <a:pt x="1675989" y="239039"/>
                  </a:lnTo>
                  <a:lnTo>
                    <a:pt x="1688222" y="226443"/>
                  </a:lnTo>
                  <a:lnTo>
                    <a:pt x="1700456" y="209230"/>
                  </a:lnTo>
                  <a:lnTo>
                    <a:pt x="1712689" y="203169"/>
                  </a:lnTo>
                  <a:lnTo>
                    <a:pt x="1724923" y="196309"/>
                  </a:lnTo>
                  <a:lnTo>
                    <a:pt x="1737156" y="193362"/>
                  </a:lnTo>
                  <a:lnTo>
                    <a:pt x="1749390" y="176968"/>
                  </a:lnTo>
                  <a:lnTo>
                    <a:pt x="1761623" y="171414"/>
                  </a:lnTo>
                  <a:lnTo>
                    <a:pt x="1773857" y="152314"/>
                  </a:lnTo>
                  <a:lnTo>
                    <a:pt x="1786090" y="134342"/>
                  </a:lnTo>
                  <a:lnTo>
                    <a:pt x="1798324" y="128847"/>
                  </a:lnTo>
                  <a:lnTo>
                    <a:pt x="1810557" y="118832"/>
                  </a:lnTo>
                  <a:lnTo>
                    <a:pt x="1822791" y="107044"/>
                  </a:lnTo>
                  <a:lnTo>
                    <a:pt x="1835024" y="96686"/>
                  </a:lnTo>
                  <a:lnTo>
                    <a:pt x="1847258" y="81742"/>
                  </a:lnTo>
                  <a:lnTo>
                    <a:pt x="1859491" y="64467"/>
                  </a:lnTo>
                  <a:lnTo>
                    <a:pt x="1871725" y="41806"/>
                  </a:lnTo>
                  <a:lnTo>
                    <a:pt x="1883958" y="31756"/>
                  </a:lnTo>
                  <a:lnTo>
                    <a:pt x="1896192" y="27612"/>
                  </a:lnTo>
                  <a:lnTo>
                    <a:pt x="1908425" y="24411"/>
                  </a:lnTo>
                  <a:lnTo>
                    <a:pt x="1920659" y="12651"/>
                  </a:lnTo>
                  <a:lnTo>
                    <a:pt x="1932892" y="8114"/>
                  </a:lnTo>
                  <a:lnTo>
                    <a:pt x="1945126" y="2940"/>
                  </a:lnTo>
                  <a:lnTo>
                    <a:pt x="1957359" y="5738"/>
                  </a:lnTo>
                  <a:lnTo>
                    <a:pt x="1969593" y="13089"/>
                  </a:lnTo>
                  <a:lnTo>
                    <a:pt x="1981826" y="6906"/>
                  </a:lnTo>
                  <a:lnTo>
                    <a:pt x="1994060" y="1938"/>
                  </a:lnTo>
                  <a:lnTo>
                    <a:pt x="200411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217862"/>
              <a:ext cx="2189796" cy="1520119"/>
            </a:xfrm>
            <a:custGeom>
              <a:avLst/>
              <a:pathLst>
                <a:path w="2189796" h="1520119">
                  <a:moveTo>
                    <a:pt x="2189796" y="414852"/>
                  </a:moveTo>
                  <a:lnTo>
                    <a:pt x="2177562" y="297947"/>
                  </a:lnTo>
                  <a:lnTo>
                    <a:pt x="2165329" y="207331"/>
                  </a:lnTo>
                  <a:lnTo>
                    <a:pt x="2153095" y="147353"/>
                  </a:lnTo>
                  <a:lnTo>
                    <a:pt x="2140862" y="118701"/>
                  </a:lnTo>
                  <a:lnTo>
                    <a:pt x="2128628" y="109791"/>
                  </a:lnTo>
                  <a:lnTo>
                    <a:pt x="2116395" y="118122"/>
                  </a:lnTo>
                  <a:lnTo>
                    <a:pt x="2104161" y="110354"/>
                  </a:lnTo>
                  <a:lnTo>
                    <a:pt x="2091928" y="109509"/>
                  </a:lnTo>
                  <a:lnTo>
                    <a:pt x="2079694" y="127289"/>
                  </a:lnTo>
                  <a:lnTo>
                    <a:pt x="2067461" y="135545"/>
                  </a:lnTo>
                  <a:lnTo>
                    <a:pt x="2055227" y="134279"/>
                  </a:lnTo>
                  <a:lnTo>
                    <a:pt x="2042994" y="113996"/>
                  </a:lnTo>
                  <a:lnTo>
                    <a:pt x="2030760" y="87711"/>
                  </a:lnTo>
                  <a:lnTo>
                    <a:pt x="2018527" y="87253"/>
                  </a:lnTo>
                  <a:lnTo>
                    <a:pt x="2006293" y="61798"/>
                  </a:lnTo>
                  <a:lnTo>
                    <a:pt x="1994060" y="33769"/>
                  </a:lnTo>
                  <a:lnTo>
                    <a:pt x="1981826" y="25562"/>
                  </a:lnTo>
                  <a:lnTo>
                    <a:pt x="1969593" y="0"/>
                  </a:lnTo>
                  <a:lnTo>
                    <a:pt x="1957359" y="2242"/>
                  </a:lnTo>
                  <a:lnTo>
                    <a:pt x="1945126" y="6649"/>
                  </a:lnTo>
                  <a:lnTo>
                    <a:pt x="1932892" y="13704"/>
                  </a:lnTo>
                  <a:lnTo>
                    <a:pt x="1920659" y="25568"/>
                  </a:lnTo>
                  <a:lnTo>
                    <a:pt x="1908425" y="30080"/>
                  </a:lnTo>
                  <a:lnTo>
                    <a:pt x="1896192" y="35567"/>
                  </a:lnTo>
                  <a:lnTo>
                    <a:pt x="1883958" y="32788"/>
                  </a:lnTo>
                  <a:lnTo>
                    <a:pt x="1871725" y="38092"/>
                  </a:lnTo>
                  <a:lnTo>
                    <a:pt x="1859491" y="35838"/>
                  </a:lnTo>
                  <a:lnTo>
                    <a:pt x="1847258" y="33759"/>
                  </a:lnTo>
                  <a:lnTo>
                    <a:pt x="1835024" y="38616"/>
                  </a:lnTo>
                  <a:lnTo>
                    <a:pt x="1822791" y="36690"/>
                  </a:lnTo>
                  <a:lnTo>
                    <a:pt x="1810557" y="40982"/>
                  </a:lnTo>
                  <a:lnTo>
                    <a:pt x="1798324" y="41597"/>
                  </a:lnTo>
                  <a:lnTo>
                    <a:pt x="1786090" y="48321"/>
                  </a:lnTo>
                  <a:lnTo>
                    <a:pt x="1773857" y="51063"/>
                  </a:lnTo>
                  <a:lnTo>
                    <a:pt x="1761623" y="58322"/>
                  </a:lnTo>
                  <a:lnTo>
                    <a:pt x="1749390" y="63762"/>
                  </a:lnTo>
                  <a:lnTo>
                    <a:pt x="1737156" y="70105"/>
                  </a:lnTo>
                  <a:lnTo>
                    <a:pt x="1724923" y="74729"/>
                  </a:lnTo>
                  <a:lnTo>
                    <a:pt x="1712689" y="87196"/>
                  </a:lnTo>
                  <a:lnTo>
                    <a:pt x="1700456" y="98653"/>
                  </a:lnTo>
                  <a:lnTo>
                    <a:pt x="1688222" y="110100"/>
                  </a:lnTo>
                  <a:lnTo>
                    <a:pt x="1675989" y="119991"/>
                  </a:lnTo>
                  <a:lnTo>
                    <a:pt x="1663755" y="128475"/>
                  </a:lnTo>
                  <a:lnTo>
                    <a:pt x="1651522" y="137507"/>
                  </a:lnTo>
                  <a:lnTo>
                    <a:pt x="1639288" y="146295"/>
                  </a:lnTo>
                  <a:lnTo>
                    <a:pt x="1627055" y="151482"/>
                  </a:lnTo>
                  <a:lnTo>
                    <a:pt x="1614821" y="153194"/>
                  </a:lnTo>
                  <a:lnTo>
                    <a:pt x="1602588" y="156064"/>
                  </a:lnTo>
                  <a:lnTo>
                    <a:pt x="1590354" y="158196"/>
                  </a:lnTo>
                  <a:lnTo>
                    <a:pt x="1578121" y="163836"/>
                  </a:lnTo>
                  <a:lnTo>
                    <a:pt x="1565887" y="164535"/>
                  </a:lnTo>
                  <a:lnTo>
                    <a:pt x="1553654" y="175334"/>
                  </a:lnTo>
                  <a:lnTo>
                    <a:pt x="1541420" y="183976"/>
                  </a:lnTo>
                  <a:lnTo>
                    <a:pt x="1529187" y="195501"/>
                  </a:lnTo>
                  <a:lnTo>
                    <a:pt x="1516953" y="202269"/>
                  </a:lnTo>
                  <a:lnTo>
                    <a:pt x="1504720" y="214087"/>
                  </a:lnTo>
                  <a:lnTo>
                    <a:pt x="1492486" y="232128"/>
                  </a:lnTo>
                  <a:lnTo>
                    <a:pt x="1480253" y="244234"/>
                  </a:lnTo>
                  <a:lnTo>
                    <a:pt x="1468019" y="256108"/>
                  </a:lnTo>
                  <a:lnTo>
                    <a:pt x="1455786" y="273569"/>
                  </a:lnTo>
                  <a:lnTo>
                    <a:pt x="1443552" y="292222"/>
                  </a:lnTo>
                  <a:lnTo>
                    <a:pt x="1431319" y="309867"/>
                  </a:lnTo>
                  <a:lnTo>
                    <a:pt x="1419085" y="323023"/>
                  </a:lnTo>
                  <a:lnTo>
                    <a:pt x="1406852" y="332467"/>
                  </a:lnTo>
                  <a:lnTo>
                    <a:pt x="1394618" y="346490"/>
                  </a:lnTo>
                  <a:lnTo>
                    <a:pt x="1382385" y="357258"/>
                  </a:lnTo>
                  <a:lnTo>
                    <a:pt x="1370151" y="368566"/>
                  </a:lnTo>
                  <a:lnTo>
                    <a:pt x="1357918" y="381445"/>
                  </a:lnTo>
                  <a:lnTo>
                    <a:pt x="1345684" y="394363"/>
                  </a:lnTo>
                  <a:lnTo>
                    <a:pt x="1333451" y="410026"/>
                  </a:lnTo>
                  <a:lnTo>
                    <a:pt x="1321217" y="425033"/>
                  </a:lnTo>
                  <a:lnTo>
                    <a:pt x="1308984" y="436298"/>
                  </a:lnTo>
                  <a:lnTo>
                    <a:pt x="1296750" y="447637"/>
                  </a:lnTo>
                  <a:lnTo>
                    <a:pt x="1284517" y="462393"/>
                  </a:lnTo>
                  <a:lnTo>
                    <a:pt x="1272283" y="476094"/>
                  </a:lnTo>
                  <a:lnTo>
                    <a:pt x="1260050" y="493411"/>
                  </a:lnTo>
                  <a:lnTo>
                    <a:pt x="1247816" y="511032"/>
                  </a:lnTo>
                  <a:lnTo>
                    <a:pt x="1235583" y="524083"/>
                  </a:lnTo>
                  <a:lnTo>
                    <a:pt x="1223349" y="538230"/>
                  </a:lnTo>
                  <a:lnTo>
                    <a:pt x="1211116" y="556651"/>
                  </a:lnTo>
                  <a:lnTo>
                    <a:pt x="1198882" y="570519"/>
                  </a:lnTo>
                  <a:lnTo>
                    <a:pt x="1186649" y="580588"/>
                  </a:lnTo>
                  <a:lnTo>
                    <a:pt x="1174415" y="589432"/>
                  </a:lnTo>
                  <a:lnTo>
                    <a:pt x="1162182" y="597793"/>
                  </a:lnTo>
                  <a:lnTo>
                    <a:pt x="1149948" y="610929"/>
                  </a:lnTo>
                  <a:lnTo>
                    <a:pt x="1137715" y="625912"/>
                  </a:lnTo>
                  <a:lnTo>
                    <a:pt x="1125481" y="641077"/>
                  </a:lnTo>
                  <a:lnTo>
                    <a:pt x="1113248" y="655684"/>
                  </a:lnTo>
                  <a:lnTo>
                    <a:pt x="1101014" y="668840"/>
                  </a:lnTo>
                  <a:lnTo>
                    <a:pt x="1088781" y="680375"/>
                  </a:lnTo>
                  <a:lnTo>
                    <a:pt x="1076547" y="693750"/>
                  </a:lnTo>
                  <a:lnTo>
                    <a:pt x="1064314" y="706884"/>
                  </a:lnTo>
                  <a:lnTo>
                    <a:pt x="1052080" y="719775"/>
                  </a:lnTo>
                  <a:lnTo>
                    <a:pt x="1039847" y="732424"/>
                  </a:lnTo>
                  <a:lnTo>
                    <a:pt x="1027613" y="744083"/>
                  </a:lnTo>
                  <a:lnTo>
                    <a:pt x="1015380" y="756994"/>
                  </a:lnTo>
                  <a:lnTo>
                    <a:pt x="1003146" y="768915"/>
                  </a:lnTo>
                  <a:lnTo>
                    <a:pt x="990913" y="781577"/>
                  </a:lnTo>
                  <a:lnTo>
                    <a:pt x="978679" y="794286"/>
                  </a:lnTo>
                  <a:lnTo>
                    <a:pt x="966446" y="805956"/>
                  </a:lnTo>
                  <a:lnTo>
                    <a:pt x="954212" y="818047"/>
                  </a:lnTo>
                  <a:lnTo>
                    <a:pt x="941979" y="831230"/>
                  </a:lnTo>
                  <a:lnTo>
                    <a:pt x="929745" y="844817"/>
                  </a:lnTo>
                  <a:lnTo>
                    <a:pt x="917512" y="858620"/>
                  </a:lnTo>
                  <a:lnTo>
                    <a:pt x="905278" y="871850"/>
                  </a:lnTo>
                  <a:lnTo>
                    <a:pt x="893045" y="884168"/>
                  </a:lnTo>
                  <a:lnTo>
                    <a:pt x="880811" y="896365"/>
                  </a:lnTo>
                  <a:lnTo>
                    <a:pt x="868578" y="908583"/>
                  </a:lnTo>
                  <a:lnTo>
                    <a:pt x="856344" y="921617"/>
                  </a:lnTo>
                  <a:lnTo>
                    <a:pt x="844111" y="936312"/>
                  </a:lnTo>
                  <a:lnTo>
                    <a:pt x="831877" y="948663"/>
                  </a:lnTo>
                  <a:lnTo>
                    <a:pt x="819644" y="960818"/>
                  </a:lnTo>
                  <a:lnTo>
                    <a:pt x="807410" y="972771"/>
                  </a:lnTo>
                  <a:lnTo>
                    <a:pt x="795177" y="984516"/>
                  </a:lnTo>
                  <a:lnTo>
                    <a:pt x="782943" y="996045"/>
                  </a:lnTo>
                  <a:lnTo>
                    <a:pt x="770710" y="1010331"/>
                  </a:lnTo>
                  <a:lnTo>
                    <a:pt x="758476" y="1022733"/>
                  </a:lnTo>
                  <a:lnTo>
                    <a:pt x="746243" y="1032593"/>
                  </a:lnTo>
                  <a:lnTo>
                    <a:pt x="734009" y="1041934"/>
                  </a:lnTo>
                  <a:lnTo>
                    <a:pt x="721776" y="1052343"/>
                  </a:lnTo>
                  <a:lnTo>
                    <a:pt x="709542" y="1062830"/>
                  </a:lnTo>
                  <a:lnTo>
                    <a:pt x="697309" y="1074603"/>
                  </a:lnTo>
                  <a:lnTo>
                    <a:pt x="685075" y="1083792"/>
                  </a:lnTo>
                  <a:lnTo>
                    <a:pt x="672842" y="1094730"/>
                  </a:lnTo>
                  <a:lnTo>
                    <a:pt x="660608" y="1105022"/>
                  </a:lnTo>
                  <a:lnTo>
                    <a:pt x="648375" y="1115809"/>
                  </a:lnTo>
                  <a:lnTo>
                    <a:pt x="636141" y="1126670"/>
                  </a:lnTo>
                  <a:lnTo>
                    <a:pt x="623908" y="1137062"/>
                  </a:lnTo>
                  <a:lnTo>
                    <a:pt x="611674" y="1147343"/>
                  </a:lnTo>
                  <a:lnTo>
                    <a:pt x="599441" y="1157525"/>
                  </a:lnTo>
                  <a:lnTo>
                    <a:pt x="587207" y="1166770"/>
                  </a:lnTo>
                  <a:lnTo>
                    <a:pt x="574974" y="1176053"/>
                  </a:lnTo>
                  <a:lnTo>
                    <a:pt x="562740" y="1186260"/>
                  </a:lnTo>
                  <a:lnTo>
                    <a:pt x="550507" y="1197071"/>
                  </a:lnTo>
                  <a:lnTo>
                    <a:pt x="538273" y="1206215"/>
                  </a:lnTo>
                  <a:lnTo>
                    <a:pt x="526040" y="1216572"/>
                  </a:lnTo>
                  <a:lnTo>
                    <a:pt x="513806" y="1226903"/>
                  </a:lnTo>
                  <a:lnTo>
                    <a:pt x="501573" y="1237646"/>
                  </a:lnTo>
                  <a:lnTo>
                    <a:pt x="489339" y="1248589"/>
                  </a:lnTo>
                  <a:lnTo>
                    <a:pt x="477106" y="1260255"/>
                  </a:lnTo>
                  <a:lnTo>
                    <a:pt x="464872" y="1272172"/>
                  </a:lnTo>
                  <a:lnTo>
                    <a:pt x="452639" y="1284330"/>
                  </a:lnTo>
                  <a:lnTo>
                    <a:pt x="440405" y="1296950"/>
                  </a:lnTo>
                  <a:lnTo>
                    <a:pt x="428172" y="1309169"/>
                  </a:lnTo>
                  <a:lnTo>
                    <a:pt x="415938" y="1324490"/>
                  </a:lnTo>
                  <a:lnTo>
                    <a:pt x="403705" y="1338832"/>
                  </a:lnTo>
                  <a:lnTo>
                    <a:pt x="391471" y="1349923"/>
                  </a:lnTo>
                  <a:lnTo>
                    <a:pt x="379238" y="1364972"/>
                  </a:lnTo>
                  <a:lnTo>
                    <a:pt x="367004" y="1380046"/>
                  </a:lnTo>
                  <a:lnTo>
                    <a:pt x="354771" y="1394668"/>
                  </a:lnTo>
                  <a:lnTo>
                    <a:pt x="342537" y="1407984"/>
                  </a:lnTo>
                  <a:lnTo>
                    <a:pt x="330304" y="1420237"/>
                  </a:lnTo>
                  <a:lnTo>
                    <a:pt x="318070" y="1431271"/>
                  </a:lnTo>
                  <a:lnTo>
                    <a:pt x="305837" y="1440928"/>
                  </a:lnTo>
                  <a:lnTo>
                    <a:pt x="293603" y="1449050"/>
                  </a:lnTo>
                  <a:lnTo>
                    <a:pt x="281370" y="1457723"/>
                  </a:lnTo>
                  <a:lnTo>
                    <a:pt x="269136" y="1466286"/>
                  </a:lnTo>
                  <a:lnTo>
                    <a:pt x="256903" y="1473605"/>
                  </a:lnTo>
                  <a:lnTo>
                    <a:pt x="244669" y="1479577"/>
                  </a:lnTo>
                  <a:lnTo>
                    <a:pt x="232436" y="1482475"/>
                  </a:lnTo>
                  <a:lnTo>
                    <a:pt x="220202" y="1487062"/>
                  </a:lnTo>
                  <a:lnTo>
                    <a:pt x="207969" y="1493344"/>
                  </a:lnTo>
                  <a:lnTo>
                    <a:pt x="195735" y="1501777"/>
                  </a:lnTo>
                  <a:lnTo>
                    <a:pt x="183502" y="1508370"/>
                  </a:lnTo>
                  <a:lnTo>
                    <a:pt x="171268" y="1513068"/>
                  </a:lnTo>
                  <a:lnTo>
                    <a:pt x="159035" y="1520119"/>
                  </a:lnTo>
                  <a:lnTo>
                    <a:pt x="146801" y="1517044"/>
                  </a:lnTo>
                  <a:lnTo>
                    <a:pt x="134568" y="1511713"/>
                  </a:lnTo>
                  <a:lnTo>
                    <a:pt x="122334" y="1504584"/>
                  </a:lnTo>
                  <a:lnTo>
                    <a:pt x="110101" y="1501700"/>
                  </a:lnTo>
                  <a:lnTo>
                    <a:pt x="97867" y="1502353"/>
                  </a:lnTo>
                  <a:lnTo>
                    <a:pt x="85634" y="1486516"/>
                  </a:lnTo>
                  <a:lnTo>
                    <a:pt x="73400" y="1477747"/>
                  </a:lnTo>
                  <a:lnTo>
                    <a:pt x="61167" y="1461380"/>
                  </a:lnTo>
                  <a:lnTo>
                    <a:pt x="48933" y="1447092"/>
                  </a:lnTo>
                  <a:lnTo>
                    <a:pt x="36700" y="1436190"/>
                  </a:lnTo>
                  <a:lnTo>
                    <a:pt x="24466" y="1431826"/>
                  </a:lnTo>
                  <a:lnTo>
                    <a:pt x="12233" y="1436242"/>
                  </a:lnTo>
                  <a:lnTo>
                    <a:pt x="0" y="146051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980143"/>
              <a:ext cx="2189796" cy="1649979"/>
            </a:xfrm>
            <a:custGeom>
              <a:avLst/>
              <a:pathLst>
                <a:path w="2189796" h="1649979">
                  <a:moveTo>
                    <a:pt x="0" y="1466202"/>
                  </a:moveTo>
                  <a:lnTo>
                    <a:pt x="12233" y="1487373"/>
                  </a:lnTo>
                  <a:lnTo>
                    <a:pt x="24466" y="1507216"/>
                  </a:lnTo>
                  <a:lnTo>
                    <a:pt x="36700" y="1525737"/>
                  </a:lnTo>
                  <a:lnTo>
                    <a:pt x="48933" y="1542944"/>
                  </a:lnTo>
                  <a:lnTo>
                    <a:pt x="61167" y="1558842"/>
                  </a:lnTo>
                  <a:lnTo>
                    <a:pt x="73400" y="1573438"/>
                  </a:lnTo>
                  <a:lnTo>
                    <a:pt x="85634" y="1586739"/>
                  </a:lnTo>
                  <a:lnTo>
                    <a:pt x="97867" y="1598752"/>
                  </a:lnTo>
                  <a:lnTo>
                    <a:pt x="110101" y="1609483"/>
                  </a:lnTo>
                  <a:lnTo>
                    <a:pt x="122334" y="1618939"/>
                  </a:lnTo>
                  <a:lnTo>
                    <a:pt x="134568" y="1627126"/>
                  </a:lnTo>
                  <a:lnTo>
                    <a:pt x="146801" y="1634051"/>
                  </a:lnTo>
                  <a:lnTo>
                    <a:pt x="159035" y="1639721"/>
                  </a:lnTo>
                  <a:lnTo>
                    <a:pt x="171268" y="1644142"/>
                  </a:lnTo>
                  <a:lnTo>
                    <a:pt x="183502" y="1647321"/>
                  </a:lnTo>
                  <a:lnTo>
                    <a:pt x="195735" y="1649264"/>
                  </a:lnTo>
                  <a:lnTo>
                    <a:pt x="207969" y="1649979"/>
                  </a:lnTo>
                  <a:lnTo>
                    <a:pt x="220202" y="1649472"/>
                  </a:lnTo>
                  <a:lnTo>
                    <a:pt x="232436" y="1647748"/>
                  </a:lnTo>
                  <a:lnTo>
                    <a:pt x="244669" y="1644816"/>
                  </a:lnTo>
                  <a:lnTo>
                    <a:pt x="256903" y="1640699"/>
                  </a:lnTo>
                  <a:lnTo>
                    <a:pt x="269136" y="1635466"/>
                  </a:lnTo>
                  <a:lnTo>
                    <a:pt x="281370" y="1629198"/>
                  </a:lnTo>
                  <a:lnTo>
                    <a:pt x="293603" y="1621974"/>
                  </a:lnTo>
                  <a:lnTo>
                    <a:pt x="305837" y="1613874"/>
                  </a:lnTo>
                  <a:lnTo>
                    <a:pt x="318070" y="1604976"/>
                  </a:lnTo>
                  <a:lnTo>
                    <a:pt x="330304" y="1595361"/>
                  </a:lnTo>
                  <a:lnTo>
                    <a:pt x="342537" y="1585107"/>
                  </a:lnTo>
                  <a:lnTo>
                    <a:pt x="354771" y="1574295"/>
                  </a:lnTo>
                  <a:lnTo>
                    <a:pt x="367004" y="1563003"/>
                  </a:lnTo>
                  <a:lnTo>
                    <a:pt x="379238" y="1551312"/>
                  </a:lnTo>
                  <a:lnTo>
                    <a:pt x="391471" y="1539299"/>
                  </a:lnTo>
                  <a:lnTo>
                    <a:pt x="403705" y="1527046"/>
                  </a:lnTo>
                  <a:lnTo>
                    <a:pt x="415938" y="1514631"/>
                  </a:lnTo>
                  <a:lnTo>
                    <a:pt x="428172" y="1502133"/>
                  </a:lnTo>
                  <a:lnTo>
                    <a:pt x="440405" y="1489633"/>
                  </a:lnTo>
                  <a:lnTo>
                    <a:pt x="452639" y="1477209"/>
                  </a:lnTo>
                  <a:lnTo>
                    <a:pt x="464872" y="1464941"/>
                  </a:lnTo>
                  <a:lnTo>
                    <a:pt x="477106" y="1452909"/>
                  </a:lnTo>
                  <a:lnTo>
                    <a:pt x="489339" y="1441191"/>
                  </a:lnTo>
                  <a:lnTo>
                    <a:pt x="501573" y="1429833"/>
                  </a:lnTo>
                  <a:lnTo>
                    <a:pt x="513806" y="1418810"/>
                  </a:lnTo>
                  <a:lnTo>
                    <a:pt x="526040" y="1408088"/>
                  </a:lnTo>
                  <a:lnTo>
                    <a:pt x="538273" y="1397632"/>
                  </a:lnTo>
                  <a:lnTo>
                    <a:pt x="550507" y="1387408"/>
                  </a:lnTo>
                  <a:lnTo>
                    <a:pt x="562740" y="1377382"/>
                  </a:lnTo>
                  <a:lnTo>
                    <a:pt x="574974" y="1367520"/>
                  </a:lnTo>
                  <a:lnTo>
                    <a:pt x="587207" y="1357787"/>
                  </a:lnTo>
                  <a:lnTo>
                    <a:pt x="599441" y="1348150"/>
                  </a:lnTo>
                  <a:lnTo>
                    <a:pt x="611674" y="1338574"/>
                  </a:lnTo>
                  <a:lnTo>
                    <a:pt x="623908" y="1329024"/>
                  </a:lnTo>
                  <a:lnTo>
                    <a:pt x="636141" y="1319467"/>
                  </a:lnTo>
                  <a:lnTo>
                    <a:pt x="648375" y="1309868"/>
                  </a:lnTo>
                  <a:lnTo>
                    <a:pt x="660608" y="1300194"/>
                  </a:lnTo>
                  <a:lnTo>
                    <a:pt x="672842" y="1290410"/>
                  </a:lnTo>
                  <a:lnTo>
                    <a:pt x="685075" y="1280481"/>
                  </a:lnTo>
                  <a:lnTo>
                    <a:pt x="697309" y="1270374"/>
                  </a:lnTo>
                  <a:lnTo>
                    <a:pt x="709542" y="1260054"/>
                  </a:lnTo>
                  <a:lnTo>
                    <a:pt x="721776" y="1249487"/>
                  </a:lnTo>
                  <a:lnTo>
                    <a:pt x="734009" y="1238640"/>
                  </a:lnTo>
                  <a:lnTo>
                    <a:pt x="746243" y="1227497"/>
                  </a:lnTo>
                  <a:lnTo>
                    <a:pt x="758476" y="1216075"/>
                  </a:lnTo>
                  <a:lnTo>
                    <a:pt x="770710" y="1204391"/>
                  </a:lnTo>
                  <a:lnTo>
                    <a:pt x="782943" y="1192465"/>
                  </a:lnTo>
                  <a:lnTo>
                    <a:pt x="795177" y="1180315"/>
                  </a:lnTo>
                  <a:lnTo>
                    <a:pt x="807410" y="1167958"/>
                  </a:lnTo>
                  <a:lnTo>
                    <a:pt x="819644" y="1155414"/>
                  </a:lnTo>
                  <a:lnTo>
                    <a:pt x="831877" y="1142701"/>
                  </a:lnTo>
                  <a:lnTo>
                    <a:pt x="844111" y="1129836"/>
                  </a:lnTo>
                  <a:lnTo>
                    <a:pt x="856344" y="1116839"/>
                  </a:lnTo>
                  <a:lnTo>
                    <a:pt x="868578" y="1103728"/>
                  </a:lnTo>
                  <a:lnTo>
                    <a:pt x="880811" y="1090521"/>
                  </a:lnTo>
                  <a:lnTo>
                    <a:pt x="893045" y="1077236"/>
                  </a:lnTo>
                  <a:lnTo>
                    <a:pt x="905278" y="1063892"/>
                  </a:lnTo>
                  <a:lnTo>
                    <a:pt x="917512" y="1050507"/>
                  </a:lnTo>
                  <a:lnTo>
                    <a:pt x="929745" y="1037100"/>
                  </a:lnTo>
                  <a:lnTo>
                    <a:pt x="941979" y="1023688"/>
                  </a:lnTo>
                  <a:lnTo>
                    <a:pt x="954212" y="1010291"/>
                  </a:lnTo>
                  <a:lnTo>
                    <a:pt x="966446" y="996926"/>
                  </a:lnTo>
                  <a:lnTo>
                    <a:pt x="978679" y="983612"/>
                  </a:lnTo>
                  <a:lnTo>
                    <a:pt x="990913" y="970351"/>
                  </a:lnTo>
                  <a:lnTo>
                    <a:pt x="1003146" y="957131"/>
                  </a:lnTo>
                  <a:lnTo>
                    <a:pt x="1015380" y="943935"/>
                  </a:lnTo>
                  <a:lnTo>
                    <a:pt x="1027613" y="930750"/>
                  </a:lnTo>
                  <a:lnTo>
                    <a:pt x="1039847" y="917560"/>
                  </a:lnTo>
                  <a:lnTo>
                    <a:pt x="1052080" y="904352"/>
                  </a:lnTo>
                  <a:lnTo>
                    <a:pt x="1064314" y="891109"/>
                  </a:lnTo>
                  <a:lnTo>
                    <a:pt x="1076547" y="877818"/>
                  </a:lnTo>
                  <a:lnTo>
                    <a:pt x="1088781" y="864464"/>
                  </a:lnTo>
                  <a:lnTo>
                    <a:pt x="1101014" y="851032"/>
                  </a:lnTo>
                  <a:lnTo>
                    <a:pt x="1113248" y="837506"/>
                  </a:lnTo>
                  <a:lnTo>
                    <a:pt x="1125481" y="823874"/>
                  </a:lnTo>
                  <a:lnTo>
                    <a:pt x="1137715" y="810119"/>
                  </a:lnTo>
                  <a:lnTo>
                    <a:pt x="1149948" y="796227"/>
                  </a:lnTo>
                  <a:lnTo>
                    <a:pt x="1162182" y="782183"/>
                  </a:lnTo>
                  <a:lnTo>
                    <a:pt x="1174415" y="767973"/>
                  </a:lnTo>
                  <a:lnTo>
                    <a:pt x="1186649" y="753582"/>
                  </a:lnTo>
                  <a:lnTo>
                    <a:pt x="1198882" y="738995"/>
                  </a:lnTo>
                  <a:lnTo>
                    <a:pt x="1211116" y="724197"/>
                  </a:lnTo>
                  <a:lnTo>
                    <a:pt x="1223349" y="709175"/>
                  </a:lnTo>
                  <a:lnTo>
                    <a:pt x="1235583" y="693937"/>
                  </a:lnTo>
                  <a:lnTo>
                    <a:pt x="1247816" y="678510"/>
                  </a:lnTo>
                  <a:lnTo>
                    <a:pt x="1260050" y="662922"/>
                  </a:lnTo>
                  <a:lnTo>
                    <a:pt x="1272283" y="647201"/>
                  </a:lnTo>
                  <a:lnTo>
                    <a:pt x="1284517" y="631375"/>
                  </a:lnTo>
                  <a:lnTo>
                    <a:pt x="1296750" y="615470"/>
                  </a:lnTo>
                  <a:lnTo>
                    <a:pt x="1308984" y="599516"/>
                  </a:lnTo>
                  <a:lnTo>
                    <a:pt x="1321217" y="583539"/>
                  </a:lnTo>
                  <a:lnTo>
                    <a:pt x="1333451" y="567568"/>
                  </a:lnTo>
                  <a:lnTo>
                    <a:pt x="1345684" y="551630"/>
                  </a:lnTo>
                  <a:lnTo>
                    <a:pt x="1357918" y="535753"/>
                  </a:lnTo>
                  <a:lnTo>
                    <a:pt x="1370151" y="519964"/>
                  </a:lnTo>
                  <a:lnTo>
                    <a:pt x="1382385" y="504292"/>
                  </a:lnTo>
                  <a:lnTo>
                    <a:pt x="1394618" y="488765"/>
                  </a:lnTo>
                  <a:lnTo>
                    <a:pt x="1406852" y="473409"/>
                  </a:lnTo>
                  <a:lnTo>
                    <a:pt x="1419085" y="458253"/>
                  </a:lnTo>
                  <a:lnTo>
                    <a:pt x="1431319" y="443325"/>
                  </a:lnTo>
                  <a:lnTo>
                    <a:pt x="1443552" y="428651"/>
                  </a:lnTo>
                  <a:lnTo>
                    <a:pt x="1455786" y="414261"/>
                  </a:lnTo>
                  <a:lnTo>
                    <a:pt x="1468019" y="400180"/>
                  </a:lnTo>
                  <a:lnTo>
                    <a:pt x="1480253" y="386413"/>
                  </a:lnTo>
                  <a:lnTo>
                    <a:pt x="1492486" y="372952"/>
                  </a:lnTo>
                  <a:lnTo>
                    <a:pt x="1504720" y="359788"/>
                  </a:lnTo>
                  <a:lnTo>
                    <a:pt x="1516953" y="346915"/>
                  </a:lnTo>
                  <a:lnTo>
                    <a:pt x="1529187" y="334322"/>
                  </a:lnTo>
                  <a:lnTo>
                    <a:pt x="1541420" y="322003"/>
                  </a:lnTo>
                  <a:lnTo>
                    <a:pt x="1553654" y="309948"/>
                  </a:lnTo>
                  <a:lnTo>
                    <a:pt x="1565887" y="298149"/>
                  </a:lnTo>
                  <a:lnTo>
                    <a:pt x="1578121" y="286598"/>
                  </a:lnTo>
                  <a:lnTo>
                    <a:pt x="1590354" y="275287"/>
                  </a:lnTo>
                  <a:lnTo>
                    <a:pt x="1602588" y="264207"/>
                  </a:lnTo>
                  <a:lnTo>
                    <a:pt x="1614821" y="253350"/>
                  </a:lnTo>
                  <a:lnTo>
                    <a:pt x="1627055" y="242708"/>
                  </a:lnTo>
                  <a:lnTo>
                    <a:pt x="1639288" y="232272"/>
                  </a:lnTo>
                  <a:lnTo>
                    <a:pt x="1651522" y="222035"/>
                  </a:lnTo>
                  <a:lnTo>
                    <a:pt x="1663755" y="211987"/>
                  </a:lnTo>
                  <a:lnTo>
                    <a:pt x="1675989" y="202121"/>
                  </a:lnTo>
                  <a:lnTo>
                    <a:pt x="1688222" y="192427"/>
                  </a:lnTo>
                  <a:lnTo>
                    <a:pt x="1700456" y="182899"/>
                  </a:lnTo>
                  <a:lnTo>
                    <a:pt x="1712689" y="173529"/>
                  </a:lnTo>
                  <a:lnTo>
                    <a:pt x="1724923" y="164327"/>
                  </a:lnTo>
                  <a:lnTo>
                    <a:pt x="1737156" y="155308"/>
                  </a:lnTo>
                  <a:lnTo>
                    <a:pt x="1749390" y="146490"/>
                  </a:lnTo>
                  <a:lnTo>
                    <a:pt x="1761623" y="137888"/>
                  </a:lnTo>
                  <a:lnTo>
                    <a:pt x="1773857" y="129519"/>
                  </a:lnTo>
                  <a:lnTo>
                    <a:pt x="1786090" y="121400"/>
                  </a:lnTo>
                  <a:lnTo>
                    <a:pt x="1798324" y="113546"/>
                  </a:lnTo>
                  <a:lnTo>
                    <a:pt x="1810557" y="105974"/>
                  </a:lnTo>
                  <a:lnTo>
                    <a:pt x="1822791" y="98701"/>
                  </a:lnTo>
                  <a:lnTo>
                    <a:pt x="1835024" y="91742"/>
                  </a:lnTo>
                  <a:lnTo>
                    <a:pt x="1847258" y="85115"/>
                  </a:lnTo>
                  <a:lnTo>
                    <a:pt x="1859491" y="78835"/>
                  </a:lnTo>
                  <a:lnTo>
                    <a:pt x="1871725" y="72919"/>
                  </a:lnTo>
                  <a:lnTo>
                    <a:pt x="1883958" y="67384"/>
                  </a:lnTo>
                  <a:lnTo>
                    <a:pt x="1896192" y="62245"/>
                  </a:lnTo>
                  <a:lnTo>
                    <a:pt x="1908425" y="57519"/>
                  </a:lnTo>
                  <a:lnTo>
                    <a:pt x="1920659" y="53223"/>
                  </a:lnTo>
                  <a:lnTo>
                    <a:pt x="1932892" y="49372"/>
                  </a:lnTo>
                  <a:lnTo>
                    <a:pt x="1945126" y="45984"/>
                  </a:lnTo>
                  <a:lnTo>
                    <a:pt x="1957359" y="43065"/>
                  </a:lnTo>
                  <a:lnTo>
                    <a:pt x="1969593" y="40573"/>
                  </a:lnTo>
                  <a:lnTo>
                    <a:pt x="1981826" y="38448"/>
                  </a:lnTo>
                  <a:lnTo>
                    <a:pt x="1994060" y="36628"/>
                  </a:lnTo>
                  <a:lnTo>
                    <a:pt x="2006293" y="35055"/>
                  </a:lnTo>
                  <a:lnTo>
                    <a:pt x="2018527" y="33668"/>
                  </a:lnTo>
                  <a:lnTo>
                    <a:pt x="2030760" y="32406"/>
                  </a:lnTo>
                  <a:lnTo>
                    <a:pt x="2042994" y="31209"/>
                  </a:lnTo>
                  <a:lnTo>
                    <a:pt x="2055227" y="30017"/>
                  </a:lnTo>
                  <a:lnTo>
                    <a:pt x="2067461" y="28770"/>
                  </a:lnTo>
                  <a:lnTo>
                    <a:pt x="2079694" y="27408"/>
                  </a:lnTo>
                  <a:lnTo>
                    <a:pt x="2091928" y="25869"/>
                  </a:lnTo>
                  <a:lnTo>
                    <a:pt x="2104161" y="24095"/>
                  </a:lnTo>
                  <a:lnTo>
                    <a:pt x="2116395" y="22024"/>
                  </a:lnTo>
                  <a:lnTo>
                    <a:pt x="2128628" y="19596"/>
                  </a:lnTo>
                  <a:lnTo>
                    <a:pt x="2140862" y="16752"/>
                  </a:lnTo>
                  <a:lnTo>
                    <a:pt x="2153095" y="13430"/>
                  </a:lnTo>
                  <a:lnTo>
                    <a:pt x="2165329" y="9571"/>
                  </a:lnTo>
                  <a:lnTo>
                    <a:pt x="2177562" y="5114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050767"/>
              <a:ext cx="2346210" cy="473250"/>
            </a:xfrm>
            <a:custGeom>
              <a:avLst/>
              <a:pathLst>
                <a:path w="2346210" h="473250">
                  <a:moveTo>
                    <a:pt x="0" y="314754"/>
                  </a:moveTo>
                  <a:lnTo>
                    <a:pt x="13107" y="309500"/>
                  </a:lnTo>
                  <a:lnTo>
                    <a:pt x="26214" y="304269"/>
                  </a:lnTo>
                  <a:lnTo>
                    <a:pt x="39321" y="299065"/>
                  </a:lnTo>
                  <a:lnTo>
                    <a:pt x="52429" y="293895"/>
                  </a:lnTo>
                  <a:lnTo>
                    <a:pt x="65536" y="288763"/>
                  </a:lnTo>
                  <a:lnTo>
                    <a:pt x="78643" y="283602"/>
                  </a:lnTo>
                  <a:lnTo>
                    <a:pt x="91751" y="277907"/>
                  </a:lnTo>
                  <a:lnTo>
                    <a:pt x="104858" y="272274"/>
                  </a:lnTo>
                  <a:lnTo>
                    <a:pt x="117965" y="266706"/>
                  </a:lnTo>
                  <a:lnTo>
                    <a:pt x="131073" y="261208"/>
                  </a:lnTo>
                  <a:lnTo>
                    <a:pt x="144180" y="255784"/>
                  </a:lnTo>
                  <a:lnTo>
                    <a:pt x="157287" y="250440"/>
                  </a:lnTo>
                  <a:lnTo>
                    <a:pt x="170395" y="246092"/>
                  </a:lnTo>
                  <a:lnTo>
                    <a:pt x="183502" y="242088"/>
                  </a:lnTo>
                  <a:lnTo>
                    <a:pt x="196609" y="237041"/>
                  </a:lnTo>
                  <a:lnTo>
                    <a:pt x="209717" y="232071"/>
                  </a:lnTo>
                  <a:lnTo>
                    <a:pt x="222824" y="227207"/>
                  </a:lnTo>
                  <a:lnTo>
                    <a:pt x="235931" y="222453"/>
                  </a:lnTo>
                  <a:lnTo>
                    <a:pt x="249039" y="217814"/>
                  </a:lnTo>
                  <a:lnTo>
                    <a:pt x="262146" y="213193"/>
                  </a:lnTo>
                  <a:lnTo>
                    <a:pt x="275253" y="207937"/>
                  </a:lnTo>
                  <a:lnTo>
                    <a:pt x="288361" y="202842"/>
                  </a:lnTo>
                  <a:lnTo>
                    <a:pt x="301468" y="198134"/>
                  </a:lnTo>
                  <a:lnTo>
                    <a:pt x="314575" y="193148"/>
                  </a:lnTo>
                  <a:lnTo>
                    <a:pt x="327682" y="188556"/>
                  </a:lnTo>
                  <a:lnTo>
                    <a:pt x="340790" y="185081"/>
                  </a:lnTo>
                  <a:lnTo>
                    <a:pt x="353897" y="181756"/>
                  </a:lnTo>
                  <a:lnTo>
                    <a:pt x="367004" y="178567"/>
                  </a:lnTo>
                  <a:lnTo>
                    <a:pt x="380112" y="175518"/>
                  </a:lnTo>
                  <a:lnTo>
                    <a:pt x="393219" y="171158"/>
                  </a:lnTo>
                  <a:lnTo>
                    <a:pt x="406326" y="167004"/>
                  </a:lnTo>
                  <a:lnTo>
                    <a:pt x="419434" y="163105"/>
                  </a:lnTo>
                  <a:lnTo>
                    <a:pt x="432541" y="159558"/>
                  </a:lnTo>
                  <a:lnTo>
                    <a:pt x="445648" y="157135"/>
                  </a:lnTo>
                  <a:lnTo>
                    <a:pt x="458756" y="154896"/>
                  </a:lnTo>
                  <a:lnTo>
                    <a:pt x="471863" y="152077"/>
                  </a:lnTo>
                  <a:lnTo>
                    <a:pt x="484970" y="149515"/>
                  </a:lnTo>
                  <a:lnTo>
                    <a:pt x="498078" y="146603"/>
                  </a:lnTo>
                  <a:lnTo>
                    <a:pt x="511185" y="144099"/>
                  </a:lnTo>
                  <a:lnTo>
                    <a:pt x="524292" y="142472"/>
                  </a:lnTo>
                  <a:lnTo>
                    <a:pt x="537400" y="141065"/>
                  </a:lnTo>
                  <a:lnTo>
                    <a:pt x="550507" y="139870"/>
                  </a:lnTo>
                  <a:lnTo>
                    <a:pt x="563614" y="138878"/>
                  </a:lnTo>
                  <a:lnTo>
                    <a:pt x="576722" y="137426"/>
                  </a:lnTo>
                  <a:lnTo>
                    <a:pt x="589829" y="136963"/>
                  </a:lnTo>
                  <a:lnTo>
                    <a:pt x="602936" y="135122"/>
                  </a:lnTo>
                  <a:lnTo>
                    <a:pt x="616043" y="133476"/>
                  </a:lnTo>
                  <a:lnTo>
                    <a:pt x="629151" y="132030"/>
                  </a:lnTo>
                  <a:lnTo>
                    <a:pt x="642258" y="131210"/>
                  </a:lnTo>
                  <a:lnTo>
                    <a:pt x="655365" y="130578"/>
                  </a:lnTo>
                  <a:lnTo>
                    <a:pt x="668473" y="130132"/>
                  </a:lnTo>
                  <a:lnTo>
                    <a:pt x="681580" y="129870"/>
                  </a:lnTo>
                  <a:lnTo>
                    <a:pt x="694687" y="129790"/>
                  </a:lnTo>
                  <a:lnTo>
                    <a:pt x="707795" y="129889"/>
                  </a:lnTo>
                  <a:lnTo>
                    <a:pt x="720902" y="130165"/>
                  </a:lnTo>
                  <a:lnTo>
                    <a:pt x="734009" y="130616"/>
                  </a:lnTo>
                  <a:lnTo>
                    <a:pt x="747117" y="131239"/>
                  </a:lnTo>
                  <a:lnTo>
                    <a:pt x="760224" y="132033"/>
                  </a:lnTo>
                  <a:lnTo>
                    <a:pt x="773331" y="132995"/>
                  </a:lnTo>
                  <a:lnTo>
                    <a:pt x="786439" y="134122"/>
                  </a:lnTo>
                  <a:lnTo>
                    <a:pt x="799546" y="135038"/>
                  </a:lnTo>
                  <a:lnTo>
                    <a:pt x="812653" y="135429"/>
                  </a:lnTo>
                  <a:lnTo>
                    <a:pt x="825761" y="135857"/>
                  </a:lnTo>
                  <a:lnTo>
                    <a:pt x="838868" y="137171"/>
                  </a:lnTo>
                  <a:lnTo>
                    <a:pt x="851975" y="138458"/>
                  </a:lnTo>
                  <a:lnTo>
                    <a:pt x="865083" y="139246"/>
                  </a:lnTo>
                  <a:lnTo>
                    <a:pt x="878190" y="140408"/>
                  </a:lnTo>
                  <a:lnTo>
                    <a:pt x="891297" y="141894"/>
                  </a:lnTo>
                  <a:lnTo>
                    <a:pt x="904405" y="142765"/>
                  </a:lnTo>
                  <a:lnTo>
                    <a:pt x="917512" y="143017"/>
                  </a:lnTo>
                  <a:lnTo>
                    <a:pt x="930619" y="143643"/>
                  </a:lnTo>
                  <a:lnTo>
                    <a:pt x="943726" y="144547"/>
                  </a:lnTo>
                  <a:lnTo>
                    <a:pt x="956834" y="145438"/>
                  </a:lnTo>
                  <a:lnTo>
                    <a:pt x="969941" y="146200"/>
                  </a:lnTo>
                  <a:lnTo>
                    <a:pt x="983048" y="146191"/>
                  </a:lnTo>
                  <a:lnTo>
                    <a:pt x="996156" y="146173"/>
                  </a:lnTo>
                  <a:lnTo>
                    <a:pt x="1009263" y="146144"/>
                  </a:lnTo>
                  <a:lnTo>
                    <a:pt x="1022370" y="146101"/>
                  </a:lnTo>
                  <a:lnTo>
                    <a:pt x="1035478" y="146316"/>
                  </a:lnTo>
                  <a:lnTo>
                    <a:pt x="1048585" y="147396"/>
                  </a:lnTo>
                  <a:lnTo>
                    <a:pt x="1061692" y="148414"/>
                  </a:lnTo>
                  <a:lnTo>
                    <a:pt x="1074800" y="149362"/>
                  </a:lnTo>
                  <a:lnTo>
                    <a:pt x="1087907" y="150232"/>
                  </a:lnTo>
                  <a:lnTo>
                    <a:pt x="1101014" y="149934"/>
                  </a:lnTo>
                  <a:lnTo>
                    <a:pt x="1114122" y="149378"/>
                  </a:lnTo>
                  <a:lnTo>
                    <a:pt x="1127229" y="148740"/>
                  </a:lnTo>
                  <a:lnTo>
                    <a:pt x="1140336" y="148025"/>
                  </a:lnTo>
                  <a:lnTo>
                    <a:pt x="1153444" y="147237"/>
                  </a:lnTo>
                  <a:lnTo>
                    <a:pt x="1166551" y="146381"/>
                  </a:lnTo>
                  <a:lnTo>
                    <a:pt x="1179658" y="145460"/>
                  </a:lnTo>
                  <a:lnTo>
                    <a:pt x="1192766" y="144800"/>
                  </a:lnTo>
                  <a:lnTo>
                    <a:pt x="1205873" y="144885"/>
                  </a:lnTo>
                  <a:lnTo>
                    <a:pt x="1218980" y="144864"/>
                  </a:lnTo>
                  <a:lnTo>
                    <a:pt x="1232087" y="144734"/>
                  </a:lnTo>
                  <a:lnTo>
                    <a:pt x="1245195" y="144488"/>
                  </a:lnTo>
                  <a:lnTo>
                    <a:pt x="1258302" y="144120"/>
                  </a:lnTo>
                  <a:lnTo>
                    <a:pt x="1271409" y="143255"/>
                  </a:lnTo>
                  <a:lnTo>
                    <a:pt x="1284517" y="141880"/>
                  </a:lnTo>
                  <a:lnTo>
                    <a:pt x="1297624" y="139430"/>
                  </a:lnTo>
                  <a:lnTo>
                    <a:pt x="1310731" y="138738"/>
                  </a:lnTo>
                  <a:lnTo>
                    <a:pt x="1323839" y="137176"/>
                  </a:lnTo>
                  <a:lnTo>
                    <a:pt x="1336946" y="135430"/>
                  </a:lnTo>
                  <a:lnTo>
                    <a:pt x="1350053" y="133107"/>
                  </a:lnTo>
                  <a:lnTo>
                    <a:pt x="1363161" y="130077"/>
                  </a:lnTo>
                  <a:lnTo>
                    <a:pt x="1376268" y="127925"/>
                  </a:lnTo>
                  <a:lnTo>
                    <a:pt x="1389375" y="126459"/>
                  </a:lnTo>
                  <a:lnTo>
                    <a:pt x="1402483" y="124962"/>
                  </a:lnTo>
                  <a:lnTo>
                    <a:pt x="1415590" y="122923"/>
                  </a:lnTo>
                  <a:lnTo>
                    <a:pt x="1428697" y="121453"/>
                  </a:lnTo>
                  <a:lnTo>
                    <a:pt x="1441805" y="119542"/>
                  </a:lnTo>
                  <a:lnTo>
                    <a:pt x="1454912" y="117454"/>
                  </a:lnTo>
                  <a:lnTo>
                    <a:pt x="1468019" y="115375"/>
                  </a:lnTo>
                  <a:lnTo>
                    <a:pt x="1481127" y="112313"/>
                  </a:lnTo>
                  <a:lnTo>
                    <a:pt x="1494234" y="110181"/>
                  </a:lnTo>
                  <a:lnTo>
                    <a:pt x="1507341" y="108267"/>
                  </a:lnTo>
                  <a:lnTo>
                    <a:pt x="1520448" y="106444"/>
                  </a:lnTo>
                  <a:lnTo>
                    <a:pt x="1533556" y="103639"/>
                  </a:lnTo>
                  <a:lnTo>
                    <a:pt x="1546663" y="100834"/>
                  </a:lnTo>
                  <a:lnTo>
                    <a:pt x="1559770" y="98102"/>
                  </a:lnTo>
                  <a:lnTo>
                    <a:pt x="1572878" y="95453"/>
                  </a:lnTo>
                  <a:lnTo>
                    <a:pt x="1585985" y="92891"/>
                  </a:lnTo>
                  <a:lnTo>
                    <a:pt x="1599092" y="90418"/>
                  </a:lnTo>
                  <a:lnTo>
                    <a:pt x="1612200" y="88032"/>
                  </a:lnTo>
                  <a:lnTo>
                    <a:pt x="1625307" y="85655"/>
                  </a:lnTo>
                  <a:lnTo>
                    <a:pt x="1638414" y="83143"/>
                  </a:lnTo>
                  <a:lnTo>
                    <a:pt x="1651522" y="80718"/>
                  </a:lnTo>
                  <a:lnTo>
                    <a:pt x="1664629" y="78379"/>
                  </a:lnTo>
                  <a:lnTo>
                    <a:pt x="1677736" y="76126"/>
                  </a:lnTo>
                  <a:lnTo>
                    <a:pt x="1690844" y="73959"/>
                  </a:lnTo>
                  <a:lnTo>
                    <a:pt x="1703951" y="71635"/>
                  </a:lnTo>
                  <a:lnTo>
                    <a:pt x="1717058" y="68329"/>
                  </a:lnTo>
                  <a:lnTo>
                    <a:pt x="1730166" y="66440"/>
                  </a:lnTo>
                  <a:lnTo>
                    <a:pt x="1743273" y="64564"/>
                  </a:lnTo>
                  <a:lnTo>
                    <a:pt x="1756380" y="62951"/>
                  </a:lnTo>
                  <a:lnTo>
                    <a:pt x="1769488" y="61056"/>
                  </a:lnTo>
                  <a:lnTo>
                    <a:pt x="1782595" y="59277"/>
                  </a:lnTo>
                  <a:lnTo>
                    <a:pt x="1795702" y="57616"/>
                  </a:lnTo>
                  <a:lnTo>
                    <a:pt x="1808810" y="56078"/>
                  </a:lnTo>
                  <a:lnTo>
                    <a:pt x="1821917" y="54665"/>
                  </a:lnTo>
                  <a:lnTo>
                    <a:pt x="1835024" y="53378"/>
                  </a:lnTo>
                  <a:lnTo>
                    <a:pt x="1848131" y="52216"/>
                  </a:lnTo>
                  <a:lnTo>
                    <a:pt x="1861239" y="51154"/>
                  </a:lnTo>
                  <a:lnTo>
                    <a:pt x="1874346" y="48818"/>
                  </a:lnTo>
                  <a:lnTo>
                    <a:pt x="1887453" y="46550"/>
                  </a:lnTo>
                  <a:lnTo>
                    <a:pt x="1900561" y="44346"/>
                  </a:lnTo>
                  <a:lnTo>
                    <a:pt x="1913668" y="42203"/>
                  </a:lnTo>
                  <a:lnTo>
                    <a:pt x="1926775" y="40121"/>
                  </a:lnTo>
                  <a:lnTo>
                    <a:pt x="1939883" y="38095"/>
                  </a:lnTo>
                  <a:lnTo>
                    <a:pt x="1952990" y="36123"/>
                  </a:lnTo>
                  <a:lnTo>
                    <a:pt x="1966097" y="34204"/>
                  </a:lnTo>
                  <a:lnTo>
                    <a:pt x="1979205" y="32386"/>
                  </a:lnTo>
                  <a:lnTo>
                    <a:pt x="1992312" y="30650"/>
                  </a:lnTo>
                  <a:lnTo>
                    <a:pt x="2005419" y="31964"/>
                  </a:lnTo>
                  <a:lnTo>
                    <a:pt x="2018527" y="33436"/>
                  </a:lnTo>
                  <a:lnTo>
                    <a:pt x="2031634" y="31883"/>
                  </a:lnTo>
                  <a:lnTo>
                    <a:pt x="2044741" y="30371"/>
                  </a:lnTo>
                  <a:lnTo>
                    <a:pt x="2057849" y="28902"/>
                  </a:lnTo>
                  <a:lnTo>
                    <a:pt x="2070956" y="27473"/>
                  </a:lnTo>
                  <a:lnTo>
                    <a:pt x="2084063" y="26085"/>
                  </a:lnTo>
                  <a:lnTo>
                    <a:pt x="2097171" y="24733"/>
                  </a:lnTo>
                  <a:lnTo>
                    <a:pt x="2110278" y="23418"/>
                  </a:lnTo>
                  <a:lnTo>
                    <a:pt x="2123385" y="22322"/>
                  </a:lnTo>
                  <a:lnTo>
                    <a:pt x="2136492" y="22179"/>
                  </a:lnTo>
                  <a:lnTo>
                    <a:pt x="2149600" y="20727"/>
                  </a:lnTo>
                  <a:lnTo>
                    <a:pt x="2162707" y="19277"/>
                  </a:lnTo>
                  <a:lnTo>
                    <a:pt x="2175814" y="17842"/>
                  </a:lnTo>
                  <a:lnTo>
                    <a:pt x="2188922" y="16421"/>
                  </a:lnTo>
                  <a:lnTo>
                    <a:pt x="2202029" y="15047"/>
                  </a:lnTo>
                  <a:lnTo>
                    <a:pt x="2215136" y="13948"/>
                  </a:lnTo>
                  <a:lnTo>
                    <a:pt x="2228244" y="12867"/>
                  </a:lnTo>
                  <a:lnTo>
                    <a:pt x="2241351" y="11803"/>
                  </a:lnTo>
                  <a:lnTo>
                    <a:pt x="2254458" y="10753"/>
                  </a:lnTo>
                  <a:lnTo>
                    <a:pt x="2267566" y="8116"/>
                  </a:lnTo>
                  <a:lnTo>
                    <a:pt x="2280673" y="6757"/>
                  </a:lnTo>
                  <a:lnTo>
                    <a:pt x="2293780" y="5402"/>
                  </a:lnTo>
                  <a:lnTo>
                    <a:pt x="2306888" y="4050"/>
                  </a:lnTo>
                  <a:lnTo>
                    <a:pt x="2319995" y="2700"/>
                  </a:lnTo>
                  <a:lnTo>
                    <a:pt x="2333102" y="1350"/>
                  </a:lnTo>
                  <a:lnTo>
                    <a:pt x="2346210" y="0"/>
                  </a:lnTo>
                  <a:lnTo>
                    <a:pt x="2346210" y="292466"/>
                  </a:lnTo>
                  <a:lnTo>
                    <a:pt x="2333102" y="288424"/>
                  </a:lnTo>
                  <a:lnTo>
                    <a:pt x="2319995" y="284388"/>
                  </a:lnTo>
                  <a:lnTo>
                    <a:pt x="2306888" y="280363"/>
                  </a:lnTo>
                  <a:lnTo>
                    <a:pt x="2293780" y="276351"/>
                  </a:lnTo>
                  <a:lnTo>
                    <a:pt x="2280673" y="272117"/>
                  </a:lnTo>
                  <a:lnTo>
                    <a:pt x="2267566" y="267657"/>
                  </a:lnTo>
                  <a:lnTo>
                    <a:pt x="2254458" y="263214"/>
                  </a:lnTo>
                  <a:lnTo>
                    <a:pt x="2241351" y="258789"/>
                  </a:lnTo>
                  <a:lnTo>
                    <a:pt x="2228244" y="254386"/>
                  </a:lnTo>
                  <a:lnTo>
                    <a:pt x="2215136" y="250009"/>
                  </a:lnTo>
                  <a:lnTo>
                    <a:pt x="2202029" y="245661"/>
                  </a:lnTo>
                  <a:lnTo>
                    <a:pt x="2188922" y="241345"/>
                  </a:lnTo>
                  <a:lnTo>
                    <a:pt x="2175814" y="237064"/>
                  </a:lnTo>
                  <a:lnTo>
                    <a:pt x="2162707" y="233811"/>
                  </a:lnTo>
                  <a:lnTo>
                    <a:pt x="2149600" y="230660"/>
                  </a:lnTo>
                  <a:lnTo>
                    <a:pt x="2136492" y="227545"/>
                  </a:lnTo>
                  <a:lnTo>
                    <a:pt x="2123385" y="224469"/>
                  </a:lnTo>
                  <a:lnTo>
                    <a:pt x="2110278" y="221433"/>
                  </a:lnTo>
                  <a:lnTo>
                    <a:pt x="2097171" y="218441"/>
                  </a:lnTo>
                  <a:lnTo>
                    <a:pt x="2084063" y="215495"/>
                  </a:lnTo>
                  <a:lnTo>
                    <a:pt x="2070956" y="212596"/>
                  </a:lnTo>
                  <a:lnTo>
                    <a:pt x="2057849" y="209421"/>
                  </a:lnTo>
                  <a:lnTo>
                    <a:pt x="2044741" y="206171"/>
                  </a:lnTo>
                  <a:lnTo>
                    <a:pt x="2031634" y="202991"/>
                  </a:lnTo>
                  <a:lnTo>
                    <a:pt x="2018527" y="199887"/>
                  </a:lnTo>
                  <a:lnTo>
                    <a:pt x="2005419" y="196861"/>
                  </a:lnTo>
                  <a:lnTo>
                    <a:pt x="1992312" y="193919"/>
                  </a:lnTo>
                  <a:lnTo>
                    <a:pt x="1979205" y="191065"/>
                  </a:lnTo>
                  <a:lnTo>
                    <a:pt x="1966097" y="188302"/>
                  </a:lnTo>
                  <a:lnTo>
                    <a:pt x="1952990" y="185777"/>
                  </a:lnTo>
                  <a:lnTo>
                    <a:pt x="1939883" y="183068"/>
                  </a:lnTo>
                  <a:lnTo>
                    <a:pt x="1926775" y="180712"/>
                  </a:lnTo>
                  <a:lnTo>
                    <a:pt x="1913668" y="180669"/>
                  </a:lnTo>
                  <a:lnTo>
                    <a:pt x="1900561" y="180648"/>
                  </a:lnTo>
                  <a:lnTo>
                    <a:pt x="1887453" y="178742"/>
                  </a:lnTo>
                  <a:lnTo>
                    <a:pt x="1874346" y="177452"/>
                  </a:lnTo>
                  <a:lnTo>
                    <a:pt x="1861239" y="177260"/>
                  </a:lnTo>
                  <a:lnTo>
                    <a:pt x="1848131" y="177124"/>
                  </a:lnTo>
                  <a:lnTo>
                    <a:pt x="1835024" y="177047"/>
                  </a:lnTo>
                  <a:lnTo>
                    <a:pt x="1821917" y="177030"/>
                  </a:lnTo>
                  <a:lnTo>
                    <a:pt x="1808810" y="175789"/>
                  </a:lnTo>
                  <a:lnTo>
                    <a:pt x="1795702" y="173313"/>
                  </a:lnTo>
                  <a:lnTo>
                    <a:pt x="1782595" y="170978"/>
                  </a:lnTo>
                  <a:lnTo>
                    <a:pt x="1769488" y="168783"/>
                  </a:lnTo>
                  <a:lnTo>
                    <a:pt x="1756380" y="168261"/>
                  </a:lnTo>
                  <a:lnTo>
                    <a:pt x="1743273" y="168526"/>
                  </a:lnTo>
                  <a:lnTo>
                    <a:pt x="1730166" y="168890"/>
                  </a:lnTo>
                  <a:lnTo>
                    <a:pt x="1717058" y="169353"/>
                  </a:lnTo>
                  <a:lnTo>
                    <a:pt x="1703951" y="169697"/>
                  </a:lnTo>
                  <a:lnTo>
                    <a:pt x="1690844" y="168986"/>
                  </a:lnTo>
                  <a:lnTo>
                    <a:pt x="1677736" y="170493"/>
                  </a:lnTo>
                  <a:lnTo>
                    <a:pt x="1664629" y="172202"/>
                  </a:lnTo>
                  <a:lnTo>
                    <a:pt x="1651522" y="173168"/>
                  </a:lnTo>
                  <a:lnTo>
                    <a:pt x="1638414" y="174878"/>
                  </a:lnTo>
                  <a:lnTo>
                    <a:pt x="1625307" y="177021"/>
                  </a:lnTo>
                  <a:lnTo>
                    <a:pt x="1612200" y="179265"/>
                  </a:lnTo>
                  <a:lnTo>
                    <a:pt x="1599092" y="181606"/>
                  </a:lnTo>
                  <a:lnTo>
                    <a:pt x="1585985" y="184041"/>
                  </a:lnTo>
                  <a:lnTo>
                    <a:pt x="1572878" y="186121"/>
                  </a:lnTo>
                  <a:lnTo>
                    <a:pt x="1559770" y="187113"/>
                  </a:lnTo>
                  <a:lnTo>
                    <a:pt x="1546663" y="188199"/>
                  </a:lnTo>
                  <a:lnTo>
                    <a:pt x="1533556" y="189374"/>
                  </a:lnTo>
                  <a:lnTo>
                    <a:pt x="1520448" y="190627"/>
                  </a:lnTo>
                  <a:lnTo>
                    <a:pt x="1507341" y="191949"/>
                  </a:lnTo>
                  <a:lnTo>
                    <a:pt x="1494234" y="193843"/>
                  </a:lnTo>
                  <a:lnTo>
                    <a:pt x="1481127" y="196222"/>
                  </a:lnTo>
                  <a:lnTo>
                    <a:pt x="1468019" y="197547"/>
                  </a:lnTo>
                  <a:lnTo>
                    <a:pt x="1454912" y="199022"/>
                  </a:lnTo>
                  <a:lnTo>
                    <a:pt x="1441805" y="201180"/>
                  </a:lnTo>
                  <a:lnTo>
                    <a:pt x="1428697" y="203325"/>
                  </a:lnTo>
                  <a:lnTo>
                    <a:pt x="1415590" y="205191"/>
                  </a:lnTo>
                  <a:lnTo>
                    <a:pt x="1402483" y="207199"/>
                  </a:lnTo>
                  <a:lnTo>
                    <a:pt x="1389375" y="209396"/>
                  </a:lnTo>
                  <a:lnTo>
                    <a:pt x="1376268" y="211801"/>
                  </a:lnTo>
                  <a:lnTo>
                    <a:pt x="1363161" y="214323"/>
                  </a:lnTo>
                  <a:lnTo>
                    <a:pt x="1350053" y="216724"/>
                  </a:lnTo>
                  <a:lnTo>
                    <a:pt x="1336946" y="218714"/>
                  </a:lnTo>
                  <a:lnTo>
                    <a:pt x="1323839" y="220581"/>
                  </a:lnTo>
                  <a:lnTo>
                    <a:pt x="1310731" y="222334"/>
                  </a:lnTo>
                  <a:lnTo>
                    <a:pt x="1297624" y="223959"/>
                  </a:lnTo>
                  <a:lnTo>
                    <a:pt x="1284517" y="225380"/>
                  </a:lnTo>
                  <a:lnTo>
                    <a:pt x="1271409" y="226810"/>
                  </a:lnTo>
                  <a:lnTo>
                    <a:pt x="1258302" y="228039"/>
                  </a:lnTo>
                  <a:lnTo>
                    <a:pt x="1245195" y="229138"/>
                  </a:lnTo>
                  <a:lnTo>
                    <a:pt x="1232087" y="230181"/>
                  </a:lnTo>
                  <a:lnTo>
                    <a:pt x="1218980" y="231631"/>
                  </a:lnTo>
                  <a:lnTo>
                    <a:pt x="1205873" y="232900"/>
                  </a:lnTo>
                  <a:lnTo>
                    <a:pt x="1192766" y="233991"/>
                  </a:lnTo>
                  <a:lnTo>
                    <a:pt x="1179658" y="234903"/>
                  </a:lnTo>
                  <a:lnTo>
                    <a:pt x="1166551" y="235638"/>
                  </a:lnTo>
                  <a:lnTo>
                    <a:pt x="1153444" y="236085"/>
                  </a:lnTo>
                  <a:lnTo>
                    <a:pt x="1140336" y="236316"/>
                  </a:lnTo>
                  <a:lnTo>
                    <a:pt x="1127229" y="236779"/>
                  </a:lnTo>
                  <a:lnTo>
                    <a:pt x="1114122" y="236808"/>
                  </a:lnTo>
                  <a:lnTo>
                    <a:pt x="1101014" y="236662"/>
                  </a:lnTo>
                  <a:lnTo>
                    <a:pt x="1087907" y="236342"/>
                  </a:lnTo>
                  <a:lnTo>
                    <a:pt x="1074800" y="235848"/>
                  </a:lnTo>
                  <a:lnTo>
                    <a:pt x="1061692" y="235180"/>
                  </a:lnTo>
                  <a:lnTo>
                    <a:pt x="1048585" y="234341"/>
                  </a:lnTo>
                  <a:lnTo>
                    <a:pt x="1035478" y="233499"/>
                  </a:lnTo>
                  <a:lnTo>
                    <a:pt x="1022370" y="233241"/>
                  </a:lnTo>
                  <a:lnTo>
                    <a:pt x="1009263" y="232848"/>
                  </a:lnTo>
                  <a:lnTo>
                    <a:pt x="996156" y="232335"/>
                  </a:lnTo>
                  <a:lnTo>
                    <a:pt x="983048" y="231673"/>
                  </a:lnTo>
                  <a:lnTo>
                    <a:pt x="969941" y="230322"/>
                  </a:lnTo>
                  <a:lnTo>
                    <a:pt x="956834" y="228878"/>
                  </a:lnTo>
                  <a:lnTo>
                    <a:pt x="943726" y="227921"/>
                  </a:lnTo>
                  <a:lnTo>
                    <a:pt x="930619" y="227053"/>
                  </a:lnTo>
                  <a:lnTo>
                    <a:pt x="917512" y="226115"/>
                  </a:lnTo>
                  <a:lnTo>
                    <a:pt x="904405" y="225117"/>
                  </a:lnTo>
                  <a:lnTo>
                    <a:pt x="891297" y="224070"/>
                  </a:lnTo>
                  <a:lnTo>
                    <a:pt x="878190" y="222984"/>
                  </a:lnTo>
                  <a:lnTo>
                    <a:pt x="865083" y="221870"/>
                  </a:lnTo>
                  <a:lnTo>
                    <a:pt x="851975" y="220739"/>
                  </a:lnTo>
                  <a:lnTo>
                    <a:pt x="838868" y="219601"/>
                  </a:lnTo>
                  <a:lnTo>
                    <a:pt x="825761" y="218466"/>
                  </a:lnTo>
                  <a:lnTo>
                    <a:pt x="812653" y="217347"/>
                  </a:lnTo>
                  <a:lnTo>
                    <a:pt x="799546" y="216130"/>
                  </a:lnTo>
                  <a:lnTo>
                    <a:pt x="786439" y="215193"/>
                  </a:lnTo>
                  <a:lnTo>
                    <a:pt x="773331" y="214181"/>
                  </a:lnTo>
                  <a:lnTo>
                    <a:pt x="760224" y="213280"/>
                  </a:lnTo>
                  <a:lnTo>
                    <a:pt x="747117" y="212334"/>
                  </a:lnTo>
                  <a:lnTo>
                    <a:pt x="734009" y="211516"/>
                  </a:lnTo>
                  <a:lnTo>
                    <a:pt x="720902" y="210380"/>
                  </a:lnTo>
                  <a:lnTo>
                    <a:pt x="707795" y="208931"/>
                  </a:lnTo>
                  <a:lnTo>
                    <a:pt x="694687" y="208730"/>
                  </a:lnTo>
                  <a:lnTo>
                    <a:pt x="681580" y="208799"/>
                  </a:lnTo>
                  <a:lnTo>
                    <a:pt x="668473" y="208810"/>
                  </a:lnTo>
                  <a:lnTo>
                    <a:pt x="655365" y="208860"/>
                  </a:lnTo>
                  <a:lnTo>
                    <a:pt x="642258" y="209781"/>
                  </a:lnTo>
                  <a:lnTo>
                    <a:pt x="629151" y="211066"/>
                  </a:lnTo>
                  <a:lnTo>
                    <a:pt x="616043" y="212406"/>
                  </a:lnTo>
                  <a:lnTo>
                    <a:pt x="602936" y="213914"/>
                  </a:lnTo>
                  <a:lnTo>
                    <a:pt x="589829" y="215596"/>
                  </a:lnTo>
                  <a:lnTo>
                    <a:pt x="576722" y="217460"/>
                  </a:lnTo>
                  <a:lnTo>
                    <a:pt x="563614" y="219512"/>
                  </a:lnTo>
                  <a:lnTo>
                    <a:pt x="550507" y="221760"/>
                  </a:lnTo>
                  <a:lnTo>
                    <a:pt x="537400" y="224212"/>
                  </a:lnTo>
                  <a:lnTo>
                    <a:pt x="524292" y="226873"/>
                  </a:lnTo>
                  <a:lnTo>
                    <a:pt x="511185" y="229751"/>
                  </a:lnTo>
                  <a:lnTo>
                    <a:pt x="498078" y="232841"/>
                  </a:lnTo>
                  <a:lnTo>
                    <a:pt x="484970" y="236136"/>
                  </a:lnTo>
                  <a:lnTo>
                    <a:pt x="471863" y="239629"/>
                  </a:lnTo>
                  <a:lnTo>
                    <a:pt x="458756" y="243310"/>
                  </a:lnTo>
                  <a:lnTo>
                    <a:pt x="445648" y="247174"/>
                  </a:lnTo>
                  <a:lnTo>
                    <a:pt x="432541" y="251211"/>
                  </a:lnTo>
                  <a:lnTo>
                    <a:pt x="419434" y="255414"/>
                  </a:lnTo>
                  <a:lnTo>
                    <a:pt x="406326" y="259776"/>
                  </a:lnTo>
                  <a:lnTo>
                    <a:pt x="393219" y="264287"/>
                  </a:lnTo>
                  <a:lnTo>
                    <a:pt x="380112" y="268942"/>
                  </a:lnTo>
                  <a:lnTo>
                    <a:pt x="367004" y="274367"/>
                  </a:lnTo>
                  <a:lnTo>
                    <a:pt x="353897" y="280489"/>
                  </a:lnTo>
                  <a:lnTo>
                    <a:pt x="340790" y="286339"/>
                  </a:lnTo>
                  <a:lnTo>
                    <a:pt x="327682" y="291416"/>
                  </a:lnTo>
                  <a:lnTo>
                    <a:pt x="314575" y="296593"/>
                  </a:lnTo>
                  <a:lnTo>
                    <a:pt x="301468" y="301863"/>
                  </a:lnTo>
                  <a:lnTo>
                    <a:pt x="288361" y="308369"/>
                  </a:lnTo>
                  <a:lnTo>
                    <a:pt x="275253" y="314040"/>
                  </a:lnTo>
                  <a:lnTo>
                    <a:pt x="262146" y="318736"/>
                  </a:lnTo>
                  <a:lnTo>
                    <a:pt x="249039" y="323696"/>
                  </a:lnTo>
                  <a:lnTo>
                    <a:pt x="235931" y="329772"/>
                  </a:lnTo>
                  <a:lnTo>
                    <a:pt x="222824" y="338069"/>
                  </a:lnTo>
                  <a:lnTo>
                    <a:pt x="209717" y="346506"/>
                  </a:lnTo>
                  <a:lnTo>
                    <a:pt x="196609" y="355077"/>
                  </a:lnTo>
                  <a:lnTo>
                    <a:pt x="183502" y="363775"/>
                  </a:lnTo>
                  <a:lnTo>
                    <a:pt x="170395" y="372594"/>
                  </a:lnTo>
                  <a:lnTo>
                    <a:pt x="157287" y="381526"/>
                  </a:lnTo>
                  <a:lnTo>
                    <a:pt x="144180" y="390567"/>
                  </a:lnTo>
                  <a:lnTo>
                    <a:pt x="131073" y="398340"/>
                  </a:lnTo>
                  <a:lnTo>
                    <a:pt x="117965" y="405739"/>
                  </a:lnTo>
                  <a:lnTo>
                    <a:pt x="104858" y="413167"/>
                  </a:lnTo>
                  <a:lnTo>
                    <a:pt x="91751" y="420621"/>
                  </a:lnTo>
                  <a:lnTo>
                    <a:pt x="78643" y="428097"/>
                  </a:lnTo>
                  <a:lnTo>
                    <a:pt x="65536" y="435592"/>
                  </a:lnTo>
                  <a:lnTo>
                    <a:pt x="52429" y="443104"/>
                  </a:lnTo>
                  <a:lnTo>
                    <a:pt x="39321" y="450629"/>
                  </a:lnTo>
                  <a:lnTo>
                    <a:pt x="26214" y="458163"/>
                  </a:lnTo>
                  <a:lnTo>
                    <a:pt x="13107" y="464251"/>
                  </a:lnTo>
                  <a:lnTo>
                    <a:pt x="0" y="47325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050767"/>
              <a:ext cx="2346210" cy="314754"/>
            </a:xfrm>
            <a:custGeom>
              <a:avLst/>
              <a:pathLst>
                <a:path w="2346210" h="314754">
                  <a:moveTo>
                    <a:pt x="0" y="314754"/>
                  </a:moveTo>
                  <a:lnTo>
                    <a:pt x="13107" y="309500"/>
                  </a:lnTo>
                  <a:lnTo>
                    <a:pt x="26214" y="304269"/>
                  </a:lnTo>
                  <a:lnTo>
                    <a:pt x="39321" y="299065"/>
                  </a:lnTo>
                  <a:lnTo>
                    <a:pt x="52429" y="293895"/>
                  </a:lnTo>
                  <a:lnTo>
                    <a:pt x="65536" y="288763"/>
                  </a:lnTo>
                  <a:lnTo>
                    <a:pt x="78643" y="283602"/>
                  </a:lnTo>
                  <a:lnTo>
                    <a:pt x="91751" y="277907"/>
                  </a:lnTo>
                  <a:lnTo>
                    <a:pt x="104858" y="272274"/>
                  </a:lnTo>
                  <a:lnTo>
                    <a:pt x="117965" y="266706"/>
                  </a:lnTo>
                  <a:lnTo>
                    <a:pt x="131073" y="261208"/>
                  </a:lnTo>
                  <a:lnTo>
                    <a:pt x="144180" y="255784"/>
                  </a:lnTo>
                  <a:lnTo>
                    <a:pt x="157287" y="250440"/>
                  </a:lnTo>
                  <a:lnTo>
                    <a:pt x="170395" y="246092"/>
                  </a:lnTo>
                  <a:lnTo>
                    <a:pt x="183502" y="242088"/>
                  </a:lnTo>
                  <a:lnTo>
                    <a:pt x="196609" y="237041"/>
                  </a:lnTo>
                  <a:lnTo>
                    <a:pt x="209717" y="232071"/>
                  </a:lnTo>
                  <a:lnTo>
                    <a:pt x="222824" y="227207"/>
                  </a:lnTo>
                  <a:lnTo>
                    <a:pt x="235931" y="222453"/>
                  </a:lnTo>
                  <a:lnTo>
                    <a:pt x="249039" y="217814"/>
                  </a:lnTo>
                  <a:lnTo>
                    <a:pt x="262146" y="213193"/>
                  </a:lnTo>
                  <a:lnTo>
                    <a:pt x="275253" y="207937"/>
                  </a:lnTo>
                  <a:lnTo>
                    <a:pt x="288361" y="202842"/>
                  </a:lnTo>
                  <a:lnTo>
                    <a:pt x="301468" y="198134"/>
                  </a:lnTo>
                  <a:lnTo>
                    <a:pt x="314575" y="193148"/>
                  </a:lnTo>
                  <a:lnTo>
                    <a:pt x="327682" y="188556"/>
                  </a:lnTo>
                  <a:lnTo>
                    <a:pt x="340790" y="185081"/>
                  </a:lnTo>
                  <a:lnTo>
                    <a:pt x="353897" y="181756"/>
                  </a:lnTo>
                  <a:lnTo>
                    <a:pt x="367004" y="178567"/>
                  </a:lnTo>
                  <a:lnTo>
                    <a:pt x="380112" y="175518"/>
                  </a:lnTo>
                  <a:lnTo>
                    <a:pt x="393219" y="171158"/>
                  </a:lnTo>
                  <a:lnTo>
                    <a:pt x="406326" y="167004"/>
                  </a:lnTo>
                  <a:lnTo>
                    <a:pt x="419434" y="163105"/>
                  </a:lnTo>
                  <a:lnTo>
                    <a:pt x="432541" y="159558"/>
                  </a:lnTo>
                  <a:lnTo>
                    <a:pt x="445648" y="157135"/>
                  </a:lnTo>
                  <a:lnTo>
                    <a:pt x="458756" y="154896"/>
                  </a:lnTo>
                  <a:lnTo>
                    <a:pt x="471863" y="152077"/>
                  </a:lnTo>
                  <a:lnTo>
                    <a:pt x="484970" y="149515"/>
                  </a:lnTo>
                  <a:lnTo>
                    <a:pt x="498078" y="146603"/>
                  </a:lnTo>
                  <a:lnTo>
                    <a:pt x="511185" y="144099"/>
                  </a:lnTo>
                  <a:lnTo>
                    <a:pt x="524292" y="142472"/>
                  </a:lnTo>
                  <a:lnTo>
                    <a:pt x="537400" y="141065"/>
                  </a:lnTo>
                  <a:lnTo>
                    <a:pt x="550507" y="139870"/>
                  </a:lnTo>
                  <a:lnTo>
                    <a:pt x="563614" y="138878"/>
                  </a:lnTo>
                  <a:lnTo>
                    <a:pt x="576722" y="137426"/>
                  </a:lnTo>
                  <a:lnTo>
                    <a:pt x="589829" y="136963"/>
                  </a:lnTo>
                  <a:lnTo>
                    <a:pt x="602936" y="135122"/>
                  </a:lnTo>
                  <a:lnTo>
                    <a:pt x="616043" y="133476"/>
                  </a:lnTo>
                  <a:lnTo>
                    <a:pt x="629151" y="132030"/>
                  </a:lnTo>
                  <a:lnTo>
                    <a:pt x="642258" y="131210"/>
                  </a:lnTo>
                  <a:lnTo>
                    <a:pt x="655365" y="130578"/>
                  </a:lnTo>
                  <a:lnTo>
                    <a:pt x="668473" y="130132"/>
                  </a:lnTo>
                  <a:lnTo>
                    <a:pt x="681580" y="129870"/>
                  </a:lnTo>
                  <a:lnTo>
                    <a:pt x="694687" y="129790"/>
                  </a:lnTo>
                  <a:lnTo>
                    <a:pt x="707795" y="129889"/>
                  </a:lnTo>
                  <a:lnTo>
                    <a:pt x="720902" y="130165"/>
                  </a:lnTo>
                  <a:lnTo>
                    <a:pt x="734009" y="130616"/>
                  </a:lnTo>
                  <a:lnTo>
                    <a:pt x="747117" y="131239"/>
                  </a:lnTo>
                  <a:lnTo>
                    <a:pt x="760224" y="132033"/>
                  </a:lnTo>
                  <a:lnTo>
                    <a:pt x="773331" y="132995"/>
                  </a:lnTo>
                  <a:lnTo>
                    <a:pt x="786439" y="134122"/>
                  </a:lnTo>
                  <a:lnTo>
                    <a:pt x="799546" y="135038"/>
                  </a:lnTo>
                  <a:lnTo>
                    <a:pt x="812653" y="135429"/>
                  </a:lnTo>
                  <a:lnTo>
                    <a:pt x="825761" y="135857"/>
                  </a:lnTo>
                  <a:lnTo>
                    <a:pt x="838868" y="137171"/>
                  </a:lnTo>
                  <a:lnTo>
                    <a:pt x="851975" y="138458"/>
                  </a:lnTo>
                  <a:lnTo>
                    <a:pt x="865083" y="139246"/>
                  </a:lnTo>
                  <a:lnTo>
                    <a:pt x="878190" y="140408"/>
                  </a:lnTo>
                  <a:lnTo>
                    <a:pt x="891297" y="141894"/>
                  </a:lnTo>
                  <a:lnTo>
                    <a:pt x="904405" y="142765"/>
                  </a:lnTo>
                  <a:lnTo>
                    <a:pt x="917512" y="143017"/>
                  </a:lnTo>
                  <a:lnTo>
                    <a:pt x="930619" y="143643"/>
                  </a:lnTo>
                  <a:lnTo>
                    <a:pt x="943726" y="144547"/>
                  </a:lnTo>
                  <a:lnTo>
                    <a:pt x="956834" y="145438"/>
                  </a:lnTo>
                  <a:lnTo>
                    <a:pt x="969941" y="146200"/>
                  </a:lnTo>
                  <a:lnTo>
                    <a:pt x="983048" y="146191"/>
                  </a:lnTo>
                  <a:lnTo>
                    <a:pt x="996156" y="146173"/>
                  </a:lnTo>
                  <a:lnTo>
                    <a:pt x="1009263" y="146144"/>
                  </a:lnTo>
                  <a:lnTo>
                    <a:pt x="1022370" y="146101"/>
                  </a:lnTo>
                  <a:lnTo>
                    <a:pt x="1035478" y="146316"/>
                  </a:lnTo>
                  <a:lnTo>
                    <a:pt x="1048585" y="147396"/>
                  </a:lnTo>
                  <a:lnTo>
                    <a:pt x="1061692" y="148414"/>
                  </a:lnTo>
                  <a:lnTo>
                    <a:pt x="1074800" y="149362"/>
                  </a:lnTo>
                  <a:lnTo>
                    <a:pt x="1087907" y="150232"/>
                  </a:lnTo>
                  <a:lnTo>
                    <a:pt x="1101014" y="149934"/>
                  </a:lnTo>
                  <a:lnTo>
                    <a:pt x="1114122" y="149378"/>
                  </a:lnTo>
                  <a:lnTo>
                    <a:pt x="1127229" y="148740"/>
                  </a:lnTo>
                  <a:lnTo>
                    <a:pt x="1140336" y="148025"/>
                  </a:lnTo>
                  <a:lnTo>
                    <a:pt x="1153444" y="147237"/>
                  </a:lnTo>
                  <a:lnTo>
                    <a:pt x="1166551" y="146381"/>
                  </a:lnTo>
                  <a:lnTo>
                    <a:pt x="1179658" y="145460"/>
                  </a:lnTo>
                  <a:lnTo>
                    <a:pt x="1192766" y="144800"/>
                  </a:lnTo>
                  <a:lnTo>
                    <a:pt x="1205873" y="144885"/>
                  </a:lnTo>
                  <a:lnTo>
                    <a:pt x="1218980" y="144864"/>
                  </a:lnTo>
                  <a:lnTo>
                    <a:pt x="1232087" y="144734"/>
                  </a:lnTo>
                  <a:lnTo>
                    <a:pt x="1245195" y="144488"/>
                  </a:lnTo>
                  <a:lnTo>
                    <a:pt x="1258302" y="144120"/>
                  </a:lnTo>
                  <a:lnTo>
                    <a:pt x="1271409" y="143255"/>
                  </a:lnTo>
                  <a:lnTo>
                    <a:pt x="1284517" y="141880"/>
                  </a:lnTo>
                  <a:lnTo>
                    <a:pt x="1297624" y="139430"/>
                  </a:lnTo>
                  <a:lnTo>
                    <a:pt x="1310731" y="138738"/>
                  </a:lnTo>
                  <a:lnTo>
                    <a:pt x="1323839" y="137176"/>
                  </a:lnTo>
                  <a:lnTo>
                    <a:pt x="1336946" y="135430"/>
                  </a:lnTo>
                  <a:lnTo>
                    <a:pt x="1350053" y="133107"/>
                  </a:lnTo>
                  <a:lnTo>
                    <a:pt x="1363161" y="130077"/>
                  </a:lnTo>
                  <a:lnTo>
                    <a:pt x="1376268" y="127925"/>
                  </a:lnTo>
                  <a:lnTo>
                    <a:pt x="1389375" y="126459"/>
                  </a:lnTo>
                  <a:lnTo>
                    <a:pt x="1402483" y="124962"/>
                  </a:lnTo>
                  <a:lnTo>
                    <a:pt x="1415590" y="122923"/>
                  </a:lnTo>
                  <a:lnTo>
                    <a:pt x="1428697" y="121453"/>
                  </a:lnTo>
                  <a:lnTo>
                    <a:pt x="1441805" y="119542"/>
                  </a:lnTo>
                  <a:lnTo>
                    <a:pt x="1454912" y="117454"/>
                  </a:lnTo>
                  <a:lnTo>
                    <a:pt x="1468019" y="115375"/>
                  </a:lnTo>
                  <a:lnTo>
                    <a:pt x="1481127" y="112313"/>
                  </a:lnTo>
                  <a:lnTo>
                    <a:pt x="1494234" y="110181"/>
                  </a:lnTo>
                  <a:lnTo>
                    <a:pt x="1507341" y="108267"/>
                  </a:lnTo>
                  <a:lnTo>
                    <a:pt x="1520448" y="106444"/>
                  </a:lnTo>
                  <a:lnTo>
                    <a:pt x="1533556" y="103639"/>
                  </a:lnTo>
                  <a:lnTo>
                    <a:pt x="1546663" y="100834"/>
                  </a:lnTo>
                  <a:lnTo>
                    <a:pt x="1559770" y="98102"/>
                  </a:lnTo>
                  <a:lnTo>
                    <a:pt x="1572878" y="95453"/>
                  </a:lnTo>
                  <a:lnTo>
                    <a:pt x="1585985" y="92891"/>
                  </a:lnTo>
                  <a:lnTo>
                    <a:pt x="1599092" y="90418"/>
                  </a:lnTo>
                  <a:lnTo>
                    <a:pt x="1612200" y="88032"/>
                  </a:lnTo>
                  <a:lnTo>
                    <a:pt x="1625307" y="85655"/>
                  </a:lnTo>
                  <a:lnTo>
                    <a:pt x="1638414" y="83143"/>
                  </a:lnTo>
                  <a:lnTo>
                    <a:pt x="1651522" y="80718"/>
                  </a:lnTo>
                  <a:lnTo>
                    <a:pt x="1664629" y="78379"/>
                  </a:lnTo>
                  <a:lnTo>
                    <a:pt x="1677736" y="76126"/>
                  </a:lnTo>
                  <a:lnTo>
                    <a:pt x="1690844" y="73959"/>
                  </a:lnTo>
                  <a:lnTo>
                    <a:pt x="1703951" y="71635"/>
                  </a:lnTo>
                  <a:lnTo>
                    <a:pt x="1717058" y="68329"/>
                  </a:lnTo>
                  <a:lnTo>
                    <a:pt x="1730166" y="66440"/>
                  </a:lnTo>
                  <a:lnTo>
                    <a:pt x="1743273" y="64564"/>
                  </a:lnTo>
                  <a:lnTo>
                    <a:pt x="1756380" y="62951"/>
                  </a:lnTo>
                  <a:lnTo>
                    <a:pt x="1769488" y="61056"/>
                  </a:lnTo>
                  <a:lnTo>
                    <a:pt x="1782595" y="59277"/>
                  </a:lnTo>
                  <a:lnTo>
                    <a:pt x="1795702" y="57616"/>
                  </a:lnTo>
                  <a:lnTo>
                    <a:pt x="1808810" y="56078"/>
                  </a:lnTo>
                  <a:lnTo>
                    <a:pt x="1821917" y="54665"/>
                  </a:lnTo>
                  <a:lnTo>
                    <a:pt x="1835024" y="53378"/>
                  </a:lnTo>
                  <a:lnTo>
                    <a:pt x="1848131" y="52216"/>
                  </a:lnTo>
                  <a:lnTo>
                    <a:pt x="1861239" y="51154"/>
                  </a:lnTo>
                  <a:lnTo>
                    <a:pt x="1874346" y="48818"/>
                  </a:lnTo>
                  <a:lnTo>
                    <a:pt x="1887453" y="46550"/>
                  </a:lnTo>
                  <a:lnTo>
                    <a:pt x="1900561" y="44346"/>
                  </a:lnTo>
                  <a:lnTo>
                    <a:pt x="1913668" y="42203"/>
                  </a:lnTo>
                  <a:lnTo>
                    <a:pt x="1926775" y="40121"/>
                  </a:lnTo>
                  <a:lnTo>
                    <a:pt x="1939883" y="38095"/>
                  </a:lnTo>
                  <a:lnTo>
                    <a:pt x="1952990" y="36123"/>
                  </a:lnTo>
                  <a:lnTo>
                    <a:pt x="1966097" y="34204"/>
                  </a:lnTo>
                  <a:lnTo>
                    <a:pt x="1979205" y="32386"/>
                  </a:lnTo>
                  <a:lnTo>
                    <a:pt x="1992312" y="30650"/>
                  </a:lnTo>
                  <a:lnTo>
                    <a:pt x="2005419" y="31964"/>
                  </a:lnTo>
                  <a:lnTo>
                    <a:pt x="2018527" y="33436"/>
                  </a:lnTo>
                  <a:lnTo>
                    <a:pt x="2031634" y="31883"/>
                  </a:lnTo>
                  <a:lnTo>
                    <a:pt x="2044741" y="30371"/>
                  </a:lnTo>
                  <a:lnTo>
                    <a:pt x="2057849" y="28902"/>
                  </a:lnTo>
                  <a:lnTo>
                    <a:pt x="2070956" y="27473"/>
                  </a:lnTo>
                  <a:lnTo>
                    <a:pt x="2084063" y="26085"/>
                  </a:lnTo>
                  <a:lnTo>
                    <a:pt x="2097171" y="24733"/>
                  </a:lnTo>
                  <a:lnTo>
                    <a:pt x="2110278" y="23418"/>
                  </a:lnTo>
                  <a:lnTo>
                    <a:pt x="2123385" y="22322"/>
                  </a:lnTo>
                  <a:lnTo>
                    <a:pt x="2136492" y="22179"/>
                  </a:lnTo>
                  <a:lnTo>
                    <a:pt x="2149600" y="20727"/>
                  </a:lnTo>
                  <a:lnTo>
                    <a:pt x="2162707" y="19277"/>
                  </a:lnTo>
                  <a:lnTo>
                    <a:pt x="2175814" y="17842"/>
                  </a:lnTo>
                  <a:lnTo>
                    <a:pt x="2188922" y="16421"/>
                  </a:lnTo>
                  <a:lnTo>
                    <a:pt x="2202029" y="15047"/>
                  </a:lnTo>
                  <a:lnTo>
                    <a:pt x="2215136" y="13948"/>
                  </a:lnTo>
                  <a:lnTo>
                    <a:pt x="2228244" y="12867"/>
                  </a:lnTo>
                  <a:lnTo>
                    <a:pt x="2241351" y="11803"/>
                  </a:lnTo>
                  <a:lnTo>
                    <a:pt x="2254458" y="10753"/>
                  </a:lnTo>
                  <a:lnTo>
                    <a:pt x="2267566" y="8116"/>
                  </a:lnTo>
                  <a:lnTo>
                    <a:pt x="2280673" y="6757"/>
                  </a:lnTo>
                  <a:lnTo>
                    <a:pt x="2293780" y="5402"/>
                  </a:lnTo>
                  <a:lnTo>
                    <a:pt x="2306888" y="4050"/>
                  </a:lnTo>
                  <a:lnTo>
                    <a:pt x="2319995" y="2700"/>
                  </a:lnTo>
                  <a:lnTo>
                    <a:pt x="2333102" y="135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219028"/>
              <a:ext cx="2346210" cy="304989"/>
            </a:xfrm>
            <a:custGeom>
              <a:avLst/>
              <a:pathLst>
                <a:path w="2346210" h="304989">
                  <a:moveTo>
                    <a:pt x="2346210" y="124205"/>
                  </a:moveTo>
                  <a:lnTo>
                    <a:pt x="2333102" y="120163"/>
                  </a:lnTo>
                  <a:lnTo>
                    <a:pt x="2319995" y="116127"/>
                  </a:lnTo>
                  <a:lnTo>
                    <a:pt x="2306888" y="112102"/>
                  </a:lnTo>
                  <a:lnTo>
                    <a:pt x="2293780" y="108090"/>
                  </a:lnTo>
                  <a:lnTo>
                    <a:pt x="2280673" y="103855"/>
                  </a:lnTo>
                  <a:lnTo>
                    <a:pt x="2267566" y="99396"/>
                  </a:lnTo>
                  <a:lnTo>
                    <a:pt x="2254458" y="94952"/>
                  </a:lnTo>
                  <a:lnTo>
                    <a:pt x="2241351" y="90528"/>
                  </a:lnTo>
                  <a:lnTo>
                    <a:pt x="2228244" y="86125"/>
                  </a:lnTo>
                  <a:lnTo>
                    <a:pt x="2215136" y="81748"/>
                  </a:lnTo>
                  <a:lnTo>
                    <a:pt x="2202029" y="77400"/>
                  </a:lnTo>
                  <a:lnTo>
                    <a:pt x="2188922" y="73084"/>
                  </a:lnTo>
                  <a:lnTo>
                    <a:pt x="2175814" y="68803"/>
                  </a:lnTo>
                  <a:lnTo>
                    <a:pt x="2162707" y="65549"/>
                  </a:lnTo>
                  <a:lnTo>
                    <a:pt x="2149600" y="62399"/>
                  </a:lnTo>
                  <a:lnTo>
                    <a:pt x="2136492" y="59284"/>
                  </a:lnTo>
                  <a:lnTo>
                    <a:pt x="2123385" y="56208"/>
                  </a:lnTo>
                  <a:lnTo>
                    <a:pt x="2110278" y="53172"/>
                  </a:lnTo>
                  <a:lnTo>
                    <a:pt x="2097171" y="50180"/>
                  </a:lnTo>
                  <a:lnTo>
                    <a:pt x="2084063" y="47233"/>
                  </a:lnTo>
                  <a:lnTo>
                    <a:pt x="2070956" y="44335"/>
                  </a:lnTo>
                  <a:lnTo>
                    <a:pt x="2057849" y="41160"/>
                  </a:lnTo>
                  <a:lnTo>
                    <a:pt x="2044741" y="37910"/>
                  </a:lnTo>
                  <a:lnTo>
                    <a:pt x="2031634" y="34730"/>
                  </a:lnTo>
                  <a:lnTo>
                    <a:pt x="2018527" y="31626"/>
                  </a:lnTo>
                  <a:lnTo>
                    <a:pt x="2005419" y="28600"/>
                  </a:lnTo>
                  <a:lnTo>
                    <a:pt x="1992312" y="25658"/>
                  </a:lnTo>
                  <a:lnTo>
                    <a:pt x="1979205" y="22804"/>
                  </a:lnTo>
                  <a:lnTo>
                    <a:pt x="1966097" y="20041"/>
                  </a:lnTo>
                  <a:lnTo>
                    <a:pt x="1952990" y="17516"/>
                  </a:lnTo>
                  <a:lnTo>
                    <a:pt x="1939883" y="14807"/>
                  </a:lnTo>
                  <a:lnTo>
                    <a:pt x="1926775" y="12451"/>
                  </a:lnTo>
                  <a:lnTo>
                    <a:pt x="1913668" y="12408"/>
                  </a:lnTo>
                  <a:lnTo>
                    <a:pt x="1900561" y="12387"/>
                  </a:lnTo>
                  <a:lnTo>
                    <a:pt x="1887453" y="10481"/>
                  </a:lnTo>
                  <a:lnTo>
                    <a:pt x="1874346" y="9191"/>
                  </a:lnTo>
                  <a:lnTo>
                    <a:pt x="1861239" y="8999"/>
                  </a:lnTo>
                  <a:lnTo>
                    <a:pt x="1848131" y="8863"/>
                  </a:lnTo>
                  <a:lnTo>
                    <a:pt x="1835024" y="8786"/>
                  </a:lnTo>
                  <a:lnTo>
                    <a:pt x="1821917" y="8769"/>
                  </a:lnTo>
                  <a:lnTo>
                    <a:pt x="1808810" y="7527"/>
                  </a:lnTo>
                  <a:lnTo>
                    <a:pt x="1795702" y="5052"/>
                  </a:lnTo>
                  <a:lnTo>
                    <a:pt x="1782595" y="2717"/>
                  </a:lnTo>
                  <a:lnTo>
                    <a:pt x="1769488" y="522"/>
                  </a:lnTo>
                  <a:lnTo>
                    <a:pt x="1756380" y="0"/>
                  </a:lnTo>
                  <a:lnTo>
                    <a:pt x="1743273" y="265"/>
                  </a:lnTo>
                  <a:lnTo>
                    <a:pt x="1730166" y="629"/>
                  </a:lnTo>
                  <a:lnTo>
                    <a:pt x="1717058" y="1092"/>
                  </a:lnTo>
                  <a:lnTo>
                    <a:pt x="1703951" y="1436"/>
                  </a:lnTo>
                  <a:lnTo>
                    <a:pt x="1690844" y="725"/>
                  </a:lnTo>
                  <a:lnTo>
                    <a:pt x="1677736" y="2231"/>
                  </a:lnTo>
                  <a:lnTo>
                    <a:pt x="1664629" y="3941"/>
                  </a:lnTo>
                  <a:lnTo>
                    <a:pt x="1651522" y="4907"/>
                  </a:lnTo>
                  <a:lnTo>
                    <a:pt x="1638414" y="6617"/>
                  </a:lnTo>
                  <a:lnTo>
                    <a:pt x="1625307" y="8760"/>
                  </a:lnTo>
                  <a:lnTo>
                    <a:pt x="1612200" y="11004"/>
                  </a:lnTo>
                  <a:lnTo>
                    <a:pt x="1599092" y="13345"/>
                  </a:lnTo>
                  <a:lnTo>
                    <a:pt x="1585985" y="15779"/>
                  </a:lnTo>
                  <a:lnTo>
                    <a:pt x="1572878" y="17860"/>
                  </a:lnTo>
                  <a:lnTo>
                    <a:pt x="1559770" y="18852"/>
                  </a:lnTo>
                  <a:lnTo>
                    <a:pt x="1546663" y="19938"/>
                  </a:lnTo>
                  <a:lnTo>
                    <a:pt x="1533556" y="21113"/>
                  </a:lnTo>
                  <a:lnTo>
                    <a:pt x="1520448" y="22366"/>
                  </a:lnTo>
                  <a:lnTo>
                    <a:pt x="1507341" y="23687"/>
                  </a:lnTo>
                  <a:lnTo>
                    <a:pt x="1494234" y="25582"/>
                  </a:lnTo>
                  <a:lnTo>
                    <a:pt x="1481127" y="27961"/>
                  </a:lnTo>
                  <a:lnTo>
                    <a:pt x="1468019" y="29286"/>
                  </a:lnTo>
                  <a:lnTo>
                    <a:pt x="1454912" y="30761"/>
                  </a:lnTo>
                  <a:lnTo>
                    <a:pt x="1441805" y="32919"/>
                  </a:lnTo>
                  <a:lnTo>
                    <a:pt x="1428697" y="35064"/>
                  </a:lnTo>
                  <a:lnTo>
                    <a:pt x="1415590" y="36929"/>
                  </a:lnTo>
                  <a:lnTo>
                    <a:pt x="1402483" y="38938"/>
                  </a:lnTo>
                  <a:lnTo>
                    <a:pt x="1389375" y="41135"/>
                  </a:lnTo>
                  <a:lnTo>
                    <a:pt x="1376268" y="43540"/>
                  </a:lnTo>
                  <a:lnTo>
                    <a:pt x="1363161" y="46062"/>
                  </a:lnTo>
                  <a:lnTo>
                    <a:pt x="1350053" y="48463"/>
                  </a:lnTo>
                  <a:lnTo>
                    <a:pt x="1336946" y="50453"/>
                  </a:lnTo>
                  <a:lnTo>
                    <a:pt x="1323839" y="52320"/>
                  </a:lnTo>
                  <a:lnTo>
                    <a:pt x="1310731" y="54073"/>
                  </a:lnTo>
                  <a:lnTo>
                    <a:pt x="1297624" y="55698"/>
                  </a:lnTo>
                  <a:lnTo>
                    <a:pt x="1284517" y="57118"/>
                  </a:lnTo>
                  <a:lnTo>
                    <a:pt x="1271409" y="58549"/>
                  </a:lnTo>
                  <a:lnTo>
                    <a:pt x="1258302" y="59778"/>
                  </a:lnTo>
                  <a:lnTo>
                    <a:pt x="1245195" y="60877"/>
                  </a:lnTo>
                  <a:lnTo>
                    <a:pt x="1232087" y="61920"/>
                  </a:lnTo>
                  <a:lnTo>
                    <a:pt x="1218980" y="63370"/>
                  </a:lnTo>
                  <a:lnTo>
                    <a:pt x="1205873" y="64639"/>
                  </a:lnTo>
                  <a:lnTo>
                    <a:pt x="1192766" y="65730"/>
                  </a:lnTo>
                  <a:lnTo>
                    <a:pt x="1179658" y="66642"/>
                  </a:lnTo>
                  <a:lnTo>
                    <a:pt x="1166551" y="67377"/>
                  </a:lnTo>
                  <a:lnTo>
                    <a:pt x="1153444" y="67824"/>
                  </a:lnTo>
                  <a:lnTo>
                    <a:pt x="1140336" y="68055"/>
                  </a:lnTo>
                  <a:lnTo>
                    <a:pt x="1127229" y="68518"/>
                  </a:lnTo>
                  <a:lnTo>
                    <a:pt x="1114122" y="68547"/>
                  </a:lnTo>
                  <a:lnTo>
                    <a:pt x="1101014" y="68401"/>
                  </a:lnTo>
                  <a:lnTo>
                    <a:pt x="1087907" y="68081"/>
                  </a:lnTo>
                  <a:lnTo>
                    <a:pt x="1074800" y="67587"/>
                  </a:lnTo>
                  <a:lnTo>
                    <a:pt x="1061692" y="66919"/>
                  </a:lnTo>
                  <a:lnTo>
                    <a:pt x="1048585" y="66079"/>
                  </a:lnTo>
                  <a:lnTo>
                    <a:pt x="1035478" y="65237"/>
                  </a:lnTo>
                  <a:lnTo>
                    <a:pt x="1022370" y="64980"/>
                  </a:lnTo>
                  <a:lnTo>
                    <a:pt x="1009263" y="64587"/>
                  </a:lnTo>
                  <a:lnTo>
                    <a:pt x="996156" y="64074"/>
                  </a:lnTo>
                  <a:lnTo>
                    <a:pt x="983048" y="63412"/>
                  </a:lnTo>
                  <a:lnTo>
                    <a:pt x="969941" y="62061"/>
                  </a:lnTo>
                  <a:lnTo>
                    <a:pt x="956834" y="60617"/>
                  </a:lnTo>
                  <a:lnTo>
                    <a:pt x="943726" y="59659"/>
                  </a:lnTo>
                  <a:lnTo>
                    <a:pt x="930619" y="58792"/>
                  </a:lnTo>
                  <a:lnTo>
                    <a:pt x="917512" y="57854"/>
                  </a:lnTo>
                  <a:lnTo>
                    <a:pt x="904405" y="56856"/>
                  </a:lnTo>
                  <a:lnTo>
                    <a:pt x="891297" y="55809"/>
                  </a:lnTo>
                  <a:lnTo>
                    <a:pt x="878190" y="54723"/>
                  </a:lnTo>
                  <a:lnTo>
                    <a:pt x="865083" y="53609"/>
                  </a:lnTo>
                  <a:lnTo>
                    <a:pt x="851975" y="52478"/>
                  </a:lnTo>
                  <a:lnTo>
                    <a:pt x="838868" y="51339"/>
                  </a:lnTo>
                  <a:lnTo>
                    <a:pt x="825761" y="50205"/>
                  </a:lnTo>
                  <a:lnTo>
                    <a:pt x="812653" y="49085"/>
                  </a:lnTo>
                  <a:lnTo>
                    <a:pt x="799546" y="47869"/>
                  </a:lnTo>
                  <a:lnTo>
                    <a:pt x="786439" y="46932"/>
                  </a:lnTo>
                  <a:lnTo>
                    <a:pt x="773331" y="45920"/>
                  </a:lnTo>
                  <a:lnTo>
                    <a:pt x="760224" y="45019"/>
                  </a:lnTo>
                  <a:lnTo>
                    <a:pt x="747117" y="44073"/>
                  </a:lnTo>
                  <a:lnTo>
                    <a:pt x="734009" y="43255"/>
                  </a:lnTo>
                  <a:lnTo>
                    <a:pt x="720902" y="42119"/>
                  </a:lnTo>
                  <a:lnTo>
                    <a:pt x="707795" y="40670"/>
                  </a:lnTo>
                  <a:lnTo>
                    <a:pt x="694687" y="40468"/>
                  </a:lnTo>
                  <a:lnTo>
                    <a:pt x="681580" y="40538"/>
                  </a:lnTo>
                  <a:lnTo>
                    <a:pt x="668473" y="40549"/>
                  </a:lnTo>
                  <a:lnTo>
                    <a:pt x="655365" y="40599"/>
                  </a:lnTo>
                  <a:lnTo>
                    <a:pt x="642258" y="41520"/>
                  </a:lnTo>
                  <a:lnTo>
                    <a:pt x="629151" y="42805"/>
                  </a:lnTo>
                  <a:lnTo>
                    <a:pt x="616043" y="44145"/>
                  </a:lnTo>
                  <a:lnTo>
                    <a:pt x="602936" y="45653"/>
                  </a:lnTo>
                  <a:lnTo>
                    <a:pt x="589829" y="47335"/>
                  </a:lnTo>
                  <a:lnTo>
                    <a:pt x="576722" y="49198"/>
                  </a:lnTo>
                  <a:lnTo>
                    <a:pt x="563614" y="51251"/>
                  </a:lnTo>
                  <a:lnTo>
                    <a:pt x="550507" y="53499"/>
                  </a:lnTo>
                  <a:lnTo>
                    <a:pt x="537400" y="55950"/>
                  </a:lnTo>
                  <a:lnTo>
                    <a:pt x="524292" y="58612"/>
                  </a:lnTo>
                  <a:lnTo>
                    <a:pt x="511185" y="61489"/>
                  </a:lnTo>
                  <a:lnTo>
                    <a:pt x="498078" y="64580"/>
                  </a:lnTo>
                  <a:lnTo>
                    <a:pt x="484970" y="67875"/>
                  </a:lnTo>
                  <a:lnTo>
                    <a:pt x="471863" y="71367"/>
                  </a:lnTo>
                  <a:lnTo>
                    <a:pt x="458756" y="75049"/>
                  </a:lnTo>
                  <a:lnTo>
                    <a:pt x="445648" y="78913"/>
                  </a:lnTo>
                  <a:lnTo>
                    <a:pt x="432541" y="82950"/>
                  </a:lnTo>
                  <a:lnTo>
                    <a:pt x="419434" y="87153"/>
                  </a:lnTo>
                  <a:lnTo>
                    <a:pt x="406326" y="91515"/>
                  </a:lnTo>
                  <a:lnTo>
                    <a:pt x="393219" y="96026"/>
                  </a:lnTo>
                  <a:lnTo>
                    <a:pt x="380112" y="100681"/>
                  </a:lnTo>
                  <a:lnTo>
                    <a:pt x="367004" y="106106"/>
                  </a:lnTo>
                  <a:lnTo>
                    <a:pt x="353897" y="112228"/>
                  </a:lnTo>
                  <a:lnTo>
                    <a:pt x="340790" y="118078"/>
                  </a:lnTo>
                  <a:lnTo>
                    <a:pt x="327682" y="123155"/>
                  </a:lnTo>
                  <a:lnTo>
                    <a:pt x="314575" y="128332"/>
                  </a:lnTo>
                  <a:lnTo>
                    <a:pt x="301468" y="133602"/>
                  </a:lnTo>
                  <a:lnTo>
                    <a:pt x="288361" y="140108"/>
                  </a:lnTo>
                  <a:lnTo>
                    <a:pt x="275253" y="145779"/>
                  </a:lnTo>
                  <a:lnTo>
                    <a:pt x="262146" y="150475"/>
                  </a:lnTo>
                  <a:lnTo>
                    <a:pt x="249039" y="155435"/>
                  </a:lnTo>
                  <a:lnTo>
                    <a:pt x="235931" y="161511"/>
                  </a:lnTo>
                  <a:lnTo>
                    <a:pt x="222824" y="169808"/>
                  </a:lnTo>
                  <a:lnTo>
                    <a:pt x="209717" y="178245"/>
                  </a:lnTo>
                  <a:lnTo>
                    <a:pt x="196609" y="186816"/>
                  </a:lnTo>
                  <a:lnTo>
                    <a:pt x="183502" y="195514"/>
                  </a:lnTo>
                  <a:lnTo>
                    <a:pt x="170395" y="204332"/>
                  </a:lnTo>
                  <a:lnTo>
                    <a:pt x="157287" y="213265"/>
                  </a:lnTo>
                  <a:lnTo>
                    <a:pt x="144180" y="222305"/>
                  </a:lnTo>
                  <a:lnTo>
                    <a:pt x="131073" y="230079"/>
                  </a:lnTo>
                  <a:lnTo>
                    <a:pt x="117965" y="237478"/>
                  </a:lnTo>
                  <a:lnTo>
                    <a:pt x="104858" y="244906"/>
                  </a:lnTo>
                  <a:lnTo>
                    <a:pt x="91751" y="252360"/>
                  </a:lnTo>
                  <a:lnTo>
                    <a:pt x="78643" y="259836"/>
                  </a:lnTo>
                  <a:lnTo>
                    <a:pt x="65536" y="267331"/>
                  </a:lnTo>
                  <a:lnTo>
                    <a:pt x="52429" y="274843"/>
                  </a:lnTo>
                  <a:lnTo>
                    <a:pt x="39321" y="282368"/>
                  </a:lnTo>
                  <a:lnTo>
                    <a:pt x="26214" y="289902"/>
                  </a:lnTo>
                  <a:lnTo>
                    <a:pt x="13107" y="295990"/>
                  </a:lnTo>
                  <a:lnTo>
                    <a:pt x="0" y="3049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61711"/>
              <a:ext cx="2346210" cy="288213"/>
            </a:xfrm>
            <a:custGeom>
              <a:avLst/>
              <a:pathLst>
                <a:path w="2346210" h="288213">
                  <a:moveTo>
                    <a:pt x="0" y="288213"/>
                  </a:moveTo>
                  <a:lnTo>
                    <a:pt x="13107" y="281108"/>
                  </a:lnTo>
                  <a:lnTo>
                    <a:pt x="26214" y="274025"/>
                  </a:lnTo>
                  <a:lnTo>
                    <a:pt x="39321" y="266970"/>
                  </a:lnTo>
                  <a:lnTo>
                    <a:pt x="52429" y="259947"/>
                  </a:lnTo>
                  <a:lnTo>
                    <a:pt x="65536" y="252961"/>
                  </a:lnTo>
                  <a:lnTo>
                    <a:pt x="78643" y="246018"/>
                  </a:lnTo>
                  <a:lnTo>
                    <a:pt x="91751" y="239121"/>
                  </a:lnTo>
                  <a:lnTo>
                    <a:pt x="104858" y="232276"/>
                  </a:lnTo>
                  <a:lnTo>
                    <a:pt x="117965" y="225488"/>
                  </a:lnTo>
                  <a:lnTo>
                    <a:pt x="131073" y="218761"/>
                  </a:lnTo>
                  <a:lnTo>
                    <a:pt x="144180" y="212100"/>
                  </a:lnTo>
                  <a:lnTo>
                    <a:pt x="157287" y="205510"/>
                  </a:lnTo>
                  <a:lnTo>
                    <a:pt x="170395" y="198995"/>
                  </a:lnTo>
                  <a:lnTo>
                    <a:pt x="183502" y="192562"/>
                  </a:lnTo>
                  <a:lnTo>
                    <a:pt x="196609" y="186213"/>
                  </a:lnTo>
                  <a:lnTo>
                    <a:pt x="209717" y="179955"/>
                  </a:lnTo>
                  <a:lnTo>
                    <a:pt x="222824" y="173792"/>
                  </a:lnTo>
                  <a:lnTo>
                    <a:pt x="235931" y="167729"/>
                  </a:lnTo>
                  <a:lnTo>
                    <a:pt x="249039" y="161771"/>
                  </a:lnTo>
                  <a:lnTo>
                    <a:pt x="262146" y="155922"/>
                  </a:lnTo>
                  <a:lnTo>
                    <a:pt x="275253" y="150187"/>
                  </a:lnTo>
                  <a:lnTo>
                    <a:pt x="288361" y="144574"/>
                  </a:lnTo>
                  <a:lnTo>
                    <a:pt x="301468" y="139087"/>
                  </a:lnTo>
                  <a:lnTo>
                    <a:pt x="314575" y="133733"/>
                  </a:lnTo>
                  <a:lnTo>
                    <a:pt x="327682" y="128519"/>
                  </a:lnTo>
                  <a:lnTo>
                    <a:pt x="340790" y="123450"/>
                  </a:lnTo>
                  <a:lnTo>
                    <a:pt x="353897" y="118532"/>
                  </a:lnTo>
                  <a:lnTo>
                    <a:pt x="367004" y="113771"/>
                  </a:lnTo>
                  <a:lnTo>
                    <a:pt x="380112" y="109175"/>
                  </a:lnTo>
                  <a:lnTo>
                    <a:pt x="393219" y="104748"/>
                  </a:lnTo>
                  <a:lnTo>
                    <a:pt x="406326" y="100497"/>
                  </a:lnTo>
                  <a:lnTo>
                    <a:pt x="419434" y="96427"/>
                  </a:lnTo>
                  <a:lnTo>
                    <a:pt x="432541" y="92547"/>
                  </a:lnTo>
                  <a:lnTo>
                    <a:pt x="445648" y="88860"/>
                  </a:lnTo>
                  <a:lnTo>
                    <a:pt x="458756" y="85374"/>
                  </a:lnTo>
                  <a:lnTo>
                    <a:pt x="471863" y="82094"/>
                  </a:lnTo>
                  <a:lnTo>
                    <a:pt x="484970" y="79027"/>
                  </a:lnTo>
                  <a:lnTo>
                    <a:pt x="498078" y="76179"/>
                  </a:lnTo>
                  <a:lnTo>
                    <a:pt x="511185" y="73556"/>
                  </a:lnTo>
                  <a:lnTo>
                    <a:pt x="524292" y="71163"/>
                  </a:lnTo>
                  <a:lnTo>
                    <a:pt x="537400" y="68999"/>
                  </a:lnTo>
                  <a:lnTo>
                    <a:pt x="550507" y="67060"/>
                  </a:lnTo>
                  <a:lnTo>
                    <a:pt x="563614" y="65336"/>
                  </a:lnTo>
                  <a:lnTo>
                    <a:pt x="576722" y="63822"/>
                  </a:lnTo>
                  <a:lnTo>
                    <a:pt x="589829" y="62509"/>
                  </a:lnTo>
                  <a:lnTo>
                    <a:pt x="602936" y="61389"/>
                  </a:lnTo>
                  <a:lnTo>
                    <a:pt x="616043" y="60457"/>
                  </a:lnTo>
                  <a:lnTo>
                    <a:pt x="629151" y="59704"/>
                  </a:lnTo>
                  <a:lnTo>
                    <a:pt x="642258" y="59123"/>
                  </a:lnTo>
                  <a:lnTo>
                    <a:pt x="655365" y="58707"/>
                  </a:lnTo>
                  <a:lnTo>
                    <a:pt x="668473" y="58448"/>
                  </a:lnTo>
                  <a:lnTo>
                    <a:pt x="681580" y="58338"/>
                  </a:lnTo>
                  <a:lnTo>
                    <a:pt x="694687" y="58372"/>
                  </a:lnTo>
                  <a:lnTo>
                    <a:pt x="707795" y="58541"/>
                  </a:lnTo>
                  <a:lnTo>
                    <a:pt x="720902" y="58837"/>
                  </a:lnTo>
                  <a:lnTo>
                    <a:pt x="734009" y="59254"/>
                  </a:lnTo>
                  <a:lnTo>
                    <a:pt x="747117" y="59784"/>
                  </a:lnTo>
                  <a:lnTo>
                    <a:pt x="760224" y="60420"/>
                  </a:lnTo>
                  <a:lnTo>
                    <a:pt x="773331" y="61154"/>
                  </a:lnTo>
                  <a:lnTo>
                    <a:pt x="786439" y="61979"/>
                  </a:lnTo>
                  <a:lnTo>
                    <a:pt x="799546" y="62885"/>
                  </a:lnTo>
                  <a:lnTo>
                    <a:pt x="812653" y="63862"/>
                  </a:lnTo>
                  <a:lnTo>
                    <a:pt x="825761" y="64902"/>
                  </a:lnTo>
                  <a:lnTo>
                    <a:pt x="838868" y="65993"/>
                  </a:lnTo>
                  <a:lnTo>
                    <a:pt x="851975" y="67127"/>
                  </a:lnTo>
                  <a:lnTo>
                    <a:pt x="865083" y="68292"/>
                  </a:lnTo>
                  <a:lnTo>
                    <a:pt x="878190" y="69480"/>
                  </a:lnTo>
                  <a:lnTo>
                    <a:pt x="891297" y="70680"/>
                  </a:lnTo>
                  <a:lnTo>
                    <a:pt x="904405" y="71882"/>
                  </a:lnTo>
                  <a:lnTo>
                    <a:pt x="917512" y="73076"/>
                  </a:lnTo>
                  <a:lnTo>
                    <a:pt x="930619" y="74253"/>
                  </a:lnTo>
                  <a:lnTo>
                    <a:pt x="943726" y="75402"/>
                  </a:lnTo>
                  <a:lnTo>
                    <a:pt x="956834" y="76513"/>
                  </a:lnTo>
                  <a:lnTo>
                    <a:pt x="969941" y="77577"/>
                  </a:lnTo>
                  <a:lnTo>
                    <a:pt x="983048" y="78584"/>
                  </a:lnTo>
                  <a:lnTo>
                    <a:pt x="996156" y="79524"/>
                  </a:lnTo>
                  <a:lnTo>
                    <a:pt x="1009263" y="80386"/>
                  </a:lnTo>
                  <a:lnTo>
                    <a:pt x="1022370" y="81162"/>
                  </a:lnTo>
                  <a:lnTo>
                    <a:pt x="1035478" y="81841"/>
                  </a:lnTo>
                  <a:lnTo>
                    <a:pt x="1048585" y="82417"/>
                  </a:lnTo>
                  <a:lnTo>
                    <a:pt x="1061692" y="82883"/>
                  </a:lnTo>
                  <a:lnTo>
                    <a:pt x="1074800" y="83240"/>
                  </a:lnTo>
                  <a:lnTo>
                    <a:pt x="1087907" y="83486"/>
                  </a:lnTo>
                  <a:lnTo>
                    <a:pt x="1101014" y="83622"/>
                  </a:lnTo>
                  <a:lnTo>
                    <a:pt x="1114122" y="83647"/>
                  </a:lnTo>
                  <a:lnTo>
                    <a:pt x="1127229" y="83559"/>
                  </a:lnTo>
                  <a:lnTo>
                    <a:pt x="1140336" y="83359"/>
                  </a:lnTo>
                  <a:lnTo>
                    <a:pt x="1153444" y="83045"/>
                  </a:lnTo>
                  <a:lnTo>
                    <a:pt x="1166551" y="82618"/>
                  </a:lnTo>
                  <a:lnTo>
                    <a:pt x="1179658" y="82076"/>
                  </a:lnTo>
                  <a:lnTo>
                    <a:pt x="1192766" y="81418"/>
                  </a:lnTo>
                  <a:lnTo>
                    <a:pt x="1205873" y="80645"/>
                  </a:lnTo>
                  <a:lnTo>
                    <a:pt x="1218980" y="79756"/>
                  </a:lnTo>
                  <a:lnTo>
                    <a:pt x="1232087" y="78749"/>
                  </a:lnTo>
                  <a:lnTo>
                    <a:pt x="1245195" y="77625"/>
                  </a:lnTo>
                  <a:lnTo>
                    <a:pt x="1258302" y="76383"/>
                  </a:lnTo>
                  <a:lnTo>
                    <a:pt x="1271409" y="75022"/>
                  </a:lnTo>
                  <a:lnTo>
                    <a:pt x="1284517" y="73544"/>
                  </a:lnTo>
                  <a:lnTo>
                    <a:pt x="1297624" y="71949"/>
                  </a:lnTo>
                  <a:lnTo>
                    <a:pt x="1310731" y="70239"/>
                  </a:lnTo>
                  <a:lnTo>
                    <a:pt x="1323839" y="68422"/>
                  </a:lnTo>
                  <a:lnTo>
                    <a:pt x="1336946" y="66506"/>
                  </a:lnTo>
                  <a:lnTo>
                    <a:pt x="1350053" y="64501"/>
                  </a:lnTo>
                  <a:lnTo>
                    <a:pt x="1363161" y="62418"/>
                  </a:lnTo>
                  <a:lnTo>
                    <a:pt x="1376268" y="60265"/>
                  </a:lnTo>
                  <a:lnTo>
                    <a:pt x="1389375" y="58052"/>
                  </a:lnTo>
                  <a:lnTo>
                    <a:pt x="1402483" y="55788"/>
                  </a:lnTo>
                  <a:lnTo>
                    <a:pt x="1415590" y="53484"/>
                  </a:lnTo>
                  <a:lnTo>
                    <a:pt x="1428697" y="51148"/>
                  </a:lnTo>
                  <a:lnTo>
                    <a:pt x="1441805" y="48791"/>
                  </a:lnTo>
                  <a:lnTo>
                    <a:pt x="1454912" y="46422"/>
                  </a:lnTo>
                  <a:lnTo>
                    <a:pt x="1468019" y="44050"/>
                  </a:lnTo>
                  <a:lnTo>
                    <a:pt x="1481127" y="41685"/>
                  </a:lnTo>
                  <a:lnTo>
                    <a:pt x="1494234" y="39337"/>
                  </a:lnTo>
                  <a:lnTo>
                    <a:pt x="1507341" y="37014"/>
                  </a:lnTo>
                  <a:lnTo>
                    <a:pt x="1520448" y="34727"/>
                  </a:lnTo>
                  <a:lnTo>
                    <a:pt x="1533556" y="32485"/>
                  </a:lnTo>
                  <a:lnTo>
                    <a:pt x="1546663" y="30296"/>
                  </a:lnTo>
                  <a:lnTo>
                    <a:pt x="1559770" y="28168"/>
                  </a:lnTo>
                  <a:lnTo>
                    <a:pt x="1572878" y="26108"/>
                  </a:lnTo>
                  <a:lnTo>
                    <a:pt x="1585985" y="24119"/>
                  </a:lnTo>
                  <a:lnTo>
                    <a:pt x="1599092" y="22203"/>
                  </a:lnTo>
                  <a:lnTo>
                    <a:pt x="1612200" y="20360"/>
                  </a:lnTo>
                  <a:lnTo>
                    <a:pt x="1625307" y="18591"/>
                  </a:lnTo>
                  <a:lnTo>
                    <a:pt x="1638414" y="16897"/>
                  </a:lnTo>
                  <a:lnTo>
                    <a:pt x="1651522" y="15280"/>
                  </a:lnTo>
                  <a:lnTo>
                    <a:pt x="1664629" y="13739"/>
                  </a:lnTo>
                  <a:lnTo>
                    <a:pt x="1677736" y="12276"/>
                  </a:lnTo>
                  <a:lnTo>
                    <a:pt x="1690844" y="10892"/>
                  </a:lnTo>
                  <a:lnTo>
                    <a:pt x="1703951" y="9588"/>
                  </a:lnTo>
                  <a:lnTo>
                    <a:pt x="1717058" y="8364"/>
                  </a:lnTo>
                  <a:lnTo>
                    <a:pt x="1730166" y="7222"/>
                  </a:lnTo>
                  <a:lnTo>
                    <a:pt x="1743273" y="6163"/>
                  </a:lnTo>
                  <a:lnTo>
                    <a:pt x="1756380" y="5187"/>
                  </a:lnTo>
                  <a:lnTo>
                    <a:pt x="1769488" y="4296"/>
                  </a:lnTo>
                  <a:lnTo>
                    <a:pt x="1782595" y="3490"/>
                  </a:lnTo>
                  <a:lnTo>
                    <a:pt x="1795702" y="2769"/>
                  </a:lnTo>
                  <a:lnTo>
                    <a:pt x="1808810" y="2134"/>
                  </a:lnTo>
                  <a:lnTo>
                    <a:pt x="1821917" y="1586"/>
                  </a:lnTo>
                  <a:lnTo>
                    <a:pt x="1835024" y="1123"/>
                  </a:lnTo>
                  <a:lnTo>
                    <a:pt x="1848131" y="743"/>
                  </a:lnTo>
                  <a:lnTo>
                    <a:pt x="1861239" y="444"/>
                  </a:lnTo>
                  <a:lnTo>
                    <a:pt x="1874346" y="224"/>
                  </a:lnTo>
                  <a:lnTo>
                    <a:pt x="1887453" y="78"/>
                  </a:lnTo>
                  <a:lnTo>
                    <a:pt x="1900561" y="4"/>
                  </a:lnTo>
                  <a:lnTo>
                    <a:pt x="1913668" y="0"/>
                  </a:lnTo>
                  <a:lnTo>
                    <a:pt x="1926775" y="61"/>
                  </a:lnTo>
                  <a:lnTo>
                    <a:pt x="1939883" y="187"/>
                  </a:lnTo>
                  <a:lnTo>
                    <a:pt x="1952990" y="373"/>
                  </a:lnTo>
                  <a:lnTo>
                    <a:pt x="1966097" y="617"/>
                  </a:lnTo>
                  <a:lnTo>
                    <a:pt x="1979205" y="915"/>
                  </a:lnTo>
                  <a:lnTo>
                    <a:pt x="1992312" y="1266"/>
                  </a:lnTo>
                  <a:lnTo>
                    <a:pt x="2005419" y="1666"/>
                  </a:lnTo>
                  <a:lnTo>
                    <a:pt x="2018527" y="2113"/>
                  </a:lnTo>
                  <a:lnTo>
                    <a:pt x="2031634" y="2602"/>
                  </a:lnTo>
                  <a:lnTo>
                    <a:pt x="2044741" y="3133"/>
                  </a:lnTo>
                  <a:lnTo>
                    <a:pt x="2057849" y="3701"/>
                  </a:lnTo>
                  <a:lnTo>
                    <a:pt x="2070956" y="4305"/>
                  </a:lnTo>
                  <a:lnTo>
                    <a:pt x="2084063" y="4941"/>
                  </a:lnTo>
                  <a:lnTo>
                    <a:pt x="2097171" y="5607"/>
                  </a:lnTo>
                  <a:lnTo>
                    <a:pt x="2110278" y="6301"/>
                  </a:lnTo>
                  <a:lnTo>
                    <a:pt x="2123385" y="7022"/>
                  </a:lnTo>
                  <a:lnTo>
                    <a:pt x="2136492" y="7769"/>
                  </a:lnTo>
                  <a:lnTo>
                    <a:pt x="2149600" y="8539"/>
                  </a:lnTo>
                  <a:lnTo>
                    <a:pt x="2162707" y="9332"/>
                  </a:lnTo>
                  <a:lnTo>
                    <a:pt x="2175814" y="10145"/>
                  </a:lnTo>
                  <a:lnTo>
                    <a:pt x="2188922" y="10978"/>
                  </a:lnTo>
                  <a:lnTo>
                    <a:pt x="2202029" y="11830"/>
                  </a:lnTo>
                  <a:lnTo>
                    <a:pt x="2215136" y="12697"/>
                  </a:lnTo>
                  <a:lnTo>
                    <a:pt x="2228244" y="13580"/>
                  </a:lnTo>
                  <a:lnTo>
                    <a:pt x="2241351" y="14476"/>
                  </a:lnTo>
                  <a:lnTo>
                    <a:pt x="2254458" y="15384"/>
                  </a:lnTo>
                  <a:lnTo>
                    <a:pt x="2267566" y="16303"/>
                  </a:lnTo>
                  <a:lnTo>
                    <a:pt x="2280673" y="17231"/>
                  </a:lnTo>
                  <a:lnTo>
                    <a:pt x="2293780" y="18167"/>
                  </a:lnTo>
                  <a:lnTo>
                    <a:pt x="2306888" y="19109"/>
                  </a:lnTo>
                  <a:lnTo>
                    <a:pt x="2319995" y="20057"/>
                  </a:lnTo>
                  <a:lnTo>
                    <a:pt x="2333102" y="21008"/>
                  </a:lnTo>
                  <a:lnTo>
                    <a:pt x="2346210" y="21962"/>
                  </a:lnTo>
                  <a:lnTo>
                    <a:pt x="2346210" y="21962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1913420"/>
              <a:ext cx="2346210" cy="523892"/>
            </a:xfrm>
            <a:custGeom>
              <a:avLst/>
              <a:pathLst>
                <a:path w="2346210" h="523892">
                  <a:moveTo>
                    <a:pt x="0" y="378333"/>
                  </a:moveTo>
                  <a:lnTo>
                    <a:pt x="13107" y="376637"/>
                  </a:lnTo>
                  <a:lnTo>
                    <a:pt x="26214" y="374941"/>
                  </a:lnTo>
                  <a:lnTo>
                    <a:pt x="39321" y="373244"/>
                  </a:lnTo>
                  <a:lnTo>
                    <a:pt x="52429" y="371548"/>
                  </a:lnTo>
                  <a:lnTo>
                    <a:pt x="65536" y="369851"/>
                  </a:lnTo>
                  <a:lnTo>
                    <a:pt x="78643" y="368155"/>
                  </a:lnTo>
                  <a:lnTo>
                    <a:pt x="91751" y="366458"/>
                  </a:lnTo>
                  <a:lnTo>
                    <a:pt x="104858" y="364760"/>
                  </a:lnTo>
                  <a:lnTo>
                    <a:pt x="117965" y="363063"/>
                  </a:lnTo>
                  <a:lnTo>
                    <a:pt x="131073" y="361365"/>
                  </a:lnTo>
                  <a:lnTo>
                    <a:pt x="144180" y="359666"/>
                  </a:lnTo>
                  <a:lnTo>
                    <a:pt x="157287" y="357966"/>
                  </a:lnTo>
                  <a:lnTo>
                    <a:pt x="170395" y="356266"/>
                  </a:lnTo>
                  <a:lnTo>
                    <a:pt x="183502" y="354565"/>
                  </a:lnTo>
                  <a:lnTo>
                    <a:pt x="196609" y="352863"/>
                  </a:lnTo>
                  <a:lnTo>
                    <a:pt x="209717" y="351159"/>
                  </a:lnTo>
                  <a:lnTo>
                    <a:pt x="222824" y="349454"/>
                  </a:lnTo>
                  <a:lnTo>
                    <a:pt x="235931" y="347748"/>
                  </a:lnTo>
                  <a:lnTo>
                    <a:pt x="249039" y="346040"/>
                  </a:lnTo>
                  <a:lnTo>
                    <a:pt x="262146" y="344330"/>
                  </a:lnTo>
                  <a:lnTo>
                    <a:pt x="275253" y="342618"/>
                  </a:lnTo>
                  <a:lnTo>
                    <a:pt x="288361" y="340904"/>
                  </a:lnTo>
                  <a:lnTo>
                    <a:pt x="301468" y="339188"/>
                  </a:lnTo>
                  <a:lnTo>
                    <a:pt x="314575" y="337469"/>
                  </a:lnTo>
                  <a:lnTo>
                    <a:pt x="327682" y="335747"/>
                  </a:lnTo>
                  <a:lnTo>
                    <a:pt x="340790" y="334023"/>
                  </a:lnTo>
                  <a:lnTo>
                    <a:pt x="353897" y="332296"/>
                  </a:lnTo>
                  <a:lnTo>
                    <a:pt x="367004" y="330565"/>
                  </a:lnTo>
                  <a:lnTo>
                    <a:pt x="380112" y="328831"/>
                  </a:lnTo>
                  <a:lnTo>
                    <a:pt x="393219" y="327094"/>
                  </a:lnTo>
                  <a:lnTo>
                    <a:pt x="406326" y="325352"/>
                  </a:lnTo>
                  <a:lnTo>
                    <a:pt x="419434" y="323607"/>
                  </a:lnTo>
                  <a:lnTo>
                    <a:pt x="432541" y="321858"/>
                  </a:lnTo>
                  <a:lnTo>
                    <a:pt x="445648" y="320104"/>
                  </a:lnTo>
                  <a:lnTo>
                    <a:pt x="458756" y="318346"/>
                  </a:lnTo>
                  <a:lnTo>
                    <a:pt x="471863" y="316583"/>
                  </a:lnTo>
                  <a:lnTo>
                    <a:pt x="484970" y="314815"/>
                  </a:lnTo>
                  <a:lnTo>
                    <a:pt x="498078" y="313042"/>
                  </a:lnTo>
                  <a:lnTo>
                    <a:pt x="511185" y="311264"/>
                  </a:lnTo>
                  <a:lnTo>
                    <a:pt x="524292" y="309481"/>
                  </a:lnTo>
                  <a:lnTo>
                    <a:pt x="537400" y="307692"/>
                  </a:lnTo>
                  <a:lnTo>
                    <a:pt x="550507" y="305898"/>
                  </a:lnTo>
                  <a:lnTo>
                    <a:pt x="563614" y="304097"/>
                  </a:lnTo>
                  <a:lnTo>
                    <a:pt x="576722" y="302291"/>
                  </a:lnTo>
                  <a:lnTo>
                    <a:pt x="589829" y="300478"/>
                  </a:lnTo>
                  <a:lnTo>
                    <a:pt x="602936" y="298659"/>
                  </a:lnTo>
                  <a:lnTo>
                    <a:pt x="616043" y="296833"/>
                  </a:lnTo>
                  <a:lnTo>
                    <a:pt x="629151" y="295001"/>
                  </a:lnTo>
                  <a:lnTo>
                    <a:pt x="642258" y="293162"/>
                  </a:lnTo>
                  <a:lnTo>
                    <a:pt x="655365" y="291315"/>
                  </a:lnTo>
                  <a:lnTo>
                    <a:pt x="668473" y="289462"/>
                  </a:lnTo>
                  <a:lnTo>
                    <a:pt x="681580" y="287602"/>
                  </a:lnTo>
                  <a:lnTo>
                    <a:pt x="694687" y="285734"/>
                  </a:lnTo>
                  <a:lnTo>
                    <a:pt x="707795" y="283859"/>
                  </a:lnTo>
                  <a:lnTo>
                    <a:pt x="720902" y="281977"/>
                  </a:lnTo>
                  <a:lnTo>
                    <a:pt x="734009" y="280086"/>
                  </a:lnTo>
                  <a:lnTo>
                    <a:pt x="747117" y="278188"/>
                  </a:lnTo>
                  <a:lnTo>
                    <a:pt x="760224" y="276282"/>
                  </a:lnTo>
                  <a:lnTo>
                    <a:pt x="773331" y="274369"/>
                  </a:lnTo>
                  <a:lnTo>
                    <a:pt x="786439" y="272447"/>
                  </a:lnTo>
                  <a:lnTo>
                    <a:pt x="799546" y="270517"/>
                  </a:lnTo>
                  <a:lnTo>
                    <a:pt x="812653" y="268579"/>
                  </a:lnTo>
                  <a:lnTo>
                    <a:pt x="825761" y="266633"/>
                  </a:lnTo>
                  <a:lnTo>
                    <a:pt x="838868" y="264679"/>
                  </a:lnTo>
                  <a:lnTo>
                    <a:pt x="851975" y="262716"/>
                  </a:lnTo>
                  <a:lnTo>
                    <a:pt x="865083" y="260745"/>
                  </a:lnTo>
                  <a:lnTo>
                    <a:pt x="878190" y="258766"/>
                  </a:lnTo>
                  <a:lnTo>
                    <a:pt x="891297" y="256778"/>
                  </a:lnTo>
                  <a:lnTo>
                    <a:pt x="904405" y="254782"/>
                  </a:lnTo>
                  <a:lnTo>
                    <a:pt x="917512" y="252777"/>
                  </a:lnTo>
                  <a:lnTo>
                    <a:pt x="930619" y="250764"/>
                  </a:lnTo>
                  <a:lnTo>
                    <a:pt x="943726" y="248743"/>
                  </a:lnTo>
                  <a:lnTo>
                    <a:pt x="956834" y="246713"/>
                  </a:lnTo>
                  <a:lnTo>
                    <a:pt x="969941" y="244675"/>
                  </a:lnTo>
                  <a:lnTo>
                    <a:pt x="983048" y="242628"/>
                  </a:lnTo>
                  <a:lnTo>
                    <a:pt x="996156" y="240573"/>
                  </a:lnTo>
                  <a:lnTo>
                    <a:pt x="1009263" y="238509"/>
                  </a:lnTo>
                  <a:lnTo>
                    <a:pt x="1022370" y="236437"/>
                  </a:lnTo>
                  <a:lnTo>
                    <a:pt x="1035478" y="234357"/>
                  </a:lnTo>
                  <a:lnTo>
                    <a:pt x="1048585" y="232269"/>
                  </a:lnTo>
                  <a:lnTo>
                    <a:pt x="1061692" y="230172"/>
                  </a:lnTo>
                  <a:lnTo>
                    <a:pt x="1074800" y="228067"/>
                  </a:lnTo>
                  <a:lnTo>
                    <a:pt x="1087907" y="225954"/>
                  </a:lnTo>
                  <a:lnTo>
                    <a:pt x="1101014" y="223833"/>
                  </a:lnTo>
                  <a:lnTo>
                    <a:pt x="1114122" y="221704"/>
                  </a:lnTo>
                  <a:lnTo>
                    <a:pt x="1127229" y="219567"/>
                  </a:lnTo>
                  <a:lnTo>
                    <a:pt x="1140336" y="217423"/>
                  </a:lnTo>
                  <a:lnTo>
                    <a:pt x="1153444" y="215270"/>
                  </a:lnTo>
                  <a:lnTo>
                    <a:pt x="1166551" y="213110"/>
                  </a:lnTo>
                  <a:lnTo>
                    <a:pt x="1179658" y="210942"/>
                  </a:lnTo>
                  <a:lnTo>
                    <a:pt x="1192766" y="208766"/>
                  </a:lnTo>
                  <a:lnTo>
                    <a:pt x="1205873" y="206583"/>
                  </a:lnTo>
                  <a:lnTo>
                    <a:pt x="1218980" y="204393"/>
                  </a:lnTo>
                  <a:lnTo>
                    <a:pt x="1232087" y="202195"/>
                  </a:lnTo>
                  <a:lnTo>
                    <a:pt x="1245195" y="199990"/>
                  </a:lnTo>
                  <a:lnTo>
                    <a:pt x="1258302" y="197778"/>
                  </a:lnTo>
                  <a:lnTo>
                    <a:pt x="1271409" y="195559"/>
                  </a:lnTo>
                  <a:lnTo>
                    <a:pt x="1284517" y="193334"/>
                  </a:lnTo>
                  <a:lnTo>
                    <a:pt x="1297624" y="191101"/>
                  </a:lnTo>
                  <a:lnTo>
                    <a:pt x="1310731" y="188861"/>
                  </a:lnTo>
                  <a:lnTo>
                    <a:pt x="1323839" y="186615"/>
                  </a:lnTo>
                  <a:lnTo>
                    <a:pt x="1336946" y="184363"/>
                  </a:lnTo>
                  <a:lnTo>
                    <a:pt x="1350053" y="182104"/>
                  </a:lnTo>
                  <a:lnTo>
                    <a:pt x="1363161" y="179839"/>
                  </a:lnTo>
                  <a:lnTo>
                    <a:pt x="1376268" y="177567"/>
                  </a:lnTo>
                  <a:lnTo>
                    <a:pt x="1389375" y="175290"/>
                  </a:lnTo>
                  <a:lnTo>
                    <a:pt x="1402483" y="173007"/>
                  </a:lnTo>
                  <a:lnTo>
                    <a:pt x="1415590" y="170717"/>
                  </a:lnTo>
                  <a:lnTo>
                    <a:pt x="1428697" y="168423"/>
                  </a:lnTo>
                  <a:lnTo>
                    <a:pt x="1441805" y="166122"/>
                  </a:lnTo>
                  <a:lnTo>
                    <a:pt x="1454912" y="163816"/>
                  </a:lnTo>
                  <a:lnTo>
                    <a:pt x="1468019" y="161504"/>
                  </a:lnTo>
                  <a:lnTo>
                    <a:pt x="1481127" y="159188"/>
                  </a:lnTo>
                  <a:lnTo>
                    <a:pt x="1494234" y="156866"/>
                  </a:lnTo>
                  <a:lnTo>
                    <a:pt x="1507341" y="154539"/>
                  </a:lnTo>
                  <a:lnTo>
                    <a:pt x="1520448" y="152207"/>
                  </a:lnTo>
                  <a:lnTo>
                    <a:pt x="1533556" y="149871"/>
                  </a:lnTo>
                  <a:lnTo>
                    <a:pt x="1546663" y="147530"/>
                  </a:lnTo>
                  <a:lnTo>
                    <a:pt x="1559770" y="145184"/>
                  </a:lnTo>
                  <a:lnTo>
                    <a:pt x="1572878" y="142833"/>
                  </a:lnTo>
                  <a:lnTo>
                    <a:pt x="1585985" y="140479"/>
                  </a:lnTo>
                  <a:lnTo>
                    <a:pt x="1599092" y="138120"/>
                  </a:lnTo>
                  <a:lnTo>
                    <a:pt x="1612200" y="135757"/>
                  </a:lnTo>
                  <a:lnTo>
                    <a:pt x="1625307" y="133390"/>
                  </a:lnTo>
                  <a:lnTo>
                    <a:pt x="1638414" y="131020"/>
                  </a:lnTo>
                  <a:lnTo>
                    <a:pt x="1651522" y="128645"/>
                  </a:lnTo>
                  <a:lnTo>
                    <a:pt x="1664629" y="126267"/>
                  </a:lnTo>
                  <a:lnTo>
                    <a:pt x="1677736" y="123886"/>
                  </a:lnTo>
                  <a:lnTo>
                    <a:pt x="1690844" y="121501"/>
                  </a:lnTo>
                  <a:lnTo>
                    <a:pt x="1703951" y="119112"/>
                  </a:lnTo>
                  <a:lnTo>
                    <a:pt x="1717058" y="116721"/>
                  </a:lnTo>
                  <a:lnTo>
                    <a:pt x="1730166" y="114327"/>
                  </a:lnTo>
                  <a:lnTo>
                    <a:pt x="1743273" y="111929"/>
                  </a:lnTo>
                  <a:lnTo>
                    <a:pt x="1756380" y="109529"/>
                  </a:lnTo>
                  <a:lnTo>
                    <a:pt x="1769488" y="107126"/>
                  </a:lnTo>
                  <a:lnTo>
                    <a:pt x="1782595" y="104720"/>
                  </a:lnTo>
                  <a:lnTo>
                    <a:pt x="1795702" y="102312"/>
                  </a:lnTo>
                  <a:lnTo>
                    <a:pt x="1808810" y="99902"/>
                  </a:lnTo>
                  <a:lnTo>
                    <a:pt x="1821917" y="97489"/>
                  </a:lnTo>
                  <a:lnTo>
                    <a:pt x="1835024" y="95074"/>
                  </a:lnTo>
                  <a:lnTo>
                    <a:pt x="1848131" y="92657"/>
                  </a:lnTo>
                  <a:lnTo>
                    <a:pt x="1861239" y="90238"/>
                  </a:lnTo>
                  <a:lnTo>
                    <a:pt x="1874346" y="87817"/>
                  </a:lnTo>
                  <a:lnTo>
                    <a:pt x="1887453" y="85394"/>
                  </a:lnTo>
                  <a:lnTo>
                    <a:pt x="1900561" y="82969"/>
                  </a:lnTo>
                  <a:lnTo>
                    <a:pt x="1913668" y="80543"/>
                  </a:lnTo>
                  <a:lnTo>
                    <a:pt x="1926775" y="78115"/>
                  </a:lnTo>
                  <a:lnTo>
                    <a:pt x="1939883" y="75685"/>
                  </a:lnTo>
                  <a:lnTo>
                    <a:pt x="1952990" y="73254"/>
                  </a:lnTo>
                  <a:lnTo>
                    <a:pt x="1966097" y="70822"/>
                  </a:lnTo>
                  <a:lnTo>
                    <a:pt x="1979205" y="68389"/>
                  </a:lnTo>
                  <a:lnTo>
                    <a:pt x="1992312" y="65954"/>
                  </a:lnTo>
                  <a:lnTo>
                    <a:pt x="2005419" y="63519"/>
                  </a:lnTo>
                  <a:lnTo>
                    <a:pt x="2018527" y="61082"/>
                  </a:lnTo>
                  <a:lnTo>
                    <a:pt x="2031634" y="58645"/>
                  </a:lnTo>
                  <a:lnTo>
                    <a:pt x="2044741" y="56206"/>
                  </a:lnTo>
                  <a:lnTo>
                    <a:pt x="2057849" y="53767"/>
                  </a:lnTo>
                  <a:lnTo>
                    <a:pt x="2070956" y="51327"/>
                  </a:lnTo>
                  <a:lnTo>
                    <a:pt x="2084063" y="48886"/>
                  </a:lnTo>
                  <a:lnTo>
                    <a:pt x="2097171" y="46445"/>
                  </a:lnTo>
                  <a:lnTo>
                    <a:pt x="2110278" y="44003"/>
                  </a:lnTo>
                  <a:lnTo>
                    <a:pt x="2123385" y="41560"/>
                  </a:lnTo>
                  <a:lnTo>
                    <a:pt x="2136492" y="39117"/>
                  </a:lnTo>
                  <a:lnTo>
                    <a:pt x="2149600" y="36674"/>
                  </a:lnTo>
                  <a:lnTo>
                    <a:pt x="2162707" y="34230"/>
                  </a:lnTo>
                  <a:lnTo>
                    <a:pt x="2175814" y="31786"/>
                  </a:lnTo>
                  <a:lnTo>
                    <a:pt x="2188922" y="29342"/>
                  </a:lnTo>
                  <a:lnTo>
                    <a:pt x="2202029" y="26897"/>
                  </a:lnTo>
                  <a:lnTo>
                    <a:pt x="2215136" y="24453"/>
                  </a:lnTo>
                  <a:lnTo>
                    <a:pt x="2228244" y="22008"/>
                  </a:lnTo>
                  <a:lnTo>
                    <a:pt x="2241351" y="19563"/>
                  </a:lnTo>
                  <a:lnTo>
                    <a:pt x="2254458" y="17117"/>
                  </a:lnTo>
                  <a:lnTo>
                    <a:pt x="2267566" y="14672"/>
                  </a:lnTo>
                  <a:lnTo>
                    <a:pt x="2280673" y="12227"/>
                  </a:lnTo>
                  <a:lnTo>
                    <a:pt x="2293780" y="9781"/>
                  </a:lnTo>
                  <a:lnTo>
                    <a:pt x="2306888" y="7336"/>
                  </a:lnTo>
                  <a:lnTo>
                    <a:pt x="2319995" y="4890"/>
                  </a:lnTo>
                  <a:lnTo>
                    <a:pt x="2333102" y="2445"/>
                  </a:lnTo>
                  <a:lnTo>
                    <a:pt x="2346210" y="0"/>
                  </a:lnTo>
                  <a:lnTo>
                    <a:pt x="2346210" y="107295"/>
                  </a:lnTo>
                  <a:lnTo>
                    <a:pt x="2333102" y="109778"/>
                  </a:lnTo>
                  <a:lnTo>
                    <a:pt x="2319995" y="112260"/>
                  </a:lnTo>
                  <a:lnTo>
                    <a:pt x="2306888" y="114743"/>
                  </a:lnTo>
                  <a:lnTo>
                    <a:pt x="2293780" y="117225"/>
                  </a:lnTo>
                  <a:lnTo>
                    <a:pt x="2280673" y="119707"/>
                  </a:lnTo>
                  <a:lnTo>
                    <a:pt x="2267566" y="122190"/>
                  </a:lnTo>
                  <a:lnTo>
                    <a:pt x="2254458" y="124672"/>
                  </a:lnTo>
                  <a:lnTo>
                    <a:pt x="2241351" y="127155"/>
                  </a:lnTo>
                  <a:lnTo>
                    <a:pt x="2228244" y="129637"/>
                  </a:lnTo>
                  <a:lnTo>
                    <a:pt x="2215136" y="132119"/>
                  </a:lnTo>
                  <a:lnTo>
                    <a:pt x="2202029" y="134601"/>
                  </a:lnTo>
                  <a:lnTo>
                    <a:pt x="2188922" y="137084"/>
                  </a:lnTo>
                  <a:lnTo>
                    <a:pt x="2175814" y="139566"/>
                  </a:lnTo>
                  <a:lnTo>
                    <a:pt x="2162707" y="142048"/>
                  </a:lnTo>
                  <a:lnTo>
                    <a:pt x="2149600" y="144530"/>
                  </a:lnTo>
                  <a:lnTo>
                    <a:pt x="2136492" y="147012"/>
                  </a:lnTo>
                  <a:lnTo>
                    <a:pt x="2123385" y="149493"/>
                  </a:lnTo>
                  <a:lnTo>
                    <a:pt x="2110278" y="151975"/>
                  </a:lnTo>
                  <a:lnTo>
                    <a:pt x="2097171" y="154456"/>
                  </a:lnTo>
                  <a:lnTo>
                    <a:pt x="2084063" y="156938"/>
                  </a:lnTo>
                  <a:lnTo>
                    <a:pt x="2070956" y="159418"/>
                  </a:lnTo>
                  <a:lnTo>
                    <a:pt x="2057849" y="161899"/>
                  </a:lnTo>
                  <a:lnTo>
                    <a:pt x="2044741" y="164380"/>
                  </a:lnTo>
                  <a:lnTo>
                    <a:pt x="2031634" y="166860"/>
                  </a:lnTo>
                  <a:lnTo>
                    <a:pt x="2018527" y="169339"/>
                  </a:lnTo>
                  <a:lnTo>
                    <a:pt x="2005419" y="171819"/>
                  </a:lnTo>
                  <a:lnTo>
                    <a:pt x="1992312" y="174297"/>
                  </a:lnTo>
                  <a:lnTo>
                    <a:pt x="1979205" y="176776"/>
                  </a:lnTo>
                  <a:lnTo>
                    <a:pt x="1966097" y="179254"/>
                  </a:lnTo>
                  <a:lnTo>
                    <a:pt x="1952990" y="181731"/>
                  </a:lnTo>
                  <a:lnTo>
                    <a:pt x="1939883" y="184208"/>
                  </a:lnTo>
                  <a:lnTo>
                    <a:pt x="1926775" y="186684"/>
                  </a:lnTo>
                  <a:lnTo>
                    <a:pt x="1913668" y="189159"/>
                  </a:lnTo>
                  <a:lnTo>
                    <a:pt x="1900561" y="191634"/>
                  </a:lnTo>
                  <a:lnTo>
                    <a:pt x="1887453" y="194108"/>
                  </a:lnTo>
                  <a:lnTo>
                    <a:pt x="1874346" y="196580"/>
                  </a:lnTo>
                  <a:lnTo>
                    <a:pt x="1861239" y="199053"/>
                  </a:lnTo>
                  <a:lnTo>
                    <a:pt x="1848131" y="201524"/>
                  </a:lnTo>
                  <a:lnTo>
                    <a:pt x="1835024" y="203994"/>
                  </a:lnTo>
                  <a:lnTo>
                    <a:pt x="1821917" y="206463"/>
                  </a:lnTo>
                  <a:lnTo>
                    <a:pt x="1808810" y="208931"/>
                  </a:lnTo>
                  <a:lnTo>
                    <a:pt x="1795702" y="211398"/>
                  </a:lnTo>
                  <a:lnTo>
                    <a:pt x="1782595" y="213863"/>
                  </a:lnTo>
                  <a:lnTo>
                    <a:pt x="1769488" y="216328"/>
                  </a:lnTo>
                  <a:lnTo>
                    <a:pt x="1756380" y="218791"/>
                  </a:lnTo>
                  <a:lnTo>
                    <a:pt x="1743273" y="221252"/>
                  </a:lnTo>
                  <a:lnTo>
                    <a:pt x="1730166" y="223712"/>
                  </a:lnTo>
                  <a:lnTo>
                    <a:pt x="1717058" y="226171"/>
                  </a:lnTo>
                  <a:lnTo>
                    <a:pt x="1703951" y="228628"/>
                  </a:lnTo>
                  <a:lnTo>
                    <a:pt x="1690844" y="231084"/>
                  </a:lnTo>
                  <a:lnTo>
                    <a:pt x="1677736" y="233538"/>
                  </a:lnTo>
                  <a:lnTo>
                    <a:pt x="1664629" y="235990"/>
                  </a:lnTo>
                  <a:lnTo>
                    <a:pt x="1651522" y="238440"/>
                  </a:lnTo>
                  <a:lnTo>
                    <a:pt x="1638414" y="240888"/>
                  </a:lnTo>
                  <a:lnTo>
                    <a:pt x="1625307" y="243335"/>
                  </a:lnTo>
                  <a:lnTo>
                    <a:pt x="1612200" y="245780"/>
                  </a:lnTo>
                  <a:lnTo>
                    <a:pt x="1599092" y="248222"/>
                  </a:lnTo>
                  <a:lnTo>
                    <a:pt x="1585985" y="250663"/>
                  </a:lnTo>
                  <a:lnTo>
                    <a:pt x="1572878" y="253102"/>
                  </a:lnTo>
                  <a:lnTo>
                    <a:pt x="1559770" y="255538"/>
                  </a:lnTo>
                  <a:lnTo>
                    <a:pt x="1546663" y="257972"/>
                  </a:lnTo>
                  <a:lnTo>
                    <a:pt x="1533556" y="260404"/>
                  </a:lnTo>
                  <a:lnTo>
                    <a:pt x="1520448" y="262833"/>
                  </a:lnTo>
                  <a:lnTo>
                    <a:pt x="1507341" y="265261"/>
                  </a:lnTo>
                  <a:lnTo>
                    <a:pt x="1494234" y="267685"/>
                  </a:lnTo>
                  <a:lnTo>
                    <a:pt x="1481127" y="270108"/>
                  </a:lnTo>
                  <a:lnTo>
                    <a:pt x="1468019" y="272527"/>
                  </a:lnTo>
                  <a:lnTo>
                    <a:pt x="1454912" y="274945"/>
                  </a:lnTo>
                  <a:lnTo>
                    <a:pt x="1441805" y="277359"/>
                  </a:lnTo>
                  <a:lnTo>
                    <a:pt x="1428697" y="279771"/>
                  </a:lnTo>
                  <a:lnTo>
                    <a:pt x="1415590" y="282180"/>
                  </a:lnTo>
                  <a:lnTo>
                    <a:pt x="1402483" y="284586"/>
                  </a:lnTo>
                  <a:lnTo>
                    <a:pt x="1389375" y="286990"/>
                  </a:lnTo>
                  <a:lnTo>
                    <a:pt x="1376268" y="289391"/>
                  </a:lnTo>
                  <a:lnTo>
                    <a:pt x="1363161" y="291789"/>
                  </a:lnTo>
                  <a:lnTo>
                    <a:pt x="1350053" y="294183"/>
                  </a:lnTo>
                  <a:lnTo>
                    <a:pt x="1336946" y="296575"/>
                  </a:lnTo>
                  <a:lnTo>
                    <a:pt x="1323839" y="298964"/>
                  </a:lnTo>
                  <a:lnTo>
                    <a:pt x="1310731" y="301350"/>
                  </a:lnTo>
                  <a:lnTo>
                    <a:pt x="1297624" y="303732"/>
                  </a:lnTo>
                  <a:lnTo>
                    <a:pt x="1284517" y="306112"/>
                  </a:lnTo>
                  <a:lnTo>
                    <a:pt x="1271409" y="308488"/>
                  </a:lnTo>
                  <a:lnTo>
                    <a:pt x="1258302" y="310861"/>
                  </a:lnTo>
                  <a:lnTo>
                    <a:pt x="1245195" y="313230"/>
                  </a:lnTo>
                  <a:lnTo>
                    <a:pt x="1232087" y="315596"/>
                  </a:lnTo>
                  <a:lnTo>
                    <a:pt x="1218980" y="317959"/>
                  </a:lnTo>
                  <a:lnTo>
                    <a:pt x="1205873" y="320318"/>
                  </a:lnTo>
                  <a:lnTo>
                    <a:pt x="1192766" y="322674"/>
                  </a:lnTo>
                  <a:lnTo>
                    <a:pt x="1179658" y="325027"/>
                  </a:lnTo>
                  <a:lnTo>
                    <a:pt x="1166551" y="327376"/>
                  </a:lnTo>
                  <a:lnTo>
                    <a:pt x="1153444" y="329721"/>
                  </a:lnTo>
                  <a:lnTo>
                    <a:pt x="1140336" y="332062"/>
                  </a:lnTo>
                  <a:lnTo>
                    <a:pt x="1127229" y="334400"/>
                  </a:lnTo>
                  <a:lnTo>
                    <a:pt x="1114122" y="336735"/>
                  </a:lnTo>
                  <a:lnTo>
                    <a:pt x="1101014" y="339065"/>
                  </a:lnTo>
                  <a:lnTo>
                    <a:pt x="1087907" y="341392"/>
                  </a:lnTo>
                  <a:lnTo>
                    <a:pt x="1074800" y="343716"/>
                  </a:lnTo>
                  <a:lnTo>
                    <a:pt x="1061692" y="346035"/>
                  </a:lnTo>
                  <a:lnTo>
                    <a:pt x="1048585" y="348351"/>
                  </a:lnTo>
                  <a:lnTo>
                    <a:pt x="1035478" y="350662"/>
                  </a:lnTo>
                  <a:lnTo>
                    <a:pt x="1022370" y="352970"/>
                  </a:lnTo>
                  <a:lnTo>
                    <a:pt x="1009263" y="355274"/>
                  </a:lnTo>
                  <a:lnTo>
                    <a:pt x="996156" y="357575"/>
                  </a:lnTo>
                  <a:lnTo>
                    <a:pt x="983048" y="359871"/>
                  </a:lnTo>
                  <a:lnTo>
                    <a:pt x="969941" y="362164"/>
                  </a:lnTo>
                  <a:lnTo>
                    <a:pt x="956834" y="364452"/>
                  </a:lnTo>
                  <a:lnTo>
                    <a:pt x="943726" y="366737"/>
                  </a:lnTo>
                  <a:lnTo>
                    <a:pt x="930619" y="369018"/>
                  </a:lnTo>
                  <a:lnTo>
                    <a:pt x="917512" y="371295"/>
                  </a:lnTo>
                  <a:lnTo>
                    <a:pt x="904405" y="373569"/>
                  </a:lnTo>
                  <a:lnTo>
                    <a:pt x="891297" y="375838"/>
                  </a:lnTo>
                  <a:lnTo>
                    <a:pt x="878190" y="378103"/>
                  </a:lnTo>
                  <a:lnTo>
                    <a:pt x="865083" y="380365"/>
                  </a:lnTo>
                  <a:lnTo>
                    <a:pt x="851975" y="382623"/>
                  </a:lnTo>
                  <a:lnTo>
                    <a:pt x="838868" y="384877"/>
                  </a:lnTo>
                  <a:lnTo>
                    <a:pt x="825761" y="387127"/>
                  </a:lnTo>
                  <a:lnTo>
                    <a:pt x="812653" y="389374"/>
                  </a:lnTo>
                  <a:lnTo>
                    <a:pt x="799546" y="391617"/>
                  </a:lnTo>
                  <a:lnTo>
                    <a:pt x="786439" y="393856"/>
                  </a:lnTo>
                  <a:lnTo>
                    <a:pt x="773331" y="396092"/>
                  </a:lnTo>
                  <a:lnTo>
                    <a:pt x="760224" y="398324"/>
                  </a:lnTo>
                  <a:lnTo>
                    <a:pt x="747117" y="400552"/>
                  </a:lnTo>
                  <a:lnTo>
                    <a:pt x="734009" y="402777"/>
                  </a:lnTo>
                  <a:lnTo>
                    <a:pt x="720902" y="404998"/>
                  </a:lnTo>
                  <a:lnTo>
                    <a:pt x="707795" y="407216"/>
                  </a:lnTo>
                  <a:lnTo>
                    <a:pt x="694687" y="409431"/>
                  </a:lnTo>
                  <a:lnTo>
                    <a:pt x="681580" y="411642"/>
                  </a:lnTo>
                  <a:lnTo>
                    <a:pt x="668473" y="413850"/>
                  </a:lnTo>
                  <a:lnTo>
                    <a:pt x="655365" y="416055"/>
                  </a:lnTo>
                  <a:lnTo>
                    <a:pt x="642258" y="418257"/>
                  </a:lnTo>
                  <a:lnTo>
                    <a:pt x="629151" y="420456"/>
                  </a:lnTo>
                  <a:lnTo>
                    <a:pt x="616043" y="422651"/>
                  </a:lnTo>
                  <a:lnTo>
                    <a:pt x="602936" y="424844"/>
                  </a:lnTo>
                  <a:lnTo>
                    <a:pt x="589829" y="427034"/>
                  </a:lnTo>
                  <a:lnTo>
                    <a:pt x="576722" y="429221"/>
                  </a:lnTo>
                  <a:lnTo>
                    <a:pt x="563614" y="431406"/>
                  </a:lnTo>
                  <a:lnTo>
                    <a:pt x="550507" y="433587"/>
                  </a:lnTo>
                  <a:lnTo>
                    <a:pt x="537400" y="435767"/>
                  </a:lnTo>
                  <a:lnTo>
                    <a:pt x="524292" y="437943"/>
                  </a:lnTo>
                  <a:lnTo>
                    <a:pt x="511185" y="440118"/>
                  </a:lnTo>
                  <a:lnTo>
                    <a:pt x="498078" y="442290"/>
                  </a:lnTo>
                  <a:lnTo>
                    <a:pt x="484970" y="444460"/>
                  </a:lnTo>
                  <a:lnTo>
                    <a:pt x="471863" y="446627"/>
                  </a:lnTo>
                  <a:lnTo>
                    <a:pt x="458756" y="448793"/>
                  </a:lnTo>
                  <a:lnTo>
                    <a:pt x="445648" y="450957"/>
                  </a:lnTo>
                  <a:lnTo>
                    <a:pt x="432541" y="453118"/>
                  </a:lnTo>
                  <a:lnTo>
                    <a:pt x="419434" y="455278"/>
                  </a:lnTo>
                  <a:lnTo>
                    <a:pt x="406326" y="457437"/>
                  </a:lnTo>
                  <a:lnTo>
                    <a:pt x="393219" y="459593"/>
                  </a:lnTo>
                  <a:lnTo>
                    <a:pt x="380112" y="461748"/>
                  </a:lnTo>
                  <a:lnTo>
                    <a:pt x="367004" y="463902"/>
                  </a:lnTo>
                  <a:lnTo>
                    <a:pt x="353897" y="466054"/>
                  </a:lnTo>
                  <a:lnTo>
                    <a:pt x="340790" y="468205"/>
                  </a:lnTo>
                  <a:lnTo>
                    <a:pt x="327682" y="470355"/>
                  </a:lnTo>
                  <a:lnTo>
                    <a:pt x="314575" y="472503"/>
                  </a:lnTo>
                  <a:lnTo>
                    <a:pt x="301468" y="474651"/>
                  </a:lnTo>
                  <a:lnTo>
                    <a:pt x="288361" y="476797"/>
                  </a:lnTo>
                  <a:lnTo>
                    <a:pt x="275253" y="478943"/>
                  </a:lnTo>
                  <a:lnTo>
                    <a:pt x="262146" y="481087"/>
                  </a:lnTo>
                  <a:lnTo>
                    <a:pt x="249039" y="483231"/>
                  </a:lnTo>
                  <a:lnTo>
                    <a:pt x="235931" y="485375"/>
                  </a:lnTo>
                  <a:lnTo>
                    <a:pt x="222824" y="487517"/>
                  </a:lnTo>
                  <a:lnTo>
                    <a:pt x="209717" y="489659"/>
                  </a:lnTo>
                  <a:lnTo>
                    <a:pt x="196609" y="491801"/>
                  </a:lnTo>
                  <a:lnTo>
                    <a:pt x="183502" y="493942"/>
                  </a:lnTo>
                  <a:lnTo>
                    <a:pt x="170395" y="496082"/>
                  </a:lnTo>
                  <a:lnTo>
                    <a:pt x="157287" y="498223"/>
                  </a:lnTo>
                  <a:lnTo>
                    <a:pt x="144180" y="500363"/>
                  </a:lnTo>
                  <a:lnTo>
                    <a:pt x="131073" y="502502"/>
                  </a:lnTo>
                  <a:lnTo>
                    <a:pt x="117965" y="504642"/>
                  </a:lnTo>
                  <a:lnTo>
                    <a:pt x="104858" y="506781"/>
                  </a:lnTo>
                  <a:lnTo>
                    <a:pt x="91751" y="508920"/>
                  </a:lnTo>
                  <a:lnTo>
                    <a:pt x="78643" y="511059"/>
                  </a:lnTo>
                  <a:lnTo>
                    <a:pt x="65536" y="513198"/>
                  </a:lnTo>
                  <a:lnTo>
                    <a:pt x="52429" y="515337"/>
                  </a:lnTo>
                  <a:lnTo>
                    <a:pt x="39321" y="517476"/>
                  </a:lnTo>
                  <a:lnTo>
                    <a:pt x="26214" y="519614"/>
                  </a:lnTo>
                  <a:lnTo>
                    <a:pt x="13107" y="521753"/>
                  </a:lnTo>
                  <a:lnTo>
                    <a:pt x="0" y="52389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1913420"/>
              <a:ext cx="2346210" cy="378333"/>
            </a:xfrm>
            <a:custGeom>
              <a:avLst/>
              <a:pathLst>
                <a:path w="2346210" h="378333">
                  <a:moveTo>
                    <a:pt x="0" y="378333"/>
                  </a:moveTo>
                  <a:lnTo>
                    <a:pt x="13107" y="376637"/>
                  </a:lnTo>
                  <a:lnTo>
                    <a:pt x="26214" y="374941"/>
                  </a:lnTo>
                  <a:lnTo>
                    <a:pt x="39321" y="373244"/>
                  </a:lnTo>
                  <a:lnTo>
                    <a:pt x="52429" y="371548"/>
                  </a:lnTo>
                  <a:lnTo>
                    <a:pt x="65536" y="369851"/>
                  </a:lnTo>
                  <a:lnTo>
                    <a:pt x="78643" y="368155"/>
                  </a:lnTo>
                  <a:lnTo>
                    <a:pt x="91751" y="366458"/>
                  </a:lnTo>
                  <a:lnTo>
                    <a:pt x="104858" y="364760"/>
                  </a:lnTo>
                  <a:lnTo>
                    <a:pt x="117965" y="363063"/>
                  </a:lnTo>
                  <a:lnTo>
                    <a:pt x="131073" y="361365"/>
                  </a:lnTo>
                  <a:lnTo>
                    <a:pt x="144180" y="359666"/>
                  </a:lnTo>
                  <a:lnTo>
                    <a:pt x="157287" y="357966"/>
                  </a:lnTo>
                  <a:lnTo>
                    <a:pt x="170395" y="356266"/>
                  </a:lnTo>
                  <a:lnTo>
                    <a:pt x="183502" y="354565"/>
                  </a:lnTo>
                  <a:lnTo>
                    <a:pt x="196609" y="352863"/>
                  </a:lnTo>
                  <a:lnTo>
                    <a:pt x="209717" y="351159"/>
                  </a:lnTo>
                  <a:lnTo>
                    <a:pt x="222824" y="349454"/>
                  </a:lnTo>
                  <a:lnTo>
                    <a:pt x="235931" y="347748"/>
                  </a:lnTo>
                  <a:lnTo>
                    <a:pt x="249039" y="346040"/>
                  </a:lnTo>
                  <a:lnTo>
                    <a:pt x="262146" y="344330"/>
                  </a:lnTo>
                  <a:lnTo>
                    <a:pt x="275253" y="342618"/>
                  </a:lnTo>
                  <a:lnTo>
                    <a:pt x="288361" y="340904"/>
                  </a:lnTo>
                  <a:lnTo>
                    <a:pt x="301468" y="339188"/>
                  </a:lnTo>
                  <a:lnTo>
                    <a:pt x="314575" y="337469"/>
                  </a:lnTo>
                  <a:lnTo>
                    <a:pt x="327682" y="335747"/>
                  </a:lnTo>
                  <a:lnTo>
                    <a:pt x="340790" y="334023"/>
                  </a:lnTo>
                  <a:lnTo>
                    <a:pt x="353897" y="332296"/>
                  </a:lnTo>
                  <a:lnTo>
                    <a:pt x="367004" y="330565"/>
                  </a:lnTo>
                  <a:lnTo>
                    <a:pt x="380112" y="328831"/>
                  </a:lnTo>
                  <a:lnTo>
                    <a:pt x="393219" y="327094"/>
                  </a:lnTo>
                  <a:lnTo>
                    <a:pt x="406326" y="325352"/>
                  </a:lnTo>
                  <a:lnTo>
                    <a:pt x="419434" y="323607"/>
                  </a:lnTo>
                  <a:lnTo>
                    <a:pt x="432541" y="321858"/>
                  </a:lnTo>
                  <a:lnTo>
                    <a:pt x="445648" y="320104"/>
                  </a:lnTo>
                  <a:lnTo>
                    <a:pt x="458756" y="318346"/>
                  </a:lnTo>
                  <a:lnTo>
                    <a:pt x="471863" y="316583"/>
                  </a:lnTo>
                  <a:lnTo>
                    <a:pt x="484970" y="314815"/>
                  </a:lnTo>
                  <a:lnTo>
                    <a:pt x="498078" y="313042"/>
                  </a:lnTo>
                  <a:lnTo>
                    <a:pt x="511185" y="311264"/>
                  </a:lnTo>
                  <a:lnTo>
                    <a:pt x="524292" y="309481"/>
                  </a:lnTo>
                  <a:lnTo>
                    <a:pt x="537400" y="307692"/>
                  </a:lnTo>
                  <a:lnTo>
                    <a:pt x="550507" y="305898"/>
                  </a:lnTo>
                  <a:lnTo>
                    <a:pt x="563614" y="304097"/>
                  </a:lnTo>
                  <a:lnTo>
                    <a:pt x="576722" y="302291"/>
                  </a:lnTo>
                  <a:lnTo>
                    <a:pt x="589829" y="300478"/>
                  </a:lnTo>
                  <a:lnTo>
                    <a:pt x="602936" y="298659"/>
                  </a:lnTo>
                  <a:lnTo>
                    <a:pt x="616043" y="296833"/>
                  </a:lnTo>
                  <a:lnTo>
                    <a:pt x="629151" y="295001"/>
                  </a:lnTo>
                  <a:lnTo>
                    <a:pt x="642258" y="293162"/>
                  </a:lnTo>
                  <a:lnTo>
                    <a:pt x="655365" y="291315"/>
                  </a:lnTo>
                  <a:lnTo>
                    <a:pt x="668473" y="289462"/>
                  </a:lnTo>
                  <a:lnTo>
                    <a:pt x="681580" y="287602"/>
                  </a:lnTo>
                  <a:lnTo>
                    <a:pt x="694687" y="285734"/>
                  </a:lnTo>
                  <a:lnTo>
                    <a:pt x="707795" y="283859"/>
                  </a:lnTo>
                  <a:lnTo>
                    <a:pt x="720902" y="281977"/>
                  </a:lnTo>
                  <a:lnTo>
                    <a:pt x="734009" y="280086"/>
                  </a:lnTo>
                  <a:lnTo>
                    <a:pt x="747117" y="278188"/>
                  </a:lnTo>
                  <a:lnTo>
                    <a:pt x="760224" y="276282"/>
                  </a:lnTo>
                  <a:lnTo>
                    <a:pt x="773331" y="274369"/>
                  </a:lnTo>
                  <a:lnTo>
                    <a:pt x="786439" y="272447"/>
                  </a:lnTo>
                  <a:lnTo>
                    <a:pt x="799546" y="270517"/>
                  </a:lnTo>
                  <a:lnTo>
                    <a:pt x="812653" y="268579"/>
                  </a:lnTo>
                  <a:lnTo>
                    <a:pt x="825761" y="266633"/>
                  </a:lnTo>
                  <a:lnTo>
                    <a:pt x="838868" y="264679"/>
                  </a:lnTo>
                  <a:lnTo>
                    <a:pt x="851975" y="262716"/>
                  </a:lnTo>
                  <a:lnTo>
                    <a:pt x="865083" y="260745"/>
                  </a:lnTo>
                  <a:lnTo>
                    <a:pt x="878190" y="258766"/>
                  </a:lnTo>
                  <a:lnTo>
                    <a:pt x="891297" y="256778"/>
                  </a:lnTo>
                  <a:lnTo>
                    <a:pt x="904405" y="254782"/>
                  </a:lnTo>
                  <a:lnTo>
                    <a:pt x="917512" y="252777"/>
                  </a:lnTo>
                  <a:lnTo>
                    <a:pt x="930619" y="250764"/>
                  </a:lnTo>
                  <a:lnTo>
                    <a:pt x="943726" y="248743"/>
                  </a:lnTo>
                  <a:lnTo>
                    <a:pt x="956834" y="246713"/>
                  </a:lnTo>
                  <a:lnTo>
                    <a:pt x="969941" y="244675"/>
                  </a:lnTo>
                  <a:lnTo>
                    <a:pt x="983048" y="242628"/>
                  </a:lnTo>
                  <a:lnTo>
                    <a:pt x="996156" y="240573"/>
                  </a:lnTo>
                  <a:lnTo>
                    <a:pt x="1009263" y="238509"/>
                  </a:lnTo>
                  <a:lnTo>
                    <a:pt x="1022370" y="236437"/>
                  </a:lnTo>
                  <a:lnTo>
                    <a:pt x="1035478" y="234357"/>
                  </a:lnTo>
                  <a:lnTo>
                    <a:pt x="1048585" y="232269"/>
                  </a:lnTo>
                  <a:lnTo>
                    <a:pt x="1061692" y="230172"/>
                  </a:lnTo>
                  <a:lnTo>
                    <a:pt x="1074800" y="228067"/>
                  </a:lnTo>
                  <a:lnTo>
                    <a:pt x="1087907" y="225954"/>
                  </a:lnTo>
                  <a:lnTo>
                    <a:pt x="1101014" y="223833"/>
                  </a:lnTo>
                  <a:lnTo>
                    <a:pt x="1114122" y="221704"/>
                  </a:lnTo>
                  <a:lnTo>
                    <a:pt x="1127229" y="219567"/>
                  </a:lnTo>
                  <a:lnTo>
                    <a:pt x="1140336" y="217423"/>
                  </a:lnTo>
                  <a:lnTo>
                    <a:pt x="1153444" y="215270"/>
                  </a:lnTo>
                  <a:lnTo>
                    <a:pt x="1166551" y="213110"/>
                  </a:lnTo>
                  <a:lnTo>
                    <a:pt x="1179658" y="210942"/>
                  </a:lnTo>
                  <a:lnTo>
                    <a:pt x="1192766" y="208766"/>
                  </a:lnTo>
                  <a:lnTo>
                    <a:pt x="1205873" y="206583"/>
                  </a:lnTo>
                  <a:lnTo>
                    <a:pt x="1218980" y="204393"/>
                  </a:lnTo>
                  <a:lnTo>
                    <a:pt x="1232087" y="202195"/>
                  </a:lnTo>
                  <a:lnTo>
                    <a:pt x="1245195" y="199990"/>
                  </a:lnTo>
                  <a:lnTo>
                    <a:pt x="1258302" y="197778"/>
                  </a:lnTo>
                  <a:lnTo>
                    <a:pt x="1271409" y="195559"/>
                  </a:lnTo>
                  <a:lnTo>
                    <a:pt x="1284517" y="193334"/>
                  </a:lnTo>
                  <a:lnTo>
                    <a:pt x="1297624" y="191101"/>
                  </a:lnTo>
                  <a:lnTo>
                    <a:pt x="1310731" y="188861"/>
                  </a:lnTo>
                  <a:lnTo>
                    <a:pt x="1323839" y="186615"/>
                  </a:lnTo>
                  <a:lnTo>
                    <a:pt x="1336946" y="184363"/>
                  </a:lnTo>
                  <a:lnTo>
                    <a:pt x="1350053" y="182104"/>
                  </a:lnTo>
                  <a:lnTo>
                    <a:pt x="1363161" y="179839"/>
                  </a:lnTo>
                  <a:lnTo>
                    <a:pt x="1376268" y="177567"/>
                  </a:lnTo>
                  <a:lnTo>
                    <a:pt x="1389375" y="175290"/>
                  </a:lnTo>
                  <a:lnTo>
                    <a:pt x="1402483" y="173007"/>
                  </a:lnTo>
                  <a:lnTo>
                    <a:pt x="1415590" y="170717"/>
                  </a:lnTo>
                  <a:lnTo>
                    <a:pt x="1428697" y="168423"/>
                  </a:lnTo>
                  <a:lnTo>
                    <a:pt x="1441805" y="166122"/>
                  </a:lnTo>
                  <a:lnTo>
                    <a:pt x="1454912" y="163816"/>
                  </a:lnTo>
                  <a:lnTo>
                    <a:pt x="1468019" y="161504"/>
                  </a:lnTo>
                  <a:lnTo>
                    <a:pt x="1481127" y="159188"/>
                  </a:lnTo>
                  <a:lnTo>
                    <a:pt x="1494234" y="156866"/>
                  </a:lnTo>
                  <a:lnTo>
                    <a:pt x="1507341" y="154539"/>
                  </a:lnTo>
                  <a:lnTo>
                    <a:pt x="1520448" y="152207"/>
                  </a:lnTo>
                  <a:lnTo>
                    <a:pt x="1533556" y="149871"/>
                  </a:lnTo>
                  <a:lnTo>
                    <a:pt x="1546663" y="147530"/>
                  </a:lnTo>
                  <a:lnTo>
                    <a:pt x="1559770" y="145184"/>
                  </a:lnTo>
                  <a:lnTo>
                    <a:pt x="1572878" y="142833"/>
                  </a:lnTo>
                  <a:lnTo>
                    <a:pt x="1585985" y="140479"/>
                  </a:lnTo>
                  <a:lnTo>
                    <a:pt x="1599092" y="138120"/>
                  </a:lnTo>
                  <a:lnTo>
                    <a:pt x="1612200" y="135757"/>
                  </a:lnTo>
                  <a:lnTo>
                    <a:pt x="1625307" y="133390"/>
                  </a:lnTo>
                  <a:lnTo>
                    <a:pt x="1638414" y="131020"/>
                  </a:lnTo>
                  <a:lnTo>
                    <a:pt x="1651522" y="128645"/>
                  </a:lnTo>
                  <a:lnTo>
                    <a:pt x="1664629" y="126267"/>
                  </a:lnTo>
                  <a:lnTo>
                    <a:pt x="1677736" y="123886"/>
                  </a:lnTo>
                  <a:lnTo>
                    <a:pt x="1690844" y="121501"/>
                  </a:lnTo>
                  <a:lnTo>
                    <a:pt x="1703951" y="119112"/>
                  </a:lnTo>
                  <a:lnTo>
                    <a:pt x="1717058" y="116721"/>
                  </a:lnTo>
                  <a:lnTo>
                    <a:pt x="1730166" y="114327"/>
                  </a:lnTo>
                  <a:lnTo>
                    <a:pt x="1743273" y="111929"/>
                  </a:lnTo>
                  <a:lnTo>
                    <a:pt x="1756380" y="109529"/>
                  </a:lnTo>
                  <a:lnTo>
                    <a:pt x="1769488" y="107126"/>
                  </a:lnTo>
                  <a:lnTo>
                    <a:pt x="1782595" y="104720"/>
                  </a:lnTo>
                  <a:lnTo>
                    <a:pt x="1795702" y="102312"/>
                  </a:lnTo>
                  <a:lnTo>
                    <a:pt x="1808810" y="99902"/>
                  </a:lnTo>
                  <a:lnTo>
                    <a:pt x="1821917" y="97489"/>
                  </a:lnTo>
                  <a:lnTo>
                    <a:pt x="1835024" y="95074"/>
                  </a:lnTo>
                  <a:lnTo>
                    <a:pt x="1848131" y="92657"/>
                  </a:lnTo>
                  <a:lnTo>
                    <a:pt x="1861239" y="90238"/>
                  </a:lnTo>
                  <a:lnTo>
                    <a:pt x="1874346" y="87817"/>
                  </a:lnTo>
                  <a:lnTo>
                    <a:pt x="1887453" y="85394"/>
                  </a:lnTo>
                  <a:lnTo>
                    <a:pt x="1900561" y="82969"/>
                  </a:lnTo>
                  <a:lnTo>
                    <a:pt x="1913668" y="80543"/>
                  </a:lnTo>
                  <a:lnTo>
                    <a:pt x="1926775" y="78115"/>
                  </a:lnTo>
                  <a:lnTo>
                    <a:pt x="1939883" y="75685"/>
                  </a:lnTo>
                  <a:lnTo>
                    <a:pt x="1952990" y="73254"/>
                  </a:lnTo>
                  <a:lnTo>
                    <a:pt x="1966097" y="70822"/>
                  </a:lnTo>
                  <a:lnTo>
                    <a:pt x="1979205" y="68389"/>
                  </a:lnTo>
                  <a:lnTo>
                    <a:pt x="1992312" y="65954"/>
                  </a:lnTo>
                  <a:lnTo>
                    <a:pt x="2005419" y="63519"/>
                  </a:lnTo>
                  <a:lnTo>
                    <a:pt x="2018527" y="61082"/>
                  </a:lnTo>
                  <a:lnTo>
                    <a:pt x="2031634" y="58645"/>
                  </a:lnTo>
                  <a:lnTo>
                    <a:pt x="2044741" y="56206"/>
                  </a:lnTo>
                  <a:lnTo>
                    <a:pt x="2057849" y="53767"/>
                  </a:lnTo>
                  <a:lnTo>
                    <a:pt x="2070956" y="51327"/>
                  </a:lnTo>
                  <a:lnTo>
                    <a:pt x="2084063" y="48886"/>
                  </a:lnTo>
                  <a:lnTo>
                    <a:pt x="2097171" y="46445"/>
                  </a:lnTo>
                  <a:lnTo>
                    <a:pt x="2110278" y="44003"/>
                  </a:lnTo>
                  <a:lnTo>
                    <a:pt x="2123385" y="41560"/>
                  </a:lnTo>
                  <a:lnTo>
                    <a:pt x="2136492" y="39117"/>
                  </a:lnTo>
                  <a:lnTo>
                    <a:pt x="2149600" y="36674"/>
                  </a:lnTo>
                  <a:lnTo>
                    <a:pt x="2162707" y="34230"/>
                  </a:lnTo>
                  <a:lnTo>
                    <a:pt x="2175814" y="31786"/>
                  </a:lnTo>
                  <a:lnTo>
                    <a:pt x="2188922" y="29342"/>
                  </a:lnTo>
                  <a:lnTo>
                    <a:pt x="2202029" y="26897"/>
                  </a:lnTo>
                  <a:lnTo>
                    <a:pt x="2215136" y="24453"/>
                  </a:lnTo>
                  <a:lnTo>
                    <a:pt x="2228244" y="22008"/>
                  </a:lnTo>
                  <a:lnTo>
                    <a:pt x="2241351" y="19563"/>
                  </a:lnTo>
                  <a:lnTo>
                    <a:pt x="2254458" y="17117"/>
                  </a:lnTo>
                  <a:lnTo>
                    <a:pt x="2267566" y="14672"/>
                  </a:lnTo>
                  <a:lnTo>
                    <a:pt x="2280673" y="12227"/>
                  </a:lnTo>
                  <a:lnTo>
                    <a:pt x="2293780" y="9781"/>
                  </a:lnTo>
                  <a:lnTo>
                    <a:pt x="2306888" y="7336"/>
                  </a:lnTo>
                  <a:lnTo>
                    <a:pt x="2319995" y="4890"/>
                  </a:lnTo>
                  <a:lnTo>
                    <a:pt x="2333102" y="2445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020716"/>
              <a:ext cx="2346210" cy="416596"/>
            </a:xfrm>
            <a:custGeom>
              <a:avLst/>
              <a:pathLst>
                <a:path w="2346210" h="416596">
                  <a:moveTo>
                    <a:pt x="2346210" y="0"/>
                  </a:moveTo>
                  <a:lnTo>
                    <a:pt x="2333102" y="2482"/>
                  </a:lnTo>
                  <a:lnTo>
                    <a:pt x="2319995" y="4964"/>
                  </a:lnTo>
                  <a:lnTo>
                    <a:pt x="2306888" y="7447"/>
                  </a:lnTo>
                  <a:lnTo>
                    <a:pt x="2293780" y="9929"/>
                  </a:lnTo>
                  <a:lnTo>
                    <a:pt x="2280673" y="12412"/>
                  </a:lnTo>
                  <a:lnTo>
                    <a:pt x="2267566" y="14894"/>
                  </a:lnTo>
                  <a:lnTo>
                    <a:pt x="2254458" y="17376"/>
                  </a:lnTo>
                  <a:lnTo>
                    <a:pt x="2241351" y="19859"/>
                  </a:lnTo>
                  <a:lnTo>
                    <a:pt x="2228244" y="22341"/>
                  </a:lnTo>
                  <a:lnTo>
                    <a:pt x="2215136" y="24823"/>
                  </a:lnTo>
                  <a:lnTo>
                    <a:pt x="2202029" y="27306"/>
                  </a:lnTo>
                  <a:lnTo>
                    <a:pt x="2188922" y="29788"/>
                  </a:lnTo>
                  <a:lnTo>
                    <a:pt x="2175814" y="32270"/>
                  </a:lnTo>
                  <a:lnTo>
                    <a:pt x="2162707" y="34752"/>
                  </a:lnTo>
                  <a:lnTo>
                    <a:pt x="2149600" y="37234"/>
                  </a:lnTo>
                  <a:lnTo>
                    <a:pt x="2136492" y="39716"/>
                  </a:lnTo>
                  <a:lnTo>
                    <a:pt x="2123385" y="42198"/>
                  </a:lnTo>
                  <a:lnTo>
                    <a:pt x="2110278" y="44679"/>
                  </a:lnTo>
                  <a:lnTo>
                    <a:pt x="2097171" y="47160"/>
                  </a:lnTo>
                  <a:lnTo>
                    <a:pt x="2084063" y="49642"/>
                  </a:lnTo>
                  <a:lnTo>
                    <a:pt x="2070956" y="52123"/>
                  </a:lnTo>
                  <a:lnTo>
                    <a:pt x="2057849" y="54603"/>
                  </a:lnTo>
                  <a:lnTo>
                    <a:pt x="2044741" y="57084"/>
                  </a:lnTo>
                  <a:lnTo>
                    <a:pt x="2031634" y="59564"/>
                  </a:lnTo>
                  <a:lnTo>
                    <a:pt x="2018527" y="62043"/>
                  </a:lnTo>
                  <a:lnTo>
                    <a:pt x="2005419" y="64523"/>
                  </a:lnTo>
                  <a:lnTo>
                    <a:pt x="1992312" y="67002"/>
                  </a:lnTo>
                  <a:lnTo>
                    <a:pt x="1979205" y="69480"/>
                  </a:lnTo>
                  <a:lnTo>
                    <a:pt x="1966097" y="71958"/>
                  </a:lnTo>
                  <a:lnTo>
                    <a:pt x="1952990" y="74435"/>
                  </a:lnTo>
                  <a:lnTo>
                    <a:pt x="1939883" y="76912"/>
                  </a:lnTo>
                  <a:lnTo>
                    <a:pt x="1926775" y="79388"/>
                  </a:lnTo>
                  <a:lnTo>
                    <a:pt x="1913668" y="81863"/>
                  </a:lnTo>
                  <a:lnTo>
                    <a:pt x="1900561" y="84338"/>
                  </a:lnTo>
                  <a:lnTo>
                    <a:pt x="1887453" y="86812"/>
                  </a:lnTo>
                  <a:lnTo>
                    <a:pt x="1874346" y="89285"/>
                  </a:lnTo>
                  <a:lnTo>
                    <a:pt x="1861239" y="91757"/>
                  </a:lnTo>
                  <a:lnTo>
                    <a:pt x="1848131" y="94228"/>
                  </a:lnTo>
                  <a:lnTo>
                    <a:pt x="1835024" y="96698"/>
                  </a:lnTo>
                  <a:lnTo>
                    <a:pt x="1821917" y="99167"/>
                  </a:lnTo>
                  <a:lnTo>
                    <a:pt x="1808810" y="101635"/>
                  </a:lnTo>
                  <a:lnTo>
                    <a:pt x="1795702" y="104102"/>
                  </a:lnTo>
                  <a:lnTo>
                    <a:pt x="1782595" y="106567"/>
                  </a:lnTo>
                  <a:lnTo>
                    <a:pt x="1769488" y="109032"/>
                  </a:lnTo>
                  <a:lnTo>
                    <a:pt x="1756380" y="111495"/>
                  </a:lnTo>
                  <a:lnTo>
                    <a:pt x="1743273" y="113956"/>
                  </a:lnTo>
                  <a:lnTo>
                    <a:pt x="1730166" y="116417"/>
                  </a:lnTo>
                  <a:lnTo>
                    <a:pt x="1717058" y="118875"/>
                  </a:lnTo>
                  <a:lnTo>
                    <a:pt x="1703951" y="121332"/>
                  </a:lnTo>
                  <a:lnTo>
                    <a:pt x="1690844" y="123788"/>
                  </a:lnTo>
                  <a:lnTo>
                    <a:pt x="1677736" y="126242"/>
                  </a:lnTo>
                  <a:lnTo>
                    <a:pt x="1664629" y="128694"/>
                  </a:lnTo>
                  <a:lnTo>
                    <a:pt x="1651522" y="131144"/>
                  </a:lnTo>
                  <a:lnTo>
                    <a:pt x="1638414" y="133593"/>
                  </a:lnTo>
                  <a:lnTo>
                    <a:pt x="1625307" y="136039"/>
                  </a:lnTo>
                  <a:lnTo>
                    <a:pt x="1612200" y="138484"/>
                  </a:lnTo>
                  <a:lnTo>
                    <a:pt x="1599092" y="140927"/>
                  </a:lnTo>
                  <a:lnTo>
                    <a:pt x="1585985" y="143367"/>
                  </a:lnTo>
                  <a:lnTo>
                    <a:pt x="1572878" y="145806"/>
                  </a:lnTo>
                  <a:lnTo>
                    <a:pt x="1559770" y="148242"/>
                  </a:lnTo>
                  <a:lnTo>
                    <a:pt x="1546663" y="150676"/>
                  </a:lnTo>
                  <a:lnTo>
                    <a:pt x="1533556" y="153108"/>
                  </a:lnTo>
                  <a:lnTo>
                    <a:pt x="1520448" y="155538"/>
                  </a:lnTo>
                  <a:lnTo>
                    <a:pt x="1507341" y="157965"/>
                  </a:lnTo>
                  <a:lnTo>
                    <a:pt x="1494234" y="160389"/>
                  </a:lnTo>
                  <a:lnTo>
                    <a:pt x="1481127" y="162812"/>
                  </a:lnTo>
                  <a:lnTo>
                    <a:pt x="1468019" y="165231"/>
                  </a:lnTo>
                  <a:lnTo>
                    <a:pt x="1454912" y="167649"/>
                  </a:lnTo>
                  <a:lnTo>
                    <a:pt x="1441805" y="170063"/>
                  </a:lnTo>
                  <a:lnTo>
                    <a:pt x="1428697" y="172475"/>
                  </a:lnTo>
                  <a:lnTo>
                    <a:pt x="1415590" y="174884"/>
                  </a:lnTo>
                  <a:lnTo>
                    <a:pt x="1402483" y="177291"/>
                  </a:lnTo>
                  <a:lnTo>
                    <a:pt x="1389375" y="179694"/>
                  </a:lnTo>
                  <a:lnTo>
                    <a:pt x="1376268" y="182095"/>
                  </a:lnTo>
                  <a:lnTo>
                    <a:pt x="1363161" y="184493"/>
                  </a:lnTo>
                  <a:lnTo>
                    <a:pt x="1350053" y="186888"/>
                  </a:lnTo>
                  <a:lnTo>
                    <a:pt x="1336946" y="189279"/>
                  </a:lnTo>
                  <a:lnTo>
                    <a:pt x="1323839" y="191668"/>
                  </a:lnTo>
                  <a:lnTo>
                    <a:pt x="1310731" y="194054"/>
                  </a:lnTo>
                  <a:lnTo>
                    <a:pt x="1297624" y="196436"/>
                  </a:lnTo>
                  <a:lnTo>
                    <a:pt x="1284517" y="198816"/>
                  </a:lnTo>
                  <a:lnTo>
                    <a:pt x="1271409" y="201192"/>
                  </a:lnTo>
                  <a:lnTo>
                    <a:pt x="1258302" y="203565"/>
                  </a:lnTo>
                  <a:lnTo>
                    <a:pt x="1245195" y="205934"/>
                  </a:lnTo>
                  <a:lnTo>
                    <a:pt x="1232087" y="208300"/>
                  </a:lnTo>
                  <a:lnTo>
                    <a:pt x="1218980" y="210663"/>
                  </a:lnTo>
                  <a:lnTo>
                    <a:pt x="1205873" y="213023"/>
                  </a:lnTo>
                  <a:lnTo>
                    <a:pt x="1192766" y="215379"/>
                  </a:lnTo>
                  <a:lnTo>
                    <a:pt x="1179658" y="217731"/>
                  </a:lnTo>
                  <a:lnTo>
                    <a:pt x="1166551" y="220080"/>
                  </a:lnTo>
                  <a:lnTo>
                    <a:pt x="1153444" y="222425"/>
                  </a:lnTo>
                  <a:lnTo>
                    <a:pt x="1140336" y="224767"/>
                  </a:lnTo>
                  <a:lnTo>
                    <a:pt x="1127229" y="227105"/>
                  </a:lnTo>
                  <a:lnTo>
                    <a:pt x="1114122" y="229439"/>
                  </a:lnTo>
                  <a:lnTo>
                    <a:pt x="1101014" y="231770"/>
                  </a:lnTo>
                  <a:lnTo>
                    <a:pt x="1087907" y="234097"/>
                  </a:lnTo>
                  <a:lnTo>
                    <a:pt x="1074800" y="236420"/>
                  </a:lnTo>
                  <a:lnTo>
                    <a:pt x="1061692" y="238739"/>
                  </a:lnTo>
                  <a:lnTo>
                    <a:pt x="1048585" y="241055"/>
                  </a:lnTo>
                  <a:lnTo>
                    <a:pt x="1035478" y="243367"/>
                  </a:lnTo>
                  <a:lnTo>
                    <a:pt x="1022370" y="245674"/>
                  </a:lnTo>
                  <a:lnTo>
                    <a:pt x="1009263" y="247979"/>
                  </a:lnTo>
                  <a:lnTo>
                    <a:pt x="996156" y="250279"/>
                  </a:lnTo>
                  <a:lnTo>
                    <a:pt x="983048" y="252575"/>
                  </a:lnTo>
                  <a:lnTo>
                    <a:pt x="969941" y="254868"/>
                  </a:lnTo>
                  <a:lnTo>
                    <a:pt x="956834" y="257157"/>
                  </a:lnTo>
                  <a:lnTo>
                    <a:pt x="943726" y="259441"/>
                  </a:lnTo>
                  <a:lnTo>
                    <a:pt x="930619" y="261722"/>
                  </a:lnTo>
                  <a:lnTo>
                    <a:pt x="917512" y="263999"/>
                  </a:lnTo>
                  <a:lnTo>
                    <a:pt x="904405" y="266273"/>
                  </a:lnTo>
                  <a:lnTo>
                    <a:pt x="891297" y="268542"/>
                  </a:lnTo>
                  <a:lnTo>
                    <a:pt x="878190" y="270808"/>
                  </a:lnTo>
                  <a:lnTo>
                    <a:pt x="865083" y="273069"/>
                  </a:lnTo>
                  <a:lnTo>
                    <a:pt x="851975" y="275327"/>
                  </a:lnTo>
                  <a:lnTo>
                    <a:pt x="838868" y="277581"/>
                  </a:lnTo>
                  <a:lnTo>
                    <a:pt x="825761" y="279832"/>
                  </a:lnTo>
                  <a:lnTo>
                    <a:pt x="812653" y="282078"/>
                  </a:lnTo>
                  <a:lnTo>
                    <a:pt x="799546" y="284321"/>
                  </a:lnTo>
                  <a:lnTo>
                    <a:pt x="786439" y="286560"/>
                  </a:lnTo>
                  <a:lnTo>
                    <a:pt x="773331" y="288796"/>
                  </a:lnTo>
                  <a:lnTo>
                    <a:pt x="760224" y="291028"/>
                  </a:lnTo>
                  <a:lnTo>
                    <a:pt x="747117" y="293256"/>
                  </a:lnTo>
                  <a:lnTo>
                    <a:pt x="734009" y="295481"/>
                  </a:lnTo>
                  <a:lnTo>
                    <a:pt x="720902" y="297702"/>
                  </a:lnTo>
                  <a:lnTo>
                    <a:pt x="707795" y="299920"/>
                  </a:lnTo>
                  <a:lnTo>
                    <a:pt x="694687" y="302135"/>
                  </a:lnTo>
                  <a:lnTo>
                    <a:pt x="681580" y="304346"/>
                  </a:lnTo>
                  <a:lnTo>
                    <a:pt x="668473" y="306554"/>
                  </a:lnTo>
                  <a:lnTo>
                    <a:pt x="655365" y="308759"/>
                  </a:lnTo>
                  <a:lnTo>
                    <a:pt x="642258" y="310961"/>
                  </a:lnTo>
                  <a:lnTo>
                    <a:pt x="629151" y="313160"/>
                  </a:lnTo>
                  <a:lnTo>
                    <a:pt x="616043" y="315355"/>
                  </a:lnTo>
                  <a:lnTo>
                    <a:pt x="602936" y="317548"/>
                  </a:lnTo>
                  <a:lnTo>
                    <a:pt x="589829" y="319738"/>
                  </a:lnTo>
                  <a:lnTo>
                    <a:pt x="576722" y="321925"/>
                  </a:lnTo>
                  <a:lnTo>
                    <a:pt x="563614" y="324110"/>
                  </a:lnTo>
                  <a:lnTo>
                    <a:pt x="550507" y="326291"/>
                  </a:lnTo>
                  <a:lnTo>
                    <a:pt x="537400" y="328471"/>
                  </a:lnTo>
                  <a:lnTo>
                    <a:pt x="524292" y="330647"/>
                  </a:lnTo>
                  <a:lnTo>
                    <a:pt x="511185" y="332822"/>
                  </a:lnTo>
                  <a:lnTo>
                    <a:pt x="498078" y="334994"/>
                  </a:lnTo>
                  <a:lnTo>
                    <a:pt x="484970" y="337164"/>
                  </a:lnTo>
                  <a:lnTo>
                    <a:pt x="471863" y="339331"/>
                  </a:lnTo>
                  <a:lnTo>
                    <a:pt x="458756" y="341497"/>
                  </a:lnTo>
                  <a:lnTo>
                    <a:pt x="445648" y="343661"/>
                  </a:lnTo>
                  <a:lnTo>
                    <a:pt x="432541" y="345822"/>
                  </a:lnTo>
                  <a:lnTo>
                    <a:pt x="419434" y="347982"/>
                  </a:lnTo>
                  <a:lnTo>
                    <a:pt x="406326" y="350141"/>
                  </a:lnTo>
                  <a:lnTo>
                    <a:pt x="393219" y="352297"/>
                  </a:lnTo>
                  <a:lnTo>
                    <a:pt x="380112" y="354452"/>
                  </a:lnTo>
                  <a:lnTo>
                    <a:pt x="367004" y="356606"/>
                  </a:lnTo>
                  <a:lnTo>
                    <a:pt x="353897" y="358758"/>
                  </a:lnTo>
                  <a:lnTo>
                    <a:pt x="340790" y="360909"/>
                  </a:lnTo>
                  <a:lnTo>
                    <a:pt x="327682" y="363059"/>
                  </a:lnTo>
                  <a:lnTo>
                    <a:pt x="314575" y="365207"/>
                  </a:lnTo>
                  <a:lnTo>
                    <a:pt x="301468" y="367355"/>
                  </a:lnTo>
                  <a:lnTo>
                    <a:pt x="288361" y="369501"/>
                  </a:lnTo>
                  <a:lnTo>
                    <a:pt x="275253" y="371647"/>
                  </a:lnTo>
                  <a:lnTo>
                    <a:pt x="262146" y="373792"/>
                  </a:lnTo>
                  <a:lnTo>
                    <a:pt x="249039" y="375936"/>
                  </a:lnTo>
                  <a:lnTo>
                    <a:pt x="235931" y="378079"/>
                  </a:lnTo>
                  <a:lnTo>
                    <a:pt x="222824" y="380221"/>
                  </a:lnTo>
                  <a:lnTo>
                    <a:pt x="209717" y="382363"/>
                  </a:lnTo>
                  <a:lnTo>
                    <a:pt x="196609" y="384505"/>
                  </a:lnTo>
                  <a:lnTo>
                    <a:pt x="183502" y="386646"/>
                  </a:lnTo>
                  <a:lnTo>
                    <a:pt x="170395" y="388787"/>
                  </a:lnTo>
                  <a:lnTo>
                    <a:pt x="157287" y="390927"/>
                  </a:lnTo>
                  <a:lnTo>
                    <a:pt x="144180" y="393067"/>
                  </a:lnTo>
                  <a:lnTo>
                    <a:pt x="131073" y="395206"/>
                  </a:lnTo>
                  <a:lnTo>
                    <a:pt x="117965" y="397346"/>
                  </a:lnTo>
                  <a:lnTo>
                    <a:pt x="104858" y="399485"/>
                  </a:lnTo>
                  <a:lnTo>
                    <a:pt x="91751" y="401624"/>
                  </a:lnTo>
                  <a:lnTo>
                    <a:pt x="78643" y="403763"/>
                  </a:lnTo>
                  <a:lnTo>
                    <a:pt x="65536" y="405902"/>
                  </a:lnTo>
                  <a:lnTo>
                    <a:pt x="52429" y="408041"/>
                  </a:lnTo>
                  <a:lnTo>
                    <a:pt x="39321" y="410180"/>
                  </a:lnTo>
                  <a:lnTo>
                    <a:pt x="26214" y="412318"/>
                  </a:lnTo>
                  <a:lnTo>
                    <a:pt x="13107" y="414457"/>
                  </a:lnTo>
                  <a:lnTo>
                    <a:pt x="0" y="4165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1967841"/>
              <a:ext cx="2346210" cy="399290"/>
            </a:xfrm>
            <a:custGeom>
              <a:avLst/>
              <a:pathLst>
                <a:path w="2346210" h="399290">
                  <a:moveTo>
                    <a:pt x="0" y="399290"/>
                  </a:moveTo>
                  <a:lnTo>
                    <a:pt x="13107" y="397355"/>
                  </a:lnTo>
                  <a:lnTo>
                    <a:pt x="26214" y="395420"/>
                  </a:lnTo>
                  <a:lnTo>
                    <a:pt x="39321" y="393485"/>
                  </a:lnTo>
                  <a:lnTo>
                    <a:pt x="52429" y="391550"/>
                  </a:lnTo>
                  <a:lnTo>
                    <a:pt x="65536" y="389615"/>
                  </a:lnTo>
                  <a:lnTo>
                    <a:pt x="78643" y="387679"/>
                  </a:lnTo>
                  <a:lnTo>
                    <a:pt x="91751" y="385744"/>
                  </a:lnTo>
                  <a:lnTo>
                    <a:pt x="104858" y="383808"/>
                  </a:lnTo>
                  <a:lnTo>
                    <a:pt x="117965" y="381872"/>
                  </a:lnTo>
                  <a:lnTo>
                    <a:pt x="131073" y="379936"/>
                  </a:lnTo>
                  <a:lnTo>
                    <a:pt x="144180" y="377999"/>
                  </a:lnTo>
                  <a:lnTo>
                    <a:pt x="157287" y="376062"/>
                  </a:lnTo>
                  <a:lnTo>
                    <a:pt x="170395" y="374124"/>
                  </a:lnTo>
                  <a:lnTo>
                    <a:pt x="183502" y="372185"/>
                  </a:lnTo>
                  <a:lnTo>
                    <a:pt x="196609" y="370246"/>
                  </a:lnTo>
                  <a:lnTo>
                    <a:pt x="209717" y="368306"/>
                  </a:lnTo>
                  <a:lnTo>
                    <a:pt x="222824" y="366365"/>
                  </a:lnTo>
                  <a:lnTo>
                    <a:pt x="235931" y="364423"/>
                  </a:lnTo>
                  <a:lnTo>
                    <a:pt x="249039" y="362480"/>
                  </a:lnTo>
                  <a:lnTo>
                    <a:pt x="262146" y="360535"/>
                  </a:lnTo>
                  <a:lnTo>
                    <a:pt x="275253" y="358590"/>
                  </a:lnTo>
                  <a:lnTo>
                    <a:pt x="288361" y="356642"/>
                  </a:lnTo>
                  <a:lnTo>
                    <a:pt x="301468" y="354693"/>
                  </a:lnTo>
                  <a:lnTo>
                    <a:pt x="314575" y="352743"/>
                  </a:lnTo>
                  <a:lnTo>
                    <a:pt x="327682" y="350790"/>
                  </a:lnTo>
                  <a:lnTo>
                    <a:pt x="340790" y="348836"/>
                  </a:lnTo>
                  <a:lnTo>
                    <a:pt x="353897" y="346879"/>
                  </a:lnTo>
                  <a:lnTo>
                    <a:pt x="367004" y="344921"/>
                  </a:lnTo>
                  <a:lnTo>
                    <a:pt x="380112" y="342959"/>
                  </a:lnTo>
                  <a:lnTo>
                    <a:pt x="393219" y="340996"/>
                  </a:lnTo>
                  <a:lnTo>
                    <a:pt x="406326" y="339030"/>
                  </a:lnTo>
                  <a:lnTo>
                    <a:pt x="419434" y="337061"/>
                  </a:lnTo>
                  <a:lnTo>
                    <a:pt x="432541" y="335089"/>
                  </a:lnTo>
                  <a:lnTo>
                    <a:pt x="445648" y="333114"/>
                  </a:lnTo>
                  <a:lnTo>
                    <a:pt x="458756" y="331136"/>
                  </a:lnTo>
                  <a:lnTo>
                    <a:pt x="471863" y="329155"/>
                  </a:lnTo>
                  <a:lnTo>
                    <a:pt x="484970" y="327171"/>
                  </a:lnTo>
                  <a:lnTo>
                    <a:pt x="498078" y="325183"/>
                  </a:lnTo>
                  <a:lnTo>
                    <a:pt x="511185" y="323191"/>
                  </a:lnTo>
                  <a:lnTo>
                    <a:pt x="524292" y="321196"/>
                  </a:lnTo>
                  <a:lnTo>
                    <a:pt x="537400" y="319196"/>
                  </a:lnTo>
                  <a:lnTo>
                    <a:pt x="550507" y="317193"/>
                  </a:lnTo>
                  <a:lnTo>
                    <a:pt x="563614" y="315186"/>
                  </a:lnTo>
                  <a:lnTo>
                    <a:pt x="576722" y="313174"/>
                  </a:lnTo>
                  <a:lnTo>
                    <a:pt x="589829" y="311158"/>
                  </a:lnTo>
                  <a:lnTo>
                    <a:pt x="602936" y="309138"/>
                  </a:lnTo>
                  <a:lnTo>
                    <a:pt x="616043" y="307113"/>
                  </a:lnTo>
                  <a:lnTo>
                    <a:pt x="629151" y="305084"/>
                  </a:lnTo>
                  <a:lnTo>
                    <a:pt x="642258" y="303049"/>
                  </a:lnTo>
                  <a:lnTo>
                    <a:pt x="655365" y="301010"/>
                  </a:lnTo>
                  <a:lnTo>
                    <a:pt x="668473" y="298966"/>
                  </a:lnTo>
                  <a:lnTo>
                    <a:pt x="681580" y="296917"/>
                  </a:lnTo>
                  <a:lnTo>
                    <a:pt x="694687" y="294863"/>
                  </a:lnTo>
                  <a:lnTo>
                    <a:pt x="707795" y="292803"/>
                  </a:lnTo>
                  <a:lnTo>
                    <a:pt x="720902" y="290738"/>
                  </a:lnTo>
                  <a:lnTo>
                    <a:pt x="734009" y="288668"/>
                  </a:lnTo>
                  <a:lnTo>
                    <a:pt x="747117" y="286592"/>
                  </a:lnTo>
                  <a:lnTo>
                    <a:pt x="760224" y="284511"/>
                  </a:lnTo>
                  <a:lnTo>
                    <a:pt x="773331" y="282424"/>
                  </a:lnTo>
                  <a:lnTo>
                    <a:pt x="786439" y="280332"/>
                  </a:lnTo>
                  <a:lnTo>
                    <a:pt x="799546" y="278234"/>
                  </a:lnTo>
                  <a:lnTo>
                    <a:pt x="812653" y="276130"/>
                  </a:lnTo>
                  <a:lnTo>
                    <a:pt x="825761" y="274021"/>
                  </a:lnTo>
                  <a:lnTo>
                    <a:pt x="838868" y="271905"/>
                  </a:lnTo>
                  <a:lnTo>
                    <a:pt x="851975" y="269784"/>
                  </a:lnTo>
                  <a:lnTo>
                    <a:pt x="865083" y="267657"/>
                  </a:lnTo>
                  <a:lnTo>
                    <a:pt x="878190" y="265524"/>
                  </a:lnTo>
                  <a:lnTo>
                    <a:pt x="891297" y="263385"/>
                  </a:lnTo>
                  <a:lnTo>
                    <a:pt x="904405" y="261240"/>
                  </a:lnTo>
                  <a:lnTo>
                    <a:pt x="917512" y="259089"/>
                  </a:lnTo>
                  <a:lnTo>
                    <a:pt x="930619" y="256932"/>
                  </a:lnTo>
                  <a:lnTo>
                    <a:pt x="943726" y="254769"/>
                  </a:lnTo>
                  <a:lnTo>
                    <a:pt x="956834" y="252600"/>
                  </a:lnTo>
                  <a:lnTo>
                    <a:pt x="969941" y="250425"/>
                  </a:lnTo>
                  <a:lnTo>
                    <a:pt x="983048" y="248244"/>
                  </a:lnTo>
                  <a:lnTo>
                    <a:pt x="996156" y="246057"/>
                  </a:lnTo>
                  <a:lnTo>
                    <a:pt x="1009263" y="243864"/>
                  </a:lnTo>
                  <a:lnTo>
                    <a:pt x="1022370" y="241665"/>
                  </a:lnTo>
                  <a:lnTo>
                    <a:pt x="1035478" y="239460"/>
                  </a:lnTo>
                  <a:lnTo>
                    <a:pt x="1048585" y="237249"/>
                  </a:lnTo>
                  <a:lnTo>
                    <a:pt x="1061692" y="235033"/>
                  </a:lnTo>
                  <a:lnTo>
                    <a:pt x="1074800" y="232810"/>
                  </a:lnTo>
                  <a:lnTo>
                    <a:pt x="1087907" y="230582"/>
                  </a:lnTo>
                  <a:lnTo>
                    <a:pt x="1101014" y="228348"/>
                  </a:lnTo>
                  <a:lnTo>
                    <a:pt x="1114122" y="226108"/>
                  </a:lnTo>
                  <a:lnTo>
                    <a:pt x="1127229" y="223863"/>
                  </a:lnTo>
                  <a:lnTo>
                    <a:pt x="1140336" y="221612"/>
                  </a:lnTo>
                  <a:lnTo>
                    <a:pt x="1153444" y="219355"/>
                  </a:lnTo>
                  <a:lnTo>
                    <a:pt x="1166551" y="217093"/>
                  </a:lnTo>
                  <a:lnTo>
                    <a:pt x="1179658" y="214825"/>
                  </a:lnTo>
                  <a:lnTo>
                    <a:pt x="1192766" y="212552"/>
                  </a:lnTo>
                  <a:lnTo>
                    <a:pt x="1205873" y="210273"/>
                  </a:lnTo>
                  <a:lnTo>
                    <a:pt x="1218980" y="207990"/>
                  </a:lnTo>
                  <a:lnTo>
                    <a:pt x="1232087" y="205701"/>
                  </a:lnTo>
                  <a:lnTo>
                    <a:pt x="1245195" y="203406"/>
                  </a:lnTo>
                  <a:lnTo>
                    <a:pt x="1258302" y="201107"/>
                  </a:lnTo>
                  <a:lnTo>
                    <a:pt x="1271409" y="198802"/>
                  </a:lnTo>
                  <a:lnTo>
                    <a:pt x="1284517" y="196493"/>
                  </a:lnTo>
                  <a:lnTo>
                    <a:pt x="1297624" y="194179"/>
                  </a:lnTo>
                  <a:lnTo>
                    <a:pt x="1310731" y="191860"/>
                  </a:lnTo>
                  <a:lnTo>
                    <a:pt x="1323839" y="189536"/>
                  </a:lnTo>
                  <a:lnTo>
                    <a:pt x="1336946" y="187207"/>
                  </a:lnTo>
                  <a:lnTo>
                    <a:pt x="1350053" y="184874"/>
                  </a:lnTo>
                  <a:lnTo>
                    <a:pt x="1363161" y="182536"/>
                  </a:lnTo>
                  <a:lnTo>
                    <a:pt x="1376268" y="180194"/>
                  </a:lnTo>
                  <a:lnTo>
                    <a:pt x="1389375" y="177847"/>
                  </a:lnTo>
                  <a:lnTo>
                    <a:pt x="1402483" y="175496"/>
                  </a:lnTo>
                  <a:lnTo>
                    <a:pt x="1415590" y="173141"/>
                  </a:lnTo>
                  <a:lnTo>
                    <a:pt x="1428697" y="170782"/>
                  </a:lnTo>
                  <a:lnTo>
                    <a:pt x="1441805" y="168419"/>
                  </a:lnTo>
                  <a:lnTo>
                    <a:pt x="1454912" y="166051"/>
                  </a:lnTo>
                  <a:lnTo>
                    <a:pt x="1468019" y="163680"/>
                  </a:lnTo>
                  <a:lnTo>
                    <a:pt x="1481127" y="161305"/>
                  </a:lnTo>
                  <a:lnTo>
                    <a:pt x="1494234" y="158926"/>
                  </a:lnTo>
                  <a:lnTo>
                    <a:pt x="1507341" y="156544"/>
                  </a:lnTo>
                  <a:lnTo>
                    <a:pt x="1520448" y="154158"/>
                  </a:lnTo>
                  <a:lnTo>
                    <a:pt x="1533556" y="151768"/>
                  </a:lnTo>
                  <a:lnTo>
                    <a:pt x="1546663" y="149375"/>
                  </a:lnTo>
                  <a:lnTo>
                    <a:pt x="1559770" y="146979"/>
                  </a:lnTo>
                  <a:lnTo>
                    <a:pt x="1572878" y="144579"/>
                  </a:lnTo>
                  <a:lnTo>
                    <a:pt x="1585985" y="142177"/>
                  </a:lnTo>
                  <a:lnTo>
                    <a:pt x="1599092" y="139771"/>
                  </a:lnTo>
                  <a:lnTo>
                    <a:pt x="1612200" y="137362"/>
                  </a:lnTo>
                  <a:lnTo>
                    <a:pt x="1625307" y="134951"/>
                  </a:lnTo>
                  <a:lnTo>
                    <a:pt x="1638414" y="132536"/>
                  </a:lnTo>
                  <a:lnTo>
                    <a:pt x="1651522" y="130119"/>
                  </a:lnTo>
                  <a:lnTo>
                    <a:pt x="1664629" y="127699"/>
                  </a:lnTo>
                  <a:lnTo>
                    <a:pt x="1677736" y="125277"/>
                  </a:lnTo>
                  <a:lnTo>
                    <a:pt x="1690844" y="122852"/>
                  </a:lnTo>
                  <a:lnTo>
                    <a:pt x="1703951" y="120425"/>
                  </a:lnTo>
                  <a:lnTo>
                    <a:pt x="1717058" y="117996"/>
                  </a:lnTo>
                  <a:lnTo>
                    <a:pt x="1730166" y="115564"/>
                  </a:lnTo>
                  <a:lnTo>
                    <a:pt x="1743273" y="113130"/>
                  </a:lnTo>
                  <a:lnTo>
                    <a:pt x="1756380" y="110694"/>
                  </a:lnTo>
                  <a:lnTo>
                    <a:pt x="1769488" y="108256"/>
                  </a:lnTo>
                  <a:lnTo>
                    <a:pt x="1782595" y="105816"/>
                  </a:lnTo>
                  <a:lnTo>
                    <a:pt x="1795702" y="103375"/>
                  </a:lnTo>
                  <a:lnTo>
                    <a:pt x="1808810" y="100932"/>
                  </a:lnTo>
                  <a:lnTo>
                    <a:pt x="1821917" y="98486"/>
                  </a:lnTo>
                  <a:lnTo>
                    <a:pt x="1835024" y="96040"/>
                  </a:lnTo>
                  <a:lnTo>
                    <a:pt x="1848131" y="93592"/>
                  </a:lnTo>
                  <a:lnTo>
                    <a:pt x="1861239" y="91142"/>
                  </a:lnTo>
                  <a:lnTo>
                    <a:pt x="1874346" y="88691"/>
                  </a:lnTo>
                  <a:lnTo>
                    <a:pt x="1887453" y="86239"/>
                  </a:lnTo>
                  <a:lnTo>
                    <a:pt x="1900561" y="83785"/>
                  </a:lnTo>
                  <a:lnTo>
                    <a:pt x="1913668" y="81331"/>
                  </a:lnTo>
                  <a:lnTo>
                    <a:pt x="1926775" y="78875"/>
                  </a:lnTo>
                  <a:lnTo>
                    <a:pt x="1939883" y="76418"/>
                  </a:lnTo>
                  <a:lnTo>
                    <a:pt x="1952990" y="73960"/>
                  </a:lnTo>
                  <a:lnTo>
                    <a:pt x="1966097" y="71501"/>
                  </a:lnTo>
                  <a:lnTo>
                    <a:pt x="1979205" y="69042"/>
                  </a:lnTo>
                  <a:lnTo>
                    <a:pt x="1992312" y="66581"/>
                  </a:lnTo>
                  <a:lnTo>
                    <a:pt x="2005419" y="64120"/>
                  </a:lnTo>
                  <a:lnTo>
                    <a:pt x="2018527" y="61658"/>
                  </a:lnTo>
                  <a:lnTo>
                    <a:pt x="2031634" y="59196"/>
                  </a:lnTo>
                  <a:lnTo>
                    <a:pt x="2044741" y="56733"/>
                  </a:lnTo>
                  <a:lnTo>
                    <a:pt x="2057849" y="54269"/>
                  </a:lnTo>
                  <a:lnTo>
                    <a:pt x="2070956" y="51805"/>
                  </a:lnTo>
                  <a:lnTo>
                    <a:pt x="2084063" y="49340"/>
                  </a:lnTo>
                  <a:lnTo>
                    <a:pt x="2097171" y="46875"/>
                  </a:lnTo>
                  <a:lnTo>
                    <a:pt x="2110278" y="44409"/>
                  </a:lnTo>
                  <a:lnTo>
                    <a:pt x="2123385" y="41944"/>
                  </a:lnTo>
                  <a:lnTo>
                    <a:pt x="2136492" y="39477"/>
                  </a:lnTo>
                  <a:lnTo>
                    <a:pt x="2149600" y="37011"/>
                  </a:lnTo>
                  <a:lnTo>
                    <a:pt x="2162707" y="34544"/>
                  </a:lnTo>
                  <a:lnTo>
                    <a:pt x="2175814" y="32078"/>
                  </a:lnTo>
                  <a:lnTo>
                    <a:pt x="2188922" y="29611"/>
                  </a:lnTo>
                  <a:lnTo>
                    <a:pt x="2202029" y="27143"/>
                  </a:lnTo>
                  <a:lnTo>
                    <a:pt x="2215136" y="24676"/>
                  </a:lnTo>
                  <a:lnTo>
                    <a:pt x="2228244" y="22209"/>
                  </a:lnTo>
                  <a:lnTo>
                    <a:pt x="2241351" y="19741"/>
                  </a:lnTo>
                  <a:lnTo>
                    <a:pt x="2254458" y="17274"/>
                  </a:lnTo>
                  <a:lnTo>
                    <a:pt x="2267566" y="14806"/>
                  </a:lnTo>
                  <a:lnTo>
                    <a:pt x="2280673" y="12338"/>
                  </a:lnTo>
                  <a:lnTo>
                    <a:pt x="2293780" y="9871"/>
                  </a:lnTo>
                  <a:lnTo>
                    <a:pt x="2306888" y="7403"/>
                  </a:lnTo>
                  <a:lnTo>
                    <a:pt x="2319995" y="4935"/>
                  </a:lnTo>
                  <a:lnTo>
                    <a:pt x="2333102" y="2467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1068547"/>
            </a:xfrm>
            <a:custGeom>
              <a:avLst/>
              <a:pathLst>
                <a:path w="2191014" h="1068547">
                  <a:moveTo>
                    <a:pt x="0" y="759139"/>
                  </a:moveTo>
                  <a:lnTo>
                    <a:pt x="12240" y="775009"/>
                  </a:lnTo>
                  <a:lnTo>
                    <a:pt x="24480" y="789879"/>
                  </a:lnTo>
                  <a:lnTo>
                    <a:pt x="36720" y="803771"/>
                  </a:lnTo>
                  <a:lnTo>
                    <a:pt x="48961" y="817463"/>
                  </a:lnTo>
                  <a:lnTo>
                    <a:pt x="61201" y="833556"/>
                  </a:lnTo>
                  <a:lnTo>
                    <a:pt x="73441" y="845597"/>
                  </a:lnTo>
                  <a:lnTo>
                    <a:pt x="85682" y="856393"/>
                  </a:lnTo>
                  <a:lnTo>
                    <a:pt x="97922" y="862710"/>
                  </a:lnTo>
                  <a:lnTo>
                    <a:pt x="110162" y="867720"/>
                  </a:lnTo>
                  <a:lnTo>
                    <a:pt x="122403" y="875333"/>
                  </a:lnTo>
                  <a:lnTo>
                    <a:pt x="134643" y="881595"/>
                  </a:lnTo>
                  <a:lnTo>
                    <a:pt x="146883" y="883691"/>
                  </a:lnTo>
                  <a:lnTo>
                    <a:pt x="159123" y="889572"/>
                  </a:lnTo>
                  <a:lnTo>
                    <a:pt x="171364" y="892967"/>
                  </a:lnTo>
                  <a:lnTo>
                    <a:pt x="183604" y="894493"/>
                  </a:lnTo>
                  <a:lnTo>
                    <a:pt x="195844" y="891478"/>
                  </a:lnTo>
                  <a:lnTo>
                    <a:pt x="208085" y="888034"/>
                  </a:lnTo>
                  <a:lnTo>
                    <a:pt x="220325" y="885546"/>
                  </a:lnTo>
                  <a:lnTo>
                    <a:pt x="232565" y="883188"/>
                  </a:lnTo>
                  <a:lnTo>
                    <a:pt x="244806" y="878692"/>
                  </a:lnTo>
                  <a:lnTo>
                    <a:pt x="257046" y="874924"/>
                  </a:lnTo>
                  <a:lnTo>
                    <a:pt x="269286" y="872763"/>
                  </a:lnTo>
                  <a:lnTo>
                    <a:pt x="281527" y="870356"/>
                  </a:lnTo>
                  <a:lnTo>
                    <a:pt x="293767" y="867709"/>
                  </a:lnTo>
                  <a:lnTo>
                    <a:pt x="306007" y="864830"/>
                  </a:lnTo>
                  <a:lnTo>
                    <a:pt x="318247" y="860839"/>
                  </a:lnTo>
                  <a:lnTo>
                    <a:pt x="330488" y="854857"/>
                  </a:lnTo>
                  <a:lnTo>
                    <a:pt x="342728" y="851276"/>
                  </a:lnTo>
                  <a:lnTo>
                    <a:pt x="354968" y="846256"/>
                  </a:lnTo>
                  <a:lnTo>
                    <a:pt x="367209" y="841107"/>
                  </a:lnTo>
                  <a:lnTo>
                    <a:pt x="379449" y="835835"/>
                  </a:lnTo>
                  <a:lnTo>
                    <a:pt x="391689" y="830444"/>
                  </a:lnTo>
                  <a:lnTo>
                    <a:pt x="403930" y="824502"/>
                  </a:lnTo>
                  <a:lnTo>
                    <a:pt x="416170" y="817612"/>
                  </a:lnTo>
                  <a:lnTo>
                    <a:pt x="428410" y="811159"/>
                  </a:lnTo>
                  <a:lnTo>
                    <a:pt x="440650" y="805486"/>
                  </a:lnTo>
                  <a:lnTo>
                    <a:pt x="452891" y="799639"/>
                  </a:lnTo>
                  <a:lnTo>
                    <a:pt x="465131" y="793626"/>
                  </a:lnTo>
                  <a:lnTo>
                    <a:pt x="477371" y="787458"/>
                  </a:lnTo>
                  <a:lnTo>
                    <a:pt x="489612" y="779148"/>
                  </a:lnTo>
                  <a:lnTo>
                    <a:pt x="501852" y="769862"/>
                  </a:lnTo>
                  <a:lnTo>
                    <a:pt x="514092" y="762831"/>
                  </a:lnTo>
                  <a:lnTo>
                    <a:pt x="526333" y="756862"/>
                  </a:lnTo>
                  <a:lnTo>
                    <a:pt x="538573" y="750845"/>
                  </a:lnTo>
                  <a:lnTo>
                    <a:pt x="550813" y="744778"/>
                  </a:lnTo>
                  <a:lnTo>
                    <a:pt x="563054" y="738665"/>
                  </a:lnTo>
                  <a:lnTo>
                    <a:pt x="575294" y="732507"/>
                  </a:lnTo>
                  <a:lnTo>
                    <a:pt x="587534" y="724432"/>
                  </a:lnTo>
                  <a:lnTo>
                    <a:pt x="599774" y="716128"/>
                  </a:lnTo>
                  <a:lnTo>
                    <a:pt x="612015" y="707848"/>
                  </a:lnTo>
                  <a:lnTo>
                    <a:pt x="624255" y="699607"/>
                  </a:lnTo>
                  <a:lnTo>
                    <a:pt x="636495" y="691424"/>
                  </a:lnTo>
                  <a:lnTo>
                    <a:pt x="648736" y="683316"/>
                  </a:lnTo>
                  <a:lnTo>
                    <a:pt x="660976" y="675303"/>
                  </a:lnTo>
                  <a:lnTo>
                    <a:pt x="673216" y="667400"/>
                  </a:lnTo>
                  <a:lnTo>
                    <a:pt x="685457" y="659627"/>
                  </a:lnTo>
                  <a:lnTo>
                    <a:pt x="697697" y="652000"/>
                  </a:lnTo>
                  <a:lnTo>
                    <a:pt x="709937" y="644538"/>
                  </a:lnTo>
                  <a:lnTo>
                    <a:pt x="722177" y="637259"/>
                  </a:lnTo>
                  <a:lnTo>
                    <a:pt x="734418" y="629130"/>
                  </a:lnTo>
                  <a:lnTo>
                    <a:pt x="746658" y="620929"/>
                  </a:lnTo>
                  <a:lnTo>
                    <a:pt x="758898" y="612953"/>
                  </a:lnTo>
                  <a:lnTo>
                    <a:pt x="771139" y="606605"/>
                  </a:lnTo>
                  <a:lnTo>
                    <a:pt x="783379" y="601041"/>
                  </a:lnTo>
                  <a:lnTo>
                    <a:pt x="795619" y="594419"/>
                  </a:lnTo>
                  <a:lnTo>
                    <a:pt x="807860" y="587413"/>
                  </a:lnTo>
                  <a:lnTo>
                    <a:pt x="820100" y="580624"/>
                  </a:lnTo>
                  <a:lnTo>
                    <a:pt x="832340" y="574045"/>
                  </a:lnTo>
                  <a:lnTo>
                    <a:pt x="844581" y="567668"/>
                  </a:lnTo>
                  <a:lnTo>
                    <a:pt x="856821" y="561487"/>
                  </a:lnTo>
                  <a:lnTo>
                    <a:pt x="869061" y="555495"/>
                  </a:lnTo>
                  <a:lnTo>
                    <a:pt x="881301" y="549684"/>
                  </a:lnTo>
                  <a:lnTo>
                    <a:pt x="893542" y="544048"/>
                  </a:lnTo>
                  <a:lnTo>
                    <a:pt x="905782" y="538249"/>
                  </a:lnTo>
                  <a:lnTo>
                    <a:pt x="918022" y="532812"/>
                  </a:lnTo>
                  <a:lnTo>
                    <a:pt x="930263" y="527915"/>
                  </a:lnTo>
                  <a:lnTo>
                    <a:pt x="942503" y="521676"/>
                  </a:lnTo>
                  <a:lnTo>
                    <a:pt x="954743" y="515488"/>
                  </a:lnTo>
                  <a:lnTo>
                    <a:pt x="966984" y="509428"/>
                  </a:lnTo>
                  <a:lnTo>
                    <a:pt x="979224" y="503489"/>
                  </a:lnTo>
                  <a:lnTo>
                    <a:pt x="991464" y="497669"/>
                  </a:lnTo>
                  <a:lnTo>
                    <a:pt x="1003704" y="490404"/>
                  </a:lnTo>
                  <a:lnTo>
                    <a:pt x="1015945" y="483545"/>
                  </a:lnTo>
                  <a:lnTo>
                    <a:pt x="1028185" y="478113"/>
                  </a:lnTo>
                  <a:lnTo>
                    <a:pt x="1040425" y="472548"/>
                  </a:lnTo>
                  <a:lnTo>
                    <a:pt x="1052666" y="466755"/>
                  </a:lnTo>
                  <a:lnTo>
                    <a:pt x="1064906" y="460582"/>
                  </a:lnTo>
                  <a:lnTo>
                    <a:pt x="1077146" y="454653"/>
                  </a:lnTo>
                  <a:lnTo>
                    <a:pt x="1089387" y="448605"/>
                  </a:lnTo>
                  <a:lnTo>
                    <a:pt x="1101627" y="442810"/>
                  </a:lnTo>
                  <a:lnTo>
                    <a:pt x="1113867" y="437148"/>
                  </a:lnTo>
                  <a:lnTo>
                    <a:pt x="1126108" y="431746"/>
                  </a:lnTo>
                  <a:lnTo>
                    <a:pt x="1138348" y="426845"/>
                  </a:lnTo>
                  <a:lnTo>
                    <a:pt x="1150588" y="421938"/>
                  </a:lnTo>
                  <a:lnTo>
                    <a:pt x="1162828" y="417023"/>
                  </a:lnTo>
                  <a:lnTo>
                    <a:pt x="1175069" y="412095"/>
                  </a:lnTo>
                  <a:lnTo>
                    <a:pt x="1187309" y="407151"/>
                  </a:lnTo>
                  <a:lnTo>
                    <a:pt x="1199549" y="402339"/>
                  </a:lnTo>
                  <a:lnTo>
                    <a:pt x="1211790" y="397711"/>
                  </a:lnTo>
                  <a:lnTo>
                    <a:pt x="1224030" y="392475"/>
                  </a:lnTo>
                  <a:lnTo>
                    <a:pt x="1236270" y="387143"/>
                  </a:lnTo>
                  <a:lnTo>
                    <a:pt x="1248511" y="381633"/>
                  </a:lnTo>
                  <a:lnTo>
                    <a:pt x="1260751" y="376339"/>
                  </a:lnTo>
                  <a:lnTo>
                    <a:pt x="1272991" y="371134"/>
                  </a:lnTo>
                  <a:lnTo>
                    <a:pt x="1285231" y="365408"/>
                  </a:lnTo>
                  <a:lnTo>
                    <a:pt x="1297472" y="359614"/>
                  </a:lnTo>
                  <a:lnTo>
                    <a:pt x="1309712" y="353826"/>
                  </a:lnTo>
                  <a:lnTo>
                    <a:pt x="1321952" y="348041"/>
                  </a:lnTo>
                  <a:lnTo>
                    <a:pt x="1334193" y="342258"/>
                  </a:lnTo>
                  <a:lnTo>
                    <a:pt x="1346433" y="336415"/>
                  </a:lnTo>
                  <a:lnTo>
                    <a:pt x="1358673" y="329549"/>
                  </a:lnTo>
                  <a:lnTo>
                    <a:pt x="1370914" y="322503"/>
                  </a:lnTo>
                  <a:lnTo>
                    <a:pt x="1383154" y="315267"/>
                  </a:lnTo>
                  <a:lnTo>
                    <a:pt x="1395394" y="307835"/>
                  </a:lnTo>
                  <a:lnTo>
                    <a:pt x="1407635" y="300198"/>
                  </a:lnTo>
                  <a:lnTo>
                    <a:pt x="1419875" y="292348"/>
                  </a:lnTo>
                  <a:lnTo>
                    <a:pt x="1432115" y="285436"/>
                  </a:lnTo>
                  <a:lnTo>
                    <a:pt x="1444355" y="276771"/>
                  </a:lnTo>
                  <a:lnTo>
                    <a:pt x="1456596" y="268725"/>
                  </a:lnTo>
                  <a:lnTo>
                    <a:pt x="1468836" y="262578"/>
                  </a:lnTo>
                  <a:lnTo>
                    <a:pt x="1481076" y="253346"/>
                  </a:lnTo>
                  <a:lnTo>
                    <a:pt x="1493317" y="245837"/>
                  </a:lnTo>
                  <a:lnTo>
                    <a:pt x="1505557" y="235540"/>
                  </a:lnTo>
                  <a:lnTo>
                    <a:pt x="1517797" y="225117"/>
                  </a:lnTo>
                  <a:lnTo>
                    <a:pt x="1530038" y="215332"/>
                  </a:lnTo>
                  <a:lnTo>
                    <a:pt x="1542278" y="210203"/>
                  </a:lnTo>
                  <a:lnTo>
                    <a:pt x="1554518" y="206505"/>
                  </a:lnTo>
                  <a:lnTo>
                    <a:pt x="1566759" y="200385"/>
                  </a:lnTo>
                  <a:lnTo>
                    <a:pt x="1578999" y="190855"/>
                  </a:lnTo>
                  <a:lnTo>
                    <a:pt x="1591239" y="181407"/>
                  </a:lnTo>
                  <a:lnTo>
                    <a:pt x="1603479" y="172076"/>
                  </a:lnTo>
                  <a:lnTo>
                    <a:pt x="1615720" y="162893"/>
                  </a:lnTo>
                  <a:lnTo>
                    <a:pt x="1627960" y="153894"/>
                  </a:lnTo>
                  <a:lnTo>
                    <a:pt x="1640200" y="143357"/>
                  </a:lnTo>
                  <a:lnTo>
                    <a:pt x="1652441" y="132186"/>
                  </a:lnTo>
                  <a:lnTo>
                    <a:pt x="1664681" y="121461"/>
                  </a:lnTo>
                  <a:lnTo>
                    <a:pt x="1676921" y="111238"/>
                  </a:lnTo>
                  <a:lnTo>
                    <a:pt x="1689162" y="101572"/>
                  </a:lnTo>
                  <a:lnTo>
                    <a:pt x="1701402" y="92520"/>
                  </a:lnTo>
                  <a:lnTo>
                    <a:pt x="1713642" y="84137"/>
                  </a:lnTo>
                  <a:lnTo>
                    <a:pt x="1725882" y="76596"/>
                  </a:lnTo>
                  <a:lnTo>
                    <a:pt x="1738123" y="70262"/>
                  </a:lnTo>
                  <a:lnTo>
                    <a:pt x="1750363" y="64367"/>
                  </a:lnTo>
                  <a:lnTo>
                    <a:pt x="1762603" y="58940"/>
                  </a:lnTo>
                  <a:lnTo>
                    <a:pt x="1774844" y="54215"/>
                  </a:lnTo>
                  <a:lnTo>
                    <a:pt x="1787084" y="49594"/>
                  </a:lnTo>
                  <a:lnTo>
                    <a:pt x="1799324" y="44416"/>
                  </a:lnTo>
                  <a:lnTo>
                    <a:pt x="1811565" y="41844"/>
                  </a:lnTo>
                  <a:lnTo>
                    <a:pt x="1823805" y="39759"/>
                  </a:lnTo>
                  <a:lnTo>
                    <a:pt x="1836045" y="37707"/>
                  </a:lnTo>
                  <a:lnTo>
                    <a:pt x="1848286" y="36313"/>
                  </a:lnTo>
                  <a:lnTo>
                    <a:pt x="1860526" y="35605"/>
                  </a:lnTo>
                  <a:lnTo>
                    <a:pt x="1872766" y="35609"/>
                  </a:lnTo>
                  <a:lnTo>
                    <a:pt x="1885006" y="31171"/>
                  </a:lnTo>
                  <a:lnTo>
                    <a:pt x="1897247" y="31338"/>
                  </a:lnTo>
                  <a:lnTo>
                    <a:pt x="1909487" y="35438"/>
                  </a:lnTo>
                  <a:lnTo>
                    <a:pt x="1921727" y="40571"/>
                  </a:lnTo>
                  <a:lnTo>
                    <a:pt x="1933968" y="44255"/>
                  </a:lnTo>
                  <a:lnTo>
                    <a:pt x="1946208" y="41524"/>
                  </a:lnTo>
                  <a:lnTo>
                    <a:pt x="1958448" y="41728"/>
                  </a:lnTo>
                  <a:lnTo>
                    <a:pt x="1970689" y="34612"/>
                  </a:lnTo>
                  <a:lnTo>
                    <a:pt x="1982929" y="27483"/>
                  </a:lnTo>
                  <a:lnTo>
                    <a:pt x="1995169" y="20361"/>
                  </a:lnTo>
                  <a:lnTo>
                    <a:pt x="2007409" y="13248"/>
                  </a:lnTo>
                  <a:lnTo>
                    <a:pt x="2019650" y="6145"/>
                  </a:lnTo>
                  <a:lnTo>
                    <a:pt x="2031890" y="9287"/>
                  </a:lnTo>
                  <a:lnTo>
                    <a:pt x="2044130" y="6867"/>
                  </a:lnTo>
                  <a:lnTo>
                    <a:pt x="2050157" y="0"/>
                  </a:lnTo>
                  <a:lnTo>
                    <a:pt x="2191014" y="0"/>
                  </a:lnTo>
                  <a:lnTo>
                    <a:pt x="2191014" y="735341"/>
                  </a:lnTo>
                  <a:lnTo>
                    <a:pt x="2178774" y="695934"/>
                  </a:lnTo>
                  <a:lnTo>
                    <a:pt x="2166533" y="661532"/>
                  </a:lnTo>
                  <a:lnTo>
                    <a:pt x="2154293" y="628620"/>
                  </a:lnTo>
                  <a:lnTo>
                    <a:pt x="2142053" y="597169"/>
                  </a:lnTo>
                  <a:lnTo>
                    <a:pt x="2129813" y="567154"/>
                  </a:lnTo>
                  <a:lnTo>
                    <a:pt x="2117572" y="538547"/>
                  </a:lnTo>
                  <a:lnTo>
                    <a:pt x="2105332" y="505853"/>
                  </a:lnTo>
                  <a:lnTo>
                    <a:pt x="2093092" y="479676"/>
                  </a:lnTo>
                  <a:lnTo>
                    <a:pt x="2080851" y="456974"/>
                  </a:lnTo>
                  <a:lnTo>
                    <a:pt x="2068611" y="435284"/>
                  </a:lnTo>
                  <a:lnTo>
                    <a:pt x="2056371" y="419927"/>
                  </a:lnTo>
                  <a:lnTo>
                    <a:pt x="2044130" y="407473"/>
                  </a:lnTo>
                  <a:lnTo>
                    <a:pt x="2031890" y="403088"/>
                  </a:lnTo>
                  <a:lnTo>
                    <a:pt x="2019650" y="397126"/>
                  </a:lnTo>
                  <a:lnTo>
                    <a:pt x="2007409" y="387089"/>
                  </a:lnTo>
                  <a:lnTo>
                    <a:pt x="1995169" y="383762"/>
                  </a:lnTo>
                  <a:lnTo>
                    <a:pt x="1982929" y="379289"/>
                  </a:lnTo>
                  <a:lnTo>
                    <a:pt x="1970689" y="374379"/>
                  </a:lnTo>
                  <a:lnTo>
                    <a:pt x="1958448" y="369963"/>
                  </a:lnTo>
                  <a:lnTo>
                    <a:pt x="1946208" y="366026"/>
                  </a:lnTo>
                  <a:lnTo>
                    <a:pt x="1933968" y="362552"/>
                  </a:lnTo>
                  <a:lnTo>
                    <a:pt x="1921727" y="359529"/>
                  </a:lnTo>
                  <a:lnTo>
                    <a:pt x="1909487" y="356941"/>
                  </a:lnTo>
                  <a:lnTo>
                    <a:pt x="1897247" y="354774"/>
                  </a:lnTo>
                  <a:lnTo>
                    <a:pt x="1885006" y="353013"/>
                  </a:lnTo>
                  <a:lnTo>
                    <a:pt x="1872766" y="351644"/>
                  </a:lnTo>
                  <a:lnTo>
                    <a:pt x="1860526" y="350651"/>
                  </a:lnTo>
                  <a:lnTo>
                    <a:pt x="1848286" y="350022"/>
                  </a:lnTo>
                  <a:lnTo>
                    <a:pt x="1836045" y="353098"/>
                  </a:lnTo>
                  <a:lnTo>
                    <a:pt x="1823805" y="352544"/>
                  </a:lnTo>
                  <a:lnTo>
                    <a:pt x="1811565" y="351558"/>
                  </a:lnTo>
                  <a:lnTo>
                    <a:pt x="1799324" y="352115"/>
                  </a:lnTo>
                  <a:lnTo>
                    <a:pt x="1787084" y="354572"/>
                  </a:lnTo>
                  <a:lnTo>
                    <a:pt x="1774844" y="356840"/>
                  </a:lnTo>
                  <a:lnTo>
                    <a:pt x="1762603" y="357029"/>
                  </a:lnTo>
                  <a:lnTo>
                    <a:pt x="1750363" y="358687"/>
                  </a:lnTo>
                  <a:lnTo>
                    <a:pt x="1738123" y="362629"/>
                  </a:lnTo>
                  <a:lnTo>
                    <a:pt x="1725882" y="364262"/>
                  </a:lnTo>
                  <a:lnTo>
                    <a:pt x="1713642" y="365767"/>
                  </a:lnTo>
                  <a:lnTo>
                    <a:pt x="1701402" y="367157"/>
                  </a:lnTo>
                  <a:lnTo>
                    <a:pt x="1689162" y="371325"/>
                  </a:lnTo>
                  <a:lnTo>
                    <a:pt x="1676921" y="374503"/>
                  </a:lnTo>
                  <a:lnTo>
                    <a:pt x="1664681" y="374184"/>
                  </a:lnTo>
                  <a:lnTo>
                    <a:pt x="1652441" y="377376"/>
                  </a:lnTo>
                  <a:lnTo>
                    <a:pt x="1640200" y="380683"/>
                  </a:lnTo>
                  <a:lnTo>
                    <a:pt x="1627960" y="384091"/>
                  </a:lnTo>
                  <a:lnTo>
                    <a:pt x="1615720" y="387584"/>
                  </a:lnTo>
                  <a:lnTo>
                    <a:pt x="1603479" y="391149"/>
                  </a:lnTo>
                  <a:lnTo>
                    <a:pt x="1591239" y="394771"/>
                  </a:lnTo>
                  <a:lnTo>
                    <a:pt x="1578999" y="398436"/>
                  </a:lnTo>
                  <a:lnTo>
                    <a:pt x="1566759" y="402128"/>
                  </a:lnTo>
                  <a:lnTo>
                    <a:pt x="1554518" y="405834"/>
                  </a:lnTo>
                  <a:lnTo>
                    <a:pt x="1542278" y="409454"/>
                  </a:lnTo>
                  <a:lnTo>
                    <a:pt x="1530038" y="411563"/>
                  </a:lnTo>
                  <a:lnTo>
                    <a:pt x="1517797" y="413674"/>
                  </a:lnTo>
                  <a:lnTo>
                    <a:pt x="1505557" y="418592"/>
                  </a:lnTo>
                  <a:lnTo>
                    <a:pt x="1493317" y="424052"/>
                  </a:lnTo>
                  <a:lnTo>
                    <a:pt x="1481076" y="427546"/>
                  </a:lnTo>
                  <a:lnTo>
                    <a:pt x="1468836" y="431085"/>
                  </a:lnTo>
                  <a:lnTo>
                    <a:pt x="1456596" y="434212"/>
                  </a:lnTo>
                  <a:lnTo>
                    <a:pt x="1444355" y="438780"/>
                  </a:lnTo>
                  <a:lnTo>
                    <a:pt x="1432115" y="446218"/>
                  </a:lnTo>
                  <a:lnTo>
                    <a:pt x="1419875" y="450946"/>
                  </a:lnTo>
                  <a:lnTo>
                    <a:pt x="1407635" y="453565"/>
                  </a:lnTo>
                  <a:lnTo>
                    <a:pt x="1395394" y="458472"/>
                  </a:lnTo>
                  <a:lnTo>
                    <a:pt x="1383154" y="464585"/>
                  </a:lnTo>
                  <a:lnTo>
                    <a:pt x="1370914" y="469966"/>
                  </a:lnTo>
                  <a:lnTo>
                    <a:pt x="1358673" y="472724"/>
                  </a:lnTo>
                  <a:lnTo>
                    <a:pt x="1346433" y="475598"/>
                  </a:lnTo>
                  <a:lnTo>
                    <a:pt x="1334193" y="481097"/>
                  </a:lnTo>
                  <a:lnTo>
                    <a:pt x="1321952" y="486681"/>
                  </a:lnTo>
                  <a:lnTo>
                    <a:pt x="1309712" y="492116"/>
                  </a:lnTo>
                  <a:lnTo>
                    <a:pt x="1297472" y="497410"/>
                  </a:lnTo>
                  <a:lnTo>
                    <a:pt x="1285231" y="502571"/>
                  </a:lnTo>
                  <a:lnTo>
                    <a:pt x="1272991" y="507606"/>
                  </a:lnTo>
                  <a:lnTo>
                    <a:pt x="1260751" y="512523"/>
                  </a:lnTo>
                  <a:lnTo>
                    <a:pt x="1248511" y="517330"/>
                  </a:lnTo>
                  <a:lnTo>
                    <a:pt x="1236270" y="522034"/>
                  </a:lnTo>
                  <a:lnTo>
                    <a:pt x="1224030" y="526643"/>
                  </a:lnTo>
                  <a:lnTo>
                    <a:pt x="1211790" y="530840"/>
                  </a:lnTo>
                  <a:lnTo>
                    <a:pt x="1199549" y="534547"/>
                  </a:lnTo>
                  <a:lnTo>
                    <a:pt x="1187309" y="538224"/>
                  </a:lnTo>
                  <a:lnTo>
                    <a:pt x="1175069" y="542713"/>
                  </a:lnTo>
                  <a:lnTo>
                    <a:pt x="1162828" y="548214"/>
                  </a:lnTo>
                  <a:lnTo>
                    <a:pt x="1150588" y="552737"/>
                  </a:lnTo>
                  <a:lnTo>
                    <a:pt x="1138348" y="556456"/>
                  </a:lnTo>
                  <a:lnTo>
                    <a:pt x="1126108" y="561024"/>
                  </a:lnTo>
                  <a:lnTo>
                    <a:pt x="1113867" y="565126"/>
                  </a:lnTo>
                  <a:lnTo>
                    <a:pt x="1101627" y="569209"/>
                  </a:lnTo>
                  <a:lnTo>
                    <a:pt x="1089387" y="573282"/>
                  </a:lnTo>
                  <a:lnTo>
                    <a:pt x="1077146" y="577353"/>
                  </a:lnTo>
                  <a:lnTo>
                    <a:pt x="1064906" y="582611"/>
                  </a:lnTo>
                  <a:lnTo>
                    <a:pt x="1052666" y="587349"/>
                  </a:lnTo>
                  <a:lnTo>
                    <a:pt x="1040425" y="591796"/>
                  </a:lnTo>
                  <a:lnTo>
                    <a:pt x="1028185" y="595812"/>
                  </a:lnTo>
                  <a:lnTo>
                    <a:pt x="1015945" y="600027"/>
                  </a:lnTo>
                  <a:lnTo>
                    <a:pt x="1003704" y="604243"/>
                  </a:lnTo>
                  <a:lnTo>
                    <a:pt x="991464" y="608469"/>
                  </a:lnTo>
                  <a:lnTo>
                    <a:pt x="979224" y="612715"/>
                  </a:lnTo>
                  <a:lnTo>
                    <a:pt x="966984" y="616989"/>
                  </a:lnTo>
                  <a:lnTo>
                    <a:pt x="954743" y="621780"/>
                  </a:lnTo>
                  <a:lnTo>
                    <a:pt x="942503" y="627806"/>
                  </a:lnTo>
                  <a:lnTo>
                    <a:pt x="930263" y="633906"/>
                  </a:lnTo>
                  <a:lnTo>
                    <a:pt x="918022" y="640852"/>
                  </a:lnTo>
                  <a:lnTo>
                    <a:pt x="905782" y="647680"/>
                  </a:lnTo>
                  <a:lnTo>
                    <a:pt x="893542" y="653387"/>
                  </a:lnTo>
                  <a:lnTo>
                    <a:pt x="881301" y="659164"/>
                  </a:lnTo>
                  <a:lnTo>
                    <a:pt x="869061" y="665474"/>
                  </a:lnTo>
                  <a:lnTo>
                    <a:pt x="856821" y="671993"/>
                  </a:lnTo>
                  <a:lnTo>
                    <a:pt x="844581" y="678576"/>
                  </a:lnTo>
                  <a:lnTo>
                    <a:pt x="832340" y="685224"/>
                  </a:lnTo>
                  <a:lnTo>
                    <a:pt x="820100" y="691934"/>
                  </a:lnTo>
                  <a:lnTo>
                    <a:pt x="807860" y="698706"/>
                  </a:lnTo>
                  <a:lnTo>
                    <a:pt x="795619" y="705538"/>
                  </a:lnTo>
                  <a:lnTo>
                    <a:pt x="783379" y="712429"/>
                  </a:lnTo>
                  <a:lnTo>
                    <a:pt x="771139" y="719378"/>
                  </a:lnTo>
                  <a:lnTo>
                    <a:pt x="758898" y="726383"/>
                  </a:lnTo>
                  <a:lnTo>
                    <a:pt x="746658" y="733443"/>
                  </a:lnTo>
                  <a:lnTo>
                    <a:pt x="734418" y="740558"/>
                  </a:lnTo>
                  <a:lnTo>
                    <a:pt x="722177" y="747724"/>
                  </a:lnTo>
                  <a:lnTo>
                    <a:pt x="709937" y="754939"/>
                  </a:lnTo>
                  <a:lnTo>
                    <a:pt x="697697" y="762194"/>
                  </a:lnTo>
                  <a:lnTo>
                    <a:pt x="685457" y="769483"/>
                  </a:lnTo>
                  <a:lnTo>
                    <a:pt x="673216" y="777942"/>
                  </a:lnTo>
                  <a:lnTo>
                    <a:pt x="660976" y="786657"/>
                  </a:lnTo>
                  <a:lnTo>
                    <a:pt x="648736" y="795338"/>
                  </a:lnTo>
                  <a:lnTo>
                    <a:pt x="636495" y="802374"/>
                  </a:lnTo>
                  <a:lnTo>
                    <a:pt x="624255" y="809644"/>
                  </a:lnTo>
                  <a:lnTo>
                    <a:pt x="612015" y="819375"/>
                  </a:lnTo>
                  <a:lnTo>
                    <a:pt x="599774" y="829157"/>
                  </a:lnTo>
                  <a:lnTo>
                    <a:pt x="587534" y="837415"/>
                  </a:lnTo>
                  <a:lnTo>
                    <a:pt x="575294" y="845110"/>
                  </a:lnTo>
                  <a:lnTo>
                    <a:pt x="563054" y="852795"/>
                  </a:lnTo>
                  <a:lnTo>
                    <a:pt x="550813" y="860457"/>
                  </a:lnTo>
                  <a:lnTo>
                    <a:pt x="538573" y="867473"/>
                  </a:lnTo>
                  <a:lnTo>
                    <a:pt x="526333" y="874462"/>
                  </a:lnTo>
                  <a:lnTo>
                    <a:pt x="514092" y="883383"/>
                  </a:lnTo>
                  <a:lnTo>
                    <a:pt x="501852" y="892556"/>
                  </a:lnTo>
                  <a:lnTo>
                    <a:pt x="489612" y="899951"/>
                  </a:lnTo>
                  <a:lnTo>
                    <a:pt x="477371" y="905632"/>
                  </a:lnTo>
                  <a:lnTo>
                    <a:pt x="465131" y="913787"/>
                  </a:lnTo>
                  <a:lnTo>
                    <a:pt x="452891" y="921755"/>
                  </a:lnTo>
                  <a:lnTo>
                    <a:pt x="440650" y="929537"/>
                  </a:lnTo>
                  <a:lnTo>
                    <a:pt x="428410" y="937442"/>
                  </a:lnTo>
                  <a:lnTo>
                    <a:pt x="416170" y="945072"/>
                  </a:lnTo>
                  <a:lnTo>
                    <a:pt x="403930" y="952403"/>
                  </a:lnTo>
                  <a:lnTo>
                    <a:pt x="391689" y="959412"/>
                  </a:lnTo>
                  <a:lnTo>
                    <a:pt x="379449" y="966078"/>
                  </a:lnTo>
                  <a:lnTo>
                    <a:pt x="367209" y="973901"/>
                  </a:lnTo>
                  <a:lnTo>
                    <a:pt x="354968" y="981853"/>
                  </a:lnTo>
                  <a:lnTo>
                    <a:pt x="342728" y="988056"/>
                  </a:lnTo>
                  <a:lnTo>
                    <a:pt x="330488" y="992739"/>
                  </a:lnTo>
                  <a:lnTo>
                    <a:pt x="318247" y="997041"/>
                  </a:lnTo>
                  <a:lnTo>
                    <a:pt x="306007" y="1000943"/>
                  </a:lnTo>
                  <a:lnTo>
                    <a:pt x="293767" y="1007242"/>
                  </a:lnTo>
                  <a:lnTo>
                    <a:pt x="281527" y="1013467"/>
                  </a:lnTo>
                  <a:lnTo>
                    <a:pt x="269286" y="1019372"/>
                  </a:lnTo>
                  <a:lnTo>
                    <a:pt x="257046" y="1022146"/>
                  </a:lnTo>
                  <a:lnTo>
                    <a:pt x="244806" y="1024068"/>
                  </a:lnTo>
                  <a:lnTo>
                    <a:pt x="232565" y="1025579"/>
                  </a:lnTo>
                  <a:lnTo>
                    <a:pt x="220325" y="1026665"/>
                  </a:lnTo>
                  <a:lnTo>
                    <a:pt x="208085" y="1028097"/>
                  </a:lnTo>
                  <a:lnTo>
                    <a:pt x="195844" y="1031077"/>
                  </a:lnTo>
                  <a:lnTo>
                    <a:pt x="183604" y="1033587"/>
                  </a:lnTo>
                  <a:lnTo>
                    <a:pt x="171364" y="1035610"/>
                  </a:lnTo>
                  <a:lnTo>
                    <a:pt x="159123" y="1037996"/>
                  </a:lnTo>
                  <a:lnTo>
                    <a:pt x="146883" y="1038136"/>
                  </a:lnTo>
                  <a:lnTo>
                    <a:pt x="134643" y="1042777"/>
                  </a:lnTo>
                  <a:lnTo>
                    <a:pt x="122403" y="1047319"/>
                  </a:lnTo>
                  <a:lnTo>
                    <a:pt x="110162" y="1049889"/>
                  </a:lnTo>
                  <a:lnTo>
                    <a:pt x="97922" y="1048746"/>
                  </a:lnTo>
                  <a:lnTo>
                    <a:pt x="85682" y="1052283"/>
                  </a:lnTo>
                  <a:lnTo>
                    <a:pt x="73441" y="1055655"/>
                  </a:lnTo>
                  <a:lnTo>
                    <a:pt x="61201" y="1056844"/>
                  </a:lnTo>
                  <a:lnTo>
                    <a:pt x="48961" y="1059513"/>
                  </a:lnTo>
                  <a:lnTo>
                    <a:pt x="36720" y="1062193"/>
                  </a:lnTo>
                  <a:lnTo>
                    <a:pt x="24480" y="1064596"/>
                  </a:lnTo>
                  <a:lnTo>
                    <a:pt x="12240" y="1066717"/>
                  </a:lnTo>
                  <a:lnTo>
                    <a:pt x="0" y="106854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050157" cy="894493"/>
            </a:xfrm>
            <a:custGeom>
              <a:avLst/>
              <a:pathLst>
                <a:path w="2050157" h="894493">
                  <a:moveTo>
                    <a:pt x="0" y="759139"/>
                  </a:moveTo>
                  <a:lnTo>
                    <a:pt x="12240" y="775009"/>
                  </a:lnTo>
                  <a:lnTo>
                    <a:pt x="24480" y="789879"/>
                  </a:lnTo>
                  <a:lnTo>
                    <a:pt x="36720" y="803771"/>
                  </a:lnTo>
                  <a:lnTo>
                    <a:pt x="48961" y="817463"/>
                  </a:lnTo>
                  <a:lnTo>
                    <a:pt x="61201" y="833556"/>
                  </a:lnTo>
                  <a:lnTo>
                    <a:pt x="73441" y="845597"/>
                  </a:lnTo>
                  <a:lnTo>
                    <a:pt x="85682" y="856393"/>
                  </a:lnTo>
                  <a:lnTo>
                    <a:pt x="97922" y="862710"/>
                  </a:lnTo>
                  <a:lnTo>
                    <a:pt x="110162" y="867720"/>
                  </a:lnTo>
                  <a:lnTo>
                    <a:pt x="122403" y="875333"/>
                  </a:lnTo>
                  <a:lnTo>
                    <a:pt x="134643" y="881595"/>
                  </a:lnTo>
                  <a:lnTo>
                    <a:pt x="146883" y="883691"/>
                  </a:lnTo>
                  <a:lnTo>
                    <a:pt x="159123" y="889572"/>
                  </a:lnTo>
                  <a:lnTo>
                    <a:pt x="171364" y="892967"/>
                  </a:lnTo>
                  <a:lnTo>
                    <a:pt x="183604" y="894493"/>
                  </a:lnTo>
                  <a:lnTo>
                    <a:pt x="195844" y="891478"/>
                  </a:lnTo>
                  <a:lnTo>
                    <a:pt x="208085" y="888034"/>
                  </a:lnTo>
                  <a:lnTo>
                    <a:pt x="220325" y="885546"/>
                  </a:lnTo>
                  <a:lnTo>
                    <a:pt x="232565" y="883188"/>
                  </a:lnTo>
                  <a:lnTo>
                    <a:pt x="244806" y="878692"/>
                  </a:lnTo>
                  <a:lnTo>
                    <a:pt x="257046" y="874924"/>
                  </a:lnTo>
                  <a:lnTo>
                    <a:pt x="269286" y="872763"/>
                  </a:lnTo>
                  <a:lnTo>
                    <a:pt x="281527" y="870356"/>
                  </a:lnTo>
                  <a:lnTo>
                    <a:pt x="293767" y="867709"/>
                  </a:lnTo>
                  <a:lnTo>
                    <a:pt x="306007" y="864830"/>
                  </a:lnTo>
                  <a:lnTo>
                    <a:pt x="318247" y="860839"/>
                  </a:lnTo>
                  <a:lnTo>
                    <a:pt x="330488" y="854857"/>
                  </a:lnTo>
                  <a:lnTo>
                    <a:pt x="342728" y="851276"/>
                  </a:lnTo>
                  <a:lnTo>
                    <a:pt x="354968" y="846256"/>
                  </a:lnTo>
                  <a:lnTo>
                    <a:pt x="367209" y="841107"/>
                  </a:lnTo>
                  <a:lnTo>
                    <a:pt x="379449" y="835835"/>
                  </a:lnTo>
                  <a:lnTo>
                    <a:pt x="391689" y="830444"/>
                  </a:lnTo>
                  <a:lnTo>
                    <a:pt x="403930" y="824502"/>
                  </a:lnTo>
                  <a:lnTo>
                    <a:pt x="416170" y="817612"/>
                  </a:lnTo>
                  <a:lnTo>
                    <a:pt x="428410" y="811159"/>
                  </a:lnTo>
                  <a:lnTo>
                    <a:pt x="440650" y="805486"/>
                  </a:lnTo>
                  <a:lnTo>
                    <a:pt x="452891" y="799639"/>
                  </a:lnTo>
                  <a:lnTo>
                    <a:pt x="465131" y="793626"/>
                  </a:lnTo>
                  <a:lnTo>
                    <a:pt x="477371" y="787458"/>
                  </a:lnTo>
                  <a:lnTo>
                    <a:pt x="489612" y="779148"/>
                  </a:lnTo>
                  <a:lnTo>
                    <a:pt x="501852" y="769862"/>
                  </a:lnTo>
                  <a:lnTo>
                    <a:pt x="514092" y="762831"/>
                  </a:lnTo>
                  <a:lnTo>
                    <a:pt x="526333" y="756862"/>
                  </a:lnTo>
                  <a:lnTo>
                    <a:pt x="538573" y="750845"/>
                  </a:lnTo>
                  <a:lnTo>
                    <a:pt x="550813" y="744778"/>
                  </a:lnTo>
                  <a:lnTo>
                    <a:pt x="563054" y="738665"/>
                  </a:lnTo>
                  <a:lnTo>
                    <a:pt x="575294" y="732507"/>
                  </a:lnTo>
                  <a:lnTo>
                    <a:pt x="587534" y="724432"/>
                  </a:lnTo>
                  <a:lnTo>
                    <a:pt x="599774" y="716128"/>
                  </a:lnTo>
                  <a:lnTo>
                    <a:pt x="612015" y="707848"/>
                  </a:lnTo>
                  <a:lnTo>
                    <a:pt x="624255" y="699607"/>
                  </a:lnTo>
                  <a:lnTo>
                    <a:pt x="636495" y="691424"/>
                  </a:lnTo>
                  <a:lnTo>
                    <a:pt x="648736" y="683316"/>
                  </a:lnTo>
                  <a:lnTo>
                    <a:pt x="660976" y="675303"/>
                  </a:lnTo>
                  <a:lnTo>
                    <a:pt x="673216" y="667400"/>
                  </a:lnTo>
                  <a:lnTo>
                    <a:pt x="685457" y="659627"/>
                  </a:lnTo>
                  <a:lnTo>
                    <a:pt x="697697" y="652000"/>
                  </a:lnTo>
                  <a:lnTo>
                    <a:pt x="709937" y="644538"/>
                  </a:lnTo>
                  <a:lnTo>
                    <a:pt x="722177" y="637259"/>
                  </a:lnTo>
                  <a:lnTo>
                    <a:pt x="734418" y="629130"/>
                  </a:lnTo>
                  <a:lnTo>
                    <a:pt x="746658" y="620929"/>
                  </a:lnTo>
                  <a:lnTo>
                    <a:pt x="758898" y="612953"/>
                  </a:lnTo>
                  <a:lnTo>
                    <a:pt x="771139" y="606605"/>
                  </a:lnTo>
                  <a:lnTo>
                    <a:pt x="783379" y="601041"/>
                  </a:lnTo>
                  <a:lnTo>
                    <a:pt x="795619" y="594419"/>
                  </a:lnTo>
                  <a:lnTo>
                    <a:pt x="807860" y="587413"/>
                  </a:lnTo>
                  <a:lnTo>
                    <a:pt x="820100" y="580624"/>
                  </a:lnTo>
                  <a:lnTo>
                    <a:pt x="832340" y="574045"/>
                  </a:lnTo>
                  <a:lnTo>
                    <a:pt x="844581" y="567668"/>
                  </a:lnTo>
                  <a:lnTo>
                    <a:pt x="856821" y="561487"/>
                  </a:lnTo>
                  <a:lnTo>
                    <a:pt x="869061" y="555495"/>
                  </a:lnTo>
                  <a:lnTo>
                    <a:pt x="881301" y="549684"/>
                  </a:lnTo>
                  <a:lnTo>
                    <a:pt x="893542" y="544048"/>
                  </a:lnTo>
                  <a:lnTo>
                    <a:pt x="905782" y="538249"/>
                  </a:lnTo>
                  <a:lnTo>
                    <a:pt x="918022" y="532812"/>
                  </a:lnTo>
                  <a:lnTo>
                    <a:pt x="930263" y="527915"/>
                  </a:lnTo>
                  <a:lnTo>
                    <a:pt x="942503" y="521676"/>
                  </a:lnTo>
                  <a:lnTo>
                    <a:pt x="954743" y="515488"/>
                  </a:lnTo>
                  <a:lnTo>
                    <a:pt x="966984" y="509428"/>
                  </a:lnTo>
                  <a:lnTo>
                    <a:pt x="979224" y="503489"/>
                  </a:lnTo>
                  <a:lnTo>
                    <a:pt x="991464" y="497669"/>
                  </a:lnTo>
                  <a:lnTo>
                    <a:pt x="1003704" y="490404"/>
                  </a:lnTo>
                  <a:lnTo>
                    <a:pt x="1015945" y="483545"/>
                  </a:lnTo>
                  <a:lnTo>
                    <a:pt x="1028185" y="478113"/>
                  </a:lnTo>
                  <a:lnTo>
                    <a:pt x="1040425" y="472548"/>
                  </a:lnTo>
                  <a:lnTo>
                    <a:pt x="1052666" y="466755"/>
                  </a:lnTo>
                  <a:lnTo>
                    <a:pt x="1064906" y="460582"/>
                  </a:lnTo>
                  <a:lnTo>
                    <a:pt x="1077146" y="454653"/>
                  </a:lnTo>
                  <a:lnTo>
                    <a:pt x="1089387" y="448605"/>
                  </a:lnTo>
                  <a:lnTo>
                    <a:pt x="1101627" y="442810"/>
                  </a:lnTo>
                  <a:lnTo>
                    <a:pt x="1113867" y="437148"/>
                  </a:lnTo>
                  <a:lnTo>
                    <a:pt x="1126108" y="431746"/>
                  </a:lnTo>
                  <a:lnTo>
                    <a:pt x="1138348" y="426845"/>
                  </a:lnTo>
                  <a:lnTo>
                    <a:pt x="1150588" y="421938"/>
                  </a:lnTo>
                  <a:lnTo>
                    <a:pt x="1162828" y="417023"/>
                  </a:lnTo>
                  <a:lnTo>
                    <a:pt x="1175069" y="412095"/>
                  </a:lnTo>
                  <a:lnTo>
                    <a:pt x="1187309" y="407151"/>
                  </a:lnTo>
                  <a:lnTo>
                    <a:pt x="1199549" y="402339"/>
                  </a:lnTo>
                  <a:lnTo>
                    <a:pt x="1211790" y="397711"/>
                  </a:lnTo>
                  <a:lnTo>
                    <a:pt x="1224030" y="392475"/>
                  </a:lnTo>
                  <a:lnTo>
                    <a:pt x="1236270" y="387143"/>
                  </a:lnTo>
                  <a:lnTo>
                    <a:pt x="1248511" y="381633"/>
                  </a:lnTo>
                  <a:lnTo>
                    <a:pt x="1260751" y="376339"/>
                  </a:lnTo>
                  <a:lnTo>
                    <a:pt x="1272991" y="371134"/>
                  </a:lnTo>
                  <a:lnTo>
                    <a:pt x="1285231" y="365408"/>
                  </a:lnTo>
                  <a:lnTo>
                    <a:pt x="1297472" y="359614"/>
                  </a:lnTo>
                  <a:lnTo>
                    <a:pt x="1309712" y="353826"/>
                  </a:lnTo>
                  <a:lnTo>
                    <a:pt x="1321952" y="348041"/>
                  </a:lnTo>
                  <a:lnTo>
                    <a:pt x="1334193" y="342258"/>
                  </a:lnTo>
                  <a:lnTo>
                    <a:pt x="1346433" y="336415"/>
                  </a:lnTo>
                  <a:lnTo>
                    <a:pt x="1358673" y="329549"/>
                  </a:lnTo>
                  <a:lnTo>
                    <a:pt x="1370914" y="322503"/>
                  </a:lnTo>
                  <a:lnTo>
                    <a:pt x="1383154" y="315267"/>
                  </a:lnTo>
                  <a:lnTo>
                    <a:pt x="1395394" y="307835"/>
                  </a:lnTo>
                  <a:lnTo>
                    <a:pt x="1407635" y="300198"/>
                  </a:lnTo>
                  <a:lnTo>
                    <a:pt x="1419875" y="292348"/>
                  </a:lnTo>
                  <a:lnTo>
                    <a:pt x="1432115" y="285436"/>
                  </a:lnTo>
                  <a:lnTo>
                    <a:pt x="1444355" y="276771"/>
                  </a:lnTo>
                  <a:lnTo>
                    <a:pt x="1456596" y="268725"/>
                  </a:lnTo>
                  <a:lnTo>
                    <a:pt x="1468836" y="262578"/>
                  </a:lnTo>
                  <a:lnTo>
                    <a:pt x="1481076" y="253346"/>
                  </a:lnTo>
                  <a:lnTo>
                    <a:pt x="1493317" y="245837"/>
                  </a:lnTo>
                  <a:lnTo>
                    <a:pt x="1505557" y="235540"/>
                  </a:lnTo>
                  <a:lnTo>
                    <a:pt x="1517797" y="225117"/>
                  </a:lnTo>
                  <a:lnTo>
                    <a:pt x="1530038" y="215332"/>
                  </a:lnTo>
                  <a:lnTo>
                    <a:pt x="1542278" y="210203"/>
                  </a:lnTo>
                  <a:lnTo>
                    <a:pt x="1554518" y="206505"/>
                  </a:lnTo>
                  <a:lnTo>
                    <a:pt x="1566759" y="200385"/>
                  </a:lnTo>
                  <a:lnTo>
                    <a:pt x="1578999" y="190855"/>
                  </a:lnTo>
                  <a:lnTo>
                    <a:pt x="1591239" y="181407"/>
                  </a:lnTo>
                  <a:lnTo>
                    <a:pt x="1603479" y="172076"/>
                  </a:lnTo>
                  <a:lnTo>
                    <a:pt x="1615720" y="162893"/>
                  </a:lnTo>
                  <a:lnTo>
                    <a:pt x="1627960" y="153894"/>
                  </a:lnTo>
                  <a:lnTo>
                    <a:pt x="1640200" y="143357"/>
                  </a:lnTo>
                  <a:lnTo>
                    <a:pt x="1652441" y="132186"/>
                  </a:lnTo>
                  <a:lnTo>
                    <a:pt x="1664681" y="121461"/>
                  </a:lnTo>
                  <a:lnTo>
                    <a:pt x="1676921" y="111238"/>
                  </a:lnTo>
                  <a:lnTo>
                    <a:pt x="1689162" y="101572"/>
                  </a:lnTo>
                  <a:lnTo>
                    <a:pt x="1701402" y="92520"/>
                  </a:lnTo>
                  <a:lnTo>
                    <a:pt x="1713642" y="84137"/>
                  </a:lnTo>
                  <a:lnTo>
                    <a:pt x="1725882" y="76596"/>
                  </a:lnTo>
                  <a:lnTo>
                    <a:pt x="1738123" y="70262"/>
                  </a:lnTo>
                  <a:lnTo>
                    <a:pt x="1750363" y="64367"/>
                  </a:lnTo>
                  <a:lnTo>
                    <a:pt x="1762603" y="58940"/>
                  </a:lnTo>
                  <a:lnTo>
                    <a:pt x="1774844" y="54215"/>
                  </a:lnTo>
                  <a:lnTo>
                    <a:pt x="1787084" y="49594"/>
                  </a:lnTo>
                  <a:lnTo>
                    <a:pt x="1799324" y="44416"/>
                  </a:lnTo>
                  <a:lnTo>
                    <a:pt x="1811565" y="41844"/>
                  </a:lnTo>
                  <a:lnTo>
                    <a:pt x="1823805" y="39759"/>
                  </a:lnTo>
                  <a:lnTo>
                    <a:pt x="1836045" y="37707"/>
                  </a:lnTo>
                  <a:lnTo>
                    <a:pt x="1848286" y="36313"/>
                  </a:lnTo>
                  <a:lnTo>
                    <a:pt x="1860526" y="35605"/>
                  </a:lnTo>
                  <a:lnTo>
                    <a:pt x="1872766" y="35609"/>
                  </a:lnTo>
                  <a:lnTo>
                    <a:pt x="1885006" y="31171"/>
                  </a:lnTo>
                  <a:lnTo>
                    <a:pt x="1897247" y="31338"/>
                  </a:lnTo>
                  <a:lnTo>
                    <a:pt x="1909487" y="35438"/>
                  </a:lnTo>
                  <a:lnTo>
                    <a:pt x="1921727" y="40571"/>
                  </a:lnTo>
                  <a:lnTo>
                    <a:pt x="1933968" y="44255"/>
                  </a:lnTo>
                  <a:lnTo>
                    <a:pt x="1946208" y="41524"/>
                  </a:lnTo>
                  <a:lnTo>
                    <a:pt x="1958448" y="41728"/>
                  </a:lnTo>
                  <a:lnTo>
                    <a:pt x="1970689" y="34612"/>
                  </a:lnTo>
                  <a:lnTo>
                    <a:pt x="1982929" y="27483"/>
                  </a:lnTo>
                  <a:lnTo>
                    <a:pt x="1995169" y="20361"/>
                  </a:lnTo>
                  <a:lnTo>
                    <a:pt x="2007409" y="13248"/>
                  </a:lnTo>
                  <a:lnTo>
                    <a:pt x="2019650" y="6145"/>
                  </a:lnTo>
                  <a:lnTo>
                    <a:pt x="2031890" y="9287"/>
                  </a:lnTo>
                  <a:lnTo>
                    <a:pt x="2044130" y="6867"/>
                  </a:lnTo>
                  <a:lnTo>
                    <a:pt x="205015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151131"/>
              <a:ext cx="2191014" cy="718525"/>
            </a:xfrm>
            <a:custGeom>
              <a:avLst/>
              <a:pathLst>
                <a:path w="2191014" h="718525">
                  <a:moveTo>
                    <a:pt x="2191014" y="385319"/>
                  </a:moveTo>
                  <a:lnTo>
                    <a:pt x="2178774" y="345912"/>
                  </a:lnTo>
                  <a:lnTo>
                    <a:pt x="2166533" y="311510"/>
                  </a:lnTo>
                  <a:lnTo>
                    <a:pt x="2154293" y="278597"/>
                  </a:lnTo>
                  <a:lnTo>
                    <a:pt x="2142053" y="247147"/>
                  </a:lnTo>
                  <a:lnTo>
                    <a:pt x="2129813" y="217132"/>
                  </a:lnTo>
                  <a:lnTo>
                    <a:pt x="2117572" y="188524"/>
                  </a:lnTo>
                  <a:lnTo>
                    <a:pt x="2105332" y="155831"/>
                  </a:lnTo>
                  <a:lnTo>
                    <a:pt x="2093092" y="129653"/>
                  </a:lnTo>
                  <a:lnTo>
                    <a:pt x="2080851" y="106952"/>
                  </a:lnTo>
                  <a:lnTo>
                    <a:pt x="2068611" y="85261"/>
                  </a:lnTo>
                  <a:lnTo>
                    <a:pt x="2056371" y="69905"/>
                  </a:lnTo>
                  <a:lnTo>
                    <a:pt x="2044130" y="57451"/>
                  </a:lnTo>
                  <a:lnTo>
                    <a:pt x="2031890" y="53066"/>
                  </a:lnTo>
                  <a:lnTo>
                    <a:pt x="2019650" y="47103"/>
                  </a:lnTo>
                  <a:lnTo>
                    <a:pt x="2007409" y="37067"/>
                  </a:lnTo>
                  <a:lnTo>
                    <a:pt x="1995169" y="33740"/>
                  </a:lnTo>
                  <a:lnTo>
                    <a:pt x="1982929" y="29267"/>
                  </a:lnTo>
                  <a:lnTo>
                    <a:pt x="1970689" y="24357"/>
                  </a:lnTo>
                  <a:lnTo>
                    <a:pt x="1958448" y="19941"/>
                  </a:lnTo>
                  <a:lnTo>
                    <a:pt x="1946208" y="16003"/>
                  </a:lnTo>
                  <a:lnTo>
                    <a:pt x="1933968" y="12530"/>
                  </a:lnTo>
                  <a:lnTo>
                    <a:pt x="1921727" y="9507"/>
                  </a:lnTo>
                  <a:lnTo>
                    <a:pt x="1909487" y="6919"/>
                  </a:lnTo>
                  <a:lnTo>
                    <a:pt x="1897247" y="4752"/>
                  </a:lnTo>
                  <a:lnTo>
                    <a:pt x="1885006" y="2991"/>
                  </a:lnTo>
                  <a:lnTo>
                    <a:pt x="1872766" y="1622"/>
                  </a:lnTo>
                  <a:lnTo>
                    <a:pt x="1860526" y="629"/>
                  </a:lnTo>
                  <a:lnTo>
                    <a:pt x="1848286" y="0"/>
                  </a:lnTo>
                  <a:lnTo>
                    <a:pt x="1836045" y="3076"/>
                  </a:lnTo>
                  <a:lnTo>
                    <a:pt x="1823805" y="2522"/>
                  </a:lnTo>
                  <a:lnTo>
                    <a:pt x="1811565" y="1536"/>
                  </a:lnTo>
                  <a:lnTo>
                    <a:pt x="1799324" y="2093"/>
                  </a:lnTo>
                  <a:lnTo>
                    <a:pt x="1787084" y="4550"/>
                  </a:lnTo>
                  <a:lnTo>
                    <a:pt x="1774844" y="6817"/>
                  </a:lnTo>
                  <a:lnTo>
                    <a:pt x="1762603" y="7006"/>
                  </a:lnTo>
                  <a:lnTo>
                    <a:pt x="1750363" y="8665"/>
                  </a:lnTo>
                  <a:lnTo>
                    <a:pt x="1738123" y="12607"/>
                  </a:lnTo>
                  <a:lnTo>
                    <a:pt x="1725882" y="14240"/>
                  </a:lnTo>
                  <a:lnTo>
                    <a:pt x="1713642" y="15745"/>
                  </a:lnTo>
                  <a:lnTo>
                    <a:pt x="1701402" y="17135"/>
                  </a:lnTo>
                  <a:lnTo>
                    <a:pt x="1689162" y="21303"/>
                  </a:lnTo>
                  <a:lnTo>
                    <a:pt x="1676921" y="24481"/>
                  </a:lnTo>
                  <a:lnTo>
                    <a:pt x="1664681" y="24162"/>
                  </a:lnTo>
                  <a:lnTo>
                    <a:pt x="1652441" y="27354"/>
                  </a:lnTo>
                  <a:lnTo>
                    <a:pt x="1640200" y="30661"/>
                  </a:lnTo>
                  <a:lnTo>
                    <a:pt x="1627960" y="34068"/>
                  </a:lnTo>
                  <a:lnTo>
                    <a:pt x="1615720" y="37562"/>
                  </a:lnTo>
                  <a:lnTo>
                    <a:pt x="1603479" y="41127"/>
                  </a:lnTo>
                  <a:lnTo>
                    <a:pt x="1591239" y="44749"/>
                  </a:lnTo>
                  <a:lnTo>
                    <a:pt x="1578999" y="48414"/>
                  </a:lnTo>
                  <a:lnTo>
                    <a:pt x="1566759" y="52106"/>
                  </a:lnTo>
                  <a:lnTo>
                    <a:pt x="1554518" y="55812"/>
                  </a:lnTo>
                  <a:lnTo>
                    <a:pt x="1542278" y="59432"/>
                  </a:lnTo>
                  <a:lnTo>
                    <a:pt x="1530038" y="61541"/>
                  </a:lnTo>
                  <a:lnTo>
                    <a:pt x="1517797" y="63651"/>
                  </a:lnTo>
                  <a:lnTo>
                    <a:pt x="1505557" y="68570"/>
                  </a:lnTo>
                  <a:lnTo>
                    <a:pt x="1493317" y="74030"/>
                  </a:lnTo>
                  <a:lnTo>
                    <a:pt x="1481076" y="77524"/>
                  </a:lnTo>
                  <a:lnTo>
                    <a:pt x="1468836" y="81063"/>
                  </a:lnTo>
                  <a:lnTo>
                    <a:pt x="1456596" y="84189"/>
                  </a:lnTo>
                  <a:lnTo>
                    <a:pt x="1444355" y="88758"/>
                  </a:lnTo>
                  <a:lnTo>
                    <a:pt x="1432115" y="96196"/>
                  </a:lnTo>
                  <a:lnTo>
                    <a:pt x="1419875" y="100924"/>
                  </a:lnTo>
                  <a:lnTo>
                    <a:pt x="1407635" y="103543"/>
                  </a:lnTo>
                  <a:lnTo>
                    <a:pt x="1395394" y="108450"/>
                  </a:lnTo>
                  <a:lnTo>
                    <a:pt x="1383154" y="114563"/>
                  </a:lnTo>
                  <a:lnTo>
                    <a:pt x="1370914" y="119944"/>
                  </a:lnTo>
                  <a:lnTo>
                    <a:pt x="1358673" y="122701"/>
                  </a:lnTo>
                  <a:lnTo>
                    <a:pt x="1346433" y="125576"/>
                  </a:lnTo>
                  <a:lnTo>
                    <a:pt x="1334193" y="131075"/>
                  </a:lnTo>
                  <a:lnTo>
                    <a:pt x="1321952" y="136658"/>
                  </a:lnTo>
                  <a:lnTo>
                    <a:pt x="1309712" y="142094"/>
                  </a:lnTo>
                  <a:lnTo>
                    <a:pt x="1297472" y="147388"/>
                  </a:lnTo>
                  <a:lnTo>
                    <a:pt x="1285231" y="152548"/>
                  </a:lnTo>
                  <a:lnTo>
                    <a:pt x="1272991" y="157583"/>
                  </a:lnTo>
                  <a:lnTo>
                    <a:pt x="1260751" y="162501"/>
                  </a:lnTo>
                  <a:lnTo>
                    <a:pt x="1248511" y="167307"/>
                  </a:lnTo>
                  <a:lnTo>
                    <a:pt x="1236270" y="172012"/>
                  </a:lnTo>
                  <a:lnTo>
                    <a:pt x="1224030" y="176621"/>
                  </a:lnTo>
                  <a:lnTo>
                    <a:pt x="1211790" y="180817"/>
                  </a:lnTo>
                  <a:lnTo>
                    <a:pt x="1199549" y="184525"/>
                  </a:lnTo>
                  <a:lnTo>
                    <a:pt x="1187309" y="188202"/>
                  </a:lnTo>
                  <a:lnTo>
                    <a:pt x="1175069" y="192691"/>
                  </a:lnTo>
                  <a:lnTo>
                    <a:pt x="1162828" y="198191"/>
                  </a:lnTo>
                  <a:lnTo>
                    <a:pt x="1150588" y="202714"/>
                  </a:lnTo>
                  <a:lnTo>
                    <a:pt x="1138348" y="206433"/>
                  </a:lnTo>
                  <a:lnTo>
                    <a:pt x="1126108" y="211002"/>
                  </a:lnTo>
                  <a:lnTo>
                    <a:pt x="1113867" y="215103"/>
                  </a:lnTo>
                  <a:lnTo>
                    <a:pt x="1101627" y="219187"/>
                  </a:lnTo>
                  <a:lnTo>
                    <a:pt x="1089387" y="223260"/>
                  </a:lnTo>
                  <a:lnTo>
                    <a:pt x="1077146" y="227330"/>
                  </a:lnTo>
                  <a:lnTo>
                    <a:pt x="1064906" y="232589"/>
                  </a:lnTo>
                  <a:lnTo>
                    <a:pt x="1052666" y="237327"/>
                  </a:lnTo>
                  <a:lnTo>
                    <a:pt x="1040425" y="241773"/>
                  </a:lnTo>
                  <a:lnTo>
                    <a:pt x="1028185" y="245789"/>
                  </a:lnTo>
                  <a:lnTo>
                    <a:pt x="1015945" y="250004"/>
                  </a:lnTo>
                  <a:lnTo>
                    <a:pt x="1003704" y="254221"/>
                  </a:lnTo>
                  <a:lnTo>
                    <a:pt x="991464" y="258447"/>
                  </a:lnTo>
                  <a:lnTo>
                    <a:pt x="979224" y="262693"/>
                  </a:lnTo>
                  <a:lnTo>
                    <a:pt x="966984" y="266966"/>
                  </a:lnTo>
                  <a:lnTo>
                    <a:pt x="954743" y="271758"/>
                  </a:lnTo>
                  <a:lnTo>
                    <a:pt x="942503" y="277784"/>
                  </a:lnTo>
                  <a:lnTo>
                    <a:pt x="930263" y="283884"/>
                  </a:lnTo>
                  <a:lnTo>
                    <a:pt x="918022" y="290830"/>
                  </a:lnTo>
                  <a:lnTo>
                    <a:pt x="905782" y="297658"/>
                  </a:lnTo>
                  <a:lnTo>
                    <a:pt x="893542" y="303365"/>
                  </a:lnTo>
                  <a:lnTo>
                    <a:pt x="881301" y="309142"/>
                  </a:lnTo>
                  <a:lnTo>
                    <a:pt x="869061" y="315452"/>
                  </a:lnTo>
                  <a:lnTo>
                    <a:pt x="856821" y="321970"/>
                  </a:lnTo>
                  <a:lnTo>
                    <a:pt x="844581" y="328554"/>
                  </a:lnTo>
                  <a:lnTo>
                    <a:pt x="832340" y="335202"/>
                  </a:lnTo>
                  <a:lnTo>
                    <a:pt x="820100" y="341912"/>
                  </a:lnTo>
                  <a:lnTo>
                    <a:pt x="807860" y="348684"/>
                  </a:lnTo>
                  <a:lnTo>
                    <a:pt x="795619" y="355516"/>
                  </a:lnTo>
                  <a:lnTo>
                    <a:pt x="783379" y="362407"/>
                  </a:lnTo>
                  <a:lnTo>
                    <a:pt x="771139" y="369355"/>
                  </a:lnTo>
                  <a:lnTo>
                    <a:pt x="758898" y="376361"/>
                  </a:lnTo>
                  <a:lnTo>
                    <a:pt x="746658" y="383421"/>
                  </a:lnTo>
                  <a:lnTo>
                    <a:pt x="734418" y="390535"/>
                  </a:lnTo>
                  <a:lnTo>
                    <a:pt x="722177" y="397702"/>
                  </a:lnTo>
                  <a:lnTo>
                    <a:pt x="709937" y="404917"/>
                  </a:lnTo>
                  <a:lnTo>
                    <a:pt x="697697" y="412172"/>
                  </a:lnTo>
                  <a:lnTo>
                    <a:pt x="685457" y="419461"/>
                  </a:lnTo>
                  <a:lnTo>
                    <a:pt x="673216" y="427920"/>
                  </a:lnTo>
                  <a:lnTo>
                    <a:pt x="660976" y="436635"/>
                  </a:lnTo>
                  <a:lnTo>
                    <a:pt x="648736" y="445316"/>
                  </a:lnTo>
                  <a:lnTo>
                    <a:pt x="636495" y="452351"/>
                  </a:lnTo>
                  <a:lnTo>
                    <a:pt x="624255" y="459622"/>
                  </a:lnTo>
                  <a:lnTo>
                    <a:pt x="612015" y="469352"/>
                  </a:lnTo>
                  <a:lnTo>
                    <a:pt x="599774" y="479135"/>
                  </a:lnTo>
                  <a:lnTo>
                    <a:pt x="587534" y="487393"/>
                  </a:lnTo>
                  <a:lnTo>
                    <a:pt x="575294" y="495088"/>
                  </a:lnTo>
                  <a:lnTo>
                    <a:pt x="563054" y="502772"/>
                  </a:lnTo>
                  <a:lnTo>
                    <a:pt x="550813" y="510434"/>
                  </a:lnTo>
                  <a:lnTo>
                    <a:pt x="538573" y="517451"/>
                  </a:lnTo>
                  <a:lnTo>
                    <a:pt x="526333" y="524440"/>
                  </a:lnTo>
                  <a:lnTo>
                    <a:pt x="514092" y="533361"/>
                  </a:lnTo>
                  <a:lnTo>
                    <a:pt x="501852" y="542534"/>
                  </a:lnTo>
                  <a:lnTo>
                    <a:pt x="489612" y="549928"/>
                  </a:lnTo>
                  <a:lnTo>
                    <a:pt x="477371" y="555609"/>
                  </a:lnTo>
                  <a:lnTo>
                    <a:pt x="465131" y="563765"/>
                  </a:lnTo>
                  <a:lnTo>
                    <a:pt x="452891" y="571733"/>
                  </a:lnTo>
                  <a:lnTo>
                    <a:pt x="440650" y="579515"/>
                  </a:lnTo>
                  <a:lnTo>
                    <a:pt x="428410" y="587420"/>
                  </a:lnTo>
                  <a:lnTo>
                    <a:pt x="416170" y="595050"/>
                  </a:lnTo>
                  <a:lnTo>
                    <a:pt x="403930" y="602381"/>
                  </a:lnTo>
                  <a:lnTo>
                    <a:pt x="391689" y="609390"/>
                  </a:lnTo>
                  <a:lnTo>
                    <a:pt x="379449" y="616056"/>
                  </a:lnTo>
                  <a:lnTo>
                    <a:pt x="367209" y="623879"/>
                  </a:lnTo>
                  <a:lnTo>
                    <a:pt x="354968" y="631831"/>
                  </a:lnTo>
                  <a:lnTo>
                    <a:pt x="342728" y="638033"/>
                  </a:lnTo>
                  <a:lnTo>
                    <a:pt x="330488" y="642717"/>
                  </a:lnTo>
                  <a:lnTo>
                    <a:pt x="318247" y="647018"/>
                  </a:lnTo>
                  <a:lnTo>
                    <a:pt x="306007" y="650921"/>
                  </a:lnTo>
                  <a:lnTo>
                    <a:pt x="293767" y="657220"/>
                  </a:lnTo>
                  <a:lnTo>
                    <a:pt x="281527" y="663445"/>
                  </a:lnTo>
                  <a:lnTo>
                    <a:pt x="269286" y="669350"/>
                  </a:lnTo>
                  <a:lnTo>
                    <a:pt x="257046" y="672124"/>
                  </a:lnTo>
                  <a:lnTo>
                    <a:pt x="244806" y="674046"/>
                  </a:lnTo>
                  <a:lnTo>
                    <a:pt x="232565" y="675556"/>
                  </a:lnTo>
                  <a:lnTo>
                    <a:pt x="220325" y="676643"/>
                  </a:lnTo>
                  <a:lnTo>
                    <a:pt x="208085" y="678075"/>
                  </a:lnTo>
                  <a:lnTo>
                    <a:pt x="195844" y="681055"/>
                  </a:lnTo>
                  <a:lnTo>
                    <a:pt x="183604" y="683564"/>
                  </a:lnTo>
                  <a:lnTo>
                    <a:pt x="171364" y="685588"/>
                  </a:lnTo>
                  <a:lnTo>
                    <a:pt x="159123" y="687974"/>
                  </a:lnTo>
                  <a:lnTo>
                    <a:pt x="146883" y="688114"/>
                  </a:lnTo>
                  <a:lnTo>
                    <a:pt x="134643" y="692755"/>
                  </a:lnTo>
                  <a:lnTo>
                    <a:pt x="122403" y="697297"/>
                  </a:lnTo>
                  <a:lnTo>
                    <a:pt x="110162" y="699867"/>
                  </a:lnTo>
                  <a:lnTo>
                    <a:pt x="97922" y="698723"/>
                  </a:lnTo>
                  <a:lnTo>
                    <a:pt x="85682" y="702261"/>
                  </a:lnTo>
                  <a:lnTo>
                    <a:pt x="73441" y="705633"/>
                  </a:lnTo>
                  <a:lnTo>
                    <a:pt x="61201" y="706822"/>
                  </a:lnTo>
                  <a:lnTo>
                    <a:pt x="48961" y="709491"/>
                  </a:lnTo>
                  <a:lnTo>
                    <a:pt x="36720" y="712171"/>
                  </a:lnTo>
                  <a:lnTo>
                    <a:pt x="24480" y="714574"/>
                  </a:lnTo>
                  <a:lnTo>
                    <a:pt x="12240" y="716694"/>
                  </a:lnTo>
                  <a:lnTo>
                    <a:pt x="0" y="7185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993546"/>
              <a:ext cx="2191014" cy="775044"/>
            </a:xfrm>
            <a:custGeom>
              <a:avLst/>
              <a:pathLst>
                <a:path w="2191014" h="775044">
                  <a:moveTo>
                    <a:pt x="0" y="731685"/>
                  </a:moveTo>
                  <a:lnTo>
                    <a:pt x="12240" y="738421"/>
                  </a:lnTo>
                  <a:lnTo>
                    <a:pt x="24480" y="744542"/>
                  </a:lnTo>
                  <a:lnTo>
                    <a:pt x="36720" y="750063"/>
                  </a:lnTo>
                  <a:lnTo>
                    <a:pt x="48961" y="754996"/>
                  </a:lnTo>
                  <a:lnTo>
                    <a:pt x="61201" y="759353"/>
                  </a:lnTo>
                  <a:lnTo>
                    <a:pt x="73441" y="763148"/>
                  </a:lnTo>
                  <a:lnTo>
                    <a:pt x="85682" y="766393"/>
                  </a:lnTo>
                  <a:lnTo>
                    <a:pt x="97922" y="769102"/>
                  </a:lnTo>
                  <a:lnTo>
                    <a:pt x="110162" y="771287"/>
                  </a:lnTo>
                  <a:lnTo>
                    <a:pt x="122403" y="772960"/>
                  </a:lnTo>
                  <a:lnTo>
                    <a:pt x="134643" y="774136"/>
                  </a:lnTo>
                  <a:lnTo>
                    <a:pt x="146883" y="774826"/>
                  </a:lnTo>
                  <a:lnTo>
                    <a:pt x="159123" y="775044"/>
                  </a:lnTo>
                  <a:lnTo>
                    <a:pt x="171364" y="774801"/>
                  </a:lnTo>
                  <a:lnTo>
                    <a:pt x="183604" y="774112"/>
                  </a:lnTo>
                  <a:lnTo>
                    <a:pt x="195844" y="772989"/>
                  </a:lnTo>
                  <a:lnTo>
                    <a:pt x="208085" y="771445"/>
                  </a:lnTo>
                  <a:lnTo>
                    <a:pt x="220325" y="769493"/>
                  </a:lnTo>
                  <a:lnTo>
                    <a:pt x="232565" y="767145"/>
                  </a:lnTo>
                  <a:lnTo>
                    <a:pt x="244806" y="764414"/>
                  </a:lnTo>
                  <a:lnTo>
                    <a:pt x="257046" y="761314"/>
                  </a:lnTo>
                  <a:lnTo>
                    <a:pt x="269286" y="757857"/>
                  </a:lnTo>
                  <a:lnTo>
                    <a:pt x="281527" y="754056"/>
                  </a:lnTo>
                  <a:lnTo>
                    <a:pt x="293767" y="749923"/>
                  </a:lnTo>
                  <a:lnTo>
                    <a:pt x="306007" y="745472"/>
                  </a:lnTo>
                  <a:lnTo>
                    <a:pt x="318247" y="740716"/>
                  </a:lnTo>
                  <a:lnTo>
                    <a:pt x="330488" y="735666"/>
                  </a:lnTo>
                  <a:lnTo>
                    <a:pt x="342728" y="730337"/>
                  </a:lnTo>
                  <a:lnTo>
                    <a:pt x="354968" y="724741"/>
                  </a:lnTo>
                  <a:lnTo>
                    <a:pt x="367209" y="718891"/>
                  </a:lnTo>
                  <a:lnTo>
                    <a:pt x="379449" y="712799"/>
                  </a:lnTo>
                  <a:lnTo>
                    <a:pt x="391689" y="706479"/>
                  </a:lnTo>
                  <a:lnTo>
                    <a:pt x="403930" y="699943"/>
                  </a:lnTo>
                  <a:lnTo>
                    <a:pt x="416170" y="693204"/>
                  </a:lnTo>
                  <a:lnTo>
                    <a:pt x="428410" y="686276"/>
                  </a:lnTo>
                  <a:lnTo>
                    <a:pt x="440650" y="679170"/>
                  </a:lnTo>
                  <a:lnTo>
                    <a:pt x="452891" y="671900"/>
                  </a:lnTo>
                  <a:lnTo>
                    <a:pt x="465131" y="664479"/>
                  </a:lnTo>
                  <a:lnTo>
                    <a:pt x="477371" y="656919"/>
                  </a:lnTo>
                  <a:lnTo>
                    <a:pt x="489612" y="649233"/>
                  </a:lnTo>
                  <a:lnTo>
                    <a:pt x="501852" y="641434"/>
                  </a:lnTo>
                  <a:lnTo>
                    <a:pt x="514092" y="633535"/>
                  </a:lnTo>
                  <a:lnTo>
                    <a:pt x="526333" y="625549"/>
                  </a:lnTo>
                  <a:lnTo>
                    <a:pt x="538573" y="617489"/>
                  </a:lnTo>
                  <a:lnTo>
                    <a:pt x="550813" y="609367"/>
                  </a:lnTo>
                  <a:lnTo>
                    <a:pt x="563054" y="601197"/>
                  </a:lnTo>
                  <a:lnTo>
                    <a:pt x="575294" y="592990"/>
                  </a:lnTo>
                  <a:lnTo>
                    <a:pt x="587534" y="584761"/>
                  </a:lnTo>
                  <a:lnTo>
                    <a:pt x="599774" y="576521"/>
                  </a:lnTo>
                  <a:lnTo>
                    <a:pt x="612015" y="568285"/>
                  </a:lnTo>
                  <a:lnTo>
                    <a:pt x="624255" y="560063"/>
                  </a:lnTo>
                  <a:lnTo>
                    <a:pt x="636495" y="551870"/>
                  </a:lnTo>
                  <a:lnTo>
                    <a:pt x="648736" y="543719"/>
                  </a:lnTo>
                  <a:lnTo>
                    <a:pt x="660976" y="535621"/>
                  </a:lnTo>
                  <a:lnTo>
                    <a:pt x="673216" y="527590"/>
                  </a:lnTo>
                  <a:lnTo>
                    <a:pt x="685457" y="519639"/>
                  </a:lnTo>
                  <a:lnTo>
                    <a:pt x="697697" y="511781"/>
                  </a:lnTo>
                  <a:lnTo>
                    <a:pt x="709937" y="504028"/>
                  </a:lnTo>
                  <a:lnTo>
                    <a:pt x="722177" y="496393"/>
                  </a:lnTo>
                  <a:lnTo>
                    <a:pt x="734418" y="488889"/>
                  </a:lnTo>
                  <a:lnTo>
                    <a:pt x="746658" y="481523"/>
                  </a:lnTo>
                  <a:lnTo>
                    <a:pt x="758898" y="474292"/>
                  </a:lnTo>
                  <a:lnTo>
                    <a:pt x="771139" y="467192"/>
                  </a:lnTo>
                  <a:lnTo>
                    <a:pt x="783379" y="460219"/>
                  </a:lnTo>
                  <a:lnTo>
                    <a:pt x="795619" y="453370"/>
                  </a:lnTo>
                  <a:lnTo>
                    <a:pt x="807860" y="446641"/>
                  </a:lnTo>
                  <a:lnTo>
                    <a:pt x="820100" y="440028"/>
                  </a:lnTo>
                  <a:lnTo>
                    <a:pt x="832340" y="433527"/>
                  </a:lnTo>
                  <a:lnTo>
                    <a:pt x="844581" y="427136"/>
                  </a:lnTo>
                  <a:lnTo>
                    <a:pt x="856821" y="420849"/>
                  </a:lnTo>
                  <a:lnTo>
                    <a:pt x="869061" y="414664"/>
                  </a:lnTo>
                  <a:lnTo>
                    <a:pt x="881301" y="408577"/>
                  </a:lnTo>
                  <a:lnTo>
                    <a:pt x="893542" y="402584"/>
                  </a:lnTo>
                  <a:lnTo>
                    <a:pt x="905782" y="396681"/>
                  </a:lnTo>
                  <a:lnTo>
                    <a:pt x="918022" y="390865"/>
                  </a:lnTo>
                  <a:lnTo>
                    <a:pt x="930263" y="385132"/>
                  </a:lnTo>
                  <a:lnTo>
                    <a:pt x="942503" y="379479"/>
                  </a:lnTo>
                  <a:lnTo>
                    <a:pt x="954743" y="373900"/>
                  </a:lnTo>
                  <a:lnTo>
                    <a:pt x="966984" y="368394"/>
                  </a:lnTo>
                  <a:lnTo>
                    <a:pt x="979224" y="362956"/>
                  </a:lnTo>
                  <a:lnTo>
                    <a:pt x="991464" y="357582"/>
                  </a:lnTo>
                  <a:lnTo>
                    <a:pt x="1003704" y="352270"/>
                  </a:lnTo>
                  <a:lnTo>
                    <a:pt x="1015945" y="347014"/>
                  </a:lnTo>
                  <a:lnTo>
                    <a:pt x="1028185" y="341811"/>
                  </a:lnTo>
                  <a:lnTo>
                    <a:pt x="1040425" y="336659"/>
                  </a:lnTo>
                  <a:lnTo>
                    <a:pt x="1052666" y="331552"/>
                  </a:lnTo>
                  <a:lnTo>
                    <a:pt x="1064906" y="326488"/>
                  </a:lnTo>
                  <a:lnTo>
                    <a:pt x="1077146" y="321462"/>
                  </a:lnTo>
                  <a:lnTo>
                    <a:pt x="1089387" y="316471"/>
                  </a:lnTo>
                  <a:lnTo>
                    <a:pt x="1101627" y="311511"/>
                  </a:lnTo>
                  <a:lnTo>
                    <a:pt x="1113867" y="306579"/>
                  </a:lnTo>
                  <a:lnTo>
                    <a:pt x="1126108" y="301670"/>
                  </a:lnTo>
                  <a:lnTo>
                    <a:pt x="1138348" y="296782"/>
                  </a:lnTo>
                  <a:lnTo>
                    <a:pt x="1150588" y="291910"/>
                  </a:lnTo>
                  <a:lnTo>
                    <a:pt x="1162828" y="287051"/>
                  </a:lnTo>
                  <a:lnTo>
                    <a:pt x="1175069" y="282201"/>
                  </a:lnTo>
                  <a:lnTo>
                    <a:pt x="1187309" y="277356"/>
                  </a:lnTo>
                  <a:lnTo>
                    <a:pt x="1199549" y="272512"/>
                  </a:lnTo>
                  <a:lnTo>
                    <a:pt x="1211790" y="267667"/>
                  </a:lnTo>
                  <a:lnTo>
                    <a:pt x="1224030" y="262816"/>
                  </a:lnTo>
                  <a:lnTo>
                    <a:pt x="1236270" y="257955"/>
                  </a:lnTo>
                  <a:lnTo>
                    <a:pt x="1248511" y="253081"/>
                  </a:lnTo>
                  <a:lnTo>
                    <a:pt x="1260751" y="248190"/>
                  </a:lnTo>
                  <a:lnTo>
                    <a:pt x="1272991" y="243279"/>
                  </a:lnTo>
                  <a:lnTo>
                    <a:pt x="1285231" y="238343"/>
                  </a:lnTo>
                  <a:lnTo>
                    <a:pt x="1297472" y="233380"/>
                  </a:lnTo>
                  <a:lnTo>
                    <a:pt x="1309712" y="228384"/>
                  </a:lnTo>
                  <a:lnTo>
                    <a:pt x="1321952" y="223354"/>
                  </a:lnTo>
                  <a:lnTo>
                    <a:pt x="1334193" y="218284"/>
                  </a:lnTo>
                  <a:lnTo>
                    <a:pt x="1346433" y="213171"/>
                  </a:lnTo>
                  <a:lnTo>
                    <a:pt x="1358673" y="208012"/>
                  </a:lnTo>
                  <a:lnTo>
                    <a:pt x="1370914" y="202803"/>
                  </a:lnTo>
                  <a:lnTo>
                    <a:pt x="1383154" y="197540"/>
                  </a:lnTo>
                  <a:lnTo>
                    <a:pt x="1395394" y="192219"/>
                  </a:lnTo>
                  <a:lnTo>
                    <a:pt x="1407635" y="186837"/>
                  </a:lnTo>
                  <a:lnTo>
                    <a:pt x="1419875" y="181390"/>
                  </a:lnTo>
                  <a:lnTo>
                    <a:pt x="1432115" y="175875"/>
                  </a:lnTo>
                  <a:lnTo>
                    <a:pt x="1444355" y="170287"/>
                  </a:lnTo>
                  <a:lnTo>
                    <a:pt x="1456596" y="164623"/>
                  </a:lnTo>
                  <a:lnTo>
                    <a:pt x="1468836" y="158880"/>
                  </a:lnTo>
                  <a:lnTo>
                    <a:pt x="1481076" y="153064"/>
                  </a:lnTo>
                  <a:lnTo>
                    <a:pt x="1493317" y="147188"/>
                  </a:lnTo>
                  <a:lnTo>
                    <a:pt x="1505557" y="141265"/>
                  </a:lnTo>
                  <a:lnTo>
                    <a:pt x="1517797" y="135305"/>
                  </a:lnTo>
                  <a:lnTo>
                    <a:pt x="1530038" y="129323"/>
                  </a:lnTo>
                  <a:lnTo>
                    <a:pt x="1542278" y="123330"/>
                  </a:lnTo>
                  <a:lnTo>
                    <a:pt x="1554518" y="117339"/>
                  </a:lnTo>
                  <a:lnTo>
                    <a:pt x="1566759" y="111362"/>
                  </a:lnTo>
                  <a:lnTo>
                    <a:pt x="1578999" y="105411"/>
                  </a:lnTo>
                  <a:lnTo>
                    <a:pt x="1591239" y="99500"/>
                  </a:lnTo>
                  <a:lnTo>
                    <a:pt x="1603479" y="93640"/>
                  </a:lnTo>
                  <a:lnTo>
                    <a:pt x="1615720" y="87844"/>
                  </a:lnTo>
                  <a:lnTo>
                    <a:pt x="1627960" y="82124"/>
                  </a:lnTo>
                  <a:lnTo>
                    <a:pt x="1640200" y="76493"/>
                  </a:lnTo>
                  <a:lnTo>
                    <a:pt x="1652441" y="70962"/>
                  </a:lnTo>
                  <a:lnTo>
                    <a:pt x="1664681" y="65546"/>
                  </a:lnTo>
                  <a:lnTo>
                    <a:pt x="1676921" y="60255"/>
                  </a:lnTo>
                  <a:lnTo>
                    <a:pt x="1689162" y="55102"/>
                  </a:lnTo>
                  <a:lnTo>
                    <a:pt x="1701402" y="50101"/>
                  </a:lnTo>
                  <a:lnTo>
                    <a:pt x="1713642" y="45262"/>
                  </a:lnTo>
                  <a:lnTo>
                    <a:pt x="1725882" y="40599"/>
                  </a:lnTo>
                  <a:lnTo>
                    <a:pt x="1738123" y="36124"/>
                  </a:lnTo>
                  <a:lnTo>
                    <a:pt x="1750363" y="31850"/>
                  </a:lnTo>
                  <a:lnTo>
                    <a:pt x="1762603" y="27788"/>
                  </a:lnTo>
                  <a:lnTo>
                    <a:pt x="1774844" y="23951"/>
                  </a:lnTo>
                  <a:lnTo>
                    <a:pt x="1787084" y="20353"/>
                  </a:lnTo>
                  <a:lnTo>
                    <a:pt x="1799324" y="17004"/>
                  </a:lnTo>
                  <a:lnTo>
                    <a:pt x="1811565" y="13917"/>
                  </a:lnTo>
                  <a:lnTo>
                    <a:pt x="1823805" y="11106"/>
                  </a:lnTo>
                  <a:lnTo>
                    <a:pt x="1836045" y="8582"/>
                  </a:lnTo>
                  <a:lnTo>
                    <a:pt x="1848286" y="6357"/>
                  </a:lnTo>
                  <a:lnTo>
                    <a:pt x="1860526" y="4445"/>
                  </a:lnTo>
                  <a:lnTo>
                    <a:pt x="1872766" y="2857"/>
                  </a:lnTo>
                  <a:lnTo>
                    <a:pt x="1885006" y="1606"/>
                  </a:lnTo>
                  <a:lnTo>
                    <a:pt x="1897247" y="705"/>
                  </a:lnTo>
                  <a:lnTo>
                    <a:pt x="1909487" y="165"/>
                  </a:lnTo>
                  <a:lnTo>
                    <a:pt x="1921727" y="0"/>
                  </a:lnTo>
                  <a:lnTo>
                    <a:pt x="1933968" y="221"/>
                  </a:lnTo>
                  <a:lnTo>
                    <a:pt x="1946208" y="841"/>
                  </a:lnTo>
                  <a:lnTo>
                    <a:pt x="1958448" y="1872"/>
                  </a:lnTo>
                  <a:lnTo>
                    <a:pt x="1970689" y="3328"/>
                  </a:lnTo>
                  <a:lnTo>
                    <a:pt x="1982929" y="5220"/>
                  </a:lnTo>
                  <a:lnTo>
                    <a:pt x="1995169" y="7560"/>
                  </a:lnTo>
                  <a:lnTo>
                    <a:pt x="2007409" y="10362"/>
                  </a:lnTo>
                  <a:lnTo>
                    <a:pt x="2019650" y="13637"/>
                  </a:lnTo>
                  <a:lnTo>
                    <a:pt x="2031890" y="17398"/>
                  </a:lnTo>
                  <a:lnTo>
                    <a:pt x="2044130" y="21657"/>
                  </a:lnTo>
                  <a:lnTo>
                    <a:pt x="2056371" y="26427"/>
                  </a:lnTo>
                  <a:lnTo>
                    <a:pt x="2068611" y="31720"/>
                  </a:lnTo>
                  <a:lnTo>
                    <a:pt x="2080851" y="37549"/>
                  </a:lnTo>
                  <a:lnTo>
                    <a:pt x="2093092" y="43926"/>
                  </a:lnTo>
                  <a:lnTo>
                    <a:pt x="2105332" y="50863"/>
                  </a:lnTo>
                  <a:lnTo>
                    <a:pt x="2117572" y="58374"/>
                  </a:lnTo>
                  <a:lnTo>
                    <a:pt x="2129813" y="66469"/>
                  </a:lnTo>
                  <a:lnTo>
                    <a:pt x="2142053" y="75162"/>
                  </a:lnTo>
                  <a:lnTo>
                    <a:pt x="2154293" y="84465"/>
                  </a:lnTo>
                  <a:lnTo>
                    <a:pt x="2166533" y="94391"/>
                  </a:lnTo>
                  <a:lnTo>
                    <a:pt x="2178774" y="104951"/>
                  </a:lnTo>
                  <a:lnTo>
                    <a:pt x="2191014" y="11615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230136"/>
              <a:ext cx="2287150" cy="811547"/>
            </a:xfrm>
            <a:custGeom>
              <a:avLst/>
              <a:pathLst>
                <a:path w="2287150" h="811547">
                  <a:moveTo>
                    <a:pt x="0" y="330897"/>
                  </a:moveTo>
                  <a:lnTo>
                    <a:pt x="12777" y="333212"/>
                  </a:lnTo>
                  <a:lnTo>
                    <a:pt x="25554" y="335306"/>
                  </a:lnTo>
                  <a:lnTo>
                    <a:pt x="38332" y="338075"/>
                  </a:lnTo>
                  <a:lnTo>
                    <a:pt x="51109" y="343951"/>
                  </a:lnTo>
                  <a:lnTo>
                    <a:pt x="63886" y="349462"/>
                  </a:lnTo>
                  <a:lnTo>
                    <a:pt x="76664" y="354616"/>
                  </a:lnTo>
                  <a:lnTo>
                    <a:pt x="89441" y="350949"/>
                  </a:lnTo>
                  <a:lnTo>
                    <a:pt x="102219" y="347022"/>
                  </a:lnTo>
                  <a:lnTo>
                    <a:pt x="114996" y="344234"/>
                  </a:lnTo>
                  <a:lnTo>
                    <a:pt x="127773" y="344753"/>
                  </a:lnTo>
                  <a:lnTo>
                    <a:pt x="140551" y="346951"/>
                  </a:lnTo>
                  <a:lnTo>
                    <a:pt x="153328" y="345277"/>
                  </a:lnTo>
                  <a:lnTo>
                    <a:pt x="166105" y="345292"/>
                  </a:lnTo>
                  <a:lnTo>
                    <a:pt x="178883" y="344624"/>
                  </a:lnTo>
                  <a:lnTo>
                    <a:pt x="191660" y="341129"/>
                  </a:lnTo>
                  <a:lnTo>
                    <a:pt x="204438" y="337285"/>
                  </a:lnTo>
                  <a:lnTo>
                    <a:pt x="217215" y="333354"/>
                  </a:lnTo>
                  <a:lnTo>
                    <a:pt x="229992" y="329638"/>
                  </a:lnTo>
                  <a:lnTo>
                    <a:pt x="242770" y="326431"/>
                  </a:lnTo>
                  <a:lnTo>
                    <a:pt x="255547" y="324166"/>
                  </a:lnTo>
                  <a:lnTo>
                    <a:pt x="268324" y="321388"/>
                  </a:lnTo>
                  <a:lnTo>
                    <a:pt x="281102" y="318301"/>
                  </a:lnTo>
                  <a:lnTo>
                    <a:pt x="293879" y="315272"/>
                  </a:lnTo>
                  <a:lnTo>
                    <a:pt x="306657" y="312299"/>
                  </a:lnTo>
                  <a:lnTo>
                    <a:pt x="319434" y="309385"/>
                  </a:lnTo>
                  <a:lnTo>
                    <a:pt x="332211" y="306880"/>
                  </a:lnTo>
                  <a:lnTo>
                    <a:pt x="344989" y="304183"/>
                  </a:lnTo>
                  <a:lnTo>
                    <a:pt x="357766" y="301198"/>
                  </a:lnTo>
                  <a:lnTo>
                    <a:pt x="370544" y="298294"/>
                  </a:lnTo>
                  <a:lnTo>
                    <a:pt x="383321" y="296692"/>
                  </a:lnTo>
                  <a:lnTo>
                    <a:pt x="396098" y="295018"/>
                  </a:lnTo>
                  <a:lnTo>
                    <a:pt x="408876" y="293258"/>
                  </a:lnTo>
                  <a:lnTo>
                    <a:pt x="421653" y="291416"/>
                  </a:lnTo>
                  <a:lnTo>
                    <a:pt x="434430" y="289498"/>
                  </a:lnTo>
                  <a:lnTo>
                    <a:pt x="447208" y="287510"/>
                  </a:lnTo>
                  <a:lnTo>
                    <a:pt x="459985" y="285456"/>
                  </a:lnTo>
                  <a:lnTo>
                    <a:pt x="472763" y="283343"/>
                  </a:lnTo>
                  <a:lnTo>
                    <a:pt x="485540" y="281101"/>
                  </a:lnTo>
                  <a:lnTo>
                    <a:pt x="498317" y="278746"/>
                  </a:lnTo>
                  <a:lnTo>
                    <a:pt x="511095" y="276435"/>
                  </a:lnTo>
                  <a:lnTo>
                    <a:pt x="523872" y="274171"/>
                  </a:lnTo>
                  <a:lnTo>
                    <a:pt x="536649" y="271956"/>
                  </a:lnTo>
                  <a:lnTo>
                    <a:pt x="549427" y="269703"/>
                  </a:lnTo>
                  <a:lnTo>
                    <a:pt x="562204" y="267319"/>
                  </a:lnTo>
                  <a:lnTo>
                    <a:pt x="574982" y="264919"/>
                  </a:lnTo>
                  <a:lnTo>
                    <a:pt x="587759" y="262506"/>
                  </a:lnTo>
                  <a:lnTo>
                    <a:pt x="600536" y="260086"/>
                  </a:lnTo>
                  <a:lnTo>
                    <a:pt x="613314" y="258675"/>
                  </a:lnTo>
                  <a:lnTo>
                    <a:pt x="626091" y="256150"/>
                  </a:lnTo>
                  <a:lnTo>
                    <a:pt x="638868" y="254575"/>
                  </a:lnTo>
                  <a:lnTo>
                    <a:pt x="651646" y="252861"/>
                  </a:lnTo>
                  <a:lnTo>
                    <a:pt x="664423" y="249359"/>
                  </a:lnTo>
                  <a:lnTo>
                    <a:pt x="677201" y="247936"/>
                  </a:lnTo>
                  <a:lnTo>
                    <a:pt x="689978" y="246566"/>
                  </a:lnTo>
                  <a:lnTo>
                    <a:pt x="702755" y="245246"/>
                  </a:lnTo>
                  <a:lnTo>
                    <a:pt x="715533" y="243977"/>
                  </a:lnTo>
                  <a:lnTo>
                    <a:pt x="728310" y="241974"/>
                  </a:lnTo>
                  <a:lnTo>
                    <a:pt x="741088" y="239544"/>
                  </a:lnTo>
                  <a:lnTo>
                    <a:pt x="753865" y="237288"/>
                  </a:lnTo>
                  <a:lnTo>
                    <a:pt x="766642" y="235217"/>
                  </a:lnTo>
                  <a:lnTo>
                    <a:pt x="779420" y="233340"/>
                  </a:lnTo>
                  <a:lnTo>
                    <a:pt x="792197" y="231663"/>
                  </a:lnTo>
                  <a:lnTo>
                    <a:pt x="804974" y="230184"/>
                  </a:lnTo>
                  <a:lnTo>
                    <a:pt x="817752" y="228897"/>
                  </a:lnTo>
                  <a:lnTo>
                    <a:pt x="830529" y="227795"/>
                  </a:lnTo>
                  <a:lnTo>
                    <a:pt x="843307" y="226870"/>
                  </a:lnTo>
                  <a:lnTo>
                    <a:pt x="856084" y="226115"/>
                  </a:lnTo>
                  <a:lnTo>
                    <a:pt x="868861" y="225523"/>
                  </a:lnTo>
                  <a:lnTo>
                    <a:pt x="881639" y="225088"/>
                  </a:lnTo>
                  <a:lnTo>
                    <a:pt x="894416" y="224801"/>
                  </a:lnTo>
                  <a:lnTo>
                    <a:pt x="907193" y="224656"/>
                  </a:lnTo>
                  <a:lnTo>
                    <a:pt x="919971" y="224645"/>
                  </a:lnTo>
                  <a:lnTo>
                    <a:pt x="932748" y="224762"/>
                  </a:lnTo>
                  <a:lnTo>
                    <a:pt x="945526" y="224343"/>
                  </a:lnTo>
                  <a:lnTo>
                    <a:pt x="958303" y="223769"/>
                  </a:lnTo>
                  <a:lnTo>
                    <a:pt x="971080" y="223238"/>
                  </a:lnTo>
                  <a:lnTo>
                    <a:pt x="983858" y="222745"/>
                  </a:lnTo>
                  <a:lnTo>
                    <a:pt x="996635" y="222290"/>
                  </a:lnTo>
                  <a:lnTo>
                    <a:pt x="1009412" y="221869"/>
                  </a:lnTo>
                  <a:lnTo>
                    <a:pt x="1022190" y="221481"/>
                  </a:lnTo>
                  <a:lnTo>
                    <a:pt x="1034967" y="219991"/>
                  </a:lnTo>
                  <a:lnTo>
                    <a:pt x="1047745" y="218318"/>
                  </a:lnTo>
                  <a:lnTo>
                    <a:pt x="1060522" y="216669"/>
                  </a:lnTo>
                  <a:lnTo>
                    <a:pt x="1073299" y="215047"/>
                  </a:lnTo>
                  <a:lnTo>
                    <a:pt x="1086077" y="213453"/>
                  </a:lnTo>
                  <a:lnTo>
                    <a:pt x="1098854" y="211889"/>
                  </a:lnTo>
                  <a:lnTo>
                    <a:pt x="1111632" y="211428"/>
                  </a:lnTo>
                  <a:lnTo>
                    <a:pt x="1124409" y="212473"/>
                  </a:lnTo>
                  <a:lnTo>
                    <a:pt x="1137186" y="213526"/>
                  </a:lnTo>
                  <a:lnTo>
                    <a:pt x="1149964" y="212392"/>
                  </a:lnTo>
                  <a:lnTo>
                    <a:pt x="1162741" y="210480"/>
                  </a:lnTo>
                  <a:lnTo>
                    <a:pt x="1175518" y="210167"/>
                  </a:lnTo>
                  <a:lnTo>
                    <a:pt x="1188296" y="209367"/>
                  </a:lnTo>
                  <a:lnTo>
                    <a:pt x="1201073" y="208090"/>
                  </a:lnTo>
                  <a:lnTo>
                    <a:pt x="1213851" y="206842"/>
                  </a:lnTo>
                  <a:lnTo>
                    <a:pt x="1226628" y="205627"/>
                  </a:lnTo>
                  <a:lnTo>
                    <a:pt x="1239405" y="204445"/>
                  </a:lnTo>
                  <a:lnTo>
                    <a:pt x="1252183" y="203302"/>
                  </a:lnTo>
                  <a:lnTo>
                    <a:pt x="1264960" y="202198"/>
                  </a:lnTo>
                  <a:lnTo>
                    <a:pt x="1277737" y="201137"/>
                  </a:lnTo>
                  <a:lnTo>
                    <a:pt x="1290515" y="200122"/>
                  </a:lnTo>
                  <a:lnTo>
                    <a:pt x="1303292" y="199155"/>
                  </a:lnTo>
                  <a:lnTo>
                    <a:pt x="1316070" y="198240"/>
                  </a:lnTo>
                  <a:lnTo>
                    <a:pt x="1328847" y="197408"/>
                  </a:lnTo>
                  <a:lnTo>
                    <a:pt x="1341624" y="197469"/>
                  </a:lnTo>
                  <a:lnTo>
                    <a:pt x="1354402" y="197545"/>
                  </a:lnTo>
                  <a:lnTo>
                    <a:pt x="1367179" y="197635"/>
                  </a:lnTo>
                  <a:lnTo>
                    <a:pt x="1379956" y="197737"/>
                  </a:lnTo>
                  <a:lnTo>
                    <a:pt x="1392734" y="197851"/>
                  </a:lnTo>
                  <a:lnTo>
                    <a:pt x="1405511" y="197550"/>
                  </a:lnTo>
                  <a:lnTo>
                    <a:pt x="1418289" y="196682"/>
                  </a:lnTo>
                  <a:lnTo>
                    <a:pt x="1431066" y="195868"/>
                  </a:lnTo>
                  <a:lnTo>
                    <a:pt x="1443843" y="195107"/>
                  </a:lnTo>
                  <a:lnTo>
                    <a:pt x="1456621" y="194404"/>
                  </a:lnTo>
                  <a:lnTo>
                    <a:pt x="1469398" y="193050"/>
                  </a:lnTo>
                  <a:lnTo>
                    <a:pt x="1482176" y="192229"/>
                  </a:lnTo>
                  <a:lnTo>
                    <a:pt x="1494953" y="192316"/>
                  </a:lnTo>
                  <a:lnTo>
                    <a:pt x="1507730" y="192196"/>
                  </a:lnTo>
                  <a:lnTo>
                    <a:pt x="1520508" y="191805"/>
                  </a:lnTo>
                  <a:lnTo>
                    <a:pt x="1533285" y="192353"/>
                  </a:lnTo>
                  <a:lnTo>
                    <a:pt x="1546062" y="193506"/>
                  </a:lnTo>
                  <a:lnTo>
                    <a:pt x="1558840" y="192103"/>
                  </a:lnTo>
                  <a:lnTo>
                    <a:pt x="1571617" y="190942"/>
                  </a:lnTo>
                  <a:lnTo>
                    <a:pt x="1584395" y="188548"/>
                  </a:lnTo>
                  <a:lnTo>
                    <a:pt x="1597172" y="185074"/>
                  </a:lnTo>
                  <a:lnTo>
                    <a:pt x="1609949" y="181501"/>
                  </a:lnTo>
                  <a:lnTo>
                    <a:pt x="1622727" y="177855"/>
                  </a:lnTo>
                  <a:lnTo>
                    <a:pt x="1635504" y="174165"/>
                  </a:lnTo>
                  <a:lnTo>
                    <a:pt x="1648281" y="172690"/>
                  </a:lnTo>
                  <a:lnTo>
                    <a:pt x="1661059" y="170526"/>
                  </a:lnTo>
                  <a:lnTo>
                    <a:pt x="1673836" y="166067"/>
                  </a:lnTo>
                  <a:lnTo>
                    <a:pt x="1686614" y="162988"/>
                  </a:lnTo>
                  <a:lnTo>
                    <a:pt x="1699391" y="160594"/>
                  </a:lnTo>
                  <a:lnTo>
                    <a:pt x="1712168" y="158136"/>
                  </a:lnTo>
                  <a:lnTo>
                    <a:pt x="1724946" y="155619"/>
                  </a:lnTo>
                  <a:lnTo>
                    <a:pt x="1737723" y="153048"/>
                  </a:lnTo>
                  <a:lnTo>
                    <a:pt x="1750500" y="150429"/>
                  </a:lnTo>
                  <a:lnTo>
                    <a:pt x="1763278" y="147767"/>
                  </a:lnTo>
                  <a:lnTo>
                    <a:pt x="1776055" y="145066"/>
                  </a:lnTo>
                  <a:lnTo>
                    <a:pt x="1788833" y="142378"/>
                  </a:lnTo>
                  <a:lnTo>
                    <a:pt x="1801610" y="140596"/>
                  </a:lnTo>
                  <a:lnTo>
                    <a:pt x="1814387" y="139004"/>
                  </a:lnTo>
                  <a:lnTo>
                    <a:pt x="1827165" y="137617"/>
                  </a:lnTo>
                  <a:lnTo>
                    <a:pt x="1839942" y="137207"/>
                  </a:lnTo>
                  <a:lnTo>
                    <a:pt x="1852720" y="137390"/>
                  </a:lnTo>
                  <a:lnTo>
                    <a:pt x="1865497" y="135250"/>
                  </a:lnTo>
                  <a:lnTo>
                    <a:pt x="1878274" y="134365"/>
                  </a:lnTo>
                  <a:lnTo>
                    <a:pt x="1891052" y="133307"/>
                  </a:lnTo>
                  <a:lnTo>
                    <a:pt x="1903829" y="130762"/>
                  </a:lnTo>
                  <a:lnTo>
                    <a:pt x="1916606" y="128310"/>
                  </a:lnTo>
                  <a:lnTo>
                    <a:pt x="1929384" y="126807"/>
                  </a:lnTo>
                  <a:lnTo>
                    <a:pt x="1942161" y="125598"/>
                  </a:lnTo>
                  <a:lnTo>
                    <a:pt x="1954939" y="124701"/>
                  </a:lnTo>
                  <a:lnTo>
                    <a:pt x="1967716" y="124134"/>
                  </a:lnTo>
                  <a:lnTo>
                    <a:pt x="1980493" y="123913"/>
                  </a:lnTo>
                  <a:lnTo>
                    <a:pt x="1993271" y="124055"/>
                  </a:lnTo>
                  <a:lnTo>
                    <a:pt x="2006048" y="119586"/>
                  </a:lnTo>
                  <a:lnTo>
                    <a:pt x="2018825" y="121520"/>
                  </a:lnTo>
                  <a:lnTo>
                    <a:pt x="2031603" y="125969"/>
                  </a:lnTo>
                  <a:lnTo>
                    <a:pt x="2044380" y="118403"/>
                  </a:lnTo>
                  <a:lnTo>
                    <a:pt x="2057158" y="114254"/>
                  </a:lnTo>
                  <a:lnTo>
                    <a:pt x="2069935" y="110952"/>
                  </a:lnTo>
                  <a:lnTo>
                    <a:pt x="2082712" y="103544"/>
                  </a:lnTo>
                  <a:lnTo>
                    <a:pt x="2095490" y="95920"/>
                  </a:lnTo>
                  <a:lnTo>
                    <a:pt x="2108267" y="88079"/>
                  </a:lnTo>
                  <a:lnTo>
                    <a:pt x="2121044" y="80016"/>
                  </a:lnTo>
                  <a:lnTo>
                    <a:pt x="2133822" y="74939"/>
                  </a:lnTo>
                  <a:lnTo>
                    <a:pt x="2146599" y="73379"/>
                  </a:lnTo>
                  <a:lnTo>
                    <a:pt x="2159377" y="71935"/>
                  </a:lnTo>
                  <a:lnTo>
                    <a:pt x="2172154" y="70614"/>
                  </a:lnTo>
                  <a:lnTo>
                    <a:pt x="2184931" y="69420"/>
                  </a:lnTo>
                  <a:lnTo>
                    <a:pt x="2197709" y="62094"/>
                  </a:lnTo>
                  <a:lnTo>
                    <a:pt x="2210486" y="54061"/>
                  </a:lnTo>
                  <a:lnTo>
                    <a:pt x="2223264" y="41940"/>
                  </a:lnTo>
                  <a:lnTo>
                    <a:pt x="2236041" y="29267"/>
                  </a:lnTo>
                  <a:lnTo>
                    <a:pt x="2248818" y="18355"/>
                  </a:lnTo>
                  <a:lnTo>
                    <a:pt x="2261596" y="15443"/>
                  </a:lnTo>
                  <a:lnTo>
                    <a:pt x="2274373" y="9731"/>
                  </a:lnTo>
                  <a:lnTo>
                    <a:pt x="2287150" y="0"/>
                  </a:lnTo>
                  <a:lnTo>
                    <a:pt x="2287150" y="811547"/>
                  </a:lnTo>
                  <a:lnTo>
                    <a:pt x="2274373" y="775961"/>
                  </a:lnTo>
                  <a:lnTo>
                    <a:pt x="2261596" y="741845"/>
                  </a:lnTo>
                  <a:lnTo>
                    <a:pt x="2248818" y="709171"/>
                  </a:lnTo>
                  <a:lnTo>
                    <a:pt x="2236041" y="677908"/>
                  </a:lnTo>
                  <a:lnTo>
                    <a:pt x="2223264" y="648029"/>
                  </a:lnTo>
                  <a:lnTo>
                    <a:pt x="2210486" y="623792"/>
                  </a:lnTo>
                  <a:lnTo>
                    <a:pt x="2197709" y="592302"/>
                  </a:lnTo>
                  <a:lnTo>
                    <a:pt x="2184931" y="566397"/>
                  </a:lnTo>
                  <a:lnTo>
                    <a:pt x="2172154" y="548598"/>
                  </a:lnTo>
                  <a:lnTo>
                    <a:pt x="2159377" y="532643"/>
                  </a:lnTo>
                  <a:lnTo>
                    <a:pt x="2146599" y="515789"/>
                  </a:lnTo>
                  <a:lnTo>
                    <a:pt x="2133822" y="502420"/>
                  </a:lnTo>
                  <a:lnTo>
                    <a:pt x="2121044" y="483588"/>
                  </a:lnTo>
                  <a:lnTo>
                    <a:pt x="2108267" y="454640"/>
                  </a:lnTo>
                  <a:lnTo>
                    <a:pt x="2095490" y="427463"/>
                  </a:lnTo>
                  <a:lnTo>
                    <a:pt x="2082712" y="412810"/>
                  </a:lnTo>
                  <a:lnTo>
                    <a:pt x="2069935" y="400952"/>
                  </a:lnTo>
                  <a:lnTo>
                    <a:pt x="2057158" y="390603"/>
                  </a:lnTo>
                  <a:lnTo>
                    <a:pt x="2044380" y="385335"/>
                  </a:lnTo>
                  <a:lnTo>
                    <a:pt x="2031603" y="380329"/>
                  </a:lnTo>
                  <a:lnTo>
                    <a:pt x="2018825" y="372831"/>
                  </a:lnTo>
                  <a:lnTo>
                    <a:pt x="2006048" y="364591"/>
                  </a:lnTo>
                  <a:lnTo>
                    <a:pt x="1993271" y="355297"/>
                  </a:lnTo>
                  <a:lnTo>
                    <a:pt x="1980493" y="350612"/>
                  </a:lnTo>
                  <a:lnTo>
                    <a:pt x="1967716" y="346075"/>
                  </a:lnTo>
                  <a:lnTo>
                    <a:pt x="1954939" y="341684"/>
                  </a:lnTo>
                  <a:lnTo>
                    <a:pt x="1942161" y="337435"/>
                  </a:lnTo>
                  <a:lnTo>
                    <a:pt x="1929384" y="333328"/>
                  </a:lnTo>
                  <a:lnTo>
                    <a:pt x="1916606" y="330142"/>
                  </a:lnTo>
                  <a:lnTo>
                    <a:pt x="1903829" y="328245"/>
                  </a:lnTo>
                  <a:lnTo>
                    <a:pt x="1891052" y="327803"/>
                  </a:lnTo>
                  <a:lnTo>
                    <a:pt x="1878274" y="326579"/>
                  </a:lnTo>
                  <a:lnTo>
                    <a:pt x="1865497" y="325326"/>
                  </a:lnTo>
                  <a:lnTo>
                    <a:pt x="1852720" y="324754"/>
                  </a:lnTo>
                  <a:lnTo>
                    <a:pt x="1839942" y="323997"/>
                  </a:lnTo>
                  <a:lnTo>
                    <a:pt x="1827165" y="322411"/>
                  </a:lnTo>
                  <a:lnTo>
                    <a:pt x="1814387" y="320099"/>
                  </a:lnTo>
                  <a:lnTo>
                    <a:pt x="1801610" y="318761"/>
                  </a:lnTo>
                  <a:lnTo>
                    <a:pt x="1788833" y="317419"/>
                  </a:lnTo>
                  <a:lnTo>
                    <a:pt x="1776055" y="315333"/>
                  </a:lnTo>
                  <a:lnTo>
                    <a:pt x="1763278" y="312953"/>
                  </a:lnTo>
                  <a:lnTo>
                    <a:pt x="1750500" y="313257"/>
                  </a:lnTo>
                  <a:lnTo>
                    <a:pt x="1737723" y="312232"/>
                  </a:lnTo>
                  <a:lnTo>
                    <a:pt x="1724946" y="312697"/>
                  </a:lnTo>
                  <a:lnTo>
                    <a:pt x="1712168" y="313221"/>
                  </a:lnTo>
                  <a:lnTo>
                    <a:pt x="1699391" y="313795"/>
                  </a:lnTo>
                  <a:lnTo>
                    <a:pt x="1686614" y="314414"/>
                  </a:lnTo>
                  <a:lnTo>
                    <a:pt x="1673836" y="315070"/>
                  </a:lnTo>
                  <a:lnTo>
                    <a:pt x="1661059" y="315756"/>
                  </a:lnTo>
                  <a:lnTo>
                    <a:pt x="1648281" y="316466"/>
                  </a:lnTo>
                  <a:lnTo>
                    <a:pt x="1635504" y="316861"/>
                  </a:lnTo>
                  <a:lnTo>
                    <a:pt x="1622727" y="317195"/>
                  </a:lnTo>
                  <a:lnTo>
                    <a:pt x="1609949" y="317494"/>
                  </a:lnTo>
                  <a:lnTo>
                    <a:pt x="1597172" y="317749"/>
                  </a:lnTo>
                  <a:lnTo>
                    <a:pt x="1584395" y="317957"/>
                  </a:lnTo>
                  <a:lnTo>
                    <a:pt x="1571617" y="318109"/>
                  </a:lnTo>
                  <a:lnTo>
                    <a:pt x="1558840" y="318828"/>
                  </a:lnTo>
                  <a:lnTo>
                    <a:pt x="1546062" y="318861"/>
                  </a:lnTo>
                  <a:lnTo>
                    <a:pt x="1533285" y="318899"/>
                  </a:lnTo>
                  <a:lnTo>
                    <a:pt x="1520508" y="318944"/>
                  </a:lnTo>
                  <a:lnTo>
                    <a:pt x="1507730" y="318996"/>
                  </a:lnTo>
                  <a:lnTo>
                    <a:pt x="1494953" y="319057"/>
                  </a:lnTo>
                  <a:lnTo>
                    <a:pt x="1482176" y="319127"/>
                  </a:lnTo>
                  <a:lnTo>
                    <a:pt x="1469398" y="319207"/>
                  </a:lnTo>
                  <a:lnTo>
                    <a:pt x="1456621" y="319856"/>
                  </a:lnTo>
                  <a:lnTo>
                    <a:pt x="1443843" y="321134"/>
                  </a:lnTo>
                  <a:lnTo>
                    <a:pt x="1431066" y="322280"/>
                  </a:lnTo>
                  <a:lnTo>
                    <a:pt x="1418289" y="323301"/>
                  </a:lnTo>
                  <a:lnTo>
                    <a:pt x="1405511" y="324201"/>
                  </a:lnTo>
                  <a:lnTo>
                    <a:pt x="1392734" y="324988"/>
                  </a:lnTo>
                  <a:lnTo>
                    <a:pt x="1379956" y="325667"/>
                  </a:lnTo>
                  <a:lnTo>
                    <a:pt x="1367179" y="325677"/>
                  </a:lnTo>
                  <a:lnTo>
                    <a:pt x="1354402" y="325302"/>
                  </a:lnTo>
                  <a:lnTo>
                    <a:pt x="1341624" y="324901"/>
                  </a:lnTo>
                  <a:lnTo>
                    <a:pt x="1328847" y="324477"/>
                  </a:lnTo>
                  <a:lnTo>
                    <a:pt x="1316070" y="324034"/>
                  </a:lnTo>
                  <a:lnTo>
                    <a:pt x="1303292" y="323575"/>
                  </a:lnTo>
                  <a:lnTo>
                    <a:pt x="1290515" y="323103"/>
                  </a:lnTo>
                  <a:lnTo>
                    <a:pt x="1277737" y="322622"/>
                  </a:lnTo>
                  <a:lnTo>
                    <a:pt x="1264960" y="322619"/>
                  </a:lnTo>
                  <a:lnTo>
                    <a:pt x="1252183" y="323011"/>
                  </a:lnTo>
                  <a:lnTo>
                    <a:pt x="1239405" y="323430"/>
                  </a:lnTo>
                  <a:lnTo>
                    <a:pt x="1226628" y="323876"/>
                  </a:lnTo>
                  <a:lnTo>
                    <a:pt x="1213851" y="324522"/>
                  </a:lnTo>
                  <a:lnTo>
                    <a:pt x="1201073" y="325500"/>
                  </a:lnTo>
                  <a:lnTo>
                    <a:pt x="1188296" y="326452"/>
                  </a:lnTo>
                  <a:lnTo>
                    <a:pt x="1175518" y="326559"/>
                  </a:lnTo>
                  <a:lnTo>
                    <a:pt x="1162741" y="326550"/>
                  </a:lnTo>
                  <a:lnTo>
                    <a:pt x="1149964" y="327179"/>
                  </a:lnTo>
                  <a:lnTo>
                    <a:pt x="1137186" y="327843"/>
                  </a:lnTo>
                  <a:lnTo>
                    <a:pt x="1124409" y="328070"/>
                  </a:lnTo>
                  <a:lnTo>
                    <a:pt x="1111632" y="328134"/>
                  </a:lnTo>
                  <a:lnTo>
                    <a:pt x="1098854" y="328215"/>
                  </a:lnTo>
                  <a:lnTo>
                    <a:pt x="1086077" y="328312"/>
                  </a:lnTo>
                  <a:lnTo>
                    <a:pt x="1073299" y="328429"/>
                  </a:lnTo>
                  <a:lnTo>
                    <a:pt x="1060522" y="328567"/>
                  </a:lnTo>
                  <a:lnTo>
                    <a:pt x="1047745" y="328728"/>
                  </a:lnTo>
                  <a:lnTo>
                    <a:pt x="1034967" y="328914"/>
                  </a:lnTo>
                  <a:lnTo>
                    <a:pt x="1022190" y="329127"/>
                  </a:lnTo>
                  <a:lnTo>
                    <a:pt x="1009412" y="329369"/>
                  </a:lnTo>
                  <a:lnTo>
                    <a:pt x="996635" y="329641"/>
                  </a:lnTo>
                  <a:lnTo>
                    <a:pt x="983858" y="330213"/>
                  </a:lnTo>
                  <a:lnTo>
                    <a:pt x="971080" y="331854"/>
                  </a:lnTo>
                  <a:lnTo>
                    <a:pt x="958303" y="333521"/>
                  </a:lnTo>
                  <a:lnTo>
                    <a:pt x="945526" y="335216"/>
                  </a:lnTo>
                  <a:lnTo>
                    <a:pt x="932748" y="336940"/>
                  </a:lnTo>
                  <a:lnTo>
                    <a:pt x="919971" y="338694"/>
                  </a:lnTo>
                  <a:lnTo>
                    <a:pt x="907193" y="340479"/>
                  </a:lnTo>
                  <a:lnTo>
                    <a:pt x="894416" y="340701"/>
                  </a:lnTo>
                  <a:lnTo>
                    <a:pt x="881639" y="340835"/>
                  </a:lnTo>
                  <a:lnTo>
                    <a:pt x="868861" y="341062"/>
                  </a:lnTo>
                  <a:lnTo>
                    <a:pt x="856084" y="341388"/>
                  </a:lnTo>
                  <a:lnTo>
                    <a:pt x="843307" y="341818"/>
                  </a:lnTo>
                  <a:lnTo>
                    <a:pt x="830529" y="343180"/>
                  </a:lnTo>
                  <a:lnTo>
                    <a:pt x="817752" y="345312"/>
                  </a:lnTo>
                  <a:lnTo>
                    <a:pt x="804974" y="348186"/>
                  </a:lnTo>
                  <a:lnTo>
                    <a:pt x="792197" y="351080"/>
                  </a:lnTo>
                  <a:lnTo>
                    <a:pt x="779420" y="353995"/>
                  </a:lnTo>
                  <a:lnTo>
                    <a:pt x="766642" y="356929"/>
                  </a:lnTo>
                  <a:lnTo>
                    <a:pt x="753865" y="359880"/>
                  </a:lnTo>
                  <a:lnTo>
                    <a:pt x="741088" y="362188"/>
                  </a:lnTo>
                  <a:lnTo>
                    <a:pt x="728310" y="364450"/>
                  </a:lnTo>
                  <a:lnTo>
                    <a:pt x="715533" y="367598"/>
                  </a:lnTo>
                  <a:lnTo>
                    <a:pt x="702755" y="370018"/>
                  </a:lnTo>
                  <a:lnTo>
                    <a:pt x="689978" y="371126"/>
                  </a:lnTo>
                  <a:lnTo>
                    <a:pt x="677201" y="372779"/>
                  </a:lnTo>
                  <a:lnTo>
                    <a:pt x="664423" y="375706"/>
                  </a:lnTo>
                  <a:lnTo>
                    <a:pt x="651646" y="378679"/>
                  </a:lnTo>
                  <a:lnTo>
                    <a:pt x="638868" y="381692"/>
                  </a:lnTo>
                  <a:lnTo>
                    <a:pt x="626091" y="384741"/>
                  </a:lnTo>
                  <a:lnTo>
                    <a:pt x="613314" y="386754"/>
                  </a:lnTo>
                  <a:lnTo>
                    <a:pt x="600536" y="387613"/>
                  </a:lnTo>
                  <a:lnTo>
                    <a:pt x="587759" y="390553"/>
                  </a:lnTo>
                  <a:lnTo>
                    <a:pt x="574982" y="394433"/>
                  </a:lnTo>
                  <a:lnTo>
                    <a:pt x="562204" y="398353"/>
                  </a:lnTo>
                  <a:lnTo>
                    <a:pt x="549427" y="402306"/>
                  </a:lnTo>
                  <a:lnTo>
                    <a:pt x="536649" y="406284"/>
                  </a:lnTo>
                  <a:lnTo>
                    <a:pt x="523872" y="409788"/>
                  </a:lnTo>
                  <a:lnTo>
                    <a:pt x="511095" y="412601"/>
                  </a:lnTo>
                  <a:lnTo>
                    <a:pt x="498317" y="415331"/>
                  </a:lnTo>
                  <a:lnTo>
                    <a:pt x="485540" y="418073"/>
                  </a:lnTo>
                  <a:lnTo>
                    <a:pt x="472763" y="420825"/>
                  </a:lnTo>
                  <a:lnTo>
                    <a:pt x="459985" y="423586"/>
                  </a:lnTo>
                  <a:lnTo>
                    <a:pt x="447208" y="426353"/>
                  </a:lnTo>
                  <a:lnTo>
                    <a:pt x="434430" y="429127"/>
                  </a:lnTo>
                  <a:lnTo>
                    <a:pt x="421653" y="431905"/>
                  </a:lnTo>
                  <a:lnTo>
                    <a:pt x="408876" y="434687"/>
                  </a:lnTo>
                  <a:lnTo>
                    <a:pt x="396098" y="437470"/>
                  </a:lnTo>
                  <a:lnTo>
                    <a:pt x="383321" y="440254"/>
                  </a:lnTo>
                  <a:lnTo>
                    <a:pt x="370544" y="443186"/>
                  </a:lnTo>
                  <a:lnTo>
                    <a:pt x="357766" y="446324"/>
                  </a:lnTo>
                  <a:lnTo>
                    <a:pt x="344989" y="449494"/>
                  </a:lnTo>
                  <a:lnTo>
                    <a:pt x="332211" y="451851"/>
                  </a:lnTo>
                  <a:lnTo>
                    <a:pt x="319434" y="454136"/>
                  </a:lnTo>
                  <a:lnTo>
                    <a:pt x="306657" y="456895"/>
                  </a:lnTo>
                  <a:lnTo>
                    <a:pt x="293879" y="459571"/>
                  </a:lnTo>
                  <a:lnTo>
                    <a:pt x="281102" y="461630"/>
                  </a:lnTo>
                  <a:lnTo>
                    <a:pt x="268324" y="463376"/>
                  </a:lnTo>
                  <a:lnTo>
                    <a:pt x="255547" y="465416"/>
                  </a:lnTo>
                  <a:lnTo>
                    <a:pt x="242770" y="467133"/>
                  </a:lnTo>
                  <a:lnTo>
                    <a:pt x="229992" y="468725"/>
                  </a:lnTo>
                  <a:lnTo>
                    <a:pt x="217215" y="470189"/>
                  </a:lnTo>
                  <a:lnTo>
                    <a:pt x="204438" y="472819"/>
                  </a:lnTo>
                  <a:lnTo>
                    <a:pt x="191660" y="477689"/>
                  </a:lnTo>
                  <a:lnTo>
                    <a:pt x="178883" y="482704"/>
                  </a:lnTo>
                  <a:lnTo>
                    <a:pt x="166105" y="484629"/>
                  </a:lnTo>
                  <a:lnTo>
                    <a:pt x="153328" y="486290"/>
                  </a:lnTo>
                  <a:lnTo>
                    <a:pt x="140551" y="487812"/>
                  </a:lnTo>
                  <a:lnTo>
                    <a:pt x="127773" y="490274"/>
                  </a:lnTo>
                  <a:lnTo>
                    <a:pt x="114996" y="494457"/>
                  </a:lnTo>
                  <a:lnTo>
                    <a:pt x="102219" y="498721"/>
                  </a:lnTo>
                  <a:lnTo>
                    <a:pt x="89441" y="499683"/>
                  </a:lnTo>
                  <a:lnTo>
                    <a:pt x="76664" y="503768"/>
                  </a:lnTo>
                  <a:lnTo>
                    <a:pt x="63886" y="506132"/>
                  </a:lnTo>
                  <a:lnTo>
                    <a:pt x="51109" y="516616"/>
                  </a:lnTo>
                  <a:lnTo>
                    <a:pt x="38332" y="521307"/>
                  </a:lnTo>
                  <a:lnTo>
                    <a:pt x="25554" y="526087"/>
                  </a:lnTo>
                  <a:lnTo>
                    <a:pt x="12777" y="531310"/>
                  </a:lnTo>
                  <a:lnTo>
                    <a:pt x="0" y="5362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230136"/>
              <a:ext cx="2287150" cy="354616"/>
            </a:xfrm>
            <a:custGeom>
              <a:avLst/>
              <a:pathLst>
                <a:path w="2287150" h="354616">
                  <a:moveTo>
                    <a:pt x="0" y="330897"/>
                  </a:moveTo>
                  <a:lnTo>
                    <a:pt x="12777" y="333212"/>
                  </a:lnTo>
                  <a:lnTo>
                    <a:pt x="25554" y="335306"/>
                  </a:lnTo>
                  <a:lnTo>
                    <a:pt x="38332" y="338075"/>
                  </a:lnTo>
                  <a:lnTo>
                    <a:pt x="51109" y="343951"/>
                  </a:lnTo>
                  <a:lnTo>
                    <a:pt x="63886" y="349462"/>
                  </a:lnTo>
                  <a:lnTo>
                    <a:pt x="76664" y="354616"/>
                  </a:lnTo>
                  <a:lnTo>
                    <a:pt x="89441" y="350949"/>
                  </a:lnTo>
                  <a:lnTo>
                    <a:pt x="102219" y="347022"/>
                  </a:lnTo>
                  <a:lnTo>
                    <a:pt x="114996" y="344234"/>
                  </a:lnTo>
                  <a:lnTo>
                    <a:pt x="127773" y="344753"/>
                  </a:lnTo>
                  <a:lnTo>
                    <a:pt x="140551" y="346951"/>
                  </a:lnTo>
                  <a:lnTo>
                    <a:pt x="153328" y="345277"/>
                  </a:lnTo>
                  <a:lnTo>
                    <a:pt x="166105" y="345292"/>
                  </a:lnTo>
                  <a:lnTo>
                    <a:pt x="178883" y="344624"/>
                  </a:lnTo>
                  <a:lnTo>
                    <a:pt x="191660" y="341129"/>
                  </a:lnTo>
                  <a:lnTo>
                    <a:pt x="204438" y="337285"/>
                  </a:lnTo>
                  <a:lnTo>
                    <a:pt x="217215" y="333354"/>
                  </a:lnTo>
                  <a:lnTo>
                    <a:pt x="229992" y="329638"/>
                  </a:lnTo>
                  <a:lnTo>
                    <a:pt x="242770" y="326431"/>
                  </a:lnTo>
                  <a:lnTo>
                    <a:pt x="255547" y="324166"/>
                  </a:lnTo>
                  <a:lnTo>
                    <a:pt x="268324" y="321388"/>
                  </a:lnTo>
                  <a:lnTo>
                    <a:pt x="281102" y="318301"/>
                  </a:lnTo>
                  <a:lnTo>
                    <a:pt x="293879" y="315272"/>
                  </a:lnTo>
                  <a:lnTo>
                    <a:pt x="306657" y="312299"/>
                  </a:lnTo>
                  <a:lnTo>
                    <a:pt x="319434" y="309385"/>
                  </a:lnTo>
                  <a:lnTo>
                    <a:pt x="332211" y="306880"/>
                  </a:lnTo>
                  <a:lnTo>
                    <a:pt x="344989" y="304183"/>
                  </a:lnTo>
                  <a:lnTo>
                    <a:pt x="357766" y="301198"/>
                  </a:lnTo>
                  <a:lnTo>
                    <a:pt x="370544" y="298294"/>
                  </a:lnTo>
                  <a:lnTo>
                    <a:pt x="383321" y="296692"/>
                  </a:lnTo>
                  <a:lnTo>
                    <a:pt x="396098" y="295018"/>
                  </a:lnTo>
                  <a:lnTo>
                    <a:pt x="408876" y="293258"/>
                  </a:lnTo>
                  <a:lnTo>
                    <a:pt x="421653" y="291416"/>
                  </a:lnTo>
                  <a:lnTo>
                    <a:pt x="434430" y="289498"/>
                  </a:lnTo>
                  <a:lnTo>
                    <a:pt x="447208" y="287510"/>
                  </a:lnTo>
                  <a:lnTo>
                    <a:pt x="459985" y="285456"/>
                  </a:lnTo>
                  <a:lnTo>
                    <a:pt x="472763" y="283343"/>
                  </a:lnTo>
                  <a:lnTo>
                    <a:pt x="485540" y="281101"/>
                  </a:lnTo>
                  <a:lnTo>
                    <a:pt x="498317" y="278746"/>
                  </a:lnTo>
                  <a:lnTo>
                    <a:pt x="511095" y="276435"/>
                  </a:lnTo>
                  <a:lnTo>
                    <a:pt x="523872" y="274171"/>
                  </a:lnTo>
                  <a:lnTo>
                    <a:pt x="536649" y="271956"/>
                  </a:lnTo>
                  <a:lnTo>
                    <a:pt x="549427" y="269703"/>
                  </a:lnTo>
                  <a:lnTo>
                    <a:pt x="562204" y="267319"/>
                  </a:lnTo>
                  <a:lnTo>
                    <a:pt x="574982" y="264919"/>
                  </a:lnTo>
                  <a:lnTo>
                    <a:pt x="587759" y="262506"/>
                  </a:lnTo>
                  <a:lnTo>
                    <a:pt x="600536" y="260086"/>
                  </a:lnTo>
                  <a:lnTo>
                    <a:pt x="613314" y="258675"/>
                  </a:lnTo>
                  <a:lnTo>
                    <a:pt x="626091" y="256150"/>
                  </a:lnTo>
                  <a:lnTo>
                    <a:pt x="638868" y="254575"/>
                  </a:lnTo>
                  <a:lnTo>
                    <a:pt x="651646" y="252861"/>
                  </a:lnTo>
                  <a:lnTo>
                    <a:pt x="664423" y="249359"/>
                  </a:lnTo>
                  <a:lnTo>
                    <a:pt x="677201" y="247936"/>
                  </a:lnTo>
                  <a:lnTo>
                    <a:pt x="689978" y="246566"/>
                  </a:lnTo>
                  <a:lnTo>
                    <a:pt x="702755" y="245246"/>
                  </a:lnTo>
                  <a:lnTo>
                    <a:pt x="715533" y="243977"/>
                  </a:lnTo>
                  <a:lnTo>
                    <a:pt x="728310" y="241974"/>
                  </a:lnTo>
                  <a:lnTo>
                    <a:pt x="741088" y="239544"/>
                  </a:lnTo>
                  <a:lnTo>
                    <a:pt x="753865" y="237288"/>
                  </a:lnTo>
                  <a:lnTo>
                    <a:pt x="766642" y="235217"/>
                  </a:lnTo>
                  <a:lnTo>
                    <a:pt x="779420" y="233340"/>
                  </a:lnTo>
                  <a:lnTo>
                    <a:pt x="792197" y="231663"/>
                  </a:lnTo>
                  <a:lnTo>
                    <a:pt x="804974" y="230184"/>
                  </a:lnTo>
                  <a:lnTo>
                    <a:pt x="817752" y="228897"/>
                  </a:lnTo>
                  <a:lnTo>
                    <a:pt x="830529" y="227795"/>
                  </a:lnTo>
                  <a:lnTo>
                    <a:pt x="843307" y="226870"/>
                  </a:lnTo>
                  <a:lnTo>
                    <a:pt x="856084" y="226115"/>
                  </a:lnTo>
                  <a:lnTo>
                    <a:pt x="868861" y="225523"/>
                  </a:lnTo>
                  <a:lnTo>
                    <a:pt x="881639" y="225088"/>
                  </a:lnTo>
                  <a:lnTo>
                    <a:pt x="894416" y="224801"/>
                  </a:lnTo>
                  <a:lnTo>
                    <a:pt x="907193" y="224656"/>
                  </a:lnTo>
                  <a:lnTo>
                    <a:pt x="919971" y="224645"/>
                  </a:lnTo>
                  <a:lnTo>
                    <a:pt x="932748" y="224762"/>
                  </a:lnTo>
                  <a:lnTo>
                    <a:pt x="945526" y="224343"/>
                  </a:lnTo>
                  <a:lnTo>
                    <a:pt x="958303" y="223769"/>
                  </a:lnTo>
                  <a:lnTo>
                    <a:pt x="971080" y="223238"/>
                  </a:lnTo>
                  <a:lnTo>
                    <a:pt x="983858" y="222745"/>
                  </a:lnTo>
                  <a:lnTo>
                    <a:pt x="996635" y="222290"/>
                  </a:lnTo>
                  <a:lnTo>
                    <a:pt x="1009412" y="221869"/>
                  </a:lnTo>
                  <a:lnTo>
                    <a:pt x="1022190" y="221481"/>
                  </a:lnTo>
                  <a:lnTo>
                    <a:pt x="1034967" y="219991"/>
                  </a:lnTo>
                  <a:lnTo>
                    <a:pt x="1047745" y="218318"/>
                  </a:lnTo>
                  <a:lnTo>
                    <a:pt x="1060522" y="216669"/>
                  </a:lnTo>
                  <a:lnTo>
                    <a:pt x="1073299" y="215047"/>
                  </a:lnTo>
                  <a:lnTo>
                    <a:pt x="1086077" y="213453"/>
                  </a:lnTo>
                  <a:lnTo>
                    <a:pt x="1098854" y="211889"/>
                  </a:lnTo>
                  <a:lnTo>
                    <a:pt x="1111632" y="211428"/>
                  </a:lnTo>
                  <a:lnTo>
                    <a:pt x="1124409" y="212473"/>
                  </a:lnTo>
                  <a:lnTo>
                    <a:pt x="1137186" y="213526"/>
                  </a:lnTo>
                  <a:lnTo>
                    <a:pt x="1149964" y="212392"/>
                  </a:lnTo>
                  <a:lnTo>
                    <a:pt x="1162741" y="210480"/>
                  </a:lnTo>
                  <a:lnTo>
                    <a:pt x="1175518" y="210167"/>
                  </a:lnTo>
                  <a:lnTo>
                    <a:pt x="1188296" y="209367"/>
                  </a:lnTo>
                  <a:lnTo>
                    <a:pt x="1201073" y="208090"/>
                  </a:lnTo>
                  <a:lnTo>
                    <a:pt x="1213851" y="206842"/>
                  </a:lnTo>
                  <a:lnTo>
                    <a:pt x="1226628" y="205627"/>
                  </a:lnTo>
                  <a:lnTo>
                    <a:pt x="1239405" y="204445"/>
                  </a:lnTo>
                  <a:lnTo>
                    <a:pt x="1252183" y="203302"/>
                  </a:lnTo>
                  <a:lnTo>
                    <a:pt x="1264960" y="202198"/>
                  </a:lnTo>
                  <a:lnTo>
                    <a:pt x="1277737" y="201137"/>
                  </a:lnTo>
                  <a:lnTo>
                    <a:pt x="1290515" y="200122"/>
                  </a:lnTo>
                  <a:lnTo>
                    <a:pt x="1303292" y="199155"/>
                  </a:lnTo>
                  <a:lnTo>
                    <a:pt x="1316070" y="198240"/>
                  </a:lnTo>
                  <a:lnTo>
                    <a:pt x="1328847" y="197408"/>
                  </a:lnTo>
                  <a:lnTo>
                    <a:pt x="1341624" y="197469"/>
                  </a:lnTo>
                  <a:lnTo>
                    <a:pt x="1354402" y="197545"/>
                  </a:lnTo>
                  <a:lnTo>
                    <a:pt x="1367179" y="197635"/>
                  </a:lnTo>
                  <a:lnTo>
                    <a:pt x="1379956" y="197737"/>
                  </a:lnTo>
                  <a:lnTo>
                    <a:pt x="1392734" y="197851"/>
                  </a:lnTo>
                  <a:lnTo>
                    <a:pt x="1405511" y="197550"/>
                  </a:lnTo>
                  <a:lnTo>
                    <a:pt x="1418289" y="196682"/>
                  </a:lnTo>
                  <a:lnTo>
                    <a:pt x="1431066" y="195868"/>
                  </a:lnTo>
                  <a:lnTo>
                    <a:pt x="1443843" y="195107"/>
                  </a:lnTo>
                  <a:lnTo>
                    <a:pt x="1456621" y="194404"/>
                  </a:lnTo>
                  <a:lnTo>
                    <a:pt x="1469398" y="193050"/>
                  </a:lnTo>
                  <a:lnTo>
                    <a:pt x="1482176" y="192229"/>
                  </a:lnTo>
                  <a:lnTo>
                    <a:pt x="1494953" y="192316"/>
                  </a:lnTo>
                  <a:lnTo>
                    <a:pt x="1507730" y="192196"/>
                  </a:lnTo>
                  <a:lnTo>
                    <a:pt x="1520508" y="191805"/>
                  </a:lnTo>
                  <a:lnTo>
                    <a:pt x="1533285" y="192353"/>
                  </a:lnTo>
                  <a:lnTo>
                    <a:pt x="1546062" y="193506"/>
                  </a:lnTo>
                  <a:lnTo>
                    <a:pt x="1558840" y="192103"/>
                  </a:lnTo>
                  <a:lnTo>
                    <a:pt x="1571617" y="190942"/>
                  </a:lnTo>
                  <a:lnTo>
                    <a:pt x="1584395" y="188548"/>
                  </a:lnTo>
                  <a:lnTo>
                    <a:pt x="1597172" y="185074"/>
                  </a:lnTo>
                  <a:lnTo>
                    <a:pt x="1609949" y="181501"/>
                  </a:lnTo>
                  <a:lnTo>
                    <a:pt x="1622727" y="177855"/>
                  </a:lnTo>
                  <a:lnTo>
                    <a:pt x="1635504" y="174165"/>
                  </a:lnTo>
                  <a:lnTo>
                    <a:pt x="1648281" y="172690"/>
                  </a:lnTo>
                  <a:lnTo>
                    <a:pt x="1661059" y="170526"/>
                  </a:lnTo>
                  <a:lnTo>
                    <a:pt x="1673836" y="166067"/>
                  </a:lnTo>
                  <a:lnTo>
                    <a:pt x="1686614" y="162988"/>
                  </a:lnTo>
                  <a:lnTo>
                    <a:pt x="1699391" y="160594"/>
                  </a:lnTo>
                  <a:lnTo>
                    <a:pt x="1712168" y="158136"/>
                  </a:lnTo>
                  <a:lnTo>
                    <a:pt x="1724946" y="155619"/>
                  </a:lnTo>
                  <a:lnTo>
                    <a:pt x="1737723" y="153048"/>
                  </a:lnTo>
                  <a:lnTo>
                    <a:pt x="1750500" y="150429"/>
                  </a:lnTo>
                  <a:lnTo>
                    <a:pt x="1763278" y="147767"/>
                  </a:lnTo>
                  <a:lnTo>
                    <a:pt x="1776055" y="145066"/>
                  </a:lnTo>
                  <a:lnTo>
                    <a:pt x="1788833" y="142378"/>
                  </a:lnTo>
                  <a:lnTo>
                    <a:pt x="1801610" y="140596"/>
                  </a:lnTo>
                  <a:lnTo>
                    <a:pt x="1814387" y="139004"/>
                  </a:lnTo>
                  <a:lnTo>
                    <a:pt x="1827165" y="137617"/>
                  </a:lnTo>
                  <a:lnTo>
                    <a:pt x="1839942" y="137207"/>
                  </a:lnTo>
                  <a:lnTo>
                    <a:pt x="1852720" y="137390"/>
                  </a:lnTo>
                  <a:lnTo>
                    <a:pt x="1865497" y="135250"/>
                  </a:lnTo>
                  <a:lnTo>
                    <a:pt x="1878274" y="134365"/>
                  </a:lnTo>
                  <a:lnTo>
                    <a:pt x="1891052" y="133307"/>
                  </a:lnTo>
                  <a:lnTo>
                    <a:pt x="1903829" y="130762"/>
                  </a:lnTo>
                  <a:lnTo>
                    <a:pt x="1916606" y="128310"/>
                  </a:lnTo>
                  <a:lnTo>
                    <a:pt x="1929384" y="126807"/>
                  </a:lnTo>
                  <a:lnTo>
                    <a:pt x="1942161" y="125598"/>
                  </a:lnTo>
                  <a:lnTo>
                    <a:pt x="1954939" y="124701"/>
                  </a:lnTo>
                  <a:lnTo>
                    <a:pt x="1967716" y="124134"/>
                  </a:lnTo>
                  <a:lnTo>
                    <a:pt x="1980493" y="123913"/>
                  </a:lnTo>
                  <a:lnTo>
                    <a:pt x="1993271" y="124055"/>
                  </a:lnTo>
                  <a:lnTo>
                    <a:pt x="2006048" y="119586"/>
                  </a:lnTo>
                  <a:lnTo>
                    <a:pt x="2018825" y="121520"/>
                  </a:lnTo>
                  <a:lnTo>
                    <a:pt x="2031603" y="125969"/>
                  </a:lnTo>
                  <a:lnTo>
                    <a:pt x="2044380" y="118403"/>
                  </a:lnTo>
                  <a:lnTo>
                    <a:pt x="2057158" y="114254"/>
                  </a:lnTo>
                  <a:lnTo>
                    <a:pt x="2069935" y="110952"/>
                  </a:lnTo>
                  <a:lnTo>
                    <a:pt x="2082712" y="103544"/>
                  </a:lnTo>
                  <a:lnTo>
                    <a:pt x="2095490" y="95920"/>
                  </a:lnTo>
                  <a:lnTo>
                    <a:pt x="2108267" y="88079"/>
                  </a:lnTo>
                  <a:lnTo>
                    <a:pt x="2121044" y="80016"/>
                  </a:lnTo>
                  <a:lnTo>
                    <a:pt x="2133822" y="74939"/>
                  </a:lnTo>
                  <a:lnTo>
                    <a:pt x="2146599" y="73379"/>
                  </a:lnTo>
                  <a:lnTo>
                    <a:pt x="2159377" y="71935"/>
                  </a:lnTo>
                  <a:lnTo>
                    <a:pt x="2172154" y="70614"/>
                  </a:lnTo>
                  <a:lnTo>
                    <a:pt x="2184931" y="69420"/>
                  </a:lnTo>
                  <a:lnTo>
                    <a:pt x="2197709" y="62094"/>
                  </a:lnTo>
                  <a:lnTo>
                    <a:pt x="2210486" y="54061"/>
                  </a:lnTo>
                  <a:lnTo>
                    <a:pt x="2223264" y="41940"/>
                  </a:lnTo>
                  <a:lnTo>
                    <a:pt x="2236041" y="29267"/>
                  </a:lnTo>
                  <a:lnTo>
                    <a:pt x="2248818" y="18355"/>
                  </a:lnTo>
                  <a:lnTo>
                    <a:pt x="2261596" y="15443"/>
                  </a:lnTo>
                  <a:lnTo>
                    <a:pt x="2274373" y="9731"/>
                  </a:lnTo>
                  <a:lnTo>
                    <a:pt x="228715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42368"/>
              <a:ext cx="2287150" cy="499314"/>
            </a:xfrm>
            <a:custGeom>
              <a:avLst/>
              <a:pathLst>
                <a:path w="2287150" h="499314">
                  <a:moveTo>
                    <a:pt x="2287150" y="499314"/>
                  </a:moveTo>
                  <a:lnTo>
                    <a:pt x="2274373" y="463728"/>
                  </a:lnTo>
                  <a:lnTo>
                    <a:pt x="2261596" y="429613"/>
                  </a:lnTo>
                  <a:lnTo>
                    <a:pt x="2248818" y="396938"/>
                  </a:lnTo>
                  <a:lnTo>
                    <a:pt x="2236041" y="365676"/>
                  </a:lnTo>
                  <a:lnTo>
                    <a:pt x="2223264" y="335796"/>
                  </a:lnTo>
                  <a:lnTo>
                    <a:pt x="2210486" y="311559"/>
                  </a:lnTo>
                  <a:lnTo>
                    <a:pt x="2197709" y="280070"/>
                  </a:lnTo>
                  <a:lnTo>
                    <a:pt x="2184931" y="254164"/>
                  </a:lnTo>
                  <a:lnTo>
                    <a:pt x="2172154" y="236366"/>
                  </a:lnTo>
                  <a:lnTo>
                    <a:pt x="2159377" y="220411"/>
                  </a:lnTo>
                  <a:lnTo>
                    <a:pt x="2146599" y="203557"/>
                  </a:lnTo>
                  <a:lnTo>
                    <a:pt x="2133822" y="190188"/>
                  </a:lnTo>
                  <a:lnTo>
                    <a:pt x="2121044" y="171356"/>
                  </a:lnTo>
                  <a:lnTo>
                    <a:pt x="2108267" y="142407"/>
                  </a:lnTo>
                  <a:lnTo>
                    <a:pt x="2095490" y="115231"/>
                  </a:lnTo>
                  <a:lnTo>
                    <a:pt x="2082712" y="100578"/>
                  </a:lnTo>
                  <a:lnTo>
                    <a:pt x="2069935" y="88720"/>
                  </a:lnTo>
                  <a:lnTo>
                    <a:pt x="2057158" y="78371"/>
                  </a:lnTo>
                  <a:lnTo>
                    <a:pt x="2044380" y="73102"/>
                  </a:lnTo>
                  <a:lnTo>
                    <a:pt x="2031603" y="68096"/>
                  </a:lnTo>
                  <a:lnTo>
                    <a:pt x="2018825" y="60599"/>
                  </a:lnTo>
                  <a:lnTo>
                    <a:pt x="2006048" y="52358"/>
                  </a:lnTo>
                  <a:lnTo>
                    <a:pt x="1993271" y="43065"/>
                  </a:lnTo>
                  <a:lnTo>
                    <a:pt x="1980493" y="38380"/>
                  </a:lnTo>
                  <a:lnTo>
                    <a:pt x="1967716" y="33843"/>
                  </a:lnTo>
                  <a:lnTo>
                    <a:pt x="1954939" y="29451"/>
                  </a:lnTo>
                  <a:lnTo>
                    <a:pt x="1942161" y="25203"/>
                  </a:lnTo>
                  <a:lnTo>
                    <a:pt x="1929384" y="21095"/>
                  </a:lnTo>
                  <a:lnTo>
                    <a:pt x="1916606" y="17909"/>
                  </a:lnTo>
                  <a:lnTo>
                    <a:pt x="1903829" y="16013"/>
                  </a:lnTo>
                  <a:lnTo>
                    <a:pt x="1891052" y="15570"/>
                  </a:lnTo>
                  <a:lnTo>
                    <a:pt x="1878274" y="14347"/>
                  </a:lnTo>
                  <a:lnTo>
                    <a:pt x="1865497" y="13093"/>
                  </a:lnTo>
                  <a:lnTo>
                    <a:pt x="1852720" y="12521"/>
                  </a:lnTo>
                  <a:lnTo>
                    <a:pt x="1839942" y="11765"/>
                  </a:lnTo>
                  <a:lnTo>
                    <a:pt x="1827165" y="10178"/>
                  </a:lnTo>
                  <a:lnTo>
                    <a:pt x="1814387" y="7866"/>
                  </a:lnTo>
                  <a:lnTo>
                    <a:pt x="1801610" y="6528"/>
                  </a:lnTo>
                  <a:lnTo>
                    <a:pt x="1788833" y="5187"/>
                  </a:lnTo>
                  <a:lnTo>
                    <a:pt x="1776055" y="3101"/>
                  </a:lnTo>
                  <a:lnTo>
                    <a:pt x="1763278" y="720"/>
                  </a:lnTo>
                  <a:lnTo>
                    <a:pt x="1750500" y="1024"/>
                  </a:lnTo>
                  <a:lnTo>
                    <a:pt x="1737723" y="0"/>
                  </a:lnTo>
                  <a:lnTo>
                    <a:pt x="1724946" y="465"/>
                  </a:lnTo>
                  <a:lnTo>
                    <a:pt x="1712168" y="988"/>
                  </a:lnTo>
                  <a:lnTo>
                    <a:pt x="1699391" y="1563"/>
                  </a:lnTo>
                  <a:lnTo>
                    <a:pt x="1686614" y="2181"/>
                  </a:lnTo>
                  <a:lnTo>
                    <a:pt x="1673836" y="2837"/>
                  </a:lnTo>
                  <a:lnTo>
                    <a:pt x="1661059" y="3524"/>
                  </a:lnTo>
                  <a:lnTo>
                    <a:pt x="1648281" y="4234"/>
                  </a:lnTo>
                  <a:lnTo>
                    <a:pt x="1635504" y="4629"/>
                  </a:lnTo>
                  <a:lnTo>
                    <a:pt x="1622727" y="4963"/>
                  </a:lnTo>
                  <a:lnTo>
                    <a:pt x="1609949" y="5261"/>
                  </a:lnTo>
                  <a:lnTo>
                    <a:pt x="1597172" y="5517"/>
                  </a:lnTo>
                  <a:lnTo>
                    <a:pt x="1584395" y="5724"/>
                  </a:lnTo>
                  <a:lnTo>
                    <a:pt x="1571617" y="5876"/>
                  </a:lnTo>
                  <a:lnTo>
                    <a:pt x="1558840" y="6596"/>
                  </a:lnTo>
                  <a:lnTo>
                    <a:pt x="1546062" y="6628"/>
                  </a:lnTo>
                  <a:lnTo>
                    <a:pt x="1533285" y="6666"/>
                  </a:lnTo>
                  <a:lnTo>
                    <a:pt x="1520508" y="6711"/>
                  </a:lnTo>
                  <a:lnTo>
                    <a:pt x="1507730" y="6764"/>
                  </a:lnTo>
                  <a:lnTo>
                    <a:pt x="1494953" y="6825"/>
                  </a:lnTo>
                  <a:lnTo>
                    <a:pt x="1482176" y="6895"/>
                  </a:lnTo>
                  <a:lnTo>
                    <a:pt x="1469398" y="6975"/>
                  </a:lnTo>
                  <a:lnTo>
                    <a:pt x="1456621" y="7624"/>
                  </a:lnTo>
                  <a:lnTo>
                    <a:pt x="1443843" y="8901"/>
                  </a:lnTo>
                  <a:lnTo>
                    <a:pt x="1431066" y="10047"/>
                  </a:lnTo>
                  <a:lnTo>
                    <a:pt x="1418289" y="11068"/>
                  </a:lnTo>
                  <a:lnTo>
                    <a:pt x="1405511" y="11969"/>
                  </a:lnTo>
                  <a:lnTo>
                    <a:pt x="1392734" y="12756"/>
                  </a:lnTo>
                  <a:lnTo>
                    <a:pt x="1379956" y="13434"/>
                  </a:lnTo>
                  <a:lnTo>
                    <a:pt x="1367179" y="13445"/>
                  </a:lnTo>
                  <a:lnTo>
                    <a:pt x="1354402" y="13069"/>
                  </a:lnTo>
                  <a:lnTo>
                    <a:pt x="1341624" y="12668"/>
                  </a:lnTo>
                  <a:lnTo>
                    <a:pt x="1328847" y="12244"/>
                  </a:lnTo>
                  <a:lnTo>
                    <a:pt x="1316070" y="11801"/>
                  </a:lnTo>
                  <a:lnTo>
                    <a:pt x="1303292" y="11342"/>
                  </a:lnTo>
                  <a:lnTo>
                    <a:pt x="1290515" y="10871"/>
                  </a:lnTo>
                  <a:lnTo>
                    <a:pt x="1277737" y="10390"/>
                  </a:lnTo>
                  <a:lnTo>
                    <a:pt x="1264960" y="10386"/>
                  </a:lnTo>
                  <a:lnTo>
                    <a:pt x="1252183" y="10779"/>
                  </a:lnTo>
                  <a:lnTo>
                    <a:pt x="1239405" y="11197"/>
                  </a:lnTo>
                  <a:lnTo>
                    <a:pt x="1226628" y="11644"/>
                  </a:lnTo>
                  <a:lnTo>
                    <a:pt x="1213851" y="12289"/>
                  </a:lnTo>
                  <a:lnTo>
                    <a:pt x="1201073" y="13267"/>
                  </a:lnTo>
                  <a:lnTo>
                    <a:pt x="1188296" y="14219"/>
                  </a:lnTo>
                  <a:lnTo>
                    <a:pt x="1175518" y="14326"/>
                  </a:lnTo>
                  <a:lnTo>
                    <a:pt x="1162741" y="14317"/>
                  </a:lnTo>
                  <a:lnTo>
                    <a:pt x="1149964" y="14947"/>
                  </a:lnTo>
                  <a:lnTo>
                    <a:pt x="1137186" y="15610"/>
                  </a:lnTo>
                  <a:lnTo>
                    <a:pt x="1124409" y="15837"/>
                  </a:lnTo>
                  <a:lnTo>
                    <a:pt x="1111632" y="15902"/>
                  </a:lnTo>
                  <a:lnTo>
                    <a:pt x="1098854" y="15982"/>
                  </a:lnTo>
                  <a:lnTo>
                    <a:pt x="1086077" y="16080"/>
                  </a:lnTo>
                  <a:lnTo>
                    <a:pt x="1073299" y="16196"/>
                  </a:lnTo>
                  <a:lnTo>
                    <a:pt x="1060522" y="16334"/>
                  </a:lnTo>
                  <a:lnTo>
                    <a:pt x="1047745" y="16496"/>
                  </a:lnTo>
                  <a:lnTo>
                    <a:pt x="1034967" y="16682"/>
                  </a:lnTo>
                  <a:lnTo>
                    <a:pt x="1022190" y="16895"/>
                  </a:lnTo>
                  <a:lnTo>
                    <a:pt x="1009412" y="17136"/>
                  </a:lnTo>
                  <a:lnTo>
                    <a:pt x="996635" y="17409"/>
                  </a:lnTo>
                  <a:lnTo>
                    <a:pt x="983858" y="17981"/>
                  </a:lnTo>
                  <a:lnTo>
                    <a:pt x="971080" y="19621"/>
                  </a:lnTo>
                  <a:lnTo>
                    <a:pt x="958303" y="21288"/>
                  </a:lnTo>
                  <a:lnTo>
                    <a:pt x="945526" y="22984"/>
                  </a:lnTo>
                  <a:lnTo>
                    <a:pt x="932748" y="24708"/>
                  </a:lnTo>
                  <a:lnTo>
                    <a:pt x="919971" y="26462"/>
                  </a:lnTo>
                  <a:lnTo>
                    <a:pt x="907193" y="28246"/>
                  </a:lnTo>
                  <a:lnTo>
                    <a:pt x="894416" y="28469"/>
                  </a:lnTo>
                  <a:lnTo>
                    <a:pt x="881639" y="28603"/>
                  </a:lnTo>
                  <a:lnTo>
                    <a:pt x="868861" y="28830"/>
                  </a:lnTo>
                  <a:lnTo>
                    <a:pt x="856084" y="29156"/>
                  </a:lnTo>
                  <a:lnTo>
                    <a:pt x="843307" y="29586"/>
                  </a:lnTo>
                  <a:lnTo>
                    <a:pt x="830529" y="30947"/>
                  </a:lnTo>
                  <a:lnTo>
                    <a:pt x="817752" y="33079"/>
                  </a:lnTo>
                  <a:lnTo>
                    <a:pt x="804974" y="35953"/>
                  </a:lnTo>
                  <a:lnTo>
                    <a:pt x="792197" y="38848"/>
                  </a:lnTo>
                  <a:lnTo>
                    <a:pt x="779420" y="41762"/>
                  </a:lnTo>
                  <a:lnTo>
                    <a:pt x="766642" y="44696"/>
                  </a:lnTo>
                  <a:lnTo>
                    <a:pt x="753865" y="47648"/>
                  </a:lnTo>
                  <a:lnTo>
                    <a:pt x="741088" y="49956"/>
                  </a:lnTo>
                  <a:lnTo>
                    <a:pt x="728310" y="52218"/>
                  </a:lnTo>
                  <a:lnTo>
                    <a:pt x="715533" y="55366"/>
                  </a:lnTo>
                  <a:lnTo>
                    <a:pt x="702755" y="57785"/>
                  </a:lnTo>
                  <a:lnTo>
                    <a:pt x="689978" y="58894"/>
                  </a:lnTo>
                  <a:lnTo>
                    <a:pt x="677201" y="60547"/>
                  </a:lnTo>
                  <a:lnTo>
                    <a:pt x="664423" y="63474"/>
                  </a:lnTo>
                  <a:lnTo>
                    <a:pt x="651646" y="66446"/>
                  </a:lnTo>
                  <a:lnTo>
                    <a:pt x="638868" y="69460"/>
                  </a:lnTo>
                  <a:lnTo>
                    <a:pt x="626091" y="72508"/>
                  </a:lnTo>
                  <a:lnTo>
                    <a:pt x="613314" y="74522"/>
                  </a:lnTo>
                  <a:lnTo>
                    <a:pt x="600536" y="75380"/>
                  </a:lnTo>
                  <a:lnTo>
                    <a:pt x="587759" y="78321"/>
                  </a:lnTo>
                  <a:lnTo>
                    <a:pt x="574982" y="82200"/>
                  </a:lnTo>
                  <a:lnTo>
                    <a:pt x="562204" y="86121"/>
                  </a:lnTo>
                  <a:lnTo>
                    <a:pt x="549427" y="90074"/>
                  </a:lnTo>
                  <a:lnTo>
                    <a:pt x="536649" y="94052"/>
                  </a:lnTo>
                  <a:lnTo>
                    <a:pt x="523872" y="97555"/>
                  </a:lnTo>
                  <a:lnTo>
                    <a:pt x="511095" y="100368"/>
                  </a:lnTo>
                  <a:lnTo>
                    <a:pt x="498317" y="103099"/>
                  </a:lnTo>
                  <a:lnTo>
                    <a:pt x="485540" y="105841"/>
                  </a:lnTo>
                  <a:lnTo>
                    <a:pt x="472763" y="108593"/>
                  </a:lnTo>
                  <a:lnTo>
                    <a:pt x="459985" y="111353"/>
                  </a:lnTo>
                  <a:lnTo>
                    <a:pt x="447208" y="114121"/>
                  </a:lnTo>
                  <a:lnTo>
                    <a:pt x="434430" y="116895"/>
                  </a:lnTo>
                  <a:lnTo>
                    <a:pt x="421653" y="119673"/>
                  </a:lnTo>
                  <a:lnTo>
                    <a:pt x="408876" y="122454"/>
                  </a:lnTo>
                  <a:lnTo>
                    <a:pt x="396098" y="125238"/>
                  </a:lnTo>
                  <a:lnTo>
                    <a:pt x="383321" y="128022"/>
                  </a:lnTo>
                  <a:lnTo>
                    <a:pt x="370544" y="130953"/>
                  </a:lnTo>
                  <a:lnTo>
                    <a:pt x="357766" y="134091"/>
                  </a:lnTo>
                  <a:lnTo>
                    <a:pt x="344989" y="137261"/>
                  </a:lnTo>
                  <a:lnTo>
                    <a:pt x="332211" y="139619"/>
                  </a:lnTo>
                  <a:lnTo>
                    <a:pt x="319434" y="141904"/>
                  </a:lnTo>
                  <a:lnTo>
                    <a:pt x="306657" y="144663"/>
                  </a:lnTo>
                  <a:lnTo>
                    <a:pt x="293879" y="147339"/>
                  </a:lnTo>
                  <a:lnTo>
                    <a:pt x="281102" y="149397"/>
                  </a:lnTo>
                  <a:lnTo>
                    <a:pt x="268324" y="151143"/>
                  </a:lnTo>
                  <a:lnTo>
                    <a:pt x="255547" y="153183"/>
                  </a:lnTo>
                  <a:lnTo>
                    <a:pt x="242770" y="154900"/>
                  </a:lnTo>
                  <a:lnTo>
                    <a:pt x="229992" y="156493"/>
                  </a:lnTo>
                  <a:lnTo>
                    <a:pt x="217215" y="157956"/>
                  </a:lnTo>
                  <a:lnTo>
                    <a:pt x="204438" y="160586"/>
                  </a:lnTo>
                  <a:lnTo>
                    <a:pt x="191660" y="165456"/>
                  </a:lnTo>
                  <a:lnTo>
                    <a:pt x="178883" y="170471"/>
                  </a:lnTo>
                  <a:lnTo>
                    <a:pt x="166105" y="172397"/>
                  </a:lnTo>
                  <a:lnTo>
                    <a:pt x="153328" y="174057"/>
                  </a:lnTo>
                  <a:lnTo>
                    <a:pt x="140551" y="175579"/>
                  </a:lnTo>
                  <a:lnTo>
                    <a:pt x="127773" y="178041"/>
                  </a:lnTo>
                  <a:lnTo>
                    <a:pt x="114996" y="182224"/>
                  </a:lnTo>
                  <a:lnTo>
                    <a:pt x="102219" y="186488"/>
                  </a:lnTo>
                  <a:lnTo>
                    <a:pt x="89441" y="187451"/>
                  </a:lnTo>
                  <a:lnTo>
                    <a:pt x="76664" y="191536"/>
                  </a:lnTo>
                  <a:lnTo>
                    <a:pt x="63886" y="193900"/>
                  </a:lnTo>
                  <a:lnTo>
                    <a:pt x="51109" y="204383"/>
                  </a:lnTo>
                  <a:lnTo>
                    <a:pt x="38332" y="209074"/>
                  </a:lnTo>
                  <a:lnTo>
                    <a:pt x="25554" y="213855"/>
                  </a:lnTo>
                  <a:lnTo>
                    <a:pt x="12777" y="219077"/>
                  </a:lnTo>
                  <a:lnTo>
                    <a:pt x="0" y="2240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457517"/>
              <a:ext cx="2287150" cy="213779"/>
            </a:xfrm>
            <a:custGeom>
              <a:avLst/>
              <a:pathLst>
                <a:path w="2287150" h="213779">
                  <a:moveTo>
                    <a:pt x="0" y="213779"/>
                  </a:moveTo>
                  <a:lnTo>
                    <a:pt x="12777" y="211688"/>
                  </a:lnTo>
                  <a:lnTo>
                    <a:pt x="25554" y="209549"/>
                  </a:lnTo>
                  <a:lnTo>
                    <a:pt x="38332" y="207364"/>
                  </a:lnTo>
                  <a:lnTo>
                    <a:pt x="51109" y="205136"/>
                  </a:lnTo>
                  <a:lnTo>
                    <a:pt x="63886" y="202866"/>
                  </a:lnTo>
                  <a:lnTo>
                    <a:pt x="76664" y="200555"/>
                  </a:lnTo>
                  <a:lnTo>
                    <a:pt x="89441" y="198207"/>
                  </a:lnTo>
                  <a:lnTo>
                    <a:pt x="102219" y="195822"/>
                  </a:lnTo>
                  <a:lnTo>
                    <a:pt x="114996" y="193402"/>
                  </a:lnTo>
                  <a:lnTo>
                    <a:pt x="127773" y="190950"/>
                  </a:lnTo>
                  <a:lnTo>
                    <a:pt x="140551" y="188467"/>
                  </a:lnTo>
                  <a:lnTo>
                    <a:pt x="153328" y="185955"/>
                  </a:lnTo>
                  <a:lnTo>
                    <a:pt x="166105" y="183416"/>
                  </a:lnTo>
                  <a:lnTo>
                    <a:pt x="178883" y="180852"/>
                  </a:lnTo>
                  <a:lnTo>
                    <a:pt x="191660" y="178264"/>
                  </a:lnTo>
                  <a:lnTo>
                    <a:pt x="204438" y="175655"/>
                  </a:lnTo>
                  <a:lnTo>
                    <a:pt x="217215" y="173026"/>
                  </a:lnTo>
                  <a:lnTo>
                    <a:pt x="229992" y="170379"/>
                  </a:lnTo>
                  <a:lnTo>
                    <a:pt x="242770" y="167717"/>
                  </a:lnTo>
                  <a:lnTo>
                    <a:pt x="255547" y="165040"/>
                  </a:lnTo>
                  <a:lnTo>
                    <a:pt x="268324" y="162351"/>
                  </a:lnTo>
                  <a:lnTo>
                    <a:pt x="281102" y="159652"/>
                  </a:lnTo>
                  <a:lnTo>
                    <a:pt x="293879" y="156944"/>
                  </a:lnTo>
                  <a:lnTo>
                    <a:pt x="306657" y="154229"/>
                  </a:lnTo>
                  <a:lnTo>
                    <a:pt x="319434" y="151510"/>
                  </a:lnTo>
                  <a:lnTo>
                    <a:pt x="332211" y="148787"/>
                  </a:lnTo>
                  <a:lnTo>
                    <a:pt x="344989" y="146063"/>
                  </a:lnTo>
                  <a:lnTo>
                    <a:pt x="357766" y="143341"/>
                  </a:lnTo>
                  <a:lnTo>
                    <a:pt x="370544" y="140620"/>
                  </a:lnTo>
                  <a:lnTo>
                    <a:pt x="383321" y="137904"/>
                  </a:lnTo>
                  <a:lnTo>
                    <a:pt x="396098" y="135195"/>
                  </a:lnTo>
                  <a:lnTo>
                    <a:pt x="408876" y="132494"/>
                  </a:lnTo>
                  <a:lnTo>
                    <a:pt x="421653" y="129802"/>
                  </a:lnTo>
                  <a:lnTo>
                    <a:pt x="434430" y="127123"/>
                  </a:lnTo>
                  <a:lnTo>
                    <a:pt x="447208" y="124457"/>
                  </a:lnTo>
                  <a:lnTo>
                    <a:pt x="459985" y="121806"/>
                  </a:lnTo>
                  <a:lnTo>
                    <a:pt x="472763" y="119174"/>
                  </a:lnTo>
                  <a:lnTo>
                    <a:pt x="485540" y="116560"/>
                  </a:lnTo>
                  <a:lnTo>
                    <a:pt x="498317" y="113968"/>
                  </a:lnTo>
                  <a:lnTo>
                    <a:pt x="511095" y="111398"/>
                  </a:lnTo>
                  <a:lnTo>
                    <a:pt x="523872" y="108854"/>
                  </a:lnTo>
                  <a:lnTo>
                    <a:pt x="536649" y="106336"/>
                  </a:lnTo>
                  <a:lnTo>
                    <a:pt x="549427" y="103846"/>
                  </a:lnTo>
                  <a:lnTo>
                    <a:pt x="562204" y="101387"/>
                  </a:lnTo>
                  <a:lnTo>
                    <a:pt x="574982" y="98961"/>
                  </a:lnTo>
                  <a:lnTo>
                    <a:pt x="587759" y="96568"/>
                  </a:lnTo>
                  <a:lnTo>
                    <a:pt x="600536" y="94211"/>
                  </a:lnTo>
                  <a:lnTo>
                    <a:pt x="613314" y="91893"/>
                  </a:lnTo>
                  <a:lnTo>
                    <a:pt x="626091" y="89614"/>
                  </a:lnTo>
                  <a:lnTo>
                    <a:pt x="638868" y="87376"/>
                  </a:lnTo>
                  <a:lnTo>
                    <a:pt x="651646" y="85182"/>
                  </a:lnTo>
                  <a:lnTo>
                    <a:pt x="664423" y="83033"/>
                  </a:lnTo>
                  <a:lnTo>
                    <a:pt x="677201" y="80931"/>
                  </a:lnTo>
                  <a:lnTo>
                    <a:pt x="689978" y="78878"/>
                  </a:lnTo>
                  <a:lnTo>
                    <a:pt x="702755" y="76876"/>
                  </a:lnTo>
                  <a:lnTo>
                    <a:pt x="715533" y="74927"/>
                  </a:lnTo>
                  <a:lnTo>
                    <a:pt x="728310" y="73032"/>
                  </a:lnTo>
                  <a:lnTo>
                    <a:pt x="741088" y="71194"/>
                  </a:lnTo>
                  <a:lnTo>
                    <a:pt x="753865" y="69413"/>
                  </a:lnTo>
                  <a:lnTo>
                    <a:pt x="766642" y="67693"/>
                  </a:lnTo>
                  <a:lnTo>
                    <a:pt x="779420" y="66034"/>
                  </a:lnTo>
                  <a:lnTo>
                    <a:pt x="792197" y="64438"/>
                  </a:lnTo>
                  <a:lnTo>
                    <a:pt x="804974" y="62903"/>
                  </a:lnTo>
                  <a:lnTo>
                    <a:pt x="817752" y="61428"/>
                  </a:lnTo>
                  <a:lnTo>
                    <a:pt x="830529" y="60011"/>
                  </a:lnTo>
                  <a:lnTo>
                    <a:pt x="843307" y="58650"/>
                  </a:lnTo>
                  <a:lnTo>
                    <a:pt x="856084" y="57344"/>
                  </a:lnTo>
                  <a:lnTo>
                    <a:pt x="868861" y="56091"/>
                  </a:lnTo>
                  <a:lnTo>
                    <a:pt x="881639" y="54888"/>
                  </a:lnTo>
                  <a:lnTo>
                    <a:pt x="894416" y="53735"/>
                  </a:lnTo>
                  <a:lnTo>
                    <a:pt x="907193" y="52629"/>
                  </a:lnTo>
                  <a:lnTo>
                    <a:pt x="919971" y="51568"/>
                  </a:lnTo>
                  <a:lnTo>
                    <a:pt x="932748" y="50552"/>
                  </a:lnTo>
                  <a:lnTo>
                    <a:pt x="945526" y="49577"/>
                  </a:lnTo>
                  <a:lnTo>
                    <a:pt x="958303" y="48643"/>
                  </a:lnTo>
                  <a:lnTo>
                    <a:pt x="971080" y="47747"/>
                  </a:lnTo>
                  <a:lnTo>
                    <a:pt x="983858" y="46887"/>
                  </a:lnTo>
                  <a:lnTo>
                    <a:pt x="996635" y="46063"/>
                  </a:lnTo>
                  <a:lnTo>
                    <a:pt x="1009412" y="45271"/>
                  </a:lnTo>
                  <a:lnTo>
                    <a:pt x="1022190" y="44511"/>
                  </a:lnTo>
                  <a:lnTo>
                    <a:pt x="1034967" y="43781"/>
                  </a:lnTo>
                  <a:lnTo>
                    <a:pt x="1047745" y="43078"/>
                  </a:lnTo>
                  <a:lnTo>
                    <a:pt x="1060522" y="42401"/>
                  </a:lnTo>
                  <a:lnTo>
                    <a:pt x="1073299" y="41748"/>
                  </a:lnTo>
                  <a:lnTo>
                    <a:pt x="1086077" y="41118"/>
                  </a:lnTo>
                  <a:lnTo>
                    <a:pt x="1098854" y="40509"/>
                  </a:lnTo>
                  <a:lnTo>
                    <a:pt x="1111632" y="39918"/>
                  </a:lnTo>
                  <a:lnTo>
                    <a:pt x="1124409" y="39344"/>
                  </a:lnTo>
                  <a:lnTo>
                    <a:pt x="1137186" y="38786"/>
                  </a:lnTo>
                  <a:lnTo>
                    <a:pt x="1149964" y="38241"/>
                  </a:lnTo>
                  <a:lnTo>
                    <a:pt x="1162741" y="37707"/>
                  </a:lnTo>
                  <a:lnTo>
                    <a:pt x="1175518" y="37184"/>
                  </a:lnTo>
                  <a:lnTo>
                    <a:pt x="1188296" y="36669"/>
                  </a:lnTo>
                  <a:lnTo>
                    <a:pt x="1201073" y="36160"/>
                  </a:lnTo>
                  <a:lnTo>
                    <a:pt x="1213851" y="35656"/>
                  </a:lnTo>
                  <a:lnTo>
                    <a:pt x="1226628" y="35154"/>
                  </a:lnTo>
                  <a:lnTo>
                    <a:pt x="1239405" y="34654"/>
                  </a:lnTo>
                  <a:lnTo>
                    <a:pt x="1252183" y="34153"/>
                  </a:lnTo>
                  <a:lnTo>
                    <a:pt x="1264960" y="33649"/>
                  </a:lnTo>
                  <a:lnTo>
                    <a:pt x="1277737" y="33141"/>
                  </a:lnTo>
                  <a:lnTo>
                    <a:pt x="1290515" y="32626"/>
                  </a:lnTo>
                  <a:lnTo>
                    <a:pt x="1303292" y="32104"/>
                  </a:lnTo>
                  <a:lnTo>
                    <a:pt x="1316070" y="31572"/>
                  </a:lnTo>
                  <a:lnTo>
                    <a:pt x="1328847" y="31029"/>
                  </a:lnTo>
                  <a:lnTo>
                    <a:pt x="1341624" y="30473"/>
                  </a:lnTo>
                  <a:lnTo>
                    <a:pt x="1354402" y="29901"/>
                  </a:lnTo>
                  <a:lnTo>
                    <a:pt x="1367179" y="29313"/>
                  </a:lnTo>
                  <a:lnTo>
                    <a:pt x="1379956" y="28706"/>
                  </a:lnTo>
                  <a:lnTo>
                    <a:pt x="1392734" y="28079"/>
                  </a:lnTo>
                  <a:lnTo>
                    <a:pt x="1405511" y="27429"/>
                  </a:lnTo>
                  <a:lnTo>
                    <a:pt x="1418289" y="26756"/>
                  </a:lnTo>
                  <a:lnTo>
                    <a:pt x="1431066" y="26057"/>
                  </a:lnTo>
                  <a:lnTo>
                    <a:pt x="1443843" y="25330"/>
                  </a:lnTo>
                  <a:lnTo>
                    <a:pt x="1456621" y="24574"/>
                  </a:lnTo>
                  <a:lnTo>
                    <a:pt x="1469398" y="23787"/>
                  </a:lnTo>
                  <a:lnTo>
                    <a:pt x="1482176" y="22967"/>
                  </a:lnTo>
                  <a:lnTo>
                    <a:pt x="1494953" y="22113"/>
                  </a:lnTo>
                  <a:lnTo>
                    <a:pt x="1507730" y="21223"/>
                  </a:lnTo>
                  <a:lnTo>
                    <a:pt x="1520508" y="20295"/>
                  </a:lnTo>
                  <a:lnTo>
                    <a:pt x="1533285" y="19329"/>
                  </a:lnTo>
                  <a:lnTo>
                    <a:pt x="1546062" y="18323"/>
                  </a:lnTo>
                  <a:lnTo>
                    <a:pt x="1558840" y="17278"/>
                  </a:lnTo>
                  <a:lnTo>
                    <a:pt x="1571617" y="16193"/>
                  </a:lnTo>
                  <a:lnTo>
                    <a:pt x="1584395" y="15074"/>
                  </a:lnTo>
                  <a:lnTo>
                    <a:pt x="1597172" y="13930"/>
                  </a:lnTo>
                  <a:lnTo>
                    <a:pt x="1609949" y="12772"/>
                  </a:lnTo>
                  <a:lnTo>
                    <a:pt x="1622727" y="11608"/>
                  </a:lnTo>
                  <a:lnTo>
                    <a:pt x="1635504" y="10448"/>
                  </a:lnTo>
                  <a:lnTo>
                    <a:pt x="1648281" y="9302"/>
                  </a:lnTo>
                  <a:lnTo>
                    <a:pt x="1661059" y="8179"/>
                  </a:lnTo>
                  <a:lnTo>
                    <a:pt x="1673836" y="7089"/>
                  </a:lnTo>
                  <a:lnTo>
                    <a:pt x="1686614" y="6041"/>
                  </a:lnTo>
                  <a:lnTo>
                    <a:pt x="1699391" y="5045"/>
                  </a:lnTo>
                  <a:lnTo>
                    <a:pt x="1712168" y="4111"/>
                  </a:lnTo>
                  <a:lnTo>
                    <a:pt x="1724946" y="3248"/>
                  </a:lnTo>
                  <a:lnTo>
                    <a:pt x="1737723" y="2465"/>
                  </a:lnTo>
                  <a:lnTo>
                    <a:pt x="1750500" y="1773"/>
                  </a:lnTo>
                  <a:lnTo>
                    <a:pt x="1763278" y="1180"/>
                  </a:lnTo>
                  <a:lnTo>
                    <a:pt x="1776055" y="697"/>
                  </a:lnTo>
                  <a:lnTo>
                    <a:pt x="1788833" y="333"/>
                  </a:lnTo>
                  <a:lnTo>
                    <a:pt x="1801610" y="97"/>
                  </a:lnTo>
                  <a:lnTo>
                    <a:pt x="1814387" y="0"/>
                  </a:lnTo>
                  <a:lnTo>
                    <a:pt x="1827165" y="49"/>
                  </a:lnTo>
                  <a:lnTo>
                    <a:pt x="1839942" y="257"/>
                  </a:lnTo>
                  <a:lnTo>
                    <a:pt x="1852720" y="631"/>
                  </a:lnTo>
                  <a:lnTo>
                    <a:pt x="1865497" y="1181"/>
                  </a:lnTo>
                  <a:lnTo>
                    <a:pt x="1878274" y="1917"/>
                  </a:lnTo>
                  <a:lnTo>
                    <a:pt x="1891052" y="2849"/>
                  </a:lnTo>
                  <a:lnTo>
                    <a:pt x="1903829" y="3985"/>
                  </a:lnTo>
                  <a:lnTo>
                    <a:pt x="1916606" y="5337"/>
                  </a:lnTo>
                  <a:lnTo>
                    <a:pt x="1929384" y="6912"/>
                  </a:lnTo>
                  <a:lnTo>
                    <a:pt x="1942161" y="8721"/>
                  </a:lnTo>
                  <a:lnTo>
                    <a:pt x="1954939" y="10774"/>
                  </a:lnTo>
                  <a:lnTo>
                    <a:pt x="1967716" y="13079"/>
                  </a:lnTo>
                  <a:lnTo>
                    <a:pt x="1980493" y="15647"/>
                  </a:lnTo>
                  <a:lnTo>
                    <a:pt x="1993271" y="18487"/>
                  </a:lnTo>
                  <a:lnTo>
                    <a:pt x="2006048" y="21608"/>
                  </a:lnTo>
                  <a:lnTo>
                    <a:pt x="2018825" y="25021"/>
                  </a:lnTo>
                  <a:lnTo>
                    <a:pt x="2031603" y="28734"/>
                  </a:lnTo>
                  <a:lnTo>
                    <a:pt x="2044380" y="32758"/>
                  </a:lnTo>
                  <a:lnTo>
                    <a:pt x="2057158" y="37101"/>
                  </a:lnTo>
                  <a:lnTo>
                    <a:pt x="2069935" y="41774"/>
                  </a:lnTo>
                  <a:lnTo>
                    <a:pt x="2082712" y="46786"/>
                  </a:lnTo>
                  <a:lnTo>
                    <a:pt x="2095490" y="52146"/>
                  </a:lnTo>
                  <a:lnTo>
                    <a:pt x="2108267" y="57865"/>
                  </a:lnTo>
                  <a:lnTo>
                    <a:pt x="2121044" y="63951"/>
                  </a:lnTo>
                  <a:lnTo>
                    <a:pt x="2133822" y="70414"/>
                  </a:lnTo>
                  <a:lnTo>
                    <a:pt x="2146599" y="77265"/>
                  </a:lnTo>
                  <a:lnTo>
                    <a:pt x="2159377" y="84511"/>
                  </a:lnTo>
                  <a:lnTo>
                    <a:pt x="2172154" y="92164"/>
                  </a:lnTo>
                  <a:lnTo>
                    <a:pt x="2184931" y="100232"/>
                  </a:lnTo>
                  <a:lnTo>
                    <a:pt x="2197709" y="108725"/>
                  </a:lnTo>
                  <a:lnTo>
                    <a:pt x="2210486" y="117653"/>
                  </a:lnTo>
                  <a:lnTo>
                    <a:pt x="2223264" y="127023"/>
                  </a:lnTo>
                  <a:lnTo>
                    <a:pt x="2236041" y="136837"/>
                  </a:lnTo>
                  <a:lnTo>
                    <a:pt x="2248818" y="147102"/>
                  </a:lnTo>
                  <a:lnTo>
                    <a:pt x="2261596" y="157821"/>
                  </a:lnTo>
                  <a:lnTo>
                    <a:pt x="2274373" y="169001"/>
                  </a:lnTo>
                  <a:lnTo>
                    <a:pt x="2287150" y="18064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08431" y="1330853"/>
              <a:ext cx="2313979" cy="228971"/>
            </a:xfrm>
            <a:custGeom>
              <a:avLst/>
              <a:pathLst>
                <a:path w="2313979" h="228971">
                  <a:moveTo>
                    <a:pt x="0" y="0"/>
                  </a:moveTo>
                  <a:lnTo>
                    <a:pt x="12927" y="471"/>
                  </a:lnTo>
                  <a:lnTo>
                    <a:pt x="25854" y="942"/>
                  </a:lnTo>
                  <a:lnTo>
                    <a:pt x="38781" y="1413"/>
                  </a:lnTo>
                  <a:lnTo>
                    <a:pt x="51709" y="1884"/>
                  </a:lnTo>
                  <a:lnTo>
                    <a:pt x="64636" y="2355"/>
                  </a:lnTo>
                  <a:lnTo>
                    <a:pt x="77563" y="2826"/>
                  </a:lnTo>
                  <a:lnTo>
                    <a:pt x="90490" y="3298"/>
                  </a:lnTo>
                  <a:lnTo>
                    <a:pt x="103418" y="3769"/>
                  </a:lnTo>
                  <a:lnTo>
                    <a:pt x="116345" y="4240"/>
                  </a:lnTo>
                  <a:lnTo>
                    <a:pt x="129272" y="4712"/>
                  </a:lnTo>
                  <a:lnTo>
                    <a:pt x="142199" y="5183"/>
                  </a:lnTo>
                  <a:lnTo>
                    <a:pt x="155127" y="5654"/>
                  </a:lnTo>
                  <a:lnTo>
                    <a:pt x="168054" y="6125"/>
                  </a:lnTo>
                  <a:lnTo>
                    <a:pt x="180981" y="6597"/>
                  </a:lnTo>
                  <a:lnTo>
                    <a:pt x="193908" y="7068"/>
                  </a:lnTo>
                  <a:lnTo>
                    <a:pt x="206836" y="7539"/>
                  </a:lnTo>
                  <a:lnTo>
                    <a:pt x="219763" y="8010"/>
                  </a:lnTo>
                  <a:lnTo>
                    <a:pt x="232690" y="8481"/>
                  </a:lnTo>
                  <a:lnTo>
                    <a:pt x="245617" y="8952"/>
                  </a:lnTo>
                  <a:lnTo>
                    <a:pt x="258545" y="9422"/>
                  </a:lnTo>
                  <a:lnTo>
                    <a:pt x="271472" y="9892"/>
                  </a:lnTo>
                  <a:lnTo>
                    <a:pt x="284399" y="10362"/>
                  </a:lnTo>
                  <a:lnTo>
                    <a:pt x="297326" y="10831"/>
                  </a:lnTo>
                  <a:lnTo>
                    <a:pt x="310254" y="11300"/>
                  </a:lnTo>
                  <a:lnTo>
                    <a:pt x="323181" y="11768"/>
                  </a:lnTo>
                  <a:lnTo>
                    <a:pt x="336108" y="12235"/>
                  </a:lnTo>
                  <a:lnTo>
                    <a:pt x="349036" y="12701"/>
                  </a:lnTo>
                  <a:lnTo>
                    <a:pt x="361963" y="13167"/>
                  </a:lnTo>
                  <a:lnTo>
                    <a:pt x="374890" y="13631"/>
                  </a:lnTo>
                  <a:lnTo>
                    <a:pt x="387817" y="14094"/>
                  </a:lnTo>
                  <a:lnTo>
                    <a:pt x="400745" y="14556"/>
                  </a:lnTo>
                  <a:lnTo>
                    <a:pt x="413672" y="15016"/>
                  </a:lnTo>
                  <a:lnTo>
                    <a:pt x="426599" y="15475"/>
                  </a:lnTo>
                  <a:lnTo>
                    <a:pt x="439526" y="15932"/>
                  </a:lnTo>
                  <a:lnTo>
                    <a:pt x="452454" y="16387"/>
                  </a:lnTo>
                  <a:lnTo>
                    <a:pt x="465381" y="16840"/>
                  </a:lnTo>
                  <a:lnTo>
                    <a:pt x="478308" y="17290"/>
                  </a:lnTo>
                  <a:lnTo>
                    <a:pt x="491235" y="17739"/>
                  </a:lnTo>
                  <a:lnTo>
                    <a:pt x="504163" y="18185"/>
                  </a:lnTo>
                  <a:lnTo>
                    <a:pt x="517090" y="18628"/>
                  </a:lnTo>
                  <a:lnTo>
                    <a:pt x="530017" y="19068"/>
                  </a:lnTo>
                  <a:lnTo>
                    <a:pt x="542944" y="19505"/>
                  </a:lnTo>
                  <a:lnTo>
                    <a:pt x="555872" y="19939"/>
                  </a:lnTo>
                  <a:lnTo>
                    <a:pt x="568799" y="20369"/>
                  </a:lnTo>
                  <a:lnTo>
                    <a:pt x="581726" y="20796"/>
                  </a:lnTo>
                  <a:lnTo>
                    <a:pt x="594653" y="21219"/>
                  </a:lnTo>
                  <a:lnTo>
                    <a:pt x="607581" y="21639"/>
                  </a:lnTo>
                  <a:lnTo>
                    <a:pt x="620508" y="22054"/>
                  </a:lnTo>
                  <a:lnTo>
                    <a:pt x="633435" y="22464"/>
                  </a:lnTo>
                  <a:lnTo>
                    <a:pt x="646363" y="22870"/>
                  </a:lnTo>
                  <a:lnTo>
                    <a:pt x="659290" y="23272"/>
                  </a:lnTo>
                  <a:lnTo>
                    <a:pt x="672217" y="23668"/>
                  </a:lnTo>
                  <a:lnTo>
                    <a:pt x="685144" y="24060"/>
                  </a:lnTo>
                  <a:lnTo>
                    <a:pt x="698072" y="24446"/>
                  </a:lnTo>
                  <a:lnTo>
                    <a:pt x="710999" y="24827"/>
                  </a:lnTo>
                  <a:lnTo>
                    <a:pt x="723926" y="25203"/>
                  </a:lnTo>
                  <a:lnTo>
                    <a:pt x="736853" y="25572"/>
                  </a:lnTo>
                  <a:lnTo>
                    <a:pt x="749781" y="25936"/>
                  </a:lnTo>
                  <a:lnTo>
                    <a:pt x="762708" y="26294"/>
                  </a:lnTo>
                  <a:lnTo>
                    <a:pt x="775635" y="26646"/>
                  </a:lnTo>
                  <a:lnTo>
                    <a:pt x="788562" y="26992"/>
                  </a:lnTo>
                  <a:lnTo>
                    <a:pt x="801490" y="27331"/>
                  </a:lnTo>
                  <a:lnTo>
                    <a:pt x="814417" y="27664"/>
                  </a:lnTo>
                  <a:lnTo>
                    <a:pt x="827344" y="27990"/>
                  </a:lnTo>
                  <a:lnTo>
                    <a:pt x="840271" y="28310"/>
                  </a:lnTo>
                  <a:lnTo>
                    <a:pt x="853199" y="28622"/>
                  </a:lnTo>
                  <a:lnTo>
                    <a:pt x="866126" y="28928"/>
                  </a:lnTo>
                  <a:lnTo>
                    <a:pt x="879053" y="29227"/>
                  </a:lnTo>
                  <a:lnTo>
                    <a:pt x="891980" y="29519"/>
                  </a:lnTo>
                  <a:lnTo>
                    <a:pt x="904908" y="29804"/>
                  </a:lnTo>
                  <a:lnTo>
                    <a:pt x="917835" y="30082"/>
                  </a:lnTo>
                  <a:lnTo>
                    <a:pt x="930762" y="30352"/>
                  </a:lnTo>
                  <a:lnTo>
                    <a:pt x="943690" y="30615"/>
                  </a:lnTo>
                  <a:lnTo>
                    <a:pt x="956617" y="30872"/>
                  </a:lnTo>
                  <a:lnTo>
                    <a:pt x="969544" y="31120"/>
                  </a:lnTo>
                  <a:lnTo>
                    <a:pt x="982471" y="31362"/>
                  </a:lnTo>
                  <a:lnTo>
                    <a:pt x="995399" y="31596"/>
                  </a:lnTo>
                  <a:lnTo>
                    <a:pt x="1008326" y="31823"/>
                  </a:lnTo>
                  <a:lnTo>
                    <a:pt x="1021253" y="32042"/>
                  </a:lnTo>
                  <a:lnTo>
                    <a:pt x="1034180" y="32255"/>
                  </a:lnTo>
                  <a:lnTo>
                    <a:pt x="1047108" y="32460"/>
                  </a:lnTo>
                  <a:lnTo>
                    <a:pt x="1060035" y="32658"/>
                  </a:lnTo>
                  <a:lnTo>
                    <a:pt x="1072962" y="32848"/>
                  </a:lnTo>
                  <a:lnTo>
                    <a:pt x="1085889" y="33032"/>
                  </a:lnTo>
                  <a:lnTo>
                    <a:pt x="1098817" y="33208"/>
                  </a:lnTo>
                  <a:lnTo>
                    <a:pt x="1111744" y="33377"/>
                  </a:lnTo>
                  <a:lnTo>
                    <a:pt x="1124671" y="33540"/>
                  </a:lnTo>
                  <a:lnTo>
                    <a:pt x="1137598" y="33695"/>
                  </a:lnTo>
                  <a:lnTo>
                    <a:pt x="1150526" y="33844"/>
                  </a:lnTo>
                  <a:lnTo>
                    <a:pt x="1163453" y="33986"/>
                  </a:lnTo>
                  <a:lnTo>
                    <a:pt x="1176380" y="34121"/>
                  </a:lnTo>
                  <a:lnTo>
                    <a:pt x="1189307" y="34250"/>
                  </a:lnTo>
                  <a:lnTo>
                    <a:pt x="1202235" y="34372"/>
                  </a:lnTo>
                  <a:lnTo>
                    <a:pt x="1215162" y="34488"/>
                  </a:lnTo>
                  <a:lnTo>
                    <a:pt x="1228089" y="34598"/>
                  </a:lnTo>
                  <a:lnTo>
                    <a:pt x="1241017" y="34701"/>
                  </a:lnTo>
                  <a:lnTo>
                    <a:pt x="1253944" y="34799"/>
                  </a:lnTo>
                  <a:lnTo>
                    <a:pt x="1266871" y="34890"/>
                  </a:lnTo>
                  <a:lnTo>
                    <a:pt x="1279798" y="34976"/>
                  </a:lnTo>
                  <a:lnTo>
                    <a:pt x="1292726" y="35057"/>
                  </a:lnTo>
                  <a:lnTo>
                    <a:pt x="1305653" y="35131"/>
                  </a:lnTo>
                  <a:lnTo>
                    <a:pt x="1318580" y="35200"/>
                  </a:lnTo>
                  <a:lnTo>
                    <a:pt x="1331507" y="35264"/>
                  </a:lnTo>
                  <a:lnTo>
                    <a:pt x="1344435" y="35323"/>
                  </a:lnTo>
                  <a:lnTo>
                    <a:pt x="1357362" y="35377"/>
                  </a:lnTo>
                  <a:lnTo>
                    <a:pt x="1370289" y="35426"/>
                  </a:lnTo>
                  <a:lnTo>
                    <a:pt x="1383216" y="35470"/>
                  </a:lnTo>
                  <a:lnTo>
                    <a:pt x="1396144" y="35509"/>
                  </a:lnTo>
                  <a:lnTo>
                    <a:pt x="1409071" y="35544"/>
                  </a:lnTo>
                  <a:lnTo>
                    <a:pt x="1421998" y="35575"/>
                  </a:lnTo>
                  <a:lnTo>
                    <a:pt x="1434925" y="35601"/>
                  </a:lnTo>
                  <a:lnTo>
                    <a:pt x="1447853" y="35623"/>
                  </a:lnTo>
                  <a:lnTo>
                    <a:pt x="1460780" y="35641"/>
                  </a:lnTo>
                  <a:lnTo>
                    <a:pt x="1473707" y="35655"/>
                  </a:lnTo>
                  <a:lnTo>
                    <a:pt x="1486634" y="35666"/>
                  </a:lnTo>
                  <a:lnTo>
                    <a:pt x="1499562" y="35672"/>
                  </a:lnTo>
                  <a:lnTo>
                    <a:pt x="1512489" y="35676"/>
                  </a:lnTo>
                  <a:lnTo>
                    <a:pt x="1525416" y="35676"/>
                  </a:lnTo>
                  <a:lnTo>
                    <a:pt x="1538344" y="35672"/>
                  </a:lnTo>
                  <a:lnTo>
                    <a:pt x="1551271" y="35666"/>
                  </a:lnTo>
                  <a:lnTo>
                    <a:pt x="1564198" y="35656"/>
                  </a:lnTo>
                  <a:lnTo>
                    <a:pt x="1577125" y="35643"/>
                  </a:lnTo>
                  <a:lnTo>
                    <a:pt x="1590053" y="35628"/>
                  </a:lnTo>
                  <a:lnTo>
                    <a:pt x="1602980" y="35610"/>
                  </a:lnTo>
                  <a:lnTo>
                    <a:pt x="1615907" y="35589"/>
                  </a:lnTo>
                  <a:lnTo>
                    <a:pt x="1628834" y="35566"/>
                  </a:lnTo>
                  <a:lnTo>
                    <a:pt x="1641762" y="35540"/>
                  </a:lnTo>
                  <a:lnTo>
                    <a:pt x="1654689" y="35512"/>
                  </a:lnTo>
                  <a:lnTo>
                    <a:pt x="1667616" y="35481"/>
                  </a:lnTo>
                  <a:lnTo>
                    <a:pt x="1680543" y="35449"/>
                  </a:lnTo>
                  <a:lnTo>
                    <a:pt x="1693471" y="35414"/>
                  </a:lnTo>
                  <a:lnTo>
                    <a:pt x="1706398" y="35378"/>
                  </a:lnTo>
                  <a:lnTo>
                    <a:pt x="1719325" y="35339"/>
                  </a:lnTo>
                  <a:lnTo>
                    <a:pt x="1732252" y="35299"/>
                  </a:lnTo>
                  <a:lnTo>
                    <a:pt x="1745180" y="35257"/>
                  </a:lnTo>
                  <a:lnTo>
                    <a:pt x="1758107" y="35213"/>
                  </a:lnTo>
                  <a:lnTo>
                    <a:pt x="1771034" y="35168"/>
                  </a:lnTo>
                  <a:lnTo>
                    <a:pt x="1783961" y="35121"/>
                  </a:lnTo>
                  <a:lnTo>
                    <a:pt x="1796889" y="35072"/>
                  </a:lnTo>
                  <a:lnTo>
                    <a:pt x="1809816" y="35023"/>
                  </a:lnTo>
                  <a:lnTo>
                    <a:pt x="1822743" y="34972"/>
                  </a:lnTo>
                  <a:lnTo>
                    <a:pt x="1835671" y="34919"/>
                  </a:lnTo>
                  <a:lnTo>
                    <a:pt x="1848598" y="34866"/>
                  </a:lnTo>
                  <a:lnTo>
                    <a:pt x="1861525" y="34811"/>
                  </a:lnTo>
                  <a:lnTo>
                    <a:pt x="1874452" y="34755"/>
                  </a:lnTo>
                  <a:lnTo>
                    <a:pt x="1887380" y="34698"/>
                  </a:lnTo>
                  <a:lnTo>
                    <a:pt x="1900307" y="34640"/>
                  </a:lnTo>
                  <a:lnTo>
                    <a:pt x="1913234" y="34581"/>
                  </a:lnTo>
                  <a:lnTo>
                    <a:pt x="1926161" y="34521"/>
                  </a:lnTo>
                  <a:lnTo>
                    <a:pt x="1939089" y="34461"/>
                  </a:lnTo>
                  <a:lnTo>
                    <a:pt x="1952016" y="34399"/>
                  </a:lnTo>
                  <a:lnTo>
                    <a:pt x="1964943" y="34337"/>
                  </a:lnTo>
                  <a:lnTo>
                    <a:pt x="1977870" y="34274"/>
                  </a:lnTo>
                  <a:lnTo>
                    <a:pt x="1990798" y="34210"/>
                  </a:lnTo>
                  <a:lnTo>
                    <a:pt x="2003725" y="34146"/>
                  </a:lnTo>
                  <a:lnTo>
                    <a:pt x="2016652" y="34081"/>
                  </a:lnTo>
                  <a:lnTo>
                    <a:pt x="2029579" y="34015"/>
                  </a:lnTo>
                  <a:lnTo>
                    <a:pt x="2042507" y="33949"/>
                  </a:lnTo>
                  <a:lnTo>
                    <a:pt x="2055434" y="33882"/>
                  </a:lnTo>
                  <a:lnTo>
                    <a:pt x="2068361" y="33815"/>
                  </a:lnTo>
                  <a:lnTo>
                    <a:pt x="2081288" y="33747"/>
                  </a:lnTo>
                  <a:lnTo>
                    <a:pt x="2094216" y="33679"/>
                  </a:lnTo>
                  <a:lnTo>
                    <a:pt x="2107143" y="33610"/>
                  </a:lnTo>
                  <a:lnTo>
                    <a:pt x="2120070" y="33541"/>
                  </a:lnTo>
                  <a:lnTo>
                    <a:pt x="2132998" y="33472"/>
                  </a:lnTo>
                  <a:lnTo>
                    <a:pt x="2145925" y="33402"/>
                  </a:lnTo>
                  <a:lnTo>
                    <a:pt x="2158852" y="33332"/>
                  </a:lnTo>
                  <a:lnTo>
                    <a:pt x="2171779" y="33262"/>
                  </a:lnTo>
                  <a:lnTo>
                    <a:pt x="2184707" y="33192"/>
                  </a:lnTo>
                  <a:lnTo>
                    <a:pt x="2197634" y="33121"/>
                  </a:lnTo>
                  <a:lnTo>
                    <a:pt x="2210561" y="33050"/>
                  </a:lnTo>
                  <a:lnTo>
                    <a:pt x="2223488" y="32979"/>
                  </a:lnTo>
                  <a:lnTo>
                    <a:pt x="2236416" y="32908"/>
                  </a:lnTo>
                  <a:lnTo>
                    <a:pt x="2249343" y="32837"/>
                  </a:lnTo>
                  <a:lnTo>
                    <a:pt x="2262270" y="32765"/>
                  </a:lnTo>
                  <a:lnTo>
                    <a:pt x="2275197" y="32694"/>
                  </a:lnTo>
                  <a:lnTo>
                    <a:pt x="2288125" y="32623"/>
                  </a:lnTo>
                  <a:lnTo>
                    <a:pt x="2301052" y="32551"/>
                  </a:lnTo>
                  <a:lnTo>
                    <a:pt x="2313979" y="32480"/>
                  </a:lnTo>
                  <a:lnTo>
                    <a:pt x="2313979" y="150009"/>
                  </a:lnTo>
                  <a:lnTo>
                    <a:pt x="2301052" y="150322"/>
                  </a:lnTo>
                  <a:lnTo>
                    <a:pt x="2288125" y="150636"/>
                  </a:lnTo>
                  <a:lnTo>
                    <a:pt x="2275197" y="150950"/>
                  </a:lnTo>
                  <a:lnTo>
                    <a:pt x="2262270" y="151263"/>
                  </a:lnTo>
                  <a:lnTo>
                    <a:pt x="2249343" y="151577"/>
                  </a:lnTo>
                  <a:lnTo>
                    <a:pt x="2236416" y="151890"/>
                  </a:lnTo>
                  <a:lnTo>
                    <a:pt x="2223488" y="152204"/>
                  </a:lnTo>
                  <a:lnTo>
                    <a:pt x="2210561" y="152518"/>
                  </a:lnTo>
                  <a:lnTo>
                    <a:pt x="2197634" y="152831"/>
                  </a:lnTo>
                  <a:lnTo>
                    <a:pt x="2184707" y="153145"/>
                  </a:lnTo>
                  <a:lnTo>
                    <a:pt x="2171779" y="153459"/>
                  </a:lnTo>
                  <a:lnTo>
                    <a:pt x="2158852" y="153773"/>
                  </a:lnTo>
                  <a:lnTo>
                    <a:pt x="2145925" y="154087"/>
                  </a:lnTo>
                  <a:lnTo>
                    <a:pt x="2132998" y="154401"/>
                  </a:lnTo>
                  <a:lnTo>
                    <a:pt x="2120070" y="154716"/>
                  </a:lnTo>
                  <a:lnTo>
                    <a:pt x="2107143" y="155030"/>
                  </a:lnTo>
                  <a:lnTo>
                    <a:pt x="2094216" y="155345"/>
                  </a:lnTo>
                  <a:lnTo>
                    <a:pt x="2081288" y="155660"/>
                  </a:lnTo>
                  <a:lnTo>
                    <a:pt x="2068361" y="155975"/>
                  </a:lnTo>
                  <a:lnTo>
                    <a:pt x="2055434" y="156291"/>
                  </a:lnTo>
                  <a:lnTo>
                    <a:pt x="2042507" y="156607"/>
                  </a:lnTo>
                  <a:lnTo>
                    <a:pt x="2029579" y="156923"/>
                  </a:lnTo>
                  <a:lnTo>
                    <a:pt x="2016652" y="157239"/>
                  </a:lnTo>
                  <a:lnTo>
                    <a:pt x="2003725" y="157556"/>
                  </a:lnTo>
                  <a:lnTo>
                    <a:pt x="1990798" y="157873"/>
                  </a:lnTo>
                  <a:lnTo>
                    <a:pt x="1977870" y="158191"/>
                  </a:lnTo>
                  <a:lnTo>
                    <a:pt x="1964943" y="158510"/>
                  </a:lnTo>
                  <a:lnTo>
                    <a:pt x="1952016" y="158829"/>
                  </a:lnTo>
                  <a:lnTo>
                    <a:pt x="1939089" y="159148"/>
                  </a:lnTo>
                  <a:lnTo>
                    <a:pt x="1926161" y="159469"/>
                  </a:lnTo>
                  <a:lnTo>
                    <a:pt x="1913234" y="159790"/>
                  </a:lnTo>
                  <a:lnTo>
                    <a:pt x="1900307" y="160111"/>
                  </a:lnTo>
                  <a:lnTo>
                    <a:pt x="1887380" y="160434"/>
                  </a:lnTo>
                  <a:lnTo>
                    <a:pt x="1874452" y="160757"/>
                  </a:lnTo>
                  <a:lnTo>
                    <a:pt x="1861525" y="161081"/>
                  </a:lnTo>
                  <a:lnTo>
                    <a:pt x="1848598" y="161407"/>
                  </a:lnTo>
                  <a:lnTo>
                    <a:pt x="1835671" y="161733"/>
                  </a:lnTo>
                  <a:lnTo>
                    <a:pt x="1822743" y="162060"/>
                  </a:lnTo>
                  <a:lnTo>
                    <a:pt x="1809816" y="162388"/>
                  </a:lnTo>
                  <a:lnTo>
                    <a:pt x="1796889" y="162718"/>
                  </a:lnTo>
                  <a:lnTo>
                    <a:pt x="1783961" y="163049"/>
                  </a:lnTo>
                  <a:lnTo>
                    <a:pt x="1771034" y="163381"/>
                  </a:lnTo>
                  <a:lnTo>
                    <a:pt x="1758107" y="163714"/>
                  </a:lnTo>
                  <a:lnTo>
                    <a:pt x="1745180" y="164048"/>
                  </a:lnTo>
                  <a:lnTo>
                    <a:pt x="1732252" y="164384"/>
                  </a:lnTo>
                  <a:lnTo>
                    <a:pt x="1719325" y="164722"/>
                  </a:lnTo>
                  <a:lnTo>
                    <a:pt x="1706398" y="165060"/>
                  </a:lnTo>
                  <a:lnTo>
                    <a:pt x="1693471" y="165401"/>
                  </a:lnTo>
                  <a:lnTo>
                    <a:pt x="1680543" y="165743"/>
                  </a:lnTo>
                  <a:lnTo>
                    <a:pt x="1667616" y="166086"/>
                  </a:lnTo>
                  <a:lnTo>
                    <a:pt x="1654689" y="166431"/>
                  </a:lnTo>
                  <a:lnTo>
                    <a:pt x="1641762" y="166778"/>
                  </a:lnTo>
                  <a:lnTo>
                    <a:pt x="1628834" y="167126"/>
                  </a:lnTo>
                  <a:lnTo>
                    <a:pt x="1615907" y="167477"/>
                  </a:lnTo>
                  <a:lnTo>
                    <a:pt x="1602980" y="167828"/>
                  </a:lnTo>
                  <a:lnTo>
                    <a:pt x="1590053" y="168182"/>
                  </a:lnTo>
                  <a:lnTo>
                    <a:pt x="1577125" y="168538"/>
                  </a:lnTo>
                  <a:lnTo>
                    <a:pt x="1564198" y="168895"/>
                  </a:lnTo>
                  <a:lnTo>
                    <a:pt x="1551271" y="169254"/>
                  </a:lnTo>
                  <a:lnTo>
                    <a:pt x="1538344" y="169615"/>
                  </a:lnTo>
                  <a:lnTo>
                    <a:pt x="1525416" y="169978"/>
                  </a:lnTo>
                  <a:lnTo>
                    <a:pt x="1512489" y="170342"/>
                  </a:lnTo>
                  <a:lnTo>
                    <a:pt x="1499562" y="170709"/>
                  </a:lnTo>
                  <a:lnTo>
                    <a:pt x="1486634" y="171077"/>
                  </a:lnTo>
                  <a:lnTo>
                    <a:pt x="1473707" y="171447"/>
                  </a:lnTo>
                  <a:lnTo>
                    <a:pt x="1460780" y="171820"/>
                  </a:lnTo>
                  <a:lnTo>
                    <a:pt x="1447853" y="172194"/>
                  </a:lnTo>
                  <a:lnTo>
                    <a:pt x="1434925" y="172569"/>
                  </a:lnTo>
                  <a:lnTo>
                    <a:pt x="1421998" y="172947"/>
                  </a:lnTo>
                  <a:lnTo>
                    <a:pt x="1409071" y="173327"/>
                  </a:lnTo>
                  <a:lnTo>
                    <a:pt x="1396144" y="173708"/>
                  </a:lnTo>
                  <a:lnTo>
                    <a:pt x="1383216" y="174091"/>
                  </a:lnTo>
                  <a:lnTo>
                    <a:pt x="1370289" y="174476"/>
                  </a:lnTo>
                  <a:lnTo>
                    <a:pt x="1357362" y="174863"/>
                  </a:lnTo>
                  <a:lnTo>
                    <a:pt x="1344435" y="175251"/>
                  </a:lnTo>
                  <a:lnTo>
                    <a:pt x="1331507" y="175642"/>
                  </a:lnTo>
                  <a:lnTo>
                    <a:pt x="1318580" y="176034"/>
                  </a:lnTo>
                  <a:lnTo>
                    <a:pt x="1305653" y="176427"/>
                  </a:lnTo>
                  <a:lnTo>
                    <a:pt x="1292726" y="176822"/>
                  </a:lnTo>
                  <a:lnTo>
                    <a:pt x="1279798" y="177219"/>
                  </a:lnTo>
                  <a:lnTo>
                    <a:pt x="1266871" y="177618"/>
                  </a:lnTo>
                  <a:lnTo>
                    <a:pt x="1253944" y="178018"/>
                  </a:lnTo>
                  <a:lnTo>
                    <a:pt x="1241017" y="178420"/>
                  </a:lnTo>
                  <a:lnTo>
                    <a:pt x="1228089" y="178823"/>
                  </a:lnTo>
                  <a:lnTo>
                    <a:pt x="1215162" y="179228"/>
                  </a:lnTo>
                  <a:lnTo>
                    <a:pt x="1202235" y="179634"/>
                  </a:lnTo>
                  <a:lnTo>
                    <a:pt x="1189307" y="180042"/>
                  </a:lnTo>
                  <a:lnTo>
                    <a:pt x="1176380" y="180452"/>
                  </a:lnTo>
                  <a:lnTo>
                    <a:pt x="1163453" y="180862"/>
                  </a:lnTo>
                  <a:lnTo>
                    <a:pt x="1150526" y="181275"/>
                  </a:lnTo>
                  <a:lnTo>
                    <a:pt x="1137598" y="181689"/>
                  </a:lnTo>
                  <a:lnTo>
                    <a:pt x="1124671" y="182104"/>
                  </a:lnTo>
                  <a:lnTo>
                    <a:pt x="1111744" y="182521"/>
                  </a:lnTo>
                  <a:lnTo>
                    <a:pt x="1098817" y="182939"/>
                  </a:lnTo>
                  <a:lnTo>
                    <a:pt x="1085889" y="183359"/>
                  </a:lnTo>
                  <a:lnTo>
                    <a:pt x="1072962" y="183780"/>
                  </a:lnTo>
                  <a:lnTo>
                    <a:pt x="1060035" y="184203"/>
                  </a:lnTo>
                  <a:lnTo>
                    <a:pt x="1047108" y="184627"/>
                  </a:lnTo>
                  <a:lnTo>
                    <a:pt x="1034180" y="185053"/>
                  </a:lnTo>
                  <a:lnTo>
                    <a:pt x="1021253" y="185480"/>
                  </a:lnTo>
                  <a:lnTo>
                    <a:pt x="1008326" y="185909"/>
                  </a:lnTo>
                  <a:lnTo>
                    <a:pt x="995399" y="186339"/>
                  </a:lnTo>
                  <a:lnTo>
                    <a:pt x="982471" y="186772"/>
                  </a:lnTo>
                  <a:lnTo>
                    <a:pt x="969544" y="187206"/>
                  </a:lnTo>
                  <a:lnTo>
                    <a:pt x="956617" y="187641"/>
                  </a:lnTo>
                  <a:lnTo>
                    <a:pt x="943690" y="188079"/>
                  </a:lnTo>
                  <a:lnTo>
                    <a:pt x="930762" y="188518"/>
                  </a:lnTo>
                  <a:lnTo>
                    <a:pt x="917835" y="188959"/>
                  </a:lnTo>
                  <a:lnTo>
                    <a:pt x="904908" y="189402"/>
                  </a:lnTo>
                  <a:lnTo>
                    <a:pt x="891980" y="189848"/>
                  </a:lnTo>
                  <a:lnTo>
                    <a:pt x="879053" y="190295"/>
                  </a:lnTo>
                  <a:lnTo>
                    <a:pt x="866126" y="190744"/>
                  </a:lnTo>
                  <a:lnTo>
                    <a:pt x="853199" y="191196"/>
                  </a:lnTo>
                  <a:lnTo>
                    <a:pt x="840271" y="191650"/>
                  </a:lnTo>
                  <a:lnTo>
                    <a:pt x="827344" y="192107"/>
                  </a:lnTo>
                  <a:lnTo>
                    <a:pt x="814417" y="192566"/>
                  </a:lnTo>
                  <a:lnTo>
                    <a:pt x="801490" y="193027"/>
                  </a:lnTo>
                  <a:lnTo>
                    <a:pt x="788562" y="193492"/>
                  </a:lnTo>
                  <a:lnTo>
                    <a:pt x="775635" y="193959"/>
                  </a:lnTo>
                  <a:lnTo>
                    <a:pt x="762708" y="194429"/>
                  </a:lnTo>
                  <a:lnTo>
                    <a:pt x="749781" y="194902"/>
                  </a:lnTo>
                  <a:lnTo>
                    <a:pt x="736853" y="195378"/>
                  </a:lnTo>
                  <a:lnTo>
                    <a:pt x="723926" y="195857"/>
                  </a:lnTo>
                  <a:lnTo>
                    <a:pt x="710999" y="196339"/>
                  </a:lnTo>
                  <a:lnTo>
                    <a:pt x="698072" y="196825"/>
                  </a:lnTo>
                  <a:lnTo>
                    <a:pt x="685144" y="197315"/>
                  </a:lnTo>
                  <a:lnTo>
                    <a:pt x="672217" y="197808"/>
                  </a:lnTo>
                  <a:lnTo>
                    <a:pt x="659290" y="198305"/>
                  </a:lnTo>
                  <a:lnTo>
                    <a:pt x="646363" y="198805"/>
                  </a:lnTo>
                  <a:lnTo>
                    <a:pt x="633435" y="199310"/>
                  </a:lnTo>
                  <a:lnTo>
                    <a:pt x="620508" y="199818"/>
                  </a:lnTo>
                  <a:lnTo>
                    <a:pt x="607581" y="200331"/>
                  </a:lnTo>
                  <a:lnTo>
                    <a:pt x="594653" y="200848"/>
                  </a:lnTo>
                  <a:lnTo>
                    <a:pt x="581726" y="201369"/>
                  </a:lnTo>
                  <a:lnTo>
                    <a:pt x="568799" y="201894"/>
                  </a:lnTo>
                  <a:lnTo>
                    <a:pt x="555872" y="202424"/>
                  </a:lnTo>
                  <a:lnTo>
                    <a:pt x="542944" y="202959"/>
                  </a:lnTo>
                  <a:lnTo>
                    <a:pt x="530017" y="203498"/>
                  </a:lnTo>
                  <a:lnTo>
                    <a:pt x="517090" y="204041"/>
                  </a:lnTo>
                  <a:lnTo>
                    <a:pt x="504163" y="204589"/>
                  </a:lnTo>
                  <a:lnTo>
                    <a:pt x="491235" y="205142"/>
                  </a:lnTo>
                  <a:lnTo>
                    <a:pt x="478308" y="205700"/>
                  </a:lnTo>
                  <a:lnTo>
                    <a:pt x="465381" y="206262"/>
                  </a:lnTo>
                  <a:lnTo>
                    <a:pt x="452454" y="206829"/>
                  </a:lnTo>
                  <a:lnTo>
                    <a:pt x="439526" y="207401"/>
                  </a:lnTo>
                  <a:lnTo>
                    <a:pt x="426599" y="207978"/>
                  </a:lnTo>
                  <a:lnTo>
                    <a:pt x="413672" y="208559"/>
                  </a:lnTo>
                  <a:lnTo>
                    <a:pt x="400745" y="209145"/>
                  </a:lnTo>
                  <a:lnTo>
                    <a:pt x="387817" y="209736"/>
                  </a:lnTo>
                  <a:lnTo>
                    <a:pt x="374890" y="210331"/>
                  </a:lnTo>
                  <a:lnTo>
                    <a:pt x="361963" y="210931"/>
                  </a:lnTo>
                  <a:lnTo>
                    <a:pt x="349036" y="211535"/>
                  </a:lnTo>
                  <a:lnTo>
                    <a:pt x="336108" y="212143"/>
                  </a:lnTo>
                  <a:lnTo>
                    <a:pt x="323181" y="212756"/>
                  </a:lnTo>
                  <a:lnTo>
                    <a:pt x="310254" y="213373"/>
                  </a:lnTo>
                  <a:lnTo>
                    <a:pt x="297326" y="213994"/>
                  </a:lnTo>
                  <a:lnTo>
                    <a:pt x="284399" y="214618"/>
                  </a:lnTo>
                  <a:lnTo>
                    <a:pt x="271472" y="215247"/>
                  </a:lnTo>
                  <a:lnTo>
                    <a:pt x="258545" y="215879"/>
                  </a:lnTo>
                  <a:lnTo>
                    <a:pt x="245617" y="216514"/>
                  </a:lnTo>
                  <a:lnTo>
                    <a:pt x="232690" y="217153"/>
                  </a:lnTo>
                  <a:lnTo>
                    <a:pt x="219763" y="217794"/>
                  </a:lnTo>
                  <a:lnTo>
                    <a:pt x="206836" y="218439"/>
                  </a:lnTo>
                  <a:lnTo>
                    <a:pt x="193908" y="219086"/>
                  </a:lnTo>
                  <a:lnTo>
                    <a:pt x="180981" y="219735"/>
                  </a:lnTo>
                  <a:lnTo>
                    <a:pt x="168054" y="220387"/>
                  </a:lnTo>
                  <a:lnTo>
                    <a:pt x="155127" y="221041"/>
                  </a:lnTo>
                  <a:lnTo>
                    <a:pt x="142199" y="221696"/>
                  </a:lnTo>
                  <a:lnTo>
                    <a:pt x="129272" y="222354"/>
                  </a:lnTo>
                  <a:lnTo>
                    <a:pt x="116345" y="223012"/>
                  </a:lnTo>
                  <a:lnTo>
                    <a:pt x="103418" y="223672"/>
                  </a:lnTo>
                  <a:lnTo>
                    <a:pt x="90490" y="224332"/>
                  </a:lnTo>
                  <a:lnTo>
                    <a:pt x="77563" y="224994"/>
                  </a:lnTo>
                  <a:lnTo>
                    <a:pt x="64636" y="225656"/>
                  </a:lnTo>
                  <a:lnTo>
                    <a:pt x="51709" y="226318"/>
                  </a:lnTo>
                  <a:lnTo>
                    <a:pt x="38781" y="226981"/>
                  </a:lnTo>
                  <a:lnTo>
                    <a:pt x="25854" y="227644"/>
                  </a:lnTo>
                  <a:lnTo>
                    <a:pt x="12927" y="228307"/>
                  </a:lnTo>
                  <a:lnTo>
                    <a:pt x="0" y="2289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08431" y="1330853"/>
              <a:ext cx="2313979" cy="35676"/>
            </a:xfrm>
            <a:custGeom>
              <a:avLst/>
              <a:pathLst>
                <a:path w="2313979" h="35676">
                  <a:moveTo>
                    <a:pt x="0" y="0"/>
                  </a:moveTo>
                  <a:lnTo>
                    <a:pt x="12927" y="471"/>
                  </a:lnTo>
                  <a:lnTo>
                    <a:pt x="25854" y="942"/>
                  </a:lnTo>
                  <a:lnTo>
                    <a:pt x="38781" y="1413"/>
                  </a:lnTo>
                  <a:lnTo>
                    <a:pt x="51709" y="1884"/>
                  </a:lnTo>
                  <a:lnTo>
                    <a:pt x="64636" y="2355"/>
                  </a:lnTo>
                  <a:lnTo>
                    <a:pt x="77563" y="2826"/>
                  </a:lnTo>
                  <a:lnTo>
                    <a:pt x="90490" y="3298"/>
                  </a:lnTo>
                  <a:lnTo>
                    <a:pt x="103418" y="3769"/>
                  </a:lnTo>
                  <a:lnTo>
                    <a:pt x="116345" y="4240"/>
                  </a:lnTo>
                  <a:lnTo>
                    <a:pt x="129272" y="4712"/>
                  </a:lnTo>
                  <a:lnTo>
                    <a:pt x="142199" y="5183"/>
                  </a:lnTo>
                  <a:lnTo>
                    <a:pt x="155127" y="5654"/>
                  </a:lnTo>
                  <a:lnTo>
                    <a:pt x="168054" y="6125"/>
                  </a:lnTo>
                  <a:lnTo>
                    <a:pt x="180981" y="6597"/>
                  </a:lnTo>
                  <a:lnTo>
                    <a:pt x="193908" y="7068"/>
                  </a:lnTo>
                  <a:lnTo>
                    <a:pt x="206836" y="7539"/>
                  </a:lnTo>
                  <a:lnTo>
                    <a:pt x="219763" y="8010"/>
                  </a:lnTo>
                  <a:lnTo>
                    <a:pt x="232690" y="8481"/>
                  </a:lnTo>
                  <a:lnTo>
                    <a:pt x="245617" y="8952"/>
                  </a:lnTo>
                  <a:lnTo>
                    <a:pt x="258545" y="9422"/>
                  </a:lnTo>
                  <a:lnTo>
                    <a:pt x="271472" y="9892"/>
                  </a:lnTo>
                  <a:lnTo>
                    <a:pt x="284399" y="10362"/>
                  </a:lnTo>
                  <a:lnTo>
                    <a:pt x="297326" y="10831"/>
                  </a:lnTo>
                  <a:lnTo>
                    <a:pt x="310254" y="11300"/>
                  </a:lnTo>
                  <a:lnTo>
                    <a:pt x="323181" y="11768"/>
                  </a:lnTo>
                  <a:lnTo>
                    <a:pt x="336108" y="12235"/>
                  </a:lnTo>
                  <a:lnTo>
                    <a:pt x="349036" y="12701"/>
                  </a:lnTo>
                  <a:lnTo>
                    <a:pt x="361963" y="13167"/>
                  </a:lnTo>
                  <a:lnTo>
                    <a:pt x="374890" y="13631"/>
                  </a:lnTo>
                  <a:lnTo>
                    <a:pt x="387817" y="14094"/>
                  </a:lnTo>
                  <a:lnTo>
                    <a:pt x="400745" y="14556"/>
                  </a:lnTo>
                  <a:lnTo>
                    <a:pt x="413672" y="15016"/>
                  </a:lnTo>
                  <a:lnTo>
                    <a:pt x="426599" y="15475"/>
                  </a:lnTo>
                  <a:lnTo>
                    <a:pt x="439526" y="15932"/>
                  </a:lnTo>
                  <a:lnTo>
                    <a:pt x="452454" y="16387"/>
                  </a:lnTo>
                  <a:lnTo>
                    <a:pt x="465381" y="16840"/>
                  </a:lnTo>
                  <a:lnTo>
                    <a:pt x="478308" y="17290"/>
                  </a:lnTo>
                  <a:lnTo>
                    <a:pt x="491235" y="17739"/>
                  </a:lnTo>
                  <a:lnTo>
                    <a:pt x="504163" y="18185"/>
                  </a:lnTo>
                  <a:lnTo>
                    <a:pt x="517090" y="18628"/>
                  </a:lnTo>
                  <a:lnTo>
                    <a:pt x="530017" y="19068"/>
                  </a:lnTo>
                  <a:lnTo>
                    <a:pt x="542944" y="19505"/>
                  </a:lnTo>
                  <a:lnTo>
                    <a:pt x="555872" y="19939"/>
                  </a:lnTo>
                  <a:lnTo>
                    <a:pt x="568799" y="20369"/>
                  </a:lnTo>
                  <a:lnTo>
                    <a:pt x="581726" y="20796"/>
                  </a:lnTo>
                  <a:lnTo>
                    <a:pt x="594653" y="21219"/>
                  </a:lnTo>
                  <a:lnTo>
                    <a:pt x="607581" y="21639"/>
                  </a:lnTo>
                  <a:lnTo>
                    <a:pt x="620508" y="22054"/>
                  </a:lnTo>
                  <a:lnTo>
                    <a:pt x="633435" y="22464"/>
                  </a:lnTo>
                  <a:lnTo>
                    <a:pt x="646363" y="22870"/>
                  </a:lnTo>
                  <a:lnTo>
                    <a:pt x="659290" y="23272"/>
                  </a:lnTo>
                  <a:lnTo>
                    <a:pt x="672217" y="23668"/>
                  </a:lnTo>
                  <a:lnTo>
                    <a:pt x="685144" y="24060"/>
                  </a:lnTo>
                  <a:lnTo>
                    <a:pt x="698072" y="24446"/>
                  </a:lnTo>
                  <a:lnTo>
                    <a:pt x="710999" y="24827"/>
                  </a:lnTo>
                  <a:lnTo>
                    <a:pt x="723926" y="25203"/>
                  </a:lnTo>
                  <a:lnTo>
                    <a:pt x="736853" y="25572"/>
                  </a:lnTo>
                  <a:lnTo>
                    <a:pt x="749781" y="25936"/>
                  </a:lnTo>
                  <a:lnTo>
                    <a:pt x="762708" y="26294"/>
                  </a:lnTo>
                  <a:lnTo>
                    <a:pt x="775635" y="26646"/>
                  </a:lnTo>
                  <a:lnTo>
                    <a:pt x="788562" y="26992"/>
                  </a:lnTo>
                  <a:lnTo>
                    <a:pt x="801490" y="27331"/>
                  </a:lnTo>
                  <a:lnTo>
                    <a:pt x="814417" y="27664"/>
                  </a:lnTo>
                  <a:lnTo>
                    <a:pt x="827344" y="27990"/>
                  </a:lnTo>
                  <a:lnTo>
                    <a:pt x="840271" y="28310"/>
                  </a:lnTo>
                  <a:lnTo>
                    <a:pt x="853199" y="28622"/>
                  </a:lnTo>
                  <a:lnTo>
                    <a:pt x="866126" y="28928"/>
                  </a:lnTo>
                  <a:lnTo>
                    <a:pt x="879053" y="29227"/>
                  </a:lnTo>
                  <a:lnTo>
                    <a:pt x="891980" y="29519"/>
                  </a:lnTo>
                  <a:lnTo>
                    <a:pt x="904908" y="29804"/>
                  </a:lnTo>
                  <a:lnTo>
                    <a:pt x="917835" y="30082"/>
                  </a:lnTo>
                  <a:lnTo>
                    <a:pt x="930762" y="30352"/>
                  </a:lnTo>
                  <a:lnTo>
                    <a:pt x="943690" y="30615"/>
                  </a:lnTo>
                  <a:lnTo>
                    <a:pt x="956617" y="30872"/>
                  </a:lnTo>
                  <a:lnTo>
                    <a:pt x="969544" y="31120"/>
                  </a:lnTo>
                  <a:lnTo>
                    <a:pt x="982471" y="31362"/>
                  </a:lnTo>
                  <a:lnTo>
                    <a:pt x="995399" y="31596"/>
                  </a:lnTo>
                  <a:lnTo>
                    <a:pt x="1008326" y="31823"/>
                  </a:lnTo>
                  <a:lnTo>
                    <a:pt x="1021253" y="32042"/>
                  </a:lnTo>
                  <a:lnTo>
                    <a:pt x="1034180" y="32255"/>
                  </a:lnTo>
                  <a:lnTo>
                    <a:pt x="1047108" y="32460"/>
                  </a:lnTo>
                  <a:lnTo>
                    <a:pt x="1060035" y="32658"/>
                  </a:lnTo>
                  <a:lnTo>
                    <a:pt x="1072962" y="32848"/>
                  </a:lnTo>
                  <a:lnTo>
                    <a:pt x="1085889" y="33032"/>
                  </a:lnTo>
                  <a:lnTo>
                    <a:pt x="1098817" y="33208"/>
                  </a:lnTo>
                  <a:lnTo>
                    <a:pt x="1111744" y="33377"/>
                  </a:lnTo>
                  <a:lnTo>
                    <a:pt x="1124671" y="33540"/>
                  </a:lnTo>
                  <a:lnTo>
                    <a:pt x="1137598" y="33695"/>
                  </a:lnTo>
                  <a:lnTo>
                    <a:pt x="1150526" y="33844"/>
                  </a:lnTo>
                  <a:lnTo>
                    <a:pt x="1163453" y="33986"/>
                  </a:lnTo>
                  <a:lnTo>
                    <a:pt x="1176380" y="34121"/>
                  </a:lnTo>
                  <a:lnTo>
                    <a:pt x="1189307" y="34250"/>
                  </a:lnTo>
                  <a:lnTo>
                    <a:pt x="1202235" y="34372"/>
                  </a:lnTo>
                  <a:lnTo>
                    <a:pt x="1215162" y="34488"/>
                  </a:lnTo>
                  <a:lnTo>
                    <a:pt x="1228089" y="34598"/>
                  </a:lnTo>
                  <a:lnTo>
                    <a:pt x="1241017" y="34701"/>
                  </a:lnTo>
                  <a:lnTo>
                    <a:pt x="1253944" y="34799"/>
                  </a:lnTo>
                  <a:lnTo>
                    <a:pt x="1266871" y="34890"/>
                  </a:lnTo>
                  <a:lnTo>
                    <a:pt x="1279798" y="34976"/>
                  </a:lnTo>
                  <a:lnTo>
                    <a:pt x="1292726" y="35057"/>
                  </a:lnTo>
                  <a:lnTo>
                    <a:pt x="1305653" y="35131"/>
                  </a:lnTo>
                  <a:lnTo>
                    <a:pt x="1318580" y="35200"/>
                  </a:lnTo>
                  <a:lnTo>
                    <a:pt x="1331507" y="35264"/>
                  </a:lnTo>
                  <a:lnTo>
                    <a:pt x="1344435" y="35323"/>
                  </a:lnTo>
                  <a:lnTo>
                    <a:pt x="1357362" y="35377"/>
                  </a:lnTo>
                  <a:lnTo>
                    <a:pt x="1370289" y="35426"/>
                  </a:lnTo>
                  <a:lnTo>
                    <a:pt x="1383216" y="35470"/>
                  </a:lnTo>
                  <a:lnTo>
                    <a:pt x="1396144" y="35509"/>
                  </a:lnTo>
                  <a:lnTo>
                    <a:pt x="1409071" y="35544"/>
                  </a:lnTo>
                  <a:lnTo>
                    <a:pt x="1421998" y="35575"/>
                  </a:lnTo>
                  <a:lnTo>
                    <a:pt x="1434925" y="35601"/>
                  </a:lnTo>
                  <a:lnTo>
                    <a:pt x="1447853" y="35623"/>
                  </a:lnTo>
                  <a:lnTo>
                    <a:pt x="1460780" y="35641"/>
                  </a:lnTo>
                  <a:lnTo>
                    <a:pt x="1473707" y="35655"/>
                  </a:lnTo>
                  <a:lnTo>
                    <a:pt x="1486634" y="35666"/>
                  </a:lnTo>
                  <a:lnTo>
                    <a:pt x="1499562" y="35672"/>
                  </a:lnTo>
                  <a:lnTo>
                    <a:pt x="1512489" y="35676"/>
                  </a:lnTo>
                  <a:lnTo>
                    <a:pt x="1525416" y="35676"/>
                  </a:lnTo>
                  <a:lnTo>
                    <a:pt x="1538344" y="35672"/>
                  </a:lnTo>
                  <a:lnTo>
                    <a:pt x="1551271" y="35666"/>
                  </a:lnTo>
                  <a:lnTo>
                    <a:pt x="1564198" y="35656"/>
                  </a:lnTo>
                  <a:lnTo>
                    <a:pt x="1577125" y="35643"/>
                  </a:lnTo>
                  <a:lnTo>
                    <a:pt x="1590053" y="35628"/>
                  </a:lnTo>
                  <a:lnTo>
                    <a:pt x="1602980" y="35610"/>
                  </a:lnTo>
                  <a:lnTo>
                    <a:pt x="1615907" y="35589"/>
                  </a:lnTo>
                  <a:lnTo>
                    <a:pt x="1628834" y="35566"/>
                  </a:lnTo>
                  <a:lnTo>
                    <a:pt x="1641762" y="35540"/>
                  </a:lnTo>
                  <a:lnTo>
                    <a:pt x="1654689" y="35512"/>
                  </a:lnTo>
                  <a:lnTo>
                    <a:pt x="1667616" y="35481"/>
                  </a:lnTo>
                  <a:lnTo>
                    <a:pt x="1680543" y="35449"/>
                  </a:lnTo>
                  <a:lnTo>
                    <a:pt x="1693471" y="35414"/>
                  </a:lnTo>
                  <a:lnTo>
                    <a:pt x="1706398" y="35378"/>
                  </a:lnTo>
                  <a:lnTo>
                    <a:pt x="1719325" y="35339"/>
                  </a:lnTo>
                  <a:lnTo>
                    <a:pt x="1732252" y="35299"/>
                  </a:lnTo>
                  <a:lnTo>
                    <a:pt x="1745180" y="35257"/>
                  </a:lnTo>
                  <a:lnTo>
                    <a:pt x="1758107" y="35213"/>
                  </a:lnTo>
                  <a:lnTo>
                    <a:pt x="1771034" y="35168"/>
                  </a:lnTo>
                  <a:lnTo>
                    <a:pt x="1783961" y="35121"/>
                  </a:lnTo>
                  <a:lnTo>
                    <a:pt x="1796889" y="35072"/>
                  </a:lnTo>
                  <a:lnTo>
                    <a:pt x="1809816" y="35023"/>
                  </a:lnTo>
                  <a:lnTo>
                    <a:pt x="1822743" y="34972"/>
                  </a:lnTo>
                  <a:lnTo>
                    <a:pt x="1835671" y="34919"/>
                  </a:lnTo>
                  <a:lnTo>
                    <a:pt x="1848598" y="34866"/>
                  </a:lnTo>
                  <a:lnTo>
                    <a:pt x="1861525" y="34811"/>
                  </a:lnTo>
                  <a:lnTo>
                    <a:pt x="1874452" y="34755"/>
                  </a:lnTo>
                  <a:lnTo>
                    <a:pt x="1887380" y="34698"/>
                  </a:lnTo>
                  <a:lnTo>
                    <a:pt x="1900307" y="34640"/>
                  </a:lnTo>
                  <a:lnTo>
                    <a:pt x="1913234" y="34581"/>
                  </a:lnTo>
                  <a:lnTo>
                    <a:pt x="1926161" y="34521"/>
                  </a:lnTo>
                  <a:lnTo>
                    <a:pt x="1939089" y="34461"/>
                  </a:lnTo>
                  <a:lnTo>
                    <a:pt x="1952016" y="34399"/>
                  </a:lnTo>
                  <a:lnTo>
                    <a:pt x="1964943" y="34337"/>
                  </a:lnTo>
                  <a:lnTo>
                    <a:pt x="1977870" y="34274"/>
                  </a:lnTo>
                  <a:lnTo>
                    <a:pt x="1990798" y="34210"/>
                  </a:lnTo>
                  <a:lnTo>
                    <a:pt x="2003725" y="34146"/>
                  </a:lnTo>
                  <a:lnTo>
                    <a:pt x="2016652" y="34081"/>
                  </a:lnTo>
                  <a:lnTo>
                    <a:pt x="2029579" y="34015"/>
                  </a:lnTo>
                  <a:lnTo>
                    <a:pt x="2042507" y="33949"/>
                  </a:lnTo>
                  <a:lnTo>
                    <a:pt x="2055434" y="33882"/>
                  </a:lnTo>
                  <a:lnTo>
                    <a:pt x="2068361" y="33815"/>
                  </a:lnTo>
                  <a:lnTo>
                    <a:pt x="2081288" y="33747"/>
                  </a:lnTo>
                  <a:lnTo>
                    <a:pt x="2094216" y="33679"/>
                  </a:lnTo>
                  <a:lnTo>
                    <a:pt x="2107143" y="33610"/>
                  </a:lnTo>
                  <a:lnTo>
                    <a:pt x="2120070" y="33541"/>
                  </a:lnTo>
                  <a:lnTo>
                    <a:pt x="2132998" y="33472"/>
                  </a:lnTo>
                  <a:lnTo>
                    <a:pt x="2145925" y="33402"/>
                  </a:lnTo>
                  <a:lnTo>
                    <a:pt x="2158852" y="33332"/>
                  </a:lnTo>
                  <a:lnTo>
                    <a:pt x="2171779" y="33262"/>
                  </a:lnTo>
                  <a:lnTo>
                    <a:pt x="2184707" y="33192"/>
                  </a:lnTo>
                  <a:lnTo>
                    <a:pt x="2197634" y="33121"/>
                  </a:lnTo>
                  <a:lnTo>
                    <a:pt x="2210561" y="33050"/>
                  </a:lnTo>
                  <a:lnTo>
                    <a:pt x="2223488" y="32979"/>
                  </a:lnTo>
                  <a:lnTo>
                    <a:pt x="2236416" y="32908"/>
                  </a:lnTo>
                  <a:lnTo>
                    <a:pt x="2249343" y="32837"/>
                  </a:lnTo>
                  <a:lnTo>
                    <a:pt x="2262270" y="32765"/>
                  </a:lnTo>
                  <a:lnTo>
                    <a:pt x="2275197" y="32694"/>
                  </a:lnTo>
                  <a:lnTo>
                    <a:pt x="2288125" y="32623"/>
                  </a:lnTo>
                  <a:lnTo>
                    <a:pt x="2301052" y="32551"/>
                  </a:lnTo>
                  <a:lnTo>
                    <a:pt x="2313979" y="32480"/>
                  </a:lnTo>
                  <a:lnTo>
                    <a:pt x="2313979" y="324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08431" y="1480863"/>
              <a:ext cx="2313979" cy="78961"/>
            </a:xfrm>
            <a:custGeom>
              <a:avLst/>
              <a:pathLst>
                <a:path w="2313979" h="78961">
                  <a:moveTo>
                    <a:pt x="2313979" y="0"/>
                  </a:moveTo>
                  <a:lnTo>
                    <a:pt x="2301052" y="313"/>
                  </a:lnTo>
                  <a:lnTo>
                    <a:pt x="2288125" y="627"/>
                  </a:lnTo>
                  <a:lnTo>
                    <a:pt x="2275197" y="940"/>
                  </a:lnTo>
                  <a:lnTo>
                    <a:pt x="2262270" y="1254"/>
                  </a:lnTo>
                  <a:lnTo>
                    <a:pt x="2249343" y="1567"/>
                  </a:lnTo>
                  <a:lnTo>
                    <a:pt x="2236416" y="1881"/>
                  </a:lnTo>
                  <a:lnTo>
                    <a:pt x="2223488" y="2195"/>
                  </a:lnTo>
                  <a:lnTo>
                    <a:pt x="2210561" y="2508"/>
                  </a:lnTo>
                  <a:lnTo>
                    <a:pt x="2197634" y="2822"/>
                  </a:lnTo>
                  <a:lnTo>
                    <a:pt x="2184707" y="3136"/>
                  </a:lnTo>
                  <a:lnTo>
                    <a:pt x="2171779" y="3450"/>
                  </a:lnTo>
                  <a:lnTo>
                    <a:pt x="2158852" y="3764"/>
                  </a:lnTo>
                  <a:lnTo>
                    <a:pt x="2145925" y="4078"/>
                  </a:lnTo>
                  <a:lnTo>
                    <a:pt x="2132998" y="4392"/>
                  </a:lnTo>
                  <a:lnTo>
                    <a:pt x="2120070" y="4706"/>
                  </a:lnTo>
                  <a:lnTo>
                    <a:pt x="2107143" y="5021"/>
                  </a:lnTo>
                  <a:lnTo>
                    <a:pt x="2094216" y="5336"/>
                  </a:lnTo>
                  <a:lnTo>
                    <a:pt x="2081288" y="5651"/>
                  </a:lnTo>
                  <a:lnTo>
                    <a:pt x="2068361" y="5966"/>
                  </a:lnTo>
                  <a:lnTo>
                    <a:pt x="2055434" y="6281"/>
                  </a:lnTo>
                  <a:lnTo>
                    <a:pt x="2042507" y="6597"/>
                  </a:lnTo>
                  <a:lnTo>
                    <a:pt x="2029579" y="6913"/>
                  </a:lnTo>
                  <a:lnTo>
                    <a:pt x="2016652" y="7230"/>
                  </a:lnTo>
                  <a:lnTo>
                    <a:pt x="2003725" y="7547"/>
                  </a:lnTo>
                  <a:lnTo>
                    <a:pt x="1990798" y="7864"/>
                  </a:lnTo>
                  <a:lnTo>
                    <a:pt x="1977870" y="8182"/>
                  </a:lnTo>
                  <a:lnTo>
                    <a:pt x="1964943" y="8500"/>
                  </a:lnTo>
                  <a:lnTo>
                    <a:pt x="1952016" y="8819"/>
                  </a:lnTo>
                  <a:lnTo>
                    <a:pt x="1939089" y="9139"/>
                  </a:lnTo>
                  <a:lnTo>
                    <a:pt x="1926161" y="9459"/>
                  </a:lnTo>
                  <a:lnTo>
                    <a:pt x="1913234" y="9780"/>
                  </a:lnTo>
                  <a:lnTo>
                    <a:pt x="1900307" y="10102"/>
                  </a:lnTo>
                  <a:lnTo>
                    <a:pt x="1887380" y="10424"/>
                  </a:lnTo>
                  <a:lnTo>
                    <a:pt x="1874452" y="10748"/>
                  </a:lnTo>
                  <a:lnTo>
                    <a:pt x="1861525" y="11072"/>
                  </a:lnTo>
                  <a:lnTo>
                    <a:pt x="1848598" y="11397"/>
                  </a:lnTo>
                  <a:lnTo>
                    <a:pt x="1835671" y="11723"/>
                  </a:lnTo>
                  <a:lnTo>
                    <a:pt x="1822743" y="12051"/>
                  </a:lnTo>
                  <a:lnTo>
                    <a:pt x="1809816" y="12379"/>
                  </a:lnTo>
                  <a:lnTo>
                    <a:pt x="1796889" y="12709"/>
                  </a:lnTo>
                  <a:lnTo>
                    <a:pt x="1783961" y="13039"/>
                  </a:lnTo>
                  <a:lnTo>
                    <a:pt x="1771034" y="13371"/>
                  </a:lnTo>
                  <a:lnTo>
                    <a:pt x="1758107" y="13704"/>
                  </a:lnTo>
                  <a:lnTo>
                    <a:pt x="1745180" y="14039"/>
                  </a:lnTo>
                  <a:lnTo>
                    <a:pt x="1732252" y="14375"/>
                  </a:lnTo>
                  <a:lnTo>
                    <a:pt x="1719325" y="14712"/>
                  </a:lnTo>
                  <a:lnTo>
                    <a:pt x="1706398" y="15051"/>
                  </a:lnTo>
                  <a:lnTo>
                    <a:pt x="1693471" y="15391"/>
                  </a:lnTo>
                  <a:lnTo>
                    <a:pt x="1680543" y="15733"/>
                  </a:lnTo>
                  <a:lnTo>
                    <a:pt x="1667616" y="16077"/>
                  </a:lnTo>
                  <a:lnTo>
                    <a:pt x="1654689" y="16422"/>
                  </a:lnTo>
                  <a:lnTo>
                    <a:pt x="1641762" y="16769"/>
                  </a:lnTo>
                  <a:lnTo>
                    <a:pt x="1628834" y="17117"/>
                  </a:lnTo>
                  <a:lnTo>
                    <a:pt x="1615907" y="17467"/>
                  </a:lnTo>
                  <a:lnTo>
                    <a:pt x="1602980" y="17819"/>
                  </a:lnTo>
                  <a:lnTo>
                    <a:pt x="1590053" y="18173"/>
                  </a:lnTo>
                  <a:lnTo>
                    <a:pt x="1577125" y="18528"/>
                  </a:lnTo>
                  <a:lnTo>
                    <a:pt x="1564198" y="18885"/>
                  </a:lnTo>
                  <a:lnTo>
                    <a:pt x="1551271" y="19245"/>
                  </a:lnTo>
                  <a:lnTo>
                    <a:pt x="1538344" y="19605"/>
                  </a:lnTo>
                  <a:lnTo>
                    <a:pt x="1525416" y="19968"/>
                  </a:lnTo>
                  <a:lnTo>
                    <a:pt x="1512489" y="20333"/>
                  </a:lnTo>
                  <a:lnTo>
                    <a:pt x="1499562" y="20699"/>
                  </a:lnTo>
                  <a:lnTo>
                    <a:pt x="1486634" y="21068"/>
                  </a:lnTo>
                  <a:lnTo>
                    <a:pt x="1473707" y="21438"/>
                  </a:lnTo>
                  <a:lnTo>
                    <a:pt x="1460780" y="21810"/>
                  </a:lnTo>
                  <a:lnTo>
                    <a:pt x="1447853" y="22184"/>
                  </a:lnTo>
                  <a:lnTo>
                    <a:pt x="1434925" y="22560"/>
                  </a:lnTo>
                  <a:lnTo>
                    <a:pt x="1421998" y="22938"/>
                  </a:lnTo>
                  <a:lnTo>
                    <a:pt x="1409071" y="23317"/>
                  </a:lnTo>
                  <a:lnTo>
                    <a:pt x="1396144" y="23699"/>
                  </a:lnTo>
                  <a:lnTo>
                    <a:pt x="1383216" y="24082"/>
                  </a:lnTo>
                  <a:lnTo>
                    <a:pt x="1370289" y="24467"/>
                  </a:lnTo>
                  <a:lnTo>
                    <a:pt x="1357362" y="24854"/>
                  </a:lnTo>
                  <a:lnTo>
                    <a:pt x="1344435" y="25242"/>
                  </a:lnTo>
                  <a:lnTo>
                    <a:pt x="1331507" y="25632"/>
                  </a:lnTo>
                  <a:lnTo>
                    <a:pt x="1318580" y="26024"/>
                  </a:lnTo>
                  <a:lnTo>
                    <a:pt x="1305653" y="26418"/>
                  </a:lnTo>
                  <a:lnTo>
                    <a:pt x="1292726" y="26813"/>
                  </a:lnTo>
                  <a:lnTo>
                    <a:pt x="1279798" y="27210"/>
                  </a:lnTo>
                  <a:lnTo>
                    <a:pt x="1266871" y="27609"/>
                  </a:lnTo>
                  <a:lnTo>
                    <a:pt x="1253944" y="28009"/>
                  </a:lnTo>
                  <a:lnTo>
                    <a:pt x="1241017" y="28410"/>
                  </a:lnTo>
                  <a:lnTo>
                    <a:pt x="1228089" y="28814"/>
                  </a:lnTo>
                  <a:lnTo>
                    <a:pt x="1215162" y="29219"/>
                  </a:lnTo>
                  <a:lnTo>
                    <a:pt x="1202235" y="29625"/>
                  </a:lnTo>
                  <a:lnTo>
                    <a:pt x="1189307" y="30033"/>
                  </a:lnTo>
                  <a:lnTo>
                    <a:pt x="1176380" y="30442"/>
                  </a:lnTo>
                  <a:lnTo>
                    <a:pt x="1163453" y="30853"/>
                  </a:lnTo>
                  <a:lnTo>
                    <a:pt x="1150526" y="31265"/>
                  </a:lnTo>
                  <a:lnTo>
                    <a:pt x="1137598" y="31679"/>
                  </a:lnTo>
                  <a:lnTo>
                    <a:pt x="1124671" y="32095"/>
                  </a:lnTo>
                  <a:lnTo>
                    <a:pt x="1111744" y="32511"/>
                  </a:lnTo>
                  <a:lnTo>
                    <a:pt x="1098817" y="32930"/>
                  </a:lnTo>
                  <a:lnTo>
                    <a:pt x="1085889" y="33349"/>
                  </a:lnTo>
                  <a:lnTo>
                    <a:pt x="1072962" y="33771"/>
                  </a:lnTo>
                  <a:lnTo>
                    <a:pt x="1060035" y="34193"/>
                  </a:lnTo>
                  <a:lnTo>
                    <a:pt x="1047108" y="34617"/>
                  </a:lnTo>
                  <a:lnTo>
                    <a:pt x="1034180" y="35043"/>
                  </a:lnTo>
                  <a:lnTo>
                    <a:pt x="1021253" y="35471"/>
                  </a:lnTo>
                  <a:lnTo>
                    <a:pt x="1008326" y="35900"/>
                  </a:lnTo>
                  <a:lnTo>
                    <a:pt x="995399" y="36330"/>
                  </a:lnTo>
                  <a:lnTo>
                    <a:pt x="982471" y="36762"/>
                  </a:lnTo>
                  <a:lnTo>
                    <a:pt x="969544" y="37196"/>
                  </a:lnTo>
                  <a:lnTo>
                    <a:pt x="956617" y="37632"/>
                  </a:lnTo>
                  <a:lnTo>
                    <a:pt x="943690" y="38069"/>
                  </a:lnTo>
                  <a:lnTo>
                    <a:pt x="930762" y="38509"/>
                  </a:lnTo>
                  <a:lnTo>
                    <a:pt x="917835" y="38950"/>
                  </a:lnTo>
                  <a:lnTo>
                    <a:pt x="904908" y="39393"/>
                  </a:lnTo>
                  <a:lnTo>
                    <a:pt x="891980" y="39838"/>
                  </a:lnTo>
                  <a:lnTo>
                    <a:pt x="879053" y="40286"/>
                  </a:lnTo>
                  <a:lnTo>
                    <a:pt x="866126" y="40735"/>
                  </a:lnTo>
                  <a:lnTo>
                    <a:pt x="853199" y="41187"/>
                  </a:lnTo>
                  <a:lnTo>
                    <a:pt x="840271" y="41641"/>
                  </a:lnTo>
                  <a:lnTo>
                    <a:pt x="827344" y="42097"/>
                  </a:lnTo>
                  <a:lnTo>
                    <a:pt x="814417" y="42556"/>
                  </a:lnTo>
                  <a:lnTo>
                    <a:pt x="801490" y="43018"/>
                  </a:lnTo>
                  <a:lnTo>
                    <a:pt x="788562" y="43482"/>
                  </a:lnTo>
                  <a:lnTo>
                    <a:pt x="775635" y="43949"/>
                  </a:lnTo>
                  <a:lnTo>
                    <a:pt x="762708" y="44419"/>
                  </a:lnTo>
                  <a:lnTo>
                    <a:pt x="749781" y="44892"/>
                  </a:lnTo>
                  <a:lnTo>
                    <a:pt x="736853" y="45368"/>
                  </a:lnTo>
                  <a:lnTo>
                    <a:pt x="723926" y="45848"/>
                  </a:lnTo>
                  <a:lnTo>
                    <a:pt x="710999" y="46330"/>
                  </a:lnTo>
                  <a:lnTo>
                    <a:pt x="698072" y="46816"/>
                  </a:lnTo>
                  <a:lnTo>
                    <a:pt x="685144" y="47305"/>
                  </a:lnTo>
                  <a:lnTo>
                    <a:pt x="672217" y="47798"/>
                  </a:lnTo>
                  <a:lnTo>
                    <a:pt x="659290" y="48295"/>
                  </a:lnTo>
                  <a:lnTo>
                    <a:pt x="646363" y="48796"/>
                  </a:lnTo>
                  <a:lnTo>
                    <a:pt x="633435" y="49300"/>
                  </a:lnTo>
                  <a:lnTo>
                    <a:pt x="620508" y="49809"/>
                  </a:lnTo>
                  <a:lnTo>
                    <a:pt x="607581" y="50322"/>
                  </a:lnTo>
                  <a:lnTo>
                    <a:pt x="594653" y="50838"/>
                  </a:lnTo>
                  <a:lnTo>
                    <a:pt x="581726" y="51359"/>
                  </a:lnTo>
                  <a:lnTo>
                    <a:pt x="568799" y="51885"/>
                  </a:lnTo>
                  <a:lnTo>
                    <a:pt x="555872" y="52415"/>
                  </a:lnTo>
                  <a:lnTo>
                    <a:pt x="542944" y="52949"/>
                  </a:lnTo>
                  <a:lnTo>
                    <a:pt x="530017" y="53488"/>
                  </a:lnTo>
                  <a:lnTo>
                    <a:pt x="517090" y="54032"/>
                  </a:lnTo>
                  <a:lnTo>
                    <a:pt x="504163" y="54580"/>
                  </a:lnTo>
                  <a:lnTo>
                    <a:pt x="491235" y="55133"/>
                  </a:lnTo>
                  <a:lnTo>
                    <a:pt x="478308" y="55691"/>
                  </a:lnTo>
                  <a:lnTo>
                    <a:pt x="465381" y="56253"/>
                  </a:lnTo>
                  <a:lnTo>
                    <a:pt x="452454" y="56820"/>
                  </a:lnTo>
                  <a:lnTo>
                    <a:pt x="439526" y="57392"/>
                  </a:lnTo>
                  <a:lnTo>
                    <a:pt x="426599" y="57969"/>
                  </a:lnTo>
                  <a:lnTo>
                    <a:pt x="413672" y="58550"/>
                  </a:lnTo>
                  <a:lnTo>
                    <a:pt x="400745" y="59136"/>
                  </a:lnTo>
                  <a:lnTo>
                    <a:pt x="387817" y="59726"/>
                  </a:lnTo>
                  <a:lnTo>
                    <a:pt x="374890" y="60322"/>
                  </a:lnTo>
                  <a:lnTo>
                    <a:pt x="361963" y="60921"/>
                  </a:lnTo>
                  <a:lnTo>
                    <a:pt x="349036" y="61525"/>
                  </a:lnTo>
                  <a:lnTo>
                    <a:pt x="336108" y="62134"/>
                  </a:lnTo>
                  <a:lnTo>
                    <a:pt x="323181" y="62747"/>
                  </a:lnTo>
                  <a:lnTo>
                    <a:pt x="310254" y="63363"/>
                  </a:lnTo>
                  <a:lnTo>
                    <a:pt x="297326" y="63984"/>
                  </a:lnTo>
                  <a:lnTo>
                    <a:pt x="284399" y="64609"/>
                  </a:lnTo>
                  <a:lnTo>
                    <a:pt x="271472" y="65237"/>
                  </a:lnTo>
                  <a:lnTo>
                    <a:pt x="258545" y="65869"/>
                  </a:lnTo>
                  <a:lnTo>
                    <a:pt x="245617" y="66505"/>
                  </a:lnTo>
                  <a:lnTo>
                    <a:pt x="232690" y="67143"/>
                  </a:lnTo>
                  <a:lnTo>
                    <a:pt x="219763" y="67785"/>
                  </a:lnTo>
                  <a:lnTo>
                    <a:pt x="206836" y="68429"/>
                  </a:lnTo>
                  <a:lnTo>
                    <a:pt x="193908" y="69076"/>
                  </a:lnTo>
                  <a:lnTo>
                    <a:pt x="180981" y="69726"/>
                  </a:lnTo>
                  <a:lnTo>
                    <a:pt x="168054" y="70378"/>
                  </a:lnTo>
                  <a:lnTo>
                    <a:pt x="155127" y="71031"/>
                  </a:lnTo>
                  <a:lnTo>
                    <a:pt x="142199" y="71687"/>
                  </a:lnTo>
                  <a:lnTo>
                    <a:pt x="129272" y="72344"/>
                  </a:lnTo>
                  <a:lnTo>
                    <a:pt x="116345" y="73003"/>
                  </a:lnTo>
                  <a:lnTo>
                    <a:pt x="103418" y="73662"/>
                  </a:lnTo>
                  <a:lnTo>
                    <a:pt x="90490" y="74323"/>
                  </a:lnTo>
                  <a:lnTo>
                    <a:pt x="77563" y="74984"/>
                  </a:lnTo>
                  <a:lnTo>
                    <a:pt x="64636" y="75647"/>
                  </a:lnTo>
                  <a:lnTo>
                    <a:pt x="51709" y="76309"/>
                  </a:lnTo>
                  <a:lnTo>
                    <a:pt x="38781" y="76972"/>
                  </a:lnTo>
                  <a:lnTo>
                    <a:pt x="25854" y="77635"/>
                  </a:lnTo>
                  <a:lnTo>
                    <a:pt x="12927" y="78298"/>
                  </a:lnTo>
                  <a:lnTo>
                    <a:pt x="0" y="789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08431" y="1426461"/>
              <a:ext cx="2313979" cy="12820"/>
            </a:xfrm>
            <a:custGeom>
              <a:avLst/>
              <a:pathLst>
                <a:path w="2313979" h="12820">
                  <a:moveTo>
                    <a:pt x="0" y="12820"/>
                  </a:moveTo>
                  <a:lnTo>
                    <a:pt x="12927" y="12790"/>
                  </a:lnTo>
                  <a:lnTo>
                    <a:pt x="25854" y="12760"/>
                  </a:lnTo>
                  <a:lnTo>
                    <a:pt x="38781" y="12730"/>
                  </a:lnTo>
                  <a:lnTo>
                    <a:pt x="51709" y="12701"/>
                  </a:lnTo>
                  <a:lnTo>
                    <a:pt x="64636" y="12671"/>
                  </a:lnTo>
                  <a:lnTo>
                    <a:pt x="77563" y="12642"/>
                  </a:lnTo>
                  <a:lnTo>
                    <a:pt x="90490" y="12613"/>
                  </a:lnTo>
                  <a:lnTo>
                    <a:pt x="103418" y="12584"/>
                  </a:lnTo>
                  <a:lnTo>
                    <a:pt x="116345" y="12556"/>
                  </a:lnTo>
                  <a:lnTo>
                    <a:pt x="129272" y="12528"/>
                  </a:lnTo>
                  <a:lnTo>
                    <a:pt x="142199" y="12501"/>
                  </a:lnTo>
                  <a:lnTo>
                    <a:pt x="155127" y="12475"/>
                  </a:lnTo>
                  <a:lnTo>
                    <a:pt x="168054" y="12450"/>
                  </a:lnTo>
                  <a:lnTo>
                    <a:pt x="180981" y="12426"/>
                  </a:lnTo>
                  <a:lnTo>
                    <a:pt x="193908" y="12402"/>
                  </a:lnTo>
                  <a:lnTo>
                    <a:pt x="206836" y="12380"/>
                  </a:lnTo>
                  <a:lnTo>
                    <a:pt x="219763" y="12359"/>
                  </a:lnTo>
                  <a:lnTo>
                    <a:pt x="232690" y="12339"/>
                  </a:lnTo>
                  <a:lnTo>
                    <a:pt x="245617" y="12321"/>
                  </a:lnTo>
                  <a:lnTo>
                    <a:pt x="258545" y="12304"/>
                  </a:lnTo>
                  <a:lnTo>
                    <a:pt x="271472" y="12289"/>
                  </a:lnTo>
                  <a:lnTo>
                    <a:pt x="284399" y="12275"/>
                  </a:lnTo>
                  <a:lnTo>
                    <a:pt x="297326" y="12262"/>
                  </a:lnTo>
                  <a:lnTo>
                    <a:pt x="310254" y="12252"/>
                  </a:lnTo>
                  <a:lnTo>
                    <a:pt x="323181" y="12242"/>
                  </a:lnTo>
                  <a:lnTo>
                    <a:pt x="336108" y="12235"/>
                  </a:lnTo>
                  <a:lnTo>
                    <a:pt x="349036" y="12229"/>
                  </a:lnTo>
                  <a:lnTo>
                    <a:pt x="361963" y="12224"/>
                  </a:lnTo>
                  <a:lnTo>
                    <a:pt x="374890" y="12221"/>
                  </a:lnTo>
                  <a:lnTo>
                    <a:pt x="387817" y="12220"/>
                  </a:lnTo>
                  <a:lnTo>
                    <a:pt x="400745" y="12220"/>
                  </a:lnTo>
                  <a:lnTo>
                    <a:pt x="413672" y="12222"/>
                  </a:lnTo>
                  <a:lnTo>
                    <a:pt x="426599" y="12225"/>
                  </a:lnTo>
                  <a:lnTo>
                    <a:pt x="439526" y="12229"/>
                  </a:lnTo>
                  <a:lnTo>
                    <a:pt x="452454" y="12235"/>
                  </a:lnTo>
                  <a:lnTo>
                    <a:pt x="465381" y="12242"/>
                  </a:lnTo>
                  <a:lnTo>
                    <a:pt x="478308" y="12250"/>
                  </a:lnTo>
                  <a:lnTo>
                    <a:pt x="491235" y="12259"/>
                  </a:lnTo>
                  <a:lnTo>
                    <a:pt x="504163" y="12269"/>
                  </a:lnTo>
                  <a:lnTo>
                    <a:pt x="517090" y="12280"/>
                  </a:lnTo>
                  <a:lnTo>
                    <a:pt x="530017" y="12291"/>
                  </a:lnTo>
                  <a:lnTo>
                    <a:pt x="542944" y="12304"/>
                  </a:lnTo>
                  <a:lnTo>
                    <a:pt x="555872" y="12316"/>
                  </a:lnTo>
                  <a:lnTo>
                    <a:pt x="568799" y="12329"/>
                  </a:lnTo>
                  <a:lnTo>
                    <a:pt x="581726" y="12343"/>
                  </a:lnTo>
                  <a:lnTo>
                    <a:pt x="594653" y="12356"/>
                  </a:lnTo>
                  <a:lnTo>
                    <a:pt x="607581" y="12369"/>
                  </a:lnTo>
                  <a:lnTo>
                    <a:pt x="620508" y="12382"/>
                  </a:lnTo>
                  <a:lnTo>
                    <a:pt x="633435" y="12395"/>
                  </a:lnTo>
                  <a:lnTo>
                    <a:pt x="646363" y="12408"/>
                  </a:lnTo>
                  <a:lnTo>
                    <a:pt x="659290" y="12420"/>
                  </a:lnTo>
                  <a:lnTo>
                    <a:pt x="672217" y="12431"/>
                  </a:lnTo>
                  <a:lnTo>
                    <a:pt x="685144" y="12441"/>
                  </a:lnTo>
                  <a:lnTo>
                    <a:pt x="698072" y="12451"/>
                  </a:lnTo>
                  <a:lnTo>
                    <a:pt x="710999" y="12459"/>
                  </a:lnTo>
                  <a:lnTo>
                    <a:pt x="723926" y="12466"/>
                  </a:lnTo>
                  <a:lnTo>
                    <a:pt x="736853" y="12472"/>
                  </a:lnTo>
                  <a:lnTo>
                    <a:pt x="749781" y="12476"/>
                  </a:lnTo>
                  <a:lnTo>
                    <a:pt x="762708" y="12478"/>
                  </a:lnTo>
                  <a:lnTo>
                    <a:pt x="775635" y="12479"/>
                  </a:lnTo>
                  <a:lnTo>
                    <a:pt x="788562" y="12478"/>
                  </a:lnTo>
                  <a:lnTo>
                    <a:pt x="801490" y="12475"/>
                  </a:lnTo>
                  <a:lnTo>
                    <a:pt x="814417" y="12470"/>
                  </a:lnTo>
                  <a:lnTo>
                    <a:pt x="827344" y="12463"/>
                  </a:lnTo>
                  <a:lnTo>
                    <a:pt x="840271" y="12454"/>
                  </a:lnTo>
                  <a:lnTo>
                    <a:pt x="853199" y="12442"/>
                  </a:lnTo>
                  <a:lnTo>
                    <a:pt x="866126" y="12428"/>
                  </a:lnTo>
                  <a:lnTo>
                    <a:pt x="879053" y="12411"/>
                  </a:lnTo>
                  <a:lnTo>
                    <a:pt x="891980" y="12392"/>
                  </a:lnTo>
                  <a:lnTo>
                    <a:pt x="904908" y="12370"/>
                  </a:lnTo>
                  <a:lnTo>
                    <a:pt x="917835" y="12345"/>
                  </a:lnTo>
                  <a:lnTo>
                    <a:pt x="930762" y="12318"/>
                  </a:lnTo>
                  <a:lnTo>
                    <a:pt x="943690" y="12288"/>
                  </a:lnTo>
                  <a:lnTo>
                    <a:pt x="956617" y="12255"/>
                  </a:lnTo>
                  <a:lnTo>
                    <a:pt x="969544" y="12219"/>
                  </a:lnTo>
                  <a:lnTo>
                    <a:pt x="982471" y="12180"/>
                  </a:lnTo>
                  <a:lnTo>
                    <a:pt x="995399" y="12138"/>
                  </a:lnTo>
                  <a:lnTo>
                    <a:pt x="1008326" y="12094"/>
                  </a:lnTo>
                  <a:lnTo>
                    <a:pt x="1021253" y="12046"/>
                  </a:lnTo>
                  <a:lnTo>
                    <a:pt x="1034180" y="11996"/>
                  </a:lnTo>
                  <a:lnTo>
                    <a:pt x="1047108" y="11943"/>
                  </a:lnTo>
                  <a:lnTo>
                    <a:pt x="1060035" y="11886"/>
                  </a:lnTo>
                  <a:lnTo>
                    <a:pt x="1072962" y="11827"/>
                  </a:lnTo>
                  <a:lnTo>
                    <a:pt x="1085889" y="11765"/>
                  </a:lnTo>
                  <a:lnTo>
                    <a:pt x="1098817" y="11700"/>
                  </a:lnTo>
                  <a:lnTo>
                    <a:pt x="1111744" y="11632"/>
                  </a:lnTo>
                  <a:lnTo>
                    <a:pt x="1124671" y="11561"/>
                  </a:lnTo>
                  <a:lnTo>
                    <a:pt x="1137598" y="11488"/>
                  </a:lnTo>
                  <a:lnTo>
                    <a:pt x="1150526" y="11412"/>
                  </a:lnTo>
                  <a:lnTo>
                    <a:pt x="1163453" y="11333"/>
                  </a:lnTo>
                  <a:lnTo>
                    <a:pt x="1176380" y="11252"/>
                  </a:lnTo>
                  <a:lnTo>
                    <a:pt x="1189307" y="11168"/>
                  </a:lnTo>
                  <a:lnTo>
                    <a:pt x="1202235" y="11081"/>
                  </a:lnTo>
                  <a:lnTo>
                    <a:pt x="1215162" y="10992"/>
                  </a:lnTo>
                  <a:lnTo>
                    <a:pt x="1228089" y="10901"/>
                  </a:lnTo>
                  <a:lnTo>
                    <a:pt x="1241017" y="10807"/>
                  </a:lnTo>
                  <a:lnTo>
                    <a:pt x="1253944" y="10711"/>
                  </a:lnTo>
                  <a:lnTo>
                    <a:pt x="1266871" y="10613"/>
                  </a:lnTo>
                  <a:lnTo>
                    <a:pt x="1279798" y="10512"/>
                  </a:lnTo>
                  <a:lnTo>
                    <a:pt x="1292726" y="10410"/>
                  </a:lnTo>
                  <a:lnTo>
                    <a:pt x="1305653" y="10306"/>
                  </a:lnTo>
                  <a:lnTo>
                    <a:pt x="1318580" y="10199"/>
                  </a:lnTo>
                  <a:lnTo>
                    <a:pt x="1331507" y="10091"/>
                  </a:lnTo>
                  <a:lnTo>
                    <a:pt x="1344435" y="9981"/>
                  </a:lnTo>
                  <a:lnTo>
                    <a:pt x="1357362" y="9870"/>
                  </a:lnTo>
                  <a:lnTo>
                    <a:pt x="1370289" y="9757"/>
                  </a:lnTo>
                  <a:lnTo>
                    <a:pt x="1383216" y="9642"/>
                  </a:lnTo>
                  <a:lnTo>
                    <a:pt x="1396144" y="9526"/>
                  </a:lnTo>
                  <a:lnTo>
                    <a:pt x="1409071" y="9408"/>
                  </a:lnTo>
                  <a:lnTo>
                    <a:pt x="1421998" y="9289"/>
                  </a:lnTo>
                  <a:lnTo>
                    <a:pt x="1434925" y="9169"/>
                  </a:lnTo>
                  <a:lnTo>
                    <a:pt x="1447853" y="9048"/>
                  </a:lnTo>
                  <a:lnTo>
                    <a:pt x="1460780" y="8925"/>
                  </a:lnTo>
                  <a:lnTo>
                    <a:pt x="1473707" y="8802"/>
                  </a:lnTo>
                  <a:lnTo>
                    <a:pt x="1486634" y="8677"/>
                  </a:lnTo>
                  <a:lnTo>
                    <a:pt x="1499562" y="8552"/>
                  </a:lnTo>
                  <a:lnTo>
                    <a:pt x="1512489" y="8426"/>
                  </a:lnTo>
                  <a:lnTo>
                    <a:pt x="1525416" y="8299"/>
                  </a:lnTo>
                  <a:lnTo>
                    <a:pt x="1538344" y="8171"/>
                  </a:lnTo>
                  <a:lnTo>
                    <a:pt x="1551271" y="8043"/>
                  </a:lnTo>
                  <a:lnTo>
                    <a:pt x="1564198" y="7914"/>
                  </a:lnTo>
                  <a:lnTo>
                    <a:pt x="1577125" y="7784"/>
                  </a:lnTo>
                  <a:lnTo>
                    <a:pt x="1590053" y="7654"/>
                  </a:lnTo>
                  <a:lnTo>
                    <a:pt x="1602980" y="7523"/>
                  </a:lnTo>
                  <a:lnTo>
                    <a:pt x="1615907" y="7392"/>
                  </a:lnTo>
                  <a:lnTo>
                    <a:pt x="1628834" y="7261"/>
                  </a:lnTo>
                  <a:lnTo>
                    <a:pt x="1641762" y="7129"/>
                  </a:lnTo>
                  <a:lnTo>
                    <a:pt x="1654689" y="6996"/>
                  </a:lnTo>
                  <a:lnTo>
                    <a:pt x="1667616" y="6864"/>
                  </a:lnTo>
                  <a:lnTo>
                    <a:pt x="1680543" y="6731"/>
                  </a:lnTo>
                  <a:lnTo>
                    <a:pt x="1693471" y="6597"/>
                  </a:lnTo>
                  <a:lnTo>
                    <a:pt x="1706398" y="6464"/>
                  </a:lnTo>
                  <a:lnTo>
                    <a:pt x="1719325" y="6330"/>
                  </a:lnTo>
                  <a:lnTo>
                    <a:pt x="1732252" y="6196"/>
                  </a:lnTo>
                  <a:lnTo>
                    <a:pt x="1745180" y="6062"/>
                  </a:lnTo>
                  <a:lnTo>
                    <a:pt x="1758107" y="5927"/>
                  </a:lnTo>
                  <a:lnTo>
                    <a:pt x="1771034" y="5793"/>
                  </a:lnTo>
                  <a:lnTo>
                    <a:pt x="1783961" y="5658"/>
                  </a:lnTo>
                  <a:lnTo>
                    <a:pt x="1796889" y="5523"/>
                  </a:lnTo>
                  <a:lnTo>
                    <a:pt x="1809816" y="5388"/>
                  </a:lnTo>
                  <a:lnTo>
                    <a:pt x="1822743" y="5253"/>
                  </a:lnTo>
                  <a:lnTo>
                    <a:pt x="1835671" y="5117"/>
                  </a:lnTo>
                  <a:lnTo>
                    <a:pt x="1848598" y="4981"/>
                  </a:lnTo>
                  <a:lnTo>
                    <a:pt x="1861525" y="4846"/>
                  </a:lnTo>
                  <a:lnTo>
                    <a:pt x="1874452" y="4710"/>
                  </a:lnTo>
                  <a:lnTo>
                    <a:pt x="1887380" y="4573"/>
                  </a:lnTo>
                  <a:lnTo>
                    <a:pt x="1900307" y="4437"/>
                  </a:lnTo>
                  <a:lnTo>
                    <a:pt x="1913234" y="4301"/>
                  </a:lnTo>
                  <a:lnTo>
                    <a:pt x="1926161" y="4164"/>
                  </a:lnTo>
                  <a:lnTo>
                    <a:pt x="1939089" y="4027"/>
                  </a:lnTo>
                  <a:lnTo>
                    <a:pt x="1952016" y="3890"/>
                  </a:lnTo>
                  <a:lnTo>
                    <a:pt x="1964943" y="3753"/>
                  </a:lnTo>
                  <a:lnTo>
                    <a:pt x="1977870" y="3616"/>
                  </a:lnTo>
                  <a:lnTo>
                    <a:pt x="1990798" y="3478"/>
                  </a:lnTo>
                  <a:lnTo>
                    <a:pt x="2003725" y="3341"/>
                  </a:lnTo>
                  <a:lnTo>
                    <a:pt x="2016652" y="3203"/>
                  </a:lnTo>
                  <a:lnTo>
                    <a:pt x="2029579" y="3065"/>
                  </a:lnTo>
                  <a:lnTo>
                    <a:pt x="2042507" y="2927"/>
                  </a:lnTo>
                  <a:lnTo>
                    <a:pt x="2055434" y="2789"/>
                  </a:lnTo>
                  <a:lnTo>
                    <a:pt x="2068361" y="2650"/>
                  </a:lnTo>
                  <a:lnTo>
                    <a:pt x="2081288" y="2512"/>
                  </a:lnTo>
                  <a:lnTo>
                    <a:pt x="2094216" y="2373"/>
                  </a:lnTo>
                  <a:lnTo>
                    <a:pt x="2107143" y="2234"/>
                  </a:lnTo>
                  <a:lnTo>
                    <a:pt x="2120070" y="2095"/>
                  </a:lnTo>
                  <a:lnTo>
                    <a:pt x="2132998" y="1956"/>
                  </a:lnTo>
                  <a:lnTo>
                    <a:pt x="2145925" y="1817"/>
                  </a:lnTo>
                  <a:lnTo>
                    <a:pt x="2158852" y="1677"/>
                  </a:lnTo>
                  <a:lnTo>
                    <a:pt x="2171779" y="1538"/>
                  </a:lnTo>
                  <a:lnTo>
                    <a:pt x="2184707" y="1398"/>
                  </a:lnTo>
                  <a:lnTo>
                    <a:pt x="2197634" y="1258"/>
                  </a:lnTo>
                  <a:lnTo>
                    <a:pt x="2210561" y="1119"/>
                  </a:lnTo>
                  <a:lnTo>
                    <a:pt x="2223488" y="979"/>
                  </a:lnTo>
                  <a:lnTo>
                    <a:pt x="2236416" y="839"/>
                  </a:lnTo>
                  <a:lnTo>
                    <a:pt x="2249343" y="699"/>
                  </a:lnTo>
                  <a:lnTo>
                    <a:pt x="2262270" y="559"/>
                  </a:lnTo>
                  <a:lnTo>
                    <a:pt x="2275197" y="419"/>
                  </a:lnTo>
                  <a:lnTo>
                    <a:pt x="2288125" y="279"/>
                  </a:lnTo>
                  <a:lnTo>
                    <a:pt x="2301052" y="139"/>
                  </a:lnTo>
                  <a:lnTo>
                    <a:pt x="2313979" y="0"/>
                  </a:lnTo>
                  <a:lnTo>
                    <a:pt x="2313979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2026-05-14T06:00:28Z</dcterms:modified>
  <cp:category/>
</cp:coreProperties>
</file>